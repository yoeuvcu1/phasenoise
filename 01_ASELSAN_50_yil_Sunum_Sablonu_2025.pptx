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29"/>
  </p:notesMasterIdLst>
  <p:handoutMasterIdLst>
    <p:handoutMasterId r:id="rId30"/>
  </p:handoutMasterIdLst>
  <p:sldIdLst>
    <p:sldId id="300" r:id="rId6"/>
    <p:sldId id="3481" r:id="rId7"/>
    <p:sldId id="3458" r:id="rId8"/>
    <p:sldId id="3467" r:id="rId9"/>
    <p:sldId id="326" r:id="rId10"/>
    <p:sldId id="3482" r:id="rId11"/>
    <p:sldId id="3471" r:id="rId12"/>
    <p:sldId id="339" r:id="rId13"/>
    <p:sldId id="3477" r:id="rId14"/>
    <p:sldId id="3483" r:id="rId15"/>
    <p:sldId id="3480" r:id="rId16"/>
    <p:sldId id="3472" r:id="rId17"/>
    <p:sldId id="315" r:id="rId18"/>
    <p:sldId id="3468" r:id="rId19"/>
    <p:sldId id="3479" r:id="rId20"/>
    <p:sldId id="3469" r:id="rId21"/>
    <p:sldId id="3473" r:id="rId22"/>
    <p:sldId id="331" r:id="rId23"/>
    <p:sldId id="3474" r:id="rId24"/>
    <p:sldId id="3485" r:id="rId25"/>
    <p:sldId id="3470" r:id="rId26"/>
    <p:sldId id="302" r:id="rId27"/>
    <p:sldId id="3484" r:id="rId28"/>
  </p:sldIdLst>
  <p:sldSz cx="12192000" cy="6858000"/>
  <p:notesSz cx="6797675" cy="9926638"/>
  <p:embeddedFontLst>
    <p:embeddedFont>
      <p:font typeface="Calibri" panose="020F0502020204030204" pitchFamily="34" charset="0"/>
      <p:regular r:id="rId31"/>
      <p:bold r:id="rId32"/>
      <p:italic r:id="rId33"/>
      <p:boldItalic r:id="rId34"/>
    </p:embeddedFont>
    <p:embeddedFont>
      <p:font typeface="Calibri Light" panose="020F0302020204030204" pitchFamily="34" charset="0"/>
      <p:regular r:id="rId35"/>
      <p:italic r:id="rId36"/>
    </p:embeddedFont>
    <p:embeddedFont>
      <p:font typeface="Poppins" panose="00000500000000000000" pitchFamily="2" charset="-94"/>
      <p:regular r:id="rId37"/>
      <p:bold r:id="rId38"/>
      <p:italic r:id="rId39"/>
      <p:boldItalic r:id="rId40"/>
    </p:embeddedFont>
    <p:embeddedFont>
      <p:font typeface="Posterama" panose="020B0604020202020204" charset="0"/>
      <p:regular r:id="rId41"/>
      <p:bold r:id="rId42"/>
      <p:italic r:id="rId43"/>
      <p:boldItalic r:id="rId44"/>
    </p:embeddedFont>
    <p:embeddedFont>
      <p:font typeface="Red Hat Display Light" panose="02010303040201060303" charset="0"/>
      <p:regular r:id="rId45"/>
    </p:embeddedFont>
    <p:embeddedFont>
      <p:font typeface="Segoe UI" panose="020B0502040204020203" pitchFamily="34" charset="0"/>
      <p:regular r:id="rId46"/>
      <p:bold r:id="rId47"/>
      <p:italic r:id="rId48"/>
      <p:boldItalic r:id="rId49"/>
    </p:embeddedFont>
    <p:embeddedFont>
      <p:font typeface="Segoe UI Black" panose="020B0A02040204020203" pitchFamily="34" charset="0"/>
      <p:bold r:id="rId50"/>
      <p:boldItalic r:id="rId51"/>
    </p:embeddedFont>
    <p:embeddedFont>
      <p:font typeface="Segoe UI Semibold" panose="020B0702040204020203" pitchFamily="34" charset="0"/>
      <p:bold r:id="rId52"/>
      <p:boldItalic r:id="rId53"/>
    </p:embeddedFont>
    <p:embeddedFont>
      <p:font typeface="Segoe UI Semilight" panose="020B0402040204020203" pitchFamily="34" charset="0"/>
      <p:regular r:id="rId54"/>
      <p:italic r:id="rId55"/>
    </p:embeddedFont>
    <p:embeddedFont>
      <p:font typeface="Source Sans Pro" panose="020B0503030403020204" pitchFamily="34" charset="-94"/>
      <p:regular r:id="rId56"/>
      <p:bold r:id="rId57"/>
      <p:italic r:id="rId58"/>
      <p:boldItalic r:id="rId59"/>
    </p:embeddedFont>
    <p:embeddedFont>
      <p:font typeface="Trebuchet MS" panose="020B0603020202020204" pitchFamily="34" charset="0"/>
      <p:regular r:id="rId60"/>
      <p:bold r:id="rId61"/>
      <p:italic r:id="rId62"/>
      <p:boldItalic r:id="rId63"/>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ELSAN" id="{93DD7066-AEC4-4222-8AF9-CDFEECF47427}">
          <p14:sldIdLst>
            <p14:sldId id="300"/>
            <p14:sldId id="3481"/>
            <p14:sldId id="3458"/>
            <p14:sldId id="3467"/>
            <p14:sldId id="326"/>
            <p14:sldId id="3482"/>
            <p14:sldId id="3471"/>
            <p14:sldId id="339"/>
            <p14:sldId id="3477"/>
            <p14:sldId id="3483"/>
            <p14:sldId id="3480"/>
            <p14:sldId id="3472"/>
            <p14:sldId id="315"/>
            <p14:sldId id="3468"/>
            <p14:sldId id="3479"/>
            <p14:sldId id="3469"/>
            <p14:sldId id="3473"/>
            <p14:sldId id="331"/>
            <p14:sldId id="3474"/>
            <p14:sldId id="3485"/>
            <p14:sldId id="3470"/>
            <p14:sldId id="302"/>
            <p14:sldId id="34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CF38"/>
    <a:srgbClr val="003087"/>
    <a:srgbClr val="FF6635"/>
    <a:srgbClr val="FF5620"/>
    <a:srgbClr val="002543"/>
    <a:srgbClr val="077780"/>
    <a:srgbClr val="FF8022"/>
    <a:srgbClr val="EBEBEE"/>
    <a:srgbClr val="002D7A"/>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42" autoAdjust="0"/>
    <p:restoredTop sz="96410" autoAdjust="0"/>
  </p:normalViewPr>
  <p:slideViewPr>
    <p:cSldViewPr snapToGrid="0">
      <p:cViewPr varScale="1">
        <p:scale>
          <a:sx n="157" d="100"/>
          <a:sy n="157" d="100"/>
        </p:scale>
        <p:origin x="978" y="126"/>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55" Type="http://schemas.openxmlformats.org/officeDocument/2006/relationships/font" Target="fonts/font25.fntdata"/><Relationship Id="rId63" Type="http://schemas.openxmlformats.org/officeDocument/2006/relationships/font" Target="fonts/font33.fntdata"/><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notesMaster" Target="notesMasters/notesMaster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font" Target="fonts/font23.fntdata"/><Relationship Id="rId58" Type="http://schemas.openxmlformats.org/officeDocument/2006/relationships/font" Target="fonts/font28.fntdata"/><Relationship Id="rId66" Type="http://schemas.openxmlformats.org/officeDocument/2006/relationships/theme" Target="theme/theme1.xml"/><Relationship Id="rId5" Type="http://schemas.openxmlformats.org/officeDocument/2006/relationships/slideMaster" Target="slideMasters/slideMaster1.xml"/><Relationship Id="rId61" Type="http://schemas.openxmlformats.org/officeDocument/2006/relationships/font" Target="fonts/font31.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font" Target="fonts/font26.fntdata"/><Relationship Id="rId64"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font" Target="fonts/font21.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font" Target="fonts/font29.fntdata"/><Relationship Id="rId67"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font" Target="fonts/font11.fntdata"/><Relationship Id="rId54" Type="http://schemas.openxmlformats.org/officeDocument/2006/relationships/font" Target="fonts/font24.fntdata"/><Relationship Id="rId62" Type="http://schemas.openxmlformats.org/officeDocument/2006/relationships/font" Target="fonts/font32.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6.fntdata"/><Relationship Id="rId49" Type="http://schemas.openxmlformats.org/officeDocument/2006/relationships/font" Target="fonts/font19.fntdata"/><Relationship Id="rId57" Type="http://schemas.openxmlformats.org/officeDocument/2006/relationships/font" Target="fonts/font27.fntdata"/><Relationship Id="rId10" Type="http://schemas.openxmlformats.org/officeDocument/2006/relationships/slide" Target="slides/slide5.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 Id="rId60" Type="http://schemas.openxmlformats.org/officeDocument/2006/relationships/font" Target="fonts/font30.fntdata"/><Relationship Id="rId65"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font" Target="fonts/font9.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Harcama (USD)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schemeClr>
                    </a:solidFill>
                    <a:latin typeface="Segoe UI Semibold" panose="020B0702040204020203" pitchFamily="34" charset="0"/>
                    <a:ea typeface="+mn-ea"/>
                    <a:cs typeface="Segoe UI Semibold" panose="020B0702040204020203" pitchFamily="34" charset="0"/>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Sheet1!$A$2:$A$8</c:f>
              <c:numCache>
                <c:formatCode>General</c:formatCode>
                <c:ptCount val="7"/>
                <c:pt idx="0">
                  <c:v>2018</c:v>
                </c:pt>
                <c:pt idx="1">
                  <c:v>2019</c:v>
                </c:pt>
                <c:pt idx="2">
                  <c:v>2020</c:v>
                </c:pt>
                <c:pt idx="3">
                  <c:v>2021</c:v>
                </c:pt>
                <c:pt idx="4">
                  <c:v>2022</c:v>
                </c:pt>
                <c:pt idx="5">
                  <c:v>2023</c:v>
                </c:pt>
                <c:pt idx="6">
                  <c:v>2024</c:v>
                </c:pt>
              </c:numCache>
            </c:numRef>
          </c:cat>
          <c:val>
            <c:numRef>
              <c:f>Sheet1!$B$2:$B$8</c:f>
              <c:numCache>
                <c:formatCode>General</c:formatCode>
                <c:ptCount val="7"/>
                <c:pt idx="0">
                  <c:v>20</c:v>
                </c:pt>
                <c:pt idx="1">
                  <c:v>16</c:v>
                </c:pt>
                <c:pt idx="2">
                  <c:v>50</c:v>
                </c:pt>
                <c:pt idx="3">
                  <c:v>18</c:v>
                </c:pt>
                <c:pt idx="4">
                  <c:v>15</c:v>
                </c:pt>
                <c:pt idx="5">
                  <c:v>15</c:v>
                </c:pt>
                <c:pt idx="6">
                  <c:v>45</c:v>
                </c:pt>
              </c:numCache>
            </c:numRef>
          </c:val>
          <c:extLst>
            <c:ext xmlns:c16="http://schemas.microsoft.com/office/drawing/2014/chart" uri="{C3380CC4-5D6E-409C-BE32-E72D297353CC}">
              <c16:uniqueId val="{00000000-D6D7-400B-837B-A9CB985F2C36}"/>
            </c:ext>
          </c:extLst>
        </c:ser>
        <c:ser>
          <c:idx val="1"/>
          <c:order val="1"/>
          <c:tx>
            <c:strRef>
              <c:f>Sheet1!$C$1</c:f>
              <c:strCache>
                <c:ptCount val="1"/>
                <c:pt idx="0">
                  <c:v>Siparişler (TL)</c:v>
                </c:pt>
              </c:strCache>
            </c:strRef>
          </c:tx>
          <c:spPr>
            <a:solidFill>
              <a:srgbClr val="FF5620"/>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tx1">
                        <a:lumMod val="75000"/>
                      </a:schemeClr>
                    </a:solidFill>
                    <a:latin typeface="Segoe UI Semibold" panose="020B0702040204020203" pitchFamily="34" charset="0"/>
                    <a:ea typeface="+mn-ea"/>
                    <a:cs typeface="Segoe UI Semibold" panose="020B0702040204020203" pitchFamily="34" charset="0"/>
                  </a:defRPr>
                </a:pPr>
                <a:endParaRPr lang="tr-T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Sheet1!$A$2:$A$8</c:f>
              <c:numCache>
                <c:formatCode>General</c:formatCode>
                <c:ptCount val="7"/>
                <c:pt idx="0">
                  <c:v>2018</c:v>
                </c:pt>
                <c:pt idx="1">
                  <c:v>2019</c:v>
                </c:pt>
                <c:pt idx="2">
                  <c:v>2020</c:v>
                </c:pt>
                <c:pt idx="3">
                  <c:v>2021</c:v>
                </c:pt>
                <c:pt idx="4">
                  <c:v>2022</c:v>
                </c:pt>
                <c:pt idx="5">
                  <c:v>2023</c:v>
                </c:pt>
                <c:pt idx="6">
                  <c:v>2024</c:v>
                </c:pt>
              </c:numCache>
            </c:numRef>
          </c:cat>
          <c:val>
            <c:numRef>
              <c:f>Sheet1!$C$2:$C$8</c:f>
              <c:numCache>
                <c:formatCode>General</c:formatCode>
                <c:ptCount val="7"/>
                <c:pt idx="0">
                  <c:v>90</c:v>
                </c:pt>
                <c:pt idx="1">
                  <c:v>87</c:v>
                </c:pt>
                <c:pt idx="2">
                  <c:v>300</c:v>
                </c:pt>
                <c:pt idx="3">
                  <c:v>252</c:v>
                </c:pt>
                <c:pt idx="4">
                  <c:v>323</c:v>
                </c:pt>
                <c:pt idx="5">
                  <c:v>286</c:v>
                </c:pt>
                <c:pt idx="6">
                  <c:v>250</c:v>
                </c:pt>
              </c:numCache>
            </c:numRef>
          </c:val>
          <c:extLst>
            <c:ext xmlns:c16="http://schemas.microsoft.com/office/drawing/2014/chart" uri="{C3380CC4-5D6E-409C-BE32-E72D297353CC}">
              <c16:uniqueId val="{00000001-D6D7-400B-837B-A9CB985F2C36}"/>
            </c:ext>
          </c:extLst>
        </c:ser>
        <c:dLbls>
          <c:showLegendKey val="0"/>
          <c:showVal val="1"/>
          <c:showCatName val="0"/>
          <c:showSerName val="0"/>
          <c:showPercent val="0"/>
          <c:showBubbleSize val="0"/>
        </c:dLbls>
        <c:gapWidth val="65"/>
        <c:axId val="2100539087"/>
        <c:axId val="2016055247"/>
      </c:barChart>
      <c:lineChart>
        <c:grouping val="standard"/>
        <c:varyColors val="0"/>
        <c:ser>
          <c:idx val="2"/>
          <c:order val="2"/>
          <c:tx>
            <c:strRef>
              <c:f>Sheet1!$D$1</c:f>
              <c:strCache>
                <c:ptCount val="1"/>
                <c:pt idx="0">
                  <c:v>A/B (%)</c:v>
                </c:pt>
              </c:strCache>
            </c:strRef>
          </c:tx>
          <c:spPr>
            <a:ln w="28575" cap="rnd">
              <a:solidFill>
                <a:srgbClr val="4D4D4D"/>
              </a:solidFill>
              <a:round/>
            </a:ln>
            <a:effectLst/>
          </c:spPr>
          <c:marker>
            <c:symbol val="circle"/>
            <c:size val="10"/>
            <c:spPr>
              <a:solidFill>
                <a:schemeClr val="bg1"/>
              </a:solidFill>
              <a:ln w="25400">
                <a:solidFill>
                  <a:srgbClr val="4D4D4D"/>
                </a:solidFill>
              </a:ln>
              <a:effectLst/>
            </c:spPr>
          </c:marker>
          <c:dLbls>
            <c:dLbl>
              <c:idx val="2"/>
              <c:layout>
                <c:manualLayout>
                  <c:x val="-6.853351666942073E-2"/>
                  <c:y val="-0.106157851344990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6B7-41EA-9648-BBBE00A63F6F}"/>
                </c:ext>
              </c:extLst>
            </c:dLbl>
            <c:dLbl>
              <c:idx val="3"/>
              <c:layout>
                <c:manualLayout>
                  <c:x val="-6.0980127569209751E-2"/>
                  <c:y val="-8.63399575033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6B7-41EA-9648-BBBE00A63F6F}"/>
                </c:ext>
              </c:extLst>
            </c:dLbl>
            <c:dLbl>
              <c:idx val="4"/>
              <c:layout>
                <c:manualLayout>
                  <c:x val="-5.3752215447082821E-2"/>
                  <c:y val="-0.1160667982658043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6B7-41EA-9648-BBBE00A63F6F}"/>
                </c:ext>
              </c:extLst>
            </c:dLbl>
            <c:dLbl>
              <c:idx val="5"/>
              <c:layout>
                <c:manualLayout>
                  <c:x val="-5.2305904172881341E-2"/>
                  <c:y val="-7.312802827560917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6B7-41EA-9648-BBBE00A63F6F}"/>
                </c:ext>
              </c:extLst>
            </c:dLbl>
            <c:dLbl>
              <c:idx val="6"/>
              <c:layout>
                <c:manualLayout>
                  <c:x val="-7.0869252435867197E-2"/>
                  <c:y val="-4.293876999019508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6B7-41EA-9648-BBBE00A63F6F}"/>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schemeClr>
                    </a:solidFill>
                    <a:latin typeface="Segoe UI Semibold" panose="020B0702040204020203" pitchFamily="34" charset="0"/>
                    <a:ea typeface="+mn-ea"/>
                    <a:cs typeface="Segoe UI Semibold" panose="020B0702040204020203" pitchFamily="34" charset="0"/>
                  </a:defRPr>
                </a:pPr>
                <a:endParaRPr lang="tr-T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Sheet1!$A$2:$A$8</c:f>
              <c:numCache>
                <c:formatCode>General</c:formatCode>
                <c:ptCount val="7"/>
                <c:pt idx="0">
                  <c:v>2018</c:v>
                </c:pt>
                <c:pt idx="1">
                  <c:v>2019</c:v>
                </c:pt>
                <c:pt idx="2">
                  <c:v>2020</c:v>
                </c:pt>
                <c:pt idx="3">
                  <c:v>2021</c:v>
                </c:pt>
                <c:pt idx="4">
                  <c:v>2022</c:v>
                </c:pt>
                <c:pt idx="5">
                  <c:v>2023</c:v>
                </c:pt>
                <c:pt idx="6">
                  <c:v>2024</c:v>
                </c:pt>
              </c:numCache>
            </c:numRef>
          </c:cat>
          <c:val>
            <c:numRef>
              <c:f>Sheet1!$D$2:$D$8</c:f>
              <c:numCache>
                <c:formatCode>General</c:formatCode>
                <c:ptCount val="7"/>
                <c:pt idx="0">
                  <c:v>0.22</c:v>
                </c:pt>
                <c:pt idx="1">
                  <c:v>0.18</c:v>
                </c:pt>
                <c:pt idx="2">
                  <c:v>0.13</c:v>
                </c:pt>
                <c:pt idx="3">
                  <c:v>0.11</c:v>
                </c:pt>
                <c:pt idx="4">
                  <c:v>0.05</c:v>
                </c:pt>
                <c:pt idx="5">
                  <c:v>0.05</c:v>
                </c:pt>
                <c:pt idx="6">
                  <c:v>0.12</c:v>
                </c:pt>
              </c:numCache>
            </c:numRef>
          </c:val>
          <c:smooth val="0"/>
          <c:extLst>
            <c:ext xmlns:c16="http://schemas.microsoft.com/office/drawing/2014/chart" uri="{C3380CC4-5D6E-409C-BE32-E72D297353CC}">
              <c16:uniqueId val="{00000002-D6D7-400B-837B-A9CB985F2C36}"/>
            </c:ext>
          </c:extLst>
        </c:ser>
        <c:dLbls>
          <c:showLegendKey val="0"/>
          <c:showVal val="1"/>
          <c:showCatName val="0"/>
          <c:showSerName val="0"/>
          <c:showPercent val="0"/>
          <c:showBubbleSize val="0"/>
        </c:dLbls>
        <c:marker val="1"/>
        <c:smooth val="0"/>
        <c:axId val="2100537887"/>
        <c:axId val="2016054415"/>
      </c:lineChart>
      <c:catAx>
        <c:axId val="2100539087"/>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lumMod val="75000"/>
                  </a:schemeClr>
                </a:solidFill>
                <a:latin typeface="Segoe UI Semibold" panose="020B0702040204020203" pitchFamily="34" charset="0"/>
                <a:ea typeface="+mn-ea"/>
                <a:cs typeface="Segoe UI Semibold" panose="020B0702040204020203" pitchFamily="34" charset="0"/>
              </a:defRPr>
            </a:pPr>
            <a:endParaRPr lang="tr-TR"/>
          </a:p>
        </c:txPr>
        <c:crossAx val="2016055247"/>
        <c:crosses val="autoZero"/>
        <c:auto val="1"/>
        <c:lblAlgn val="ctr"/>
        <c:lblOffset val="100"/>
        <c:noMultiLvlLbl val="0"/>
      </c:catAx>
      <c:valAx>
        <c:axId val="2016055247"/>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75000"/>
                  </a:schemeClr>
                </a:solidFill>
                <a:latin typeface="Segoe UI Semibold" panose="020B0702040204020203" pitchFamily="34" charset="0"/>
                <a:ea typeface="+mn-ea"/>
                <a:cs typeface="Segoe UI Semibold" panose="020B0702040204020203" pitchFamily="34" charset="0"/>
              </a:defRPr>
            </a:pPr>
            <a:endParaRPr lang="tr-TR"/>
          </a:p>
        </c:txPr>
        <c:crossAx val="2100539087"/>
        <c:crosses val="autoZero"/>
        <c:crossBetween val="between"/>
      </c:valAx>
      <c:valAx>
        <c:axId val="2016054415"/>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75000"/>
                  </a:schemeClr>
                </a:solidFill>
                <a:latin typeface="Segoe UI Semibold" panose="020B0702040204020203" pitchFamily="34" charset="0"/>
                <a:ea typeface="+mn-ea"/>
                <a:cs typeface="Segoe UI Semibold" panose="020B0702040204020203" pitchFamily="34" charset="0"/>
              </a:defRPr>
            </a:pPr>
            <a:endParaRPr lang="tr-TR"/>
          </a:p>
        </c:txPr>
        <c:crossAx val="2100537887"/>
        <c:crosses val="max"/>
        <c:crossBetween val="between"/>
      </c:valAx>
      <c:catAx>
        <c:axId val="2100537887"/>
        <c:scaling>
          <c:orientation val="minMax"/>
        </c:scaling>
        <c:delete val="1"/>
        <c:axPos val="b"/>
        <c:numFmt formatCode="General" sourceLinked="1"/>
        <c:majorTickMark val="out"/>
        <c:minorTickMark val="none"/>
        <c:tickLblPos val="nextTo"/>
        <c:crossAx val="2016054415"/>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75000"/>
                </a:schemeClr>
              </a:solidFill>
              <a:latin typeface="Segoe UI Semibold" panose="020B0702040204020203" pitchFamily="34" charset="0"/>
              <a:ea typeface="+mn-ea"/>
              <a:cs typeface="Segoe UI Semibold" panose="020B0702040204020203" pitchFamily="34" charset="0"/>
            </a:defRPr>
          </a:pPr>
          <a:endParaRPr lang="tr-T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lumMod val="75000"/>
            </a:schemeClr>
          </a:solidFill>
          <a:latin typeface="Segoe UI Semibold" panose="020B0702040204020203" pitchFamily="34" charset="0"/>
          <a:cs typeface="Segoe UI Semibold" panose="020B0702040204020203" pitchFamily="34" charset="0"/>
        </a:defRPr>
      </a:pPr>
      <a:endParaRPr lang="tr-T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A/B (%)</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F-E6CD-4C9F-A8A8-FE34E33CABB7}"/>
              </c:ext>
            </c:extLst>
          </c:dPt>
          <c:dPt>
            <c:idx val="1"/>
            <c:bubble3D val="0"/>
            <c:spPr>
              <a:solidFill>
                <a:srgbClr val="FF5620"/>
              </a:solidFill>
              <a:ln>
                <a:noFill/>
              </a:ln>
              <a:effectLst/>
            </c:spPr>
            <c:extLst>
              <c:ext xmlns:c16="http://schemas.microsoft.com/office/drawing/2014/chart" uri="{C3380CC4-5D6E-409C-BE32-E72D297353CC}">
                <c16:uniqueId val="{0000000E-E6CD-4C9F-A8A8-FE34E33CABB7}"/>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10-E6CD-4C9F-A8A8-FE34E33CABB7}"/>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D-E6CD-4C9F-A8A8-FE34E33CABB7}"/>
              </c:ext>
            </c:extLst>
          </c:dPt>
          <c:dPt>
            <c:idx val="4"/>
            <c:bubble3D val="0"/>
            <c:spPr>
              <a:solidFill>
                <a:srgbClr val="FF8022"/>
              </a:solidFill>
              <a:ln>
                <a:noFill/>
              </a:ln>
              <a:effectLst/>
            </c:spPr>
            <c:extLst>
              <c:ext xmlns:c16="http://schemas.microsoft.com/office/drawing/2014/chart" uri="{C3380CC4-5D6E-409C-BE32-E72D297353CC}">
                <c16:uniqueId val="{0000000C-E6CD-4C9F-A8A8-FE34E33CABB7}"/>
              </c:ext>
            </c:extLst>
          </c:dPt>
          <c:dPt>
            <c:idx val="5"/>
            <c:bubble3D val="0"/>
            <c:spPr>
              <a:solidFill>
                <a:srgbClr val="077780"/>
              </a:solidFill>
              <a:ln>
                <a:noFill/>
              </a:ln>
              <a:effectLst/>
            </c:spPr>
            <c:extLst>
              <c:ext xmlns:c16="http://schemas.microsoft.com/office/drawing/2014/chart" uri="{C3380CC4-5D6E-409C-BE32-E72D297353CC}">
                <c16:uniqueId val="{0000000B-E6CD-4C9F-A8A8-FE34E33CABB7}"/>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A-E6CD-4C9F-A8A8-FE34E33CABB7}"/>
              </c:ext>
            </c:extLst>
          </c:dPt>
          <c:dLbls>
            <c:dLbl>
              <c:idx val="0"/>
              <c:layout>
                <c:manualLayout>
                  <c:x val="9.758758071558242E-2"/>
                  <c:y val="-6.02345940749135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E6CD-4C9F-A8A8-FE34E33CABB7}"/>
                </c:ext>
              </c:extLst>
            </c:dLbl>
            <c:dLbl>
              <c:idx val="1"/>
              <c:layout>
                <c:manualLayout>
                  <c:x val="8.7957484048379456E-2"/>
                  <c:y val="6.37778054910847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6CD-4C9F-A8A8-FE34E33CABB7}"/>
                </c:ext>
              </c:extLst>
            </c:dLbl>
            <c:dLbl>
              <c:idx val="2"/>
              <c:layout>
                <c:manualLayout>
                  <c:x val="-9.7162459498586762E-2"/>
                  <c:y val="0.1062963424851415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6CD-4C9F-A8A8-FE34E33CABB7}"/>
                </c:ext>
              </c:extLst>
            </c:dLbl>
            <c:dLbl>
              <c:idx val="3"/>
              <c:layout>
                <c:manualLayout>
                  <c:x val="-0.15344506170002528"/>
                  <c:y val="0.1027531310689701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6CD-4C9F-A8A8-FE34E33CABB7}"/>
                </c:ext>
              </c:extLst>
            </c:dLbl>
            <c:dLbl>
              <c:idx val="4"/>
              <c:layout>
                <c:manualLayout>
                  <c:x val="-0.12659492267389755"/>
                  <c:y val="-3.54321141617144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6CD-4C9F-A8A8-FE34E33CABB7}"/>
                </c:ext>
              </c:extLst>
            </c:dLbl>
            <c:dLbl>
              <c:idx val="5"/>
              <c:layout>
                <c:manualLayout>
                  <c:x val="-9.5770043890893233E-2"/>
                  <c:y val="-7.44074397395990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6CD-4C9F-A8A8-FE34E33CABB7}"/>
                </c:ext>
              </c:extLst>
            </c:dLbl>
            <c:dLbl>
              <c:idx val="6"/>
              <c:layout>
                <c:manualLayout>
                  <c:x val="-7.3894972079876831E-2"/>
                  <c:y val="-7.7950651155770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6CD-4C9F-A8A8-FE34E33CABB7}"/>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2"/>
                    </a:solidFill>
                    <a:latin typeface="Segoe UI Black" panose="020B0A02040204020203" pitchFamily="34" charset="0"/>
                    <a:ea typeface="Segoe UI Black" panose="020B0A02040204020203" pitchFamily="34" charset="0"/>
                    <a:cs typeface="Segoe UI Semibold" panose="020B0702040204020203" pitchFamily="34" charset="0"/>
                  </a:defRPr>
                </a:pPr>
                <a:endParaRPr lang="tr-TR"/>
              </a:p>
            </c:txPr>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numRef>
              <c:f>Sheet1!$A$2:$A$8</c:f>
              <c:numCache>
                <c:formatCode>General</c:formatCode>
                <c:ptCount val="7"/>
                <c:pt idx="0">
                  <c:v>2018</c:v>
                </c:pt>
                <c:pt idx="1">
                  <c:v>2019</c:v>
                </c:pt>
                <c:pt idx="2">
                  <c:v>2020</c:v>
                </c:pt>
                <c:pt idx="3">
                  <c:v>2021</c:v>
                </c:pt>
                <c:pt idx="4">
                  <c:v>2022</c:v>
                </c:pt>
                <c:pt idx="5">
                  <c:v>2023</c:v>
                </c:pt>
                <c:pt idx="6">
                  <c:v>2024</c:v>
                </c:pt>
              </c:numCache>
            </c:numRef>
          </c:cat>
          <c:val>
            <c:numRef>
              <c:f>Sheet1!$B$2:$B$8</c:f>
              <c:numCache>
                <c:formatCode>General</c:formatCode>
                <c:ptCount val="7"/>
                <c:pt idx="0">
                  <c:v>0.22</c:v>
                </c:pt>
                <c:pt idx="1">
                  <c:v>0.18</c:v>
                </c:pt>
                <c:pt idx="2">
                  <c:v>0.13</c:v>
                </c:pt>
                <c:pt idx="3">
                  <c:v>0.11</c:v>
                </c:pt>
                <c:pt idx="4">
                  <c:v>0.05</c:v>
                </c:pt>
                <c:pt idx="5">
                  <c:v>0.05</c:v>
                </c:pt>
                <c:pt idx="6">
                  <c:v>0.12</c:v>
                </c:pt>
              </c:numCache>
            </c:numRef>
          </c:val>
          <c:extLst>
            <c:ext xmlns:c16="http://schemas.microsoft.com/office/drawing/2014/chart" uri="{C3380CC4-5D6E-409C-BE32-E72D297353CC}">
              <c16:uniqueId val="{00000000-D6D7-400B-837B-A9CB985F2C36}"/>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tr-T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A/B (%)</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F-E6CD-4C9F-A8A8-FE34E33CABB7}"/>
              </c:ext>
            </c:extLst>
          </c:dPt>
          <c:dPt>
            <c:idx val="1"/>
            <c:bubble3D val="0"/>
            <c:spPr>
              <a:solidFill>
                <a:srgbClr val="FF5620"/>
              </a:solidFill>
              <a:ln>
                <a:noFill/>
              </a:ln>
              <a:effectLst/>
            </c:spPr>
            <c:extLst>
              <c:ext xmlns:c16="http://schemas.microsoft.com/office/drawing/2014/chart" uri="{C3380CC4-5D6E-409C-BE32-E72D297353CC}">
                <c16:uniqueId val="{0000000E-E6CD-4C9F-A8A8-FE34E33CABB7}"/>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10-E6CD-4C9F-A8A8-FE34E33CABB7}"/>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D-E6CD-4C9F-A8A8-FE34E33CABB7}"/>
              </c:ext>
            </c:extLst>
          </c:dPt>
          <c:dPt>
            <c:idx val="4"/>
            <c:bubble3D val="0"/>
            <c:spPr>
              <a:solidFill>
                <a:srgbClr val="FF8022"/>
              </a:solidFill>
              <a:ln>
                <a:noFill/>
              </a:ln>
              <a:effectLst/>
            </c:spPr>
            <c:extLst>
              <c:ext xmlns:c16="http://schemas.microsoft.com/office/drawing/2014/chart" uri="{C3380CC4-5D6E-409C-BE32-E72D297353CC}">
                <c16:uniqueId val="{0000000C-E6CD-4C9F-A8A8-FE34E33CABB7}"/>
              </c:ext>
            </c:extLst>
          </c:dPt>
          <c:dPt>
            <c:idx val="5"/>
            <c:bubble3D val="0"/>
            <c:spPr>
              <a:solidFill>
                <a:srgbClr val="077780"/>
              </a:solidFill>
              <a:ln>
                <a:noFill/>
              </a:ln>
              <a:effectLst/>
            </c:spPr>
            <c:extLst>
              <c:ext xmlns:c16="http://schemas.microsoft.com/office/drawing/2014/chart" uri="{C3380CC4-5D6E-409C-BE32-E72D297353CC}">
                <c16:uniqueId val="{0000000B-E6CD-4C9F-A8A8-FE34E33CABB7}"/>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A-E6CD-4C9F-A8A8-FE34E33CABB7}"/>
              </c:ext>
            </c:extLst>
          </c:dPt>
          <c:dLbls>
            <c:dLbl>
              <c:idx val="0"/>
              <c:layout>
                <c:manualLayout>
                  <c:x val="9.758758071558242E-2"/>
                  <c:y val="-6.02345940749135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E6CD-4C9F-A8A8-FE34E33CABB7}"/>
                </c:ext>
              </c:extLst>
            </c:dLbl>
            <c:dLbl>
              <c:idx val="1"/>
              <c:layout>
                <c:manualLayout>
                  <c:x val="8.7957484048379456E-2"/>
                  <c:y val="6.37778054910847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6CD-4C9F-A8A8-FE34E33CABB7}"/>
                </c:ext>
              </c:extLst>
            </c:dLbl>
            <c:dLbl>
              <c:idx val="2"/>
              <c:layout>
                <c:manualLayout>
                  <c:x val="-9.7162459498586762E-2"/>
                  <c:y val="0.1062963424851415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6CD-4C9F-A8A8-FE34E33CABB7}"/>
                </c:ext>
              </c:extLst>
            </c:dLbl>
            <c:dLbl>
              <c:idx val="3"/>
              <c:layout>
                <c:manualLayout>
                  <c:x val="-0.15344506170002528"/>
                  <c:y val="0.1027531310689701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6CD-4C9F-A8A8-FE34E33CABB7}"/>
                </c:ext>
              </c:extLst>
            </c:dLbl>
            <c:dLbl>
              <c:idx val="4"/>
              <c:layout>
                <c:manualLayout>
                  <c:x val="-0.12659492267389755"/>
                  <c:y val="-3.54321141617144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6CD-4C9F-A8A8-FE34E33CABB7}"/>
                </c:ext>
              </c:extLst>
            </c:dLbl>
            <c:dLbl>
              <c:idx val="5"/>
              <c:layout>
                <c:manualLayout>
                  <c:x val="-9.5770043890893233E-2"/>
                  <c:y val="-7.44074397395990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6CD-4C9F-A8A8-FE34E33CABB7}"/>
                </c:ext>
              </c:extLst>
            </c:dLbl>
            <c:dLbl>
              <c:idx val="6"/>
              <c:layout>
                <c:manualLayout>
                  <c:x val="-7.3894972079876831E-2"/>
                  <c:y val="-7.7950651155770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6CD-4C9F-A8A8-FE34E33CABB7}"/>
                </c:ext>
              </c:extLst>
            </c:dLbl>
            <c:spPr>
              <a:noFill/>
              <a:ln>
                <a:noFill/>
              </a:ln>
              <a:effectLst/>
            </c:spPr>
            <c:txPr>
              <a:bodyPr rot="0" spcFirstLastPara="1" vertOverflow="ellipsis" vert="horz" wrap="square" anchor="ctr" anchorCtr="1"/>
              <a:lstStyle/>
              <a:p>
                <a:pPr>
                  <a:defRPr sz="1600" b="0" i="0" u="none" strike="noStrike" kern="1200" baseline="0">
                    <a:solidFill>
                      <a:schemeClr val="tx2"/>
                    </a:solidFill>
                    <a:latin typeface="Segoe UI Black" panose="020B0A02040204020203" pitchFamily="34" charset="0"/>
                    <a:ea typeface="Segoe UI Black" panose="020B0A02040204020203" pitchFamily="34" charset="0"/>
                    <a:cs typeface="Segoe UI Semibold" panose="020B0702040204020203" pitchFamily="34" charset="0"/>
                  </a:defRPr>
                </a:pPr>
                <a:endParaRPr lang="tr-TR"/>
              </a:p>
            </c:txPr>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numRef>
              <c:f>Sheet1!$A$2:$A$8</c:f>
              <c:numCache>
                <c:formatCode>General</c:formatCode>
                <c:ptCount val="7"/>
                <c:pt idx="0">
                  <c:v>2018</c:v>
                </c:pt>
                <c:pt idx="1">
                  <c:v>2019</c:v>
                </c:pt>
                <c:pt idx="2">
                  <c:v>2020</c:v>
                </c:pt>
                <c:pt idx="3">
                  <c:v>2021</c:v>
                </c:pt>
                <c:pt idx="4">
                  <c:v>2022</c:v>
                </c:pt>
                <c:pt idx="5">
                  <c:v>2023</c:v>
                </c:pt>
                <c:pt idx="6">
                  <c:v>2024</c:v>
                </c:pt>
              </c:numCache>
            </c:numRef>
          </c:cat>
          <c:val>
            <c:numRef>
              <c:f>Sheet1!$B$2:$B$8</c:f>
              <c:numCache>
                <c:formatCode>General</c:formatCode>
                <c:ptCount val="7"/>
                <c:pt idx="0">
                  <c:v>0.22</c:v>
                </c:pt>
                <c:pt idx="1">
                  <c:v>0.18</c:v>
                </c:pt>
                <c:pt idx="2">
                  <c:v>0.13</c:v>
                </c:pt>
                <c:pt idx="3">
                  <c:v>0.11</c:v>
                </c:pt>
                <c:pt idx="4">
                  <c:v>0.05</c:v>
                </c:pt>
                <c:pt idx="5">
                  <c:v>0.05</c:v>
                </c:pt>
                <c:pt idx="6">
                  <c:v>0.12</c:v>
                </c:pt>
              </c:numCache>
            </c:numRef>
          </c:val>
          <c:extLst>
            <c:ext xmlns:c16="http://schemas.microsoft.com/office/drawing/2014/chart" uri="{C3380CC4-5D6E-409C-BE32-E72D297353CC}">
              <c16:uniqueId val="{00000000-D6D7-400B-837B-A9CB985F2C36}"/>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Segoe UI Black" panose="020B0A02040204020203" pitchFamily="34" charset="0"/>
          <a:ea typeface="Segoe UI Black" panose="020B0A02040204020203" pitchFamily="34" charset="0"/>
        </a:defRPr>
      </a:pPr>
      <a:endParaRPr lang="tr-T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 1</c:v>
                </c:pt>
              </c:strCache>
            </c:strRef>
          </c:tx>
          <c:spPr>
            <a:solidFill>
              <a:schemeClr val="accent1"/>
            </a:solidFill>
            <a:ln>
              <a:noFill/>
            </a:ln>
            <a:effectLst/>
          </c:spPr>
          <c:invertIfNegative val="0"/>
          <c:cat>
            <c:numRef>
              <c:f>Sheet1!$A$2:$A$5</c:f>
              <c:numCache>
                <c:formatCode>General</c:formatCode>
                <c:ptCount val="4"/>
                <c:pt idx="0">
                  <c:v>2001</c:v>
                </c:pt>
                <c:pt idx="1">
                  <c:v>2002</c:v>
                </c:pt>
                <c:pt idx="2">
                  <c:v>2003</c:v>
                </c:pt>
                <c:pt idx="3">
                  <c:v>2004</c:v>
                </c:pt>
              </c:numCache>
            </c:num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6C0-4FA0-91B6-98701AA2E552}"/>
            </c:ext>
          </c:extLst>
        </c:ser>
        <c:ser>
          <c:idx val="1"/>
          <c:order val="1"/>
          <c:tx>
            <c:strRef>
              <c:f>Sheet1!$C$1</c:f>
              <c:strCache>
                <c:ptCount val="1"/>
                <c:pt idx="0">
                  <c:v>Seri 2</c:v>
                </c:pt>
              </c:strCache>
            </c:strRef>
          </c:tx>
          <c:spPr>
            <a:solidFill>
              <a:srgbClr val="FF5620"/>
            </a:solidFill>
            <a:ln>
              <a:noFill/>
            </a:ln>
            <a:effectLst/>
          </c:spPr>
          <c:invertIfNegative val="0"/>
          <c:cat>
            <c:numRef>
              <c:f>Sheet1!$A$2:$A$5</c:f>
              <c:numCache>
                <c:formatCode>General</c:formatCode>
                <c:ptCount val="4"/>
                <c:pt idx="0">
                  <c:v>2001</c:v>
                </c:pt>
                <c:pt idx="1">
                  <c:v>2002</c:v>
                </c:pt>
                <c:pt idx="2">
                  <c:v>2003</c:v>
                </c:pt>
                <c:pt idx="3">
                  <c:v>2004</c:v>
                </c:pt>
              </c:numCache>
            </c:num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6C0-4FA0-91B6-98701AA2E552}"/>
            </c:ext>
          </c:extLst>
        </c:ser>
        <c:ser>
          <c:idx val="2"/>
          <c:order val="2"/>
          <c:tx>
            <c:strRef>
              <c:f>Sheet1!$D$1</c:f>
              <c:strCache>
                <c:ptCount val="1"/>
                <c:pt idx="0">
                  <c:v>Seri 3</c:v>
                </c:pt>
              </c:strCache>
            </c:strRef>
          </c:tx>
          <c:spPr>
            <a:solidFill>
              <a:srgbClr val="077780"/>
            </a:solidFill>
            <a:ln>
              <a:noFill/>
            </a:ln>
            <a:effectLst/>
          </c:spPr>
          <c:invertIfNegative val="0"/>
          <c:cat>
            <c:numRef>
              <c:f>Sheet1!$A$2:$A$5</c:f>
              <c:numCache>
                <c:formatCode>General</c:formatCode>
                <c:ptCount val="4"/>
                <c:pt idx="0">
                  <c:v>2001</c:v>
                </c:pt>
                <c:pt idx="1">
                  <c:v>2002</c:v>
                </c:pt>
                <c:pt idx="2">
                  <c:v>2003</c:v>
                </c:pt>
                <c:pt idx="3">
                  <c:v>2004</c:v>
                </c:pt>
              </c:numCache>
            </c:num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16C0-4FA0-91B6-98701AA2E552}"/>
            </c:ext>
          </c:extLst>
        </c:ser>
        <c:dLbls>
          <c:showLegendKey val="0"/>
          <c:showVal val="0"/>
          <c:showCatName val="0"/>
          <c:showSerName val="0"/>
          <c:showPercent val="0"/>
          <c:showBubbleSize val="0"/>
        </c:dLbls>
        <c:gapWidth val="219"/>
        <c:overlap val="-27"/>
        <c:axId val="93647232"/>
        <c:axId val="124260559"/>
      </c:barChart>
      <c:catAx>
        <c:axId val="93647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rgbClr val="4D4D4D"/>
                </a:solidFill>
                <a:latin typeface="Segoe UI Semibold" panose="020B0702040204020203" pitchFamily="34" charset="0"/>
                <a:ea typeface="+mn-ea"/>
                <a:cs typeface="Segoe UI Semibold" panose="020B0702040204020203" pitchFamily="34" charset="0"/>
              </a:defRPr>
            </a:pPr>
            <a:endParaRPr lang="tr-TR"/>
          </a:p>
        </c:txPr>
        <c:crossAx val="124260559"/>
        <c:crosses val="autoZero"/>
        <c:auto val="1"/>
        <c:lblAlgn val="ctr"/>
        <c:lblOffset val="100"/>
        <c:noMultiLvlLbl val="0"/>
      </c:catAx>
      <c:valAx>
        <c:axId val="1242605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Segoe UI Semibold" panose="020B0702040204020203" pitchFamily="34" charset="0"/>
                <a:ea typeface="+mn-ea"/>
                <a:cs typeface="Segoe UI Semibold" panose="020B0702040204020203" pitchFamily="34" charset="0"/>
              </a:defRPr>
            </a:pPr>
            <a:endParaRPr lang="tr-TR"/>
          </a:p>
        </c:txPr>
        <c:crossAx val="93647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rgbClr val="4D4D4D"/>
              </a:solidFill>
              <a:latin typeface="Segoe UI Semibold" panose="020B0702040204020203" pitchFamily="34" charset="0"/>
              <a:ea typeface="+mn-ea"/>
              <a:cs typeface="Segoe UI Semibold" panose="020B0702040204020203" pitchFamily="34" charset="0"/>
            </a:defRPr>
          </a:pPr>
          <a:endParaRPr lang="tr-T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tr-T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Satışlar</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FCC-40BC-A811-07C536B60A20}"/>
              </c:ext>
            </c:extLst>
          </c:dPt>
          <c:dPt>
            <c:idx val="1"/>
            <c:bubble3D val="0"/>
            <c:spPr>
              <a:solidFill>
                <a:srgbClr val="FF5620"/>
              </a:solidFill>
              <a:ln w="19050">
                <a:solidFill>
                  <a:schemeClr val="lt1"/>
                </a:solidFill>
              </a:ln>
              <a:effectLst/>
            </c:spPr>
            <c:extLst>
              <c:ext xmlns:c16="http://schemas.microsoft.com/office/drawing/2014/chart" uri="{C3380CC4-5D6E-409C-BE32-E72D297353CC}">
                <c16:uniqueId val="{00000003-5FCC-40BC-A811-07C536B60A20}"/>
              </c:ext>
            </c:extLst>
          </c:dPt>
          <c:dPt>
            <c:idx val="2"/>
            <c:bubble3D val="0"/>
            <c:spPr>
              <a:solidFill>
                <a:srgbClr val="077780"/>
              </a:solidFill>
              <a:ln w="19050">
                <a:solidFill>
                  <a:schemeClr val="lt1"/>
                </a:solidFill>
              </a:ln>
              <a:effectLst/>
            </c:spPr>
            <c:extLst>
              <c:ext xmlns:c16="http://schemas.microsoft.com/office/drawing/2014/chart" uri="{C3380CC4-5D6E-409C-BE32-E72D297353CC}">
                <c16:uniqueId val="{00000005-5FCC-40BC-A811-07C536B60A2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FCC-40BC-A811-07C536B60A20}"/>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1"/>
                    </a:solidFill>
                    <a:latin typeface="Segoe UI Black" panose="020B0A02040204020203" pitchFamily="34" charset="0"/>
                    <a:ea typeface="Segoe UI Black" panose="020B0A02040204020203" pitchFamily="34" charset="0"/>
                    <a:cs typeface="Segoe UI Semibold" panose="020B0702040204020203" pitchFamily="34" charset="0"/>
                  </a:defRPr>
                </a:pPr>
                <a:endParaRPr lang="tr-TR"/>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ihracat 1</c:v>
                </c:pt>
                <c:pt idx="1">
                  <c:v>ihracat 2</c:v>
                </c:pt>
                <c:pt idx="2">
                  <c:v>ihracat 3</c:v>
                </c:pt>
                <c:pt idx="3">
                  <c:v>ihracat 4</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5FCC-40BC-A811-07C536B60A20}"/>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rgbClr val="4D4D4D"/>
              </a:solidFill>
              <a:latin typeface="Segoe UI Semibold" panose="020B0702040204020203" pitchFamily="34" charset="0"/>
              <a:ea typeface="+mn-ea"/>
              <a:cs typeface="Segoe UI Semibold" panose="020B0702040204020203" pitchFamily="34" charset="0"/>
            </a:defRPr>
          </a:pPr>
          <a:endParaRPr lang="tr-T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tr-T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8E6431-A79F-4691-AEA7-6E09E7B1FF0D}"/>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Date Placeholder 2">
            <a:extLst>
              <a:ext uri="{FF2B5EF4-FFF2-40B4-BE49-F238E27FC236}">
                <a16:creationId xmlns:a16="http://schemas.microsoft.com/office/drawing/2014/main" id="{C00843A7-623F-4CBE-BDDF-33813BBAEFE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0AB740B6-646D-4A4C-AEDE-E73833C6E508}" type="datetimeFigureOut">
              <a:rPr lang="tr-TR" smtClean="0"/>
              <a:t>28.03.2025</a:t>
            </a:fld>
            <a:endParaRPr lang="tr-TR"/>
          </a:p>
        </p:txBody>
      </p:sp>
      <p:sp>
        <p:nvSpPr>
          <p:cNvPr id="4" name="Footer Placeholder 3">
            <a:extLst>
              <a:ext uri="{FF2B5EF4-FFF2-40B4-BE49-F238E27FC236}">
                <a16:creationId xmlns:a16="http://schemas.microsoft.com/office/drawing/2014/main" id="{5A51A982-76FD-43B3-89D7-8121928D1225}"/>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a:extLst>
              <a:ext uri="{FF2B5EF4-FFF2-40B4-BE49-F238E27FC236}">
                <a16:creationId xmlns:a16="http://schemas.microsoft.com/office/drawing/2014/main" id="{56960F27-9299-4461-9481-B66A2F1BF762}"/>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12C0598-3F49-47EA-A73A-00936C53184B}" type="slidenum">
              <a:rPr lang="tr-TR" smtClean="0"/>
              <a:t>‹#›</a:t>
            </a:fld>
            <a:endParaRPr lang="tr-TR"/>
          </a:p>
        </p:txBody>
      </p:sp>
    </p:spTree>
    <p:extLst>
      <p:ext uri="{BB962C8B-B14F-4D97-AF65-F5344CB8AC3E}">
        <p14:creationId xmlns:p14="http://schemas.microsoft.com/office/powerpoint/2010/main" val="161085023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D126F64-650B-4185-81A8-0D0989901828}" type="datetimeFigureOut">
              <a:rPr lang="tr-TR" smtClean="0"/>
              <a:t>28.03.2025</a:t>
            </a:fld>
            <a:endParaRPr lang="tr-TR"/>
          </a:p>
        </p:txBody>
      </p:sp>
      <p:sp>
        <p:nvSpPr>
          <p:cNvPr id="4" name="Slayt Resmi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45DDAFB-7AE0-4170-B9CE-C1E67ACBDE43}" type="slidenum">
              <a:rPr lang="tr-TR" smtClean="0"/>
              <a:t>‹#›</a:t>
            </a:fld>
            <a:endParaRPr lang="tr-TR"/>
          </a:p>
        </p:txBody>
      </p:sp>
    </p:spTree>
    <p:extLst>
      <p:ext uri="{BB962C8B-B14F-4D97-AF65-F5344CB8AC3E}">
        <p14:creationId xmlns:p14="http://schemas.microsoft.com/office/powerpoint/2010/main" val="137572283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2</a:t>
            </a:fld>
            <a:endParaRPr lang="tr-TR"/>
          </a:p>
        </p:txBody>
      </p:sp>
      <p:sp>
        <p:nvSpPr>
          <p:cNvPr id="5" name="Footer Placeholder 4">
            <a:extLst>
              <a:ext uri="{FF2B5EF4-FFF2-40B4-BE49-F238E27FC236}">
                <a16:creationId xmlns:a16="http://schemas.microsoft.com/office/drawing/2014/main" id="{3542DCB7-5CBC-46A4-B22E-AD6B9F0C6EAE}"/>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86919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4</a:t>
            </a:fld>
            <a:endParaRPr lang="tr-TR"/>
          </a:p>
        </p:txBody>
      </p:sp>
      <p:sp>
        <p:nvSpPr>
          <p:cNvPr id="5" name="Footer Placeholder 4">
            <a:extLst>
              <a:ext uri="{FF2B5EF4-FFF2-40B4-BE49-F238E27FC236}">
                <a16:creationId xmlns:a16="http://schemas.microsoft.com/office/drawing/2014/main" id="{1EEE48C4-A9F4-435B-B0F3-5C4D19FE97F7}"/>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3006076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5</a:t>
            </a:fld>
            <a:endParaRPr lang="tr-TR"/>
          </a:p>
        </p:txBody>
      </p:sp>
      <p:sp>
        <p:nvSpPr>
          <p:cNvPr id="5" name="Footer Placeholder 4">
            <a:extLst>
              <a:ext uri="{FF2B5EF4-FFF2-40B4-BE49-F238E27FC236}">
                <a16:creationId xmlns:a16="http://schemas.microsoft.com/office/drawing/2014/main" id="{E037FE79-61DE-487E-A6E9-6730B72046EE}"/>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3035518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6</a:t>
            </a:fld>
            <a:endParaRPr lang="tr-TR"/>
          </a:p>
        </p:txBody>
      </p:sp>
      <p:sp>
        <p:nvSpPr>
          <p:cNvPr id="5" name="Footer Placeholder 4">
            <a:extLst>
              <a:ext uri="{FF2B5EF4-FFF2-40B4-BE49-F238E27FC236}">
                <a16:creationId xmlns:a16="http://schemas.microsoft.com/office/drawing/2014/main" id="{2444681F-CADF-4D40-90A2-89FF1A98C3DB}"/>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722554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11</a:t>
            </a:fld>
            <a:endParaRPr lang="tr-TR"/>
          </a:p>
        </p:txBody>
      </p:sp>
      <p:sp>
        <p:nvSpPr>
          <p:cNvPr id="5" name="Footer Placeholder 4">
            <a:extLst>
              <a:ext uri="{FF2B5EF4-FFF2-40B4-BE49-F238E27FC236}">
                <a16:creationId xmlns:a16="http://schemas.microsoft.com/office/drawing/2014/main" id="{D6A9A15E-C3F3-4780-AD99-FBD37C52E62B}"/>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2022208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13</a:t>
            </a:fld>
            <a:endParaRPr lang="tr-TR"/>
          </a:p>
        </p:txBody>
      </p:sp>
      <p:sp>
        <p:nvSpPr>
          <p:cNvPr id="5" name="Footer Placeholder 4">
            <a:extLst>
              <a:ext uri="{FF2B5EF4-FFF2-40B4-BE49-F238E27FC236}">
                <a16:creationId xmlns:a16="http://schemas.microsoft.com/office/drawing/2014/main" id="{462CEE3E-585F-4BC3-B47C-269548606A42}"/>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2400095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14</a:t>
            </a:fld>
            <a:endParaRPr lang="tr-TR"/>
          </a:p>
        </p:txBody>
      </p:sp>
      <p:sp>
        <p:nvSpPr>
          <p:cNvPr id="5" name="Footer Placeholder 4">
            <a:extLst>
              <a:ext uri="{FF2B5EF4-FFF2-40B4-BE49-F238E27FC236}">
                <a16:creationId xmlns:a16="http://schemas.microsoft.com/office/drawing/2014/main" id="{05CFFD75-7861-4D76-8D59-0DF5BEEFB668}"/>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2133768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15</a:t>
            </a:fld>
            <a:endParaRPr lang="tr-TR"/>
          </a:p>
        </p:txBody>
      </p:sp>
      <p:sp>
        <p:nvSpPr>
          <p:cNvPr id="5" name="Footer Placeholder 4">
            <a:extLst>
              <a:ext uri="{FF2B5EF4-FFF2-40B4-BE49-F238E27FC236}">
                <a16:creationId xmlns:a16="http://schemas.microsoft.com/office/drawing/2014/main" id="{74D6DD4D-F6C8-4EF7-A2E8-4C71B846220A}"/>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2884981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16</a:t>
            </a:fld>
            <a:endParaRPr lang="tr-TR"/>
          </a:p>
        </p:txBody>
      </p:sp>
      <p:sp>
        <p:nvSpPr>
          <p:cNvPr id="5" name="Footer Placeholder 4">
            <a:extLst>
              <a:ext uri="{FF2B5EF4-FFF2-40B4-BE49-F238E27FC236}">
                <a16:creationId xmlns:a16="http://schemas.microsoft.com/office/drawing/2014/main" id="{F24015D9-A00B-4F1F-9CF8-8B07C38A5B2C}"/>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2234030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18</a:t>
            </a:fld>
            <a:endParaRPr lang="tr-TR"/>
          </a:p>
        </p:txBody>
      </p:sp>
      <p:sp>
        <p:nvSpPr>
          <p:cNvPr id="5" name="Footer Placeholder 4">
            <a:extLst>
              <a:ext uri="{FF2B5EF4-FFF2-40B4-BE49-F238E27FC236}">
                <a16:creationId xmlns:a16="http://schemas.microsoft.com/office/drawing/2014/main" id="{4CF70E1B-9E1C-4F51-94E7-33826421A369}"/>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340278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145DDAFB-7AE0-4170-B9CE-C1E67ACBDE43}" type="slidenum">
              <a:rPr lang="tr-TR" smtClean="0"/>
              <a:t>20</a:t>
            </a:fld>
            <a:endParaRPr lang="tr-TR"/>
          </a:p>
        </p:txBody>
      </p:sp>
      <p:sp>
        <p:nvSpPr>
          <p:cNvPr id="5" name="Footer Placeholder 4">
            <a:extLst>
              <a:ext uri="{FF2B5EF4-FFF2-40B4-BE49-F238E27FC236}">
                <a16:creationId xmlns:a16="http://schemas.microsoft.com/office/drawing/2014/main" id="{39B9D492-7817-4252-A3C3-1A1B4D45910F}"/>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1458456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5"/>
          </p:nvPr>
        </p:nvSpPr>
        <p:spPr/>
        <p:txBody>
          <a:bodyPr/>
          <a:lstStyle/>
          <a:p>
            <a:fld id="{145DDAFB-7AE0-4170-B9CE-C1E67ACBDE43}" type="slidenum">
              <a:rPr lang="tr-TR" smtClean="0"/>
              <a:t>21</a:t>
            </a:fld>
            <a:endParaRPr lang="tr-TR"/>
          </a:p>
        </p:txBody>
      </p:sp>
      <p:sp>
        <p:nvSpPr>
          <p:cNvPr id="5" name="Footer Placeholder 4">
            <a:extLst>
              <a:ext uri="{FF2B5EF4-FFF2-40B4-BE49-F238E27FC236}">
                <a16:creationId xmlns:a16="http://schemas.microsoft.com/office/drawing/2014/main" id="{39B9D492-7817-4252-A3C3-1A1B4D45910F}"/>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3877075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Footer Placeholder 3"/>
          <p:cNvSpPr>
            <a:spLocks noGrp="1"/>
          </p:cNvSpPr>
          <p:nvPr>
            <p:ph type="ftr" sz="quarter" idx="4"/>
          </p:nvPr>
        </p:nvSpPr>
        <p:spPr/>
        <p:txBody>
          <a:bodyPr/>
          <a:lstStyle/>
          <a:p>
            <a:endParaRPr lang="tr-TR"/>
          </a:p>
        </p:txBody>
      </p:sp>
      <p:sp>
        <p:nvSpPr>
          <p:cNvPr id="5" name="Slide Number Placeholder 4"/>
          <p:cNvSpPr>
            <a:spLocks noGrp="1"/>
          </p:cNvSpPr>
          <p:nvPr>
            <p:ph type="sldNum" sz="quarter" idx="5"/>
          </p:nvPr>
        </p:nvSpPr>
        <p:spPr/>
        <p:txBody>
          <a:bodyPr/>
          <a:lstStyle/>
          <a:p>
            <a:fld id="{145DDAFB-7AE0-4170-B9CE-C1E67ACBDE43}" type="slidenum">
              <a:rPr lang="tr-TR" smtClean="0"/>
              <a:t>22</a:t>
            </a:fld>
            <a:endParaRPr lang="tr-TR"/>
          </a:p>
        </p:txBody>
      </p:sp>
    </p:spTree>
    <p:extLst>
      <p:ext uri="{BB962C8B-B14F-4D97-AF65-F5344CB8AC3E}">
        <p14:creationId xmlns:p14="http://schemas.microsoft.com/office/powerpoint/2010/main" val="3065218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145DDAFB-7AE0-4170-B9CE-C1E67ACBDE43}" type="slidenum">
              <a:rPr lang="tr-TR" smtClean="0"/>
              <a:t>23</a:t>
            </a:fld>
            <a:endParaRPr lang="tr-TR"/>
          </a:p>
        </p:txBody>
      </p:sp>
      <p:sp>
        <p:nvSpPr>
          <p:cNvPr id="5" name="Footer Placeholder 4">
            <a:extLst>
              <a:ext uri="{FF2B5EF4-FFF2-40B4-BE49-F238E27FC236}">
                <a16:creationId xmlns:a16="http://schemas.microsoft.com/office/drawing/2014/main" id="{A6C6BC6D-F2EE-4F7D-BC98-45F70525EFAE}"/>
              </a:ext>
            </a:extLst>
          </p:cNvPr>
          <p:cNvSpPr>
            <a:spLocks noGrp="1"/>
          </p:cNvSpPr>
          <p:nvPr>
            <p:ph type="ftr" sz="quarter" idx="4"/>
          </p:nvPr>
        </p:nvSpPr>
        <p:spPr/>
        <p:txBody>
          <a:bodyPr/>
          <a:lstStyle/>
          <a:p>
            <a:endParaRPr lang="tr-TR"/>
          </a:p>
        </p:txBody>
      </p:sp>
    </p:spTree>
    <p:extLst>
      <p:ext uri="{BB962C8B-B14F-4D97-AF65-F5344CB8AC3E}">
        <p14:creationId xmlns:p14="http://schemas.microsoft.com/office/powerpoint/2010/main" val="7520932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SELSAN_MASTER">
    <p:bg>
      <p:bgPr>
        <a:solidFill>
          <a:srgbClr val="FF562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
            <a:ext cx="12192000" cy="68658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6" name="Picture 5">
            <a:extLst>
              <a:ext uri="{FF2B5EF4-FFF2-40B4-BE49-F238E27FC236}">
                <a16:creationId xmlns:a16="http://schemas.microsoft.com/office/drawing/2014/main" id="{B265E6C6-58E9-4D30-A165-DAC21B863C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70364"/>
            <a:ext cx="8866908" cy="4987636"/>
          </a:xfrm>
          <a:prstGeom prst="rect">
            <a:avLst/>
          </a:prstGeom>
        </p:spPr>
      </p:pic>
      <p:sp>
        <p:nvSpPr>
          <p:cNvPr id="77" name="Rounded Rectangle 10">
            <a:extLst>
              <a:ext uri="{FF2B5EF4-FFF2-40B4-BE49-F238E27FC236}">
                <a16:creationId xmlns:a16="http://schemas.microsoft.com/office/drawing/2014/main" id="{EF6AA81D-52A3-47E3-A296-08352AF39B88}"/>
              </a:ext>
            </a:extLst>
          </p:cNvPr>
          <p:cNvSpPr/>
          <p:nvPr userDrawn="1"/>
        </p:nvSpPr>
        <p:spPr>
          <a:xfrm>
            <a:off x="4766553" y="291830"/>
            <a:ext cx="7062281" cy="6264613"/>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78" name="Rectangle: Rounded Corners 40">
            <a:extLst>
              <a:ext uri="{FF2B5EF4-FFF2-40B4-BE49-F238E27FC236}">
                <a16:creationId xmlns:a16="http://schemas.microsoft.com/office/drawing/2014/main" id="{4D1EF7EB-55D3-4EE7-A1DA-2327835C2ACD}"/>
              </a:ext>
            </a:extLst>
          </p:cNvPr>
          <p:cNvSpPr/>
          <p:nvPr userDrawn="1"/>
        </p:nvSpPr>
        <p:spPr>
          <a:xfrm>
            <a:off x="5407103" y="4720353"/>
            <a:ext cx="5799161" cy="1306154"/>
          </a:xfrm>
          <a:prstGeom prst="roundRect">
            <a:avLst>
              <a:gd name="adj" fmla="val 10322"/>
            </a:avLst>
          </a:prstGeom>
          <a:solidFill>
            <a:srgbClr val="FF5620"/>
          </a:solidFill>
          <a:ln w="19050">
            <a:noFill/>
          </a:ln>
          <a:effectLst/>
        </p:spPr>
        <p:txBody>
          <a:bodyPr vert="horz" wrap="square" lIns="91440" tIns="45720" rIns="91440" bIns="45720" numCol="1" anchor="t" anchorCtr="0" compatLnSpc="1">
            <a:prstTxWarp prst="textNoShape">
              <a:avLst/>
            </a:prstTxWarp>
          </a:bodyPr>
          <a:lstStyle/>
          <a:p>
            <a:endParaRPr lang="en-ID" kern="0" dirty="0">
              <a:solidFill>
                <a:prstClr val="black"/>
              </a:solidFill>
              <a:latin typeface="Calibri" panose="020F0502020204030204" pitchFamily="34" charset="0"/>
            </a:endParaRPr>
          </a:p>
        </p:txBody>
      </p:sp>
      <p:pic>
        <p:nvPicPr>
          <p:cNvPr id="7" name="Graphic 6">
            <a:extLst>
              <a:ext uri="{FF2B5EF4-FFF2-40B4-BE49-F238E27FC236}">
                <a16:creationId xmlns:a16="http://schemas.microsoft.com/office/drawing/2014/main" id="{3EDA3219-BF6C-462E-90E0-FB82F4C153F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5005" y="1601656"/>
            <a:ext cx="2811383" cy="1035772"/>
          </a:xfrm>
          <a:prstGeom prst="rect">
            <a:avLst/>
          </a:prstGeom>
        </p:spPr>
      </p:pic>
    </p:spTree>
    <p:extLst>
      <p:ext uri="{BB962C8B-B14F-4D97-AF65-F5344CB8AC3E}">
        <p14:creationId xmlns:p14="http://schemas.microsoft.com/office/powerpoint/2010/main" val="118706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ÜNDEM">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3444B44-4A70-4031-9D03-BBCBCC73B5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766" y="0"/>
            <a:ext cx="12178468" cy="6858000"/>
          </a:xfrm>
          <a:prstGeom prst="rect">
            <a:avLst/>
          </a:prstGeom>
        </p:spPr>
      </p:pic>
      <p:cxnSp>
        <p:nvCxnSpPr>
          <p:cNvPr id="7" name="Straight Connector 6">
            <a:extLst>
              <a:ext uri="{FF2B5EF4-FFF2-40B4-BE49-F238E27FC236}">
                <a16:creationId xmlns:a16="http://schemas.microsoft.com/office/drawing/2014/main" id="{B0189CC1-5D7A-41BE-A905-EC72AF42E5DF}"/>
              </a:ext>
            </a:extLst>
          </p:cNvPr>
          <p:cNvCxnSpPr>
            <a:cxnSpLocks/>
          </p:cNvCxnSpPr>
          <p:nvPr userDrawn="1"/>
        </p:nvCxnSpPr>
        <p:spPr>
          <a:xfrm>
            <a:off x="738504" y="959618"/>
            <a:ext cx="0" cy="5175175"/>
          </a:xfrm>
          <a:prstGeom prst="line">
            <a:avLst/>
          </a:prstGeom>
          <a:ln w="28575">
            <a:solidFill>
              <a:srgbClr val="003087"/>
            </a:solidFill>
          </a:ln>
        </p:spPr>
        <p:style>
          <a:lnRef idx="1">
            <a:schemeClr val="accent1"/>
          </a:lnRef>
          <a:fillRef idx="0">
            <a:schemeClr val="accent1"/>
          </a:fillRef>
          <a:effectRef idx="0">
            <a:schemeClr val="accent1"/>
          </a:effectRef>
          <a:fontRef idx="minor">
            <a:schemeClr val="tx1"/>
          </a:fontRef>
        </p:style>
      </p:cxnSp>
      <p:sp>
        <p:nvSpPr>
          <p:cNvPr id="8" name="Rounded Rectangle 10">
            <a:extLst>
              <a:ext uri="{FF2B5EF4-FFF2-40B4-BE49-F238E27FC236}">
                <a16:creationId xmlns:a16="http://schemas.microsoft.com/office/drawing/2014/main" id="{E69E8E51-13B1-4BE7-A04A-0B29449B4A0C}"/>
              </a:ext>
            </a:extLst>
          </p:cNvPr>
          <p:cNvSpPr/>
          <p:nvPr userDrawn="1"/>
        </p:nvSpPr>
        <p:spPr>
          <a:xfrm>
            <a:off x="0" y="0"/>
            <a:ext cx="12191993" cy="1190649"/>
          </a:xfrm>
          <a:prstGeom prst="roundRect">
            <a:avLst>
              <a:gd name="adj" fmla="val 6457"/>
            </a:avLst>
          </a:prstGeom>
          <a:solidFill>
            <a:srgbClr val="FFFFFF"/>
          </a:solidFill>
          <a:effectLst>
            <a:outerShdw blurRad="381000"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Calibri" panose="020F0502020204030204" pitchFamily="34" charset="0"/>
                <a:ea typeface="Calibri" panose="020F0502020204030204" pitchFamily="34" charset="0"/>
                <a:cs typeface="Poppins" pitchFamily="2" charset="77"/>
              </a:rPr>
              <a:t>&lt;?xml version="1.0" encoding="UTF-8"?&gt;&lt;svg id="Layer_1" data-name="Layer 1" xmlns="http://www.w3.org/2000/svg" viewBox="0 0 3200 1801.62"&gt;  &lt;defs&gt;    &lt;style&gt;      .cls-1 {        fill: #c1c1c1;      }    &lt;/style&gt;  &lt;/defs&gt;  &lt;path class="cls-1" d="M4309.61,1314.68l664.45-833.19c56.16-70.43,77.2-162.59,57.16-250.41l-237.14-1038.97c-20.04-87.82-78.99-161.73-160.15-200.82l-960.16-462.39c-81.16-39.08-175.7-39.08-256.85,0l-960.16,462.39c-81.16,39.08-140.1,113-160.15,200.82l-237.14,1038.97c-20.04,87.82,.99,179.99,57.16,250.41l664.45,833.19c56.16,70.43,141.34,111.44,231.42,111.44h1065.69c90.08,0,175.25-41.02,231.42-111.45Z"/&gt;&lt;/svg&gt;</a:t>
            </a: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6" name="TextBox 5">
            <a:extLst>
              <a:ext uri="{FF2B5EF4-FFF2-40B4-BE49-F238E27FC236}">
                <a16:creationId xmlns:a16="http://schemas.microsoft.com/office/drawing/2014/main" id="{352D322E-CFAD-4302-98BF-20F17256178F}"/>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4052853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A25CD36-D785-45D6-9D9B-E2F3D0E5C5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3">
            <a:extLst>
              <a:ext uri="{FF2B5EF4-FFF2-40B4-BE49-F238E27FC236}">
                <a16:creationId xmlns:a16="http://schemas.microsoft.com/office/drawing/2014/main" id="{D276C3F1-7F8D-4F73-82CE-EB8562DB187C}"/>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latin typeface="Segoe UI Black" panose="020B0A02040204020203" pitchFamily="34" charset="0"/>
                <a:ea typeface="Segoe UI Black" panose="020B0A02040204020203" pitchFamily="34" charset="0"/>
              </a:defRPr>
            </a:lvl1pPr>
          </a:lstStyle>
          <a:p>
            <a:pPr lvl="0"/>
            <a:r>
              <a:rPr lang="en-US" dirty="0"/>
              <a:t>Click to edit Master title style</a:t>
            </a:r>
            <a:endParaRPr lang="tr-TR" dirty="0"/>
          </a:p>
        </p:txBody>
      </p:sp>
      <p:sp>
        <p:nvSpPr>
          <p:cNvPr id="8" name="Text Placeholder 5">
            <a:extLst>
              <a:ext uri="{FF2B5EF4-FFF2-40B4-BE49-F238E27FC236}">
                <a16:creationId xmlns:a16="http://schemas.microsoft.com/office/drawing/2014/main" id="{CB192974-564B-4CB6-8403-B748517647B2}"/>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2" name="TextBox 11">
            <a:extLst>
              <a:ext uri="{FF2B5EF4-FFF2-40B4-BE49-F238E27FC236}">
                <a16:creationId xmlns:a16="http://schemas.microsoft.com/office/drawing/2014/main" id="{D47051C9-0D3C-4A28-8D21-5619826A7E24}"/>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1859072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ELSAN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A778907C-1DE9-410A-B218-F36AE6BFA189}"/>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EE6B1F48-14DC-43AB-A8AF-1E381E4EA43D}"/>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1" name="TextBox 10">
            <a:extLst>
              <a:ext uri="{FF2B5EF4-FFF2-40B4-BE49-F238E27FC236}">
                <a16:creationId xmlns:a16="http://schemas.microsoft.com/office/drawing/2014/main" id="{1632DA59-EDF8-4457-8CF3-758EB32ED887}"/>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71276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İZMETE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870BEECA-EC1A-4F4C-814A-D962AA4777D1}"/>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698A1369-A41B-4771-8ADB-8BC54D35FBCC}"/>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0" name="TextBox 9">
            <a:extLst>
              <a:ext uri="{FF2B5EF4-FFF2-40B4-BE49-F238E27FC236}">
                <a16:creationId xmlns:a16="http://schemas.microsoft.com/office/drawing/2014/main" id="{F53DA368-FF7B-4E95-A00F-1CD188007566}"/>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TASNİF DIŞI</a:t>
            </a:r>
          </a:p>
        </p:txBody>
      </p:sp>
    </p:spTree>
    <p:extLst>
      <p:ext uri="{BB962C8B-B14F-4D97-AF65-F5344CB8AC3E}">
        <p14:creationId xmlns:p14="http://schemas.microsoft.com/office/powerpoint/2010/main" val="301517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8" name="Picture 7">
            <a:extLst>
              <a:ext uri="{FF2B5EF4-FFF2-40B4-BE49-F238E27FC236}">
                <a16:creationId xmlns:a16="http://schemas.microsoft.com/office/drawing/2014/main" id="{77908070-406B-4891-836E-3277486FFC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66020" y="5245330"/>
            <a:ext cx="2459959" cy="497567"/>
          </a:xfrm>
          <a:prstGeom prst="rect">
            <a:avLst/>
          </a:prstGeom>
        </p:spPr>
      </p:pic>
    </p:spTree>
    <p:extLst>
      <p:ext uri="{BB962C8B-B14F-4D97-AF65-F5344CB8AC3E}">
        <p14:creationId xmlns:p14="http://schemas.microsoft.com/office/powerpoint/2010/main" val="714990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con s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504978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sv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2B359BEA-81CD-4335-A7F4-010B39CC8898}"/>
              </a:ext>
            </a:extLst>
          </p:cNvPr>
          <p:cNvGrpSpPr/>
          <p:nvPr/>
        </p:nvGrpSpPr>
        <p:grpSpPr>
          <a:xfrm>
            <a:off x="638052" y="6516038"/>
            <a:ext cx="978199" cy="198152"/>
            <a:chOff x="2028825" y="3998913"/>
            <a:chExt cx="1606550" cy="325437"/>
          </a:xfrm>
          <a:solidFill>
            <a:schemeClr val="bg1"/>
          </a:solidFill>
        </p:grpSpPr>
        <p:sp>
          <p:nvSpPr>
            <p:cNvPr id="20" name="Freeform 5">
              <a:extLst>
                <a:ext uri="{FF2B5EF4-FFF2-40B4-BE49-F238E27FC236}">
                  <a16:creationId xmlns:a16="http://schemas.microsoft.com/office/drawing/2014/main" id="{AC0EEA81-A8E0-419A-B3E6-2721ECC62461}"/>
                </a:ext>
              </a:extLst>
            </p:cNvPr>
            <p:cNvSpPr>
              <a:spLocks noEditPoints="1"/>
            </p:cNvSpPr>
            <p:nvPr/>
          </p:nvSpPr>
          <p:spPr bwMode="auto">
            <a:xfrm>
              <a:off x="2028825" y="4092575"/>
              <a:ext cx="219075" cy="231775"/>
            </a:xfrm>
            <a:custGeom>
              <a:avLst/>
              <a:gdLst>
                <a:gd name="T0" fmla="*/ 247 w 650"/>
                <a:gd name="T1" fmla="*/ 206 h 682"/>
                <a:gd name="T2" fmla="*/ 27 w 650"/>
                <a:gd name="T3" fmla="*/ 206 h 682"/>
                <a:gd name="T4" fmla="*/ 35 w 650"/>
                <a:gd name="T5" fmla="*/ 114 h 682"/>
                <a:gd name="T6" fmla="*/ 66 w 650"/>
                <a:gd name="T7" fmla="*/ 59 h 682"/>
                <a:gd name="T8" fmla="*/ 193 w 650"/>
                <a:gd name="T9" fmla="*/ 6 h 682"/>
                <a:gd name="T10" fmla="*/ 327 w 650"/>
                <a:gd name="T11" fmla="*/ 0 h 682"/>
                <a:gd name="T12" fmla="*/ 554 w 650"/>
                <a:gd name="T13" fmla="*/ 34 h 682"/>
                <a:gd name="T14" fmla="*/ 644 w 650"/>
                <a:gd name="T15" fmla="*/ 168 h 682"/>
                <a:gd name="T16" fmla="*/ 650 w 650"/>
                <a:gd name="T17" fmla="*/ 242 h 682"/>
                <a:gd name="T18" fmla="*/ 650 w 650"/>
                <a:gd name="T19" fmla="*/ 675 h 682"/>
                <a:gd name="T20" fmla="*/ 433 w 650"/>
                <a:gd name="T21" fmla="*/ 675 h 682"/>
                <a:gd name="T22" fmla="*/ 440 w 650"/>
                <a:gd name="T23" fmla="*/ 567 h 682"/>
                <a:gd name="T24" fmla="*/ 435 w 650"/>
                <a:gd name="T25" fmla="*/ 567 h 682"/>
                <a:gd name="T26" fmla="*/ 378 w 650"/>
                <a:gd name="T27" fmla="*/ 650 h 682"/>
                <a:gd name="T28" fmla="*/ 317 w 650"/>
                <a:gd name="T29" fmla="*/ 676 h 682"/>
                <a:gd name="T30" fmla="*/ 233 w 650"/>
                <a:gd name="T31" fmla="*/ 682 h 682"/>
                <a:gd name="T32" fmla="*/ 121 w 650"/>
                <a:gd name="T33" fmla="*/ 670 h 682"/>
                <a:gd name="T34" fmla="*/ 50 w 650"/>
                <a:gd name="T35" fmla="*/ 631 h 682"/>
                <a:gd name="T36" fmla="*/ 0 w 650"/>
                <a:gd name="T37" fmla="*/ 469 h 682"/>
                <a:gd name="T38" fmla="*/ 47 w 650"/>
                <a:gd name="T39" fmla="*/ 323 h 682"/>
                <a:gd name="T40" fmla="*/ 238 w 650"/>
                <a:gd name="T41" fmla="*/ 267 h 682"/>
                <a:gd name="T42" fmla="*/ 381 w 650"/>
                <a:gd name="T43" fmla="*/ 289 h 682"/>
                <a:gd name="T44" fmla="*/ 429 w 650"/>
                <a:gd name="T45" fmla="*/ 351 h 682"/>
                <a:gd name="T46" fmla="*/ 433 w 650"/>
                <a:gd name="T47" fmla="*/ 351 h 682"/>
                <a:gd name="T48" fmla="*/ 433 w 650"/>
                <a:gd name="T49" fmla="*/ 220 h 682"/>
                <a:gd name="T50" fmla="*/ 415 w 650"/>
                <a:gd name="T51" fmla="*/ 158 h 682"/>
                <a:gd name="T52" fmla="*/ 330 w 650"/>
                <a:gd name="T53" fmla="*/ 133 h 682"/>
                <a:gd name="T54" fmla="*/ 256 w 650"/>
                <a:gd name="T55" fmla="*/ 161 h 682"/>
                <a:gd name="T56" fmla="*/ 247 w 650"/>
                <a:gd name="T57" fmla="*/ 206 h 682"/>
                <a:gd name="T58" fmla="*/ 319 w 650"/>
                <a:gd name="T59" fmla="*/ 399 h 682"/>
                <a:gd name="T60" fmla="*/ 240 w 650"/>
                <a:gd name="T61" fmla="*/ 415 h 682"/>
                <a:gd name="T62" fmla="*/ 219 w 650"/>
                <a:gd name="T63" fmla="*/ 467 h 682"/>
                <a:gd name="T64" fmla="*/ 246 w 650"/>
                <a:gd name="T65" fmla="*/ 528 h 682"/>
                <a:gd name="T66" fmla="*/ 340 w 650"/>
                <a:gd name="T67" fmla="*/ 539 h 682"/>
                <a:gd name="T68" fmla="*/ 414 w 650"/>
                <a:gd name="T69" fmla="*/ 523 h 682"/>
                <a:gd name="T70" fmla="*/ 433 w 650"/>
                <a:gd name="T71" fmla="*/ 463 h 682"/>
                <a:gd name="T72" fmla="*/ 419 w 650"/>
                <a:gd name="T73" fmla="*/ 420 h 682"/>
                <a:gd name="T74" fmla="*/ 319 w 650"/>
                <a:gd name="T75" fmla="*/ 399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50" h="682">
                  <a:moveTo>
                    <a:pt x="247" y="206"/>
                  </a:moveTo>
                  <a:cubicBezTo>
                    <a:pt x="27" y="206"/>
                    <a:pt x="27" y="206"/>
                    <a:pt x="27" y="206"/>
                  </a:cubicBezTo>
                  <a:cubicBezTo>
                    <a:pt x="27" y="165"/>
                    <a:pt x="30" y="135"/>
                    <a:pt x="35" y="114"/>
                  </a:cubicBezTo>
                  <a:cubicBezTo>
                    <a:pt x="41" y="94"/>
                    <a:pt x="51" y="75"/>
                    <a:pt x="66" y="59"/>
                  </a:cubicBezTo>
                  <a:cubicBezTo>
                    <a:pt x="92" y="31"/>
                    <a:pt x="135" y="13"/>
                    <a:pt x="193" y="6"/>
                  </a:cubicBezTo>
                  <a:cubicBezTo>
                    <a:pt x="220" y="2"/>
                    <a:pt x="265" y="0"/>
                    <a:pt x="327" y="0"/>
                  </a:cubicBezTo>
                  <a:cubicBezTo>
                    <a:pt x="435" y="0"/>
                    <a:pt x="510" y="12"/>
                    <a:pt x="554" y="34"/>
                  </a:cubicBezTo>
                  <a:cubicBezTo>
                    <a:pt x="606" y="61"/>
                    <a:pt x="636" y="106"/>
                    <a:pt x="644" y="168"/>
                  </a:cubicBezTo>
                  <a:cubicBezTo>
                    <a:pt x="648" y="201"/>
                    <a:pt x="650" y="226"/>
                    <a:pt x="650" y="242"/>
                  </a:cubicBezTo>
                  <a:cubicBezTo>
                    <a:pt x="650" y="675"/>
                    <a:pt x="650" y="675"/>
                    <a:pt x="650" y="675"/>
                  </a:cubicBezTo>
                  <a:cubicBezTo>
                    <a:pt x="433" y="675"/>
                    <a:pt x="433" y="675"/>
                    <a:pt x="433" y="675"/>
                  </a:cubicBezTo>
                  <a:cubicBezTo>
                    <a:pt x="440" y="567"/>
                    <a:pt x="440" y="567"/>
                    <a:pt x="440" y="567"/>
                  </a:cubicBezTo>
                  <a:cubicBezTo>
                    <a:pt x="435" y="567"/>
                    <a:pt x="435" y="567"/>
                    <a:pt x="435" y="567"/>
                  </a:cubicBezTo>
                  <a:cubicBezTo>
                    <a:pt x="421" y="605"/>
                    <a:pt x="403" y="633"/>
                    <a:pt x="378" y="650"/>
                  </a:cubicBezTo>
                  <a:cubicBezTo>
                    <a:pt x="359" y="664"/>
                    <a:pt x="339" y="672"/>
                    <a:pt x="317" y="676"/>
                  </a:cubicBezTo>
                  <a:cubicBezTo>
                    <a:pt x="293" y="680"/>
                    <a:pt x="265" y="682"/>
                    <a:pt x="233" y="682"/>
                  </a:cubicBezTo>
                  <a:cubicBezTo>
                    <a:pt x="186" y="682"/>
                    <a:pt x="149" y="678"/>
                    <a:pt x="121" y="670"/>
                  </a:cubicBezTo>
                  <a:cubicBezTo>
                    <a:pt x="93" y="663"/>
                    <a:pt x="69" y="650"/>
                    <a:pt x="50" y="631"/>
                  </a:cubicBezTo>
                  <a:cubicBezTo>
                    <a:pt x="16" y="600"/>
                    <a:pt x="0" y="546"/>
                    <a:pt x="0" y="469"/>
                  </a:cubicBezTo>
                  <a:cubicBezTo>
                    <a:pt x="0" y="400"/>
                    <a:pt x="16" y="352"/>
                    <a:pt x="47" y="323"/>
                  </a:cubicBezTo>
                  <a:cubicBezTo>
                    <a:pt x="87" y="286"/>
                    <a:pt x="151" y="267"/>
                    <a:pt x="238" y="267"/>
                  </a:cubicBezTo>
                  <a:cubicBezTo>
                    <a:pt x="306" y="267"/>
                    <a:pt x="353" y="275"/>
                    <a:pt x="381" y="289"/>
                  </a:cubicBezTo>
                  <a:cubicBezTo>
                    <a:pt x="400" y="298"/>
                    <a:pt x="416" y="319"/>
                    <a:pt x="429" y="351"/>
                  </a:cubicBezTo>
                  <a:cubicBezTo>
                    <a:pt x="433" y="351"/>
                    <a:pt x="433" y="351"/>
                    <a:pt x="433" y="351"/>
                  </a:cubicBezTo>
                  <a:cubicBezTo>
                    <a:pt x="433" y="220"/>
                    <a:pt x="433" y="220"/>
                    <a:pt x="433" y="220"/>
                  </a:cubicBezTo>
                  <a:cubicBezTo>
                    <a:pt x="433" y="191"/>
                    <a:pt x="427" y="171"/>
                    <a:pt x="415" y="158"/>
                  </a:cubicBezTo>
                  <a:cubicBezTo>
                    <a:pt x="399" y="142"/>
                    <a:pt x="371" y="133"/>
                    <a:pt x="330" y="133"/>
                  </a:cubicBezTo>
                  <a:cubicBezTo>
                    <a:pt x="291" y="133"/>
                    <a:pt x="266" y="142"/>
                    <a:pt x="256" y="161"/>
                  </a:cubicBezTo>
                  <a:cubicBezTo>
                    <a:pt x="251" y="169"/>
                    <a:pt x="248" y="184"/>
                    <a:pt x="247" y="206"/>
                  </a:cubicBezTo>
                  <a:moveTo>
                    <a:pt x="319" y="399"/>
                  </a:moveTo>
                  <a:cubicBezTo>
                    <a:pt x="283" y="399"/>
                    <a:pt x="257" y="404"/>
                    <a:pt x="240" y="415"/>
                  </a:cubicBezTo>
                  <a:cubicBezTo>
                    <a:pt x="226" y="424"/>
                    <a:pt x="219" y="442"/>
                    <a:pt x="219" y="467"/>
                  </a:cubicBezTo>
                  <a:cubicBezTo>
                    <a:pt x="219" y="499"/>
                    <a:pt x="228" y="519"/>
                    <a:pt x="246" y="528"/>
                  </a:cubicBezTo>
                  <a:cubicBezTo>
                    <a:pt x="262" y="535"/>
                    <a:pt x="293" y="539"/>
                    <a:pt x="340" y="539"/>
                  </a:cubicBezTo>
                  <a:cubicBezTo>
                    <a:pt x="376" y="539"/>
                    <a:pt x="401" y="534"/>
                    <a:pt x="414" y="523"/>
                  </a:cubicBezTo>
                  <a:cubicBezTo>
                    <a:pt x="426" y="512"/>
                    <a:pt x="433" y="492"/>
                    <a:pt x="433" y="463"/>
                  </a:cubicBezTo>
                  <a:cubicBezTo>
                    <a:pt x="433" y="442"/>
                    <a:pt x="428" y="427"/>
                    <a:pt x="419" y="420"/>
                  </a:cubicBezTo>
                  <a:cubicBezTo>
                    <a:pt x="404" y="406"/>
                    <a:pt x="370" y="399"/>
                    <a:pt x="319" y="39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21" name="Freeform 6">
              <a:extLst>
                <a:ext uri="{FF2B5EF4-FFF2-40B4-BE49-F238E27FC236}">
                  <a16:creationId xmlns:a16="http://schemas.microsoft.com/office/drawing/2014/main" id="{05CE7BBE-3EBA-4A5E-AF91-061D6FDC7F68}"/>
                </a:ext>
              </a:extLst>
            </p:cNvPr>
            <p:cNvSpPr>
              <a:spLocks/>
            </p:cNvSpPr>
            <p:nvPr/>
          </p:nvSpPr>
          <p:spPr bwMode="auto">
            <a:xfrm>
              <a:off x="2286000" y="4092575"/>
              <a:ext cx="219075" cy="231775"/>
            </a:xfrm>
            <a:custGeom>
              <a:avLst/>
              <a:gdLst>
                <a:gd name="T0" fmla="*/ 622 w 651"/>
                <a:gd name="T1" fmla="*/ 197 h 682"/>
                <a:gd name="T2" fmla="*/ 415 w 651"/>
                <a:gd name="T3" fmla="*/ 197 h 682"/>
                <a:gd name="T4" fmla="*/ 413 w 651"/>
                <a:gd name="T5" fmla="*/ 188 h 682"/>
                <a:gd name="T6" fmla="*/ 389 w 651"/>
                <a:gd name="T7" fmla="*/ 150 h 682"/>
                <a:gd name="T8" fmla="*/ 312 w 651"/>
                <a:gd name="T9" fmla="*/ 140 h 682"/>
                <a:gd name="T10" fmla="*/ 234 w 651"/>
                <a:gd name="T11" fmla="*/ 150 h 682"/>
                <a:gd name="T12" fmla="*/ 213 w 651"/>
                <a:gd name="T13" fmla="*/ 196 h 682"/>
                <a:gd name="T14" fmla="*/ 247 w 651"/>
                <a:gd name="T15" fmla="*/ 247 h 682"/>
                <a:gd name="T16" fmla="*/ 380 w 651"/>
                <a:gd name="T17" fmla="*/ 256 h 682"/>
                <a:gd name="T18" fmla="*/ 526 w 651"/>
                <a:gd name="T19" fmla="*/ 272 h 682"/>
                <a:gd name="T20" fmla="*/ 627 w 651"/>
                <a:gd name="T21" fmla="*/ 341 h 682"/>
                <a:gd name="T22" fmla="*/ 651 w 651"/>
                <a:gd name="T23" fmla="*/ 453 h 682"/>
                <a:gd name="T24" fmla="*/ 584 w 651"/>
                <a:gd name="T25" fmla="*/ 623 h 682"/>
                <a:gd name="T26" fmla="*/ 483 w 651"/>
                <a:gd name="T27" fmla="*/ 669 h 682"/>
                <a:gd name="T28" fmla="*/ 316 w 651"/>
                <a:gd name="T29" fmla="*/ 682 h 682"/>
                <a:gd name="T30" fmla="*/ 111 w 651"/>
                <a:gd name="T31" fmla="*/ 659 h 682"/>
                <a:gd name="T32" fmla="*/ 6 w 651"/>
                <a:gd name="T33" fmla="*/ 539 h 682"/>
                <a:gd name="T34" fmla="*/ 0 w 651"/>
                <a:gd name="T35" fmla="*/ 466 h 682"/>
                <a:gd name="T36" fmla="*/ 222 w 651"/>
                <a:gd name="T37" fmla="*/ 466 h 682"/>
                <a:gd name="T38" fmla="*/ 223 w 651"/>
                <a:gd name="T39" fmla="*/ 480 h 682"/>
                <a:gd name="T40" fmla="*/ 242 w 651"/>
                <a:gd name="T41" fmla="*/ 527 h 682"/>
                <a:gd name="T42" fmla="*/ 329 w 651"/>
                <a:gd name="T43" fmla="*/ 539 h 682"/>
                <a:gd name="T44" fmla="*/ 425 w 651"/>
                <a:gd name="T45" fmla="*/ 523 h 682"/>
                <a:gd name="T46" fmla="*/ 441 w 651"/>
                <a:gd name="T47" fmla="*/ 482 h 682"/>
                <a:gd name="T48" fmla="*/ 429 w 651"/>
                <a:gd name="T49" fmla="*/ 436 h 682"/>
                <a:gd name="T50" fmla="*/ 347 w 651"/>
                <a:gd name="T51" fmla="*/ 415 h 682"/>
                <a:gd name="T52" fmla="*/ 117 w 651"/>
                <a:gd name="T53" fmla="*/ 394 h 682"/>
                <a:gd name="T54" fmla="*/ 25 w 651"/>
                <a:gd name="T55" fmla="*/ 320 h 682"/>
                <a:gd name="T56" fmla="*/ 4 w 651"/>
                <a:gd name="T57" fmla="*/ 207 h 682"/>
                <a:gd name="T58" fmla="*/ 75 w 651"/>
                <a:gd name="T59" fmla="*/ 39 h 682"/>
                <a:gd name="T60" fmla="*/ 167 w 651"/>
                <a:gd name="T61" fmla="*/ 9 h 682"/>
                <a:gd name="T62" fmla="*/ 326 w 651"/>
                <a:gd name="T63" fmla="*/ 0 h 682"/>
                <a:gd name="T64" fmla="*/ 515 w 651"/>
                <a:gd name="T65" fmla="*/ 20 h 682"/>
                <a:gd name="T66" fmla="*/ 616 w 651"/>
                <a:gd name="T67" fmla="*/ 126 h 682"/>
                <a:gd name="T68" fmla="*/ 622 w 651"/>
                <a:gd name="T69" fmla="*/ 197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1" h="682">
                  <a:moveTo>
                    <a:pt x="622" y="197"/>
                  </a:moveTo>
                  <a:cubicBezTo>
                    <a:pt x="415" y="197"/>
                    <a:pt x="415" y="197"/>
                    <a:pt x="415" y="197"/>
                  </a:cubicBezTo>
                  <a:cubicBezTo>
                    <a:pt x="413" y="188"/>
                    <a:pt x="413" y="188"/>
                    <a:pt x="413" y="188"/>
                  </a:cubicBezTo>
                  <a:cubicBezTo>
                    <a:pt x="409" y="168"/>
                    <a:pt x="401" y="156"/>
                    <a:pt x="389" y="150"/>
                  </a:cubicBezTo>
                  <a:cubicBezTo>
                    <a:pt x="376" y="144"/>
                    <a:pt x="351" y="140"/>
                    <a:pt x="312" y="140"/>
                  </a:cubicBezTo>
                  <a:cubicBezTo>
                    <a:pt x="271" y="140"/>
                    <a:pt x="245" y="144"/>
                    <a:pt x="234" y="150"/>
                  </a:cubicBezTo>
                  <a:cubicBezTo>
                    <a:pt x="220" y="158"/>
                    <a:pt x="213" y="173"/>
                    <a:pt x="213" y="196"/>
                  </a:cubicBezTo>
                  <a:cubicBezTo>
                    <a:pt x="213" y="225"/>
                    <a:pt x="224" y="242"/>
                    <a:pt x="247" y="247"/>
                  </a:cubicBezTo>
                  <a:cubicBezTo>
                    <a:pt x="255" y="249"/>
                    <a:pt x="299" y="252"/>
                    <a:pt x="380" y="256"/>
                  </a:cubicBezTo>
                  <a:cubicBezTo>
                    <a:pt x="451" y="260"/>
                    <a:pt x="500" y="265"/>
                    <a:pt x="526" y="272"/>
                  </a:cubicBezTo>
                  <a:cubicBezTo>
                    <a:pt x="574" y="284"/>
                    <a:pt x="608" y="307"/>
                    <a:pt x="627" y="341"/>
                  </a:cubicBezTo>
                  <a:cubicBezTo>
                    <a:pt x="643" y="369"/>
                    <a:pt x="651" y="407"/>
                    <a:pt x="651" y="453"/>
                  </a:cubicBezTo>
                  <a:cubicBezTo>
                    <a:pt x="651" y="529"/>
                    <a:pt x="629" y="586"/>
                    <a:pt x="584" y="623"/>
                  </a:cubicBezTo>
                  <a:cubicBezTo>
                    <a:pt x="553" y="647"/>
                    <a:pt x="520" y="663"/>
                    <a:pt x="483" y="669"/>
                  </a:cubicBezTo>
                  <a:cubicBezTo>
                    <a:pt x="436" y="678"/>
                    <a:pt x="380" y="682"/>
                    <a:pt x="316" y="682"/>
                  </a:cubicBezTo>
                  <a:cubicBezTo>
                    <a:pt x="220" y="682"/>
                    <a:pt x="152" y="674"/>
                    <a:pt x="111" y="659"/>
                  </a:cubicBezTo>
                  <a:cubicBezTo>
                    <a:pt x="53" y="637"/>
                    <a:pt x="18" y="597"/>
                    <a:pt x="6" y="539"/>
                  </a:cubicBezTo>
                  <a:cubicBezTo>
                    <a:pt x="3" y="522"/>
                    <a:pt x="1" y="498"/>
                    <a:pt x="0" y="466"/>
                  </a:cubicBezTo>
                  <a:cubicBezTo>
                    <a:pt x="222" y="466"/>
                    <a:pt x="222" y="466"/>
                    <a:pt x="222" y="466"/>
                  </a:cubicBezTo>
                  <a:cubicBezTo>
                    <a:pt x="223" y="472"/>
                    <a:pt x="223" y="477"/>
                    <a:pt x="223" y="480"/>
                  </a:cubicBezTo>
                  <a:cubicBezTo>
                    <a:pt x="223" y="504"/>
                    <a:pt x="229" y="520"/>
                    <a:pt x="242" y="527"/>
                  </a:cubicBezTo>
                  <a:cubicBezTo>
                    <a:pt x="257" y="535"/>
                    <a:pt x="285" y="539"/>
                    <a:pt x="329" y="539"/>
                  </a:cubicBezTo>
                  <a:cubicBezTo>
                    <a:pt x="378" y="539"/>
                    <a:pt x="410" y="534"/>
                    <a:pt x="425" y="523"/>
                  </a:cubicBezTo>
                  <a:cubicBezTo>
                    <a:pt x="436" y="515"/>
                    <a:pt x="441" y="501"/>
                    <a:pt x="441" y="482"/>
                  </a:cubicBezTo>
                  <a:cubicBezTo>
                    <a:pt x="441" y="461"/>
                    <a:pt x="437" y="445"/>
                    <a:pt x="429" y="436"/>
                  </a:cubicBezTo>
                  <a:cubicBezTo>
                    <a:pt x="417" y="423"/>
                    <a:pt x="390" y="416"/>
                    <a:pt x="347" y="415"/>
                  </a:cubicBezTo>
                  <a:cubicBezTo>
                    <a:pt x="234" y="414"/>
                    <a:pt x="157" y="407"/>
                    <a:pt x="117" y="394"/>
                  </a:cubicBezTo>
                  <a:cubicBezTo>
                    <a:pt x="73" y="379"/>
                    <a:pt x="42" y="354"/>
                    <a:pt x="25" y="320"/>
                  </a:cubicBezTo>
                  <a:cubicBezTo>
                    <a:pt x="11" y="292"/>
                    <a:pt x="4" y="255"/>
                    <a:pt x="4" y="207"/>
                  </a:cubicBezTo>
                  <a:cubicBezTo>
                    <a:pt x="4" y="123"/>
                    <a:pt x="28" y="67"/>
                    <a:pt x="75" y="39"/>
                  </a:cubicBezTo>
                  <a:cubicBezTo>
                    <a:pt x="99" y="25"/>
                    <a:pt x="129" y="15"/>
                    <a:pt x="167" y="9"/>
                  </a:cubicBezTo>
                  <a:cubicBezTo>
                    <a:pt x="205" y="3"/>
                    <a:pt x="258" y="0"/>
                    <a:pt x="326" y="0"/>
                  </a:cubicBezTo>
                  <a:cubicBezTo>
                    <a:pt x="415" y="0"/>
                    <a:pt x="478" y="7"/>
                    <a:pt x="515" y="20"/>
                  </a:cubicBezTo>
                  <a:cubicBezTo>
                    <a:pt x="569" y="39"/>
                    <a:pt x="603" y="74"/>
                    <a:pt x="616" y="126"/>
                  </a:cubicBezTo>
                  <a:cubicBezTo>
                    <a:pt x="620" y="142"/>
                    <a:pt x="622" y="166"/>
                    <a:pt x="622" y="19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22" name="Freeform 7">
              <a:extLst>
                <a:ext uri="{FF2B5EF4-FFF2-40B4-BE49-F238E27FC236}">
                  <a16:creationId xmlns:a16="http://schemas.microsoft.com/office/drawing/2014/main" id="{D452BC1F-7D2C-4222-840F-BE96D6E88028}"/>
                </a:ext>
              </a:extLst>
            </p:cNvPr>
            <p:cNvSpPr>
              <a:spLocks noEditPoints="1"/>
            </p:cNvSpPr>
            <p:nvPr/>
          </p:nvSpPr>
          <p:spPr bwMode="auto">
            <a:xfrm>
              <a:off x="2533650" y="4092575"/>
              <a:ext cx="217488" cy="231775"/>
            </a:xfrm>
            <a:custGeom>
              <a:avLst/>
              <a:gdLst>
                <a:gd name="T0" fmla="*/ 429 w 642"/>
                <a:gd name="T1" fmla="*/ 452 h 682"/>
                <a:gd name="T2" fmla="*/ 641 w 642"/>
                <a:gd name="T3" fmla="*/ 452 h 682"/>
                <a:gd name="T4" fmla="*/ 642 w 642"/>
                <a:gd name="T5" fmla="*/ 465 h 682"/>
                <a:gd name="T6" fmla="*/ 603 w 642"/>
                <a:gd name="T7" fmla="*/ 604 h 682"/>
                <a:gd name="T8" fmla="*/ 498 w 642"/>
                <a:gd name="T9" fmla="*/ 669 h 682"/>
                <a:gd name="T10" fmla="*/ 337 w 642"/>
                <a:gd name="T11" fmla="*/ 682 h 682"/>
                <a:gd name="T12" fmla="*/ 122 w 642"/>
                <a:gd name="T13" fmla="*/ 650 h 682"/>
                <a:gd name="T14" fmla="*/ 10 w 642"/>
                <a:gd name="T15" fmla="*/ 495 h 682"/>
                <a:gd name="T16" fmla="*/ 0 w 642"/>
                <a:gd name="T17" fmla="*/ 324 h 682"/>
                <a:gd name="T18" fmla="*/ 27 w 642"/>
                <a:gd name="T19" fmla="*/ 124 h 682"/>
                <a:gd name="T20" fmla="*/ 175 w 642"/>
                <a:gd name="T21" fmla="*/ 14 h 682"/>
                <a:gd name="T22" fmla="*/ 326 w 642"/>
                <a:gd name="T23" fmla="*/ 0 h 682"/>
                <a:gd name="T24" fmla="*/ 520 w 642"/>
                <a:gd name="T25" fmla="*/ 30 h 682"/>
                <a:gd name="T26" fmla="*/ 633 w 642"/>
                <a:gd name="T27" fmla="*/ 188 h 682"/>
                <a:gd name="T28" fmla="*/ 642 w 642"/>
                <a:gd name="T29" fmla="*/ 308 h 682"/>
                <a:gd name="T30" fmla="*/ 641 w 642"/>
                <a:gd name="T31" fmla="*/ 377 h 682"/>
                <a:gd name="T32" fmla="*/ 214 w 642"/>
                <a:gd name="T33" fmla="*/ 377 h 682"/>
                <a:gd name="T34" fmla="*/ 213 w 642"/>
                <a:gd name="T35" fmla="*/ 403 h 682"/>
                <a:gd name="T36" fmla="*/ 234 w 642"/>
                <a:gd name="T37" fmla="*/ 502 h 682"/>
                <a:gd name="T38" fmla="*/ 327 w 642"/>
                <a:gd name="T39" fmla="*/ 530 h 682"/>
                <a:gd name="T40" fmla="*/ 416 w 642"/>
                <a:gd name="T41" fmla="*/ 505 h 682"/>
                <a:gd name="T42" fmla="*/ 429 w 642"/>
                <a:gd name="T43" fmla="*/ 452 h 682"/>
                <a:gd name="T44" fmla="*/ 433 w 642"/>
                <a:gd name="T45" fmla="*/ 257 h 682"/>
                <a:gd name="T46" fmla="*/ 432 w 642"/>
                <a:gd name="T47" fmla="*/ 237 h 682"/>
                <a:gd name="T48" fmla="*/ 414 w 642"/>
                <a:gd name="T49" fmla="*/ 175 h 682"/>
                <a:gd name="T50" fmla="*/ 374 w 642"/>
                <a:gd name="T51" fmla="*/ 157 h 682"/>
                <a:gd name="T52" fmla="*/ 318 w 642"/>
                <a:gd name="T53" fmla="*/ 155 h 682"/>
                <a:gd name="T54" fmla="*/ 254 w 642"/>
                <a:gd name="T55" fmla="*/ 163 h 682"/>
                <a:gd name="T56" fmla="*/ 218 w 642"/>
                <a:gd name="T57" fmla="*/ 219 h 682"/>
                <a:gd name="T58" fmla="*/ 216 w 642"/>
                <a:gd name="T59" fmla="*/ 257 h 682"/>
                <a:gd name="T60" fmla="*/ 433 w 642"/>
                <a:gd name="T61" fmla="*/ 257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2" h="682">
                  <a:moveTo>
                    <a:pt x="429" y="452"/>
                  </a:moveTo>
                  <a:cubicBezTo>
                    <a:pt x="641" y="452"/>
                    <a:pt x="641" y="452"/>
                    <a:pt x="641" y="452"/>
                  </a:cubicBezTo>
                  <a:cubicBezTo>
                    <a:pt x="642" y="458"/>
                    <a:pt x="642" y="462"/>
                    <a:pt x="642" y="465"/>
                  </a:cubicBezTo>
                  <a:cubicBezTo>
                    <a:pt x="642" y="523"/>
                    <a:pt x="629" y="569"/>
                    <a:pt x="603" y="604"/>
                  </a:cubicBezTo>
                  <a:cubicBezTo>
                    <a:pt x="580" y="636"/>
                    <a:pt x="545" y="658"/>
                    <a:pt x="498" y="669"/>
                  </a:cubicBezTo>
                  <a:cubicBezTo>
                    <a:pt x="464" y="678"/>
                    <a:pt x="410" y="682"/>
                    <a:pt x="337" y="682"/>
                  </a:cubicBezTo>
                  <a:cubicBezTo>
                    <a:pt x="239" y="682"/>
                    <a:pt x="167" y="671"/>
                    <a:pt x="122" y="650"/>
                  </a:cubicBezTo>
                  <a:cubicBezTo>
                    <a:pt x="60" y="621"/>
                    <a:pt x="23" y="569"/>
                    <a:pt x="10" y="495"/>
                  </a:cubicBezTo>
                  <a:cubicBezTo>
                    <a:pt x="4" y="458"/>
                    <a:pt x="0" y="402"/>
                    <a:pt x="0" y="324"/>
                  </a:cubicBezTo>
                  <a:cubicBezTo>
                    <a:pt x="0" y="230"/>
                    <a:pt x="9" y="163"/>
                    <a:pt x="27" y="124"/>
                  </a:cubicBezTo>
                  <a:cubicBezTo>
                    <a:pt x="52" y="67"/>
                    <a:pt x="102" y="30"/>
                    <a:pt x="175" y="14"/>
                  </a:cubicBezTo>
                  <a:cubicBezTo>
                    <a:pt x="212" y="5"/>
                    <a:pt x="262" y="0"/>
                    <a:pt x="326" y="0"/>
                  </a:cubicBezTo>
                  <a:cubicBezTo>
                    <a:pt x="412" y="0"/>
                    <a:pt x="477" y="10"/>
                    <a:pt x="520" y="30"/>
                  </a:cubicBezTo>
                  <a:cubicBezTo>
                    <a:pt x="580" y="57"/>
                    <a:pt x="617" y="110"/>
                    <a:pt x="633" y="188"/>
                  </a:cubicBezTo>
                  <a:cubicBezTo>
                    <a:pt x="639" y="217"/>
                    <a:pt x="642" y="257"/>
                    <a:pt x="642" y="308"/>
                  </a:cubicBezTo>
                  <a:cubicBezTo>
                    <a:pt x="642" y="323"/>
                    <a:pt x="642" y="346"/>
                    <a:pt x="641" y="377"/>
                  </a:cubicBezTo>
                  <a:cubicBezTo>
                    <a:pt x="214" y="377"/>
                    <a:pt x="214" y="377"/>
                    <a:pt x="214" y="377"/>
                  </a:cubicBezTo>
                  <a:cubicBezTo>
                    <a:pt x="214" y="389"/>
                    <a:pt x="213" y="398"/>
                    <a:pt x="213" y="403"/>
                  </a:cubicBezTo>
                  <a:cubicBezTo>
                    <a:pt x="213" y="453"/>
                    <a:pt x="220" y="485"/>
                    <a:pt x="234" y="502"/>
                  </a:cubicBezTo>
                  <a:cubicBezTo>
                    <a:pt x="250" y="521"/>
                    <a:pt x="281" y="530"/>
                    <a:pt x="327" y="530"/>
                  </a:cubicBezTo>
                  <a:cubicBezTo>
                    <a:pt x="374" y="530"/>
                    <a:pt x="403" y="522"/>
                    <a:pt x="416" y="505"/>
                  </a:cubicBezTo>
                  <a:cubicBezTo>
                    <a:pt x="424" y="494"/>
                    <a:pt x="429" y="476"/>
                    <a:pt x="429" y="452"/>
                  </a:cubicBezTo>
                  <a:moveTo>
                    <a:pt x="433" y="257"/>
                  </a:moveTo>
                  <a:cubicBezTo>
                    <a:pt x="432" y="247"/>
                    <a:pt x="432" y="240"/>
                    <a:pt x="432" y="237"/>
                  </a:cubicBezTo>
                  <a:cubicBezTo>
                    <a:pt x="431" y="207"/>
                    <a:pt x="426" y="186"/>
                    <a:pt x="414" y="175"/>
                  </a:cubicBezTo>
                  <a:cubicBezTo>
                    <a:pt x="404" y="165"/>
                    <a:pt x="390" y="159"/>
                    <a:pt x="374" y="157"/>
                  </a:cubicBezTo>
                  <a:cubicBezTo>
                    <a:pt x="360" y="155"/>
                    <a:pt x="341" y="155"/>
                    <a:pt x="318" y="155"/>
                  </a:cubicBezTo>
                  <a:cubicBezTo>
                    <a:pt x="288" y="155"/>
                    <a:pt x="266" y="157"/>
                    <a:pt x="254" y="163"/>
                  </a:cubicBezTo>
                  <a:cubicBezTo>
                    <a:pt x="233" y="172"/>
                    <a:pt x="220" y="191"/>
                    <a:pt x="218" y="219"/>
                  </a:cubicBezTo>
                  <a:cubicBezTo>
                    <a:pt x="217" y="224"/>
                    <a:pt x="217" y="237"/>
                    <a:pt x="216" y="257"/>
                  </a:cubicBezTo>
                  <a:lnTo>
                    <a:pt x="433" y="2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23" name="Rectangle 8">
              <a:extLst>
                <a:ext uri="{FF2B5EF4-FFF2-40B4-BE49-F238E27FC236}">
                  <a16:creationId xmlns:a16="http://schemas.microsoft.com/office/drawing/2014/main" id="{04D9DE69-E281-4B30-8130-23F9A805DFF0}"/>
                </a:ext>
              </a:extLst>
            </p:cNvPr>
            <p:cNvSpPr>
              <a:spLocks noChangeArrowheads="1"/>
            </p:cNvSpPr>
            <p:nvPr/>
          </p:nvSpPr>
          <p:spPr bwMode="auto">
            <a:xfrm>
              <a:off x="2790825" y="3998913"/>
              <a:ext cx="73025" cy="32226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24" name="Freeform 9">
              <a:extLst>
                <a:ext uri="{FF2B5EF4-FFF2-40B4-BE49-F238E27FC236}">
                  <a16:creationId xmlns:a16="http://schemas.microsoft.com/office/drawing/2014/main" id="{145BD808-B030-4445-8F52-A8E86D7FEEA5}"/>
                </a:ext>
              </a:extLst>
            </p:cNvPr>
            <p:cNvSpPr>
              <a:spLocks/>
            </p:cNvSpPr>
            <p:nvPr/>
          </p:nvSpPr>
          <p:spPr bwMode="auto">
            <a:xfrm>
              <a:off x="2901950" y="4092575"/>
              <a:ext cx="220663" cy="231775"/>
            </a:xfrm>
            <a:custGeom>
              <a:avLst/>
              <a:gdLst>
                <a:gd name="T0" fmla="*/ 621 w 651"/>
                <a:gd name="T1" fmla="*/ 197 h 682"/>
                <a:gd name="T2" fmla="*/ 415 w 651"/>
                <a:gd name="T3" fmla="*/ 197 h 682"/>
                <a:gd name="T4" fmla="*/ 413 w 651"/>
                <a:gd name="T5" fmla="*/ 188 h 682"/>
                <a:gd name="T6" fmla="*/ 388 w 651"/>
                <a:gd name="T7" fmla="*/ 150 h 682"/>
                <a:gd name="T8" fmla="*/ 311 w 651"/>
                <a:gd name="T9" fmla="*/ 140 h 682"/>
                <a:gd name="T10" fmla="*/ 233 w 651"/>
                <a:gd name="T11" fmla="*/ 150 h 682"/>
                <a:gd name="T12" fmla="*/ 212 w 651"/>
                <a:gd name="T13" fmla="*/ 196 h 682"/>
                <a:gd name="T14" fmla="*/ 246 w 651"/>
                <a:gd name="T15" fmla="*/ 247 h 682"/>
                <a:gd name="T16" fmla="*/ 379 w 651"/>
                <a:gd name="T17" fmla="*/ 256 h 682"/>
                <a:gd name="T18" fmla="*/ 525 w 651"/>
                <a:gd name="T19" fmla="*/ 272 h 682"/>
                <a:gd name="T20" fmla="*/ 626 w 651"/>
                <a:gd name="T21" fmla="*/ 341 h 682"/>
                <a:gd name="T22" fmla="*/ 651 w 651"/>
                <a:gd name="T23" fmla="*/ 453 h 682"/>
                <a:gd name="T24" fmla="*/ 583 w 651"/>
                <a:gd name="T25" fmla="*/ 623 h 682"/>
                <a:gd name="T26" fmla="*/ 483 w 651"/>
                <a:gd name="T27" fmla="*/ 669 h 682"/>
                <a:gd name="T28" fmla="*/ 315 w 651"/>
                <a:gd name="T29" fmla="*/ 682 h 682"/>
                <a:gd name="T30" fmla="*/ 110 w 651"/>
                <a:gd name="T31" fmla="*/ 659 h 682"/>
                <a:gd name="T32" fmla="*/ 5 w 651"/>
                <a:gd name="T33" fmla="*/ 539 h 682"/>
                <a:gd name="T34" fmla="*/ 0 w 651"/>
                <a:gd name="T35" fmla="*/ 466 h 682"/>
                <a:gd name="T36" fmla="*/ 222 w 651"/>
                <a:gd name="T37" fmla="*/ 466 h 682"/>
                <a:gd name="T38" fmla="*/ 222 w 651"/>
                <a:gd name="T39" fmla="*/ 480 h 682"/>
                <a:gd name="T40" fmla="*/ 242 w 651"/>
                <a:gd name="T41" fmla="*/ 527 h 682"/>
                <a:gd name="T42" fmla="*/ 328 w 651"/>
                <a:gd name="T43" fmla="*/ 539 h 682"/>
                <a:gd name="T44" fmla="*/ 425 w 651"/>
                <a:gd name="T45" fmla="*/ 523 h 682"/>
                <a:gd name="T46" fmla="*/ 441 w 651"/>
                <a:gd name="T47" fmla="*/ 482 h 682"/>
                <a:gd name="T48" fmla="*/ 428 w 651"/>
                <a:gd name="T49" fmla="*/ 436 h 682"/>
                <a:gd name="T50" fmla="*/ 346 w 651"/>
                <a:gd name="T51" fmla="*/ 415 h 682"/>
                <a:gd name="T52" fmla="*/ 116 w 651"/>
                <a:gd name="T53" fmla="*/ 394 h 682"/>
                <a:gd name="T54" fmla="*/ 24 w 651"/>
                <a:gd name="T55" fmla="*/ 320 h 682"/>
                <a:gd name="T56" fmla="*/ 4 w 651"/>
                <a:gd name="T57" fmla="*/ 207 h 682"/>
                <a:gd name="T58" fmla="*/ 75 w 651"/>
                <a:gd name="T59" fmla="*/ 39 h 682"/>
                <a:gd name="T60" fmla="*/ 167 w 651"/>
                <a:gd name="T61" fmla="*/ 9 h 682"/>
                <a:gd name="T62" fmla="*/ 326 w 651"/>
                <a:gd name="T63" fmla="*/ 0 h 682"/>
                <a:gd name="T64" fmla="*/ 515 w 651"/>
                <a:gd name="T65" fmla="*/ 20 h 682"/>
                <a:gd name="T66" fmla="*/ 615 w 651"/>
                <a:gd name="T67" fmla="*/ 126 h 682"/>
                <a:gd name="T68" fmla="*/ 621 w 651"/>
                <a:gd name="T69" fmla="*/ 197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1" h="682">
                  <a:moveTo>
                    <a:pt x="621" y="197"/>
                  </a:moveTo>
                  <a:cubicBezTo>
                    <a:pt x="415" y="197"/>
                    <a:pt x="415" y="197"/>
                    <a:pt x="415" y="197"/>
                  </a:cubicBezTo>
                  <a:cubicBezTo>
                    <a:pt x="413" y="188"/>
                    <a:pt x="413" y="188"/>
                    <a:pt x="413" y="188"/>
                  </a:cubicBezTo>
                  <a:cubicBezTo>
                    <a:pt x="408" y="168"/>
                    <a:pt x="400" y="156"/>
                    <a:pt x="388" y="150"/>
                  </a:cubicBezTo>
                  <a:cubicBezTo>
                    <a:pt x="376" y="144"/>
                    <a:pt x="350" y="140"/>
                    <a:pt x="311" y="140"/>
                  </a:cubicBezTo>
                  <a:cubicBezTo>
                    <a:pt x="270" y="140"/>
                    <a:pt x="244" y="144"/>
                    <a:pt x="233" y="150"/>
                  </a:cubicBezTo>
                  <a:cubicBezTo>
                    <a:pt x="219" y="158"/>
                    <a:pt x="212" y="173"/>
                    <a:pt x="212" y="196"/>
                  </a:cubicBezTo>
                  <a:cubicBezTo>
                    <a:pt x="212" y="225"/>
                    <a:pt x="224" y="242"/>
                    <a:pt x="246" y="247"/>
                  </a:cubicBezTo>
                  <a:cubicBezTo>
                    <a:pt x="254" y="249"/>
                    <a:pt x="298" y="252"/>
                    <a:pt x="379" y="256"/>
                  </a:cubicBezTo>
                  <a:cubicBezTo>
                    <a:pt x="451" y="260"/>
                    <a:pt x="499" y="265"/>
                    <a:pt x="525" y="272"/>
                  </a:cubicBezTo>
                  <a:cubicBezTo>
                    <a:pt x="573" y="284"/>
                    <a:pt x="607" y="307"/>
                    <a:pt x="626" y="341"/>
                  </a:cubicBezTo>
                  <a:cubicBezTo>
                    <a:pt x="643" y="369"/>
                    <a:pt x="651" y="407"/>
                    <a:pt x="651" y="453"/>
                  </a:cubicBezTo>
                  <a:cubicBezTo>
                    <a:pt x="651" y="529"/>
                    <a:pt x="628" y="586"/>
                    <a:pt x="583" y="623"/>
                  </a:cubicBezTo>
                  <a:cubicBezTo>
                    <a:pt x="553" y="647"/>
                    <a:pt x="519" y="663"/>
                    <a:pt x="483" y="669"/>
                  </a:cubicBezTo>
                  <a:cubicBezTo>
                    <a:pt x="436" y="678"/>
                    <a:pt x="380" y="682"/>
                    <a:pt x="315" y="682"/>
                  </a:cubicBezTo>
                  <a:cubicBezTo>
                    <a:pt x="219" y="682"/>
                    <a:pt x="151" y="674"/>
                    <a:pt x="110" y="659"/>
                  </a:cubicBezTo>
                  <a:cubicBezTo>
                    <a:pt x="52" y="637"/>
                    <a:pt x="17" y="597"/>
                    <a:pt x="5" y="539"/>
                  </a:cubicBezTo>
                  <a:cubicBezTo>
                    <a:pt x="2" y="522"/>
                    <a:pt x="0" y="498"/>
                    <a:pt x="0" y="466"/>
                  </a:cubicBezTo>
                  <a:cubicBezTo>
                    <a:pt x="222" y="466"/>
                    <a:pt x="222" y="466"/>
                    <a:pt x="222" y="466"/>
                  </a:cubicBezTo>
                  <a:cubicBezTo>
                    <a:pt x="222" y="472"/>
                    <a:pt x="222" y="477"/>
                    <a:pt x="222" y="480"/>
                  </a:cubicBezTo>
                  <a:cubicBezTo>
                    <a:pt x="222" y="504"/>
                    <a:pt x="229" y="520"/>
                    <a:pt x="242" y="527"/>
                  </a:cubicBezTo>
                  <a:cubicBezTo>
                    <a:pt x="256" y="535"/>
                    <a:pt x="285" y="539"/>
                    <a:pt x="328" y="539"/>
                  </a:cubicBezTo>
                  <a:cubicBezTo>
                    <a:pt x="377" y="539"/>
                    <a:pt x="409" y="534"/>
                    <a:pt x="425" y="523"/>
                  </a:cubicBezTo>
                  <a:cubicBezTo>
                    <a:pt x="435" y="515"/>
                    <a:pt x="441" y="501"/>
                    <a:pt x="441" y="482"/>
                  </a:cubicBezTo>
                  <a:cubicBezTo>
                    <a:pt x="441" y="461"/>
                    <a:pt x="437" y="445"/>
                    <a:pt x="428" y="436"/>
                  </a:cubicBezTo>
                  <a:cubicBezTo>
                    <a:pt x="417" y="423"/>
                    <a:pt x="389" y="416"/>
                    <a:pt x="346" y="415"/>
                  </a:cubicBezTo>
                  <a:cubicBezTo>
                    <a:pt x="233" y="414"/>
                    <a:pt x="156" y="407"/>
                    <a:pt x="116" y="394"/>
                  </a:cubicBezTo>
                  <a:cubicBezTo>
                    <a:pt x="72" y="379"/>
                    <a:pt x="42" y="354"/>
                    <a:pt x="24" y="320"/>
                  </a:cubicBezTo>
                  <a:cubicBezTo>
                    <a:pt x="11" y="292"/>
                    <a:pt x="4" y="255"/>
                    <a:pt x="4" y="207"/>
                  </a:cubicBezTo>
                  <a:cubicBezTo>
                    <a:pt x="4" y="123"/>
                    <a:pt x="27" y="67"/>
                    <a:pt x="75" y="39"/>
                  </a:cubicBezTo>
                  <a:cubicBezTo>
                    <a:pt x="98" y="25"/>
                    <a:pt x="129" y="15"/>
                    <a:pt x="167" y="9"/>
                  </a:cubicBezTo>
                  <a:cubicBezTo>
                    <a:pt x="205" y="3"/>
                    <a:pt x="258" y="0"/>
                    <a:pt x="326" y="0"/>
                  </a:cubicBezTo>
                  <a:cubicBezTo>
                    <a:pt x="414" y="0"/>
                    <a:pt x="477" y="7"/>
                    <a:pt x="515" y="20"/>
                  </a:cubicBezTo>
                  <a:cubicBezTo>
                    <a:pt x="568" y="39"/>
                    <a:pt x="602" y="74"/>
                    <a:pt x="615" y="126"/>
                  </a:cubicBezTo>
                  <a:cubicBezTo>
                    <a:pt x="619" y="142"/>
                    <a:pt x="621" y="166"/>
                    <a:pt x="621" y="19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25" name="Freeform 10">
              <a:extLst>
                <a:ext uri="{FF2B5EF4-FFF2-40B4-BE49-F238E27FC236}">
                  <a16:creationId xmlns:a16="http://schemas.microsoft.com/office/drawing/2014/main" id="{0E0A86A1-3919-4CF4-B3DB-4CE4CB3D60DD}"/>
                </a:ext>
              </a:extLst>
            </p:cNvPr>
            <p:cNvSpPr>
              <a:spLocks noEditPoints="1"/>
            </p:cNvSpPr>
            <p:nvPr/>
          </p:nvSpPr>
          <p:spPr bwMode="auto">
            <a:xfrm>
              <a:off x="3152775" y="4092575"/>
              <a:ext cx="219075" cy="231775"/>
            </a:xfrm>
            <a:custGeom>
              <a:avLst/>
              <a:gdLst>
                <a:gd name="T0" fmla="*/ 247 w 650"/>
                <a:gd name="T1" fmla="*/ 206 h 682"/>
                <a:gd name="T2" fmla="*/ 27 w 650"/>
                <a:gd name="T3" fmla="*/ 206 h 682"/>
                <a:gd name="T4" fmla="*/ 35 w 650"/>
                <a:gd name="T5" fmla="*/ 114 h 682"/>
                <a:gd name="T6" fmla="*/ 66 w 650"/>
                <a:gd name="T7" fmla="*/ 59 h 682"/>
                <a:gd name="T8" fmla="*/ 193 w 650"/>
                <a:gd name="T9" fmla="*/ 6 h 682"/>
                <a:gd name="T10" fmla="*/ 327 w 650"/>
                <a:gd name="T11" fmla="*/ 0 h 682"/>
                <a:gd name="T12" fmla="*/ 554 w 650"/>
                <a:gd name="T13" fmla="*/ 34 h 682"/>
                <a:gd name="T14" fmla="*/ 644 w 650"/>
                <a:gd name="T15" fmla="*/ 168 h 682"/>
                <a:gd name="T16" fmla="*/ 650 w 650"/>
                <a:gd name="T17" fmla="*/ 242 h 682"/>
                <a:gd name="T18" fmla="*/ 650 w 650"/>
                <a:gd name="T19" fmla="*/ 675 h 682"/>
                <a:gd name="T20" fmla="*/ 433 w 650"/>
                <a:gd name="T21" fmla="*/ 675 h 682"/>
                <a:gd name="T22" fmla="*/ 441 w 650"/>
                <a:gd name="T23" fmla="*/ 567 h 682"/>
                <a:gd name="T24" fmla="*/ 435 w 650"/>
                <a:gd name="T25" fmla="*/ 567 h 682"/>
                <a:gd name="T26" fmla="*/ 378 w 650"/>
                <a:gd name="T27" fmla="*/ 650 h 682"/>
                <a:gd name="T28" fmla="*/ 317 w 650"/>
                <a:gd name="T29" fmla="*/ 676 h 682"/>
                <a:gd name="T30" fmla="*/ 233 w 650"/>
                <a:gd name="T31" fmla="*/ 682 h 682"/>
                <a:gd name="T32" fmla="*/ 121 w 650"/>
                <a:gd name="T33" fmla="*/ 670 h 682"/>
                <a:gd name="T34" fmla="*/ 50 w 650"/>
                <a:gd name="T35" fmla="*/ 631 h 682"/>
                <a:gd name="T36" fmla="*/ 0 w 650"/>
                <a:gd name="T37" fmla="*/ 469 h 682"/>
                <a:gd name="T38" fmla="*/ 47 w 650"/>
                <a:gd name="T39" fmla="*/ 323 h 682"/>
                <a:gd name="T40" fmla="*/ 238 w 650"/>
                <a:gd name="T41" fmla="*/ 267 h 682"/>
                <a:gd name="T42" fmla="*/ 381 w 650"/>
                <a:gd name="T43" fmla="*/ 289 h 682"/>
                <a:gd name="T44" fmla="*/ 429 w 650"/>
                <a:gd name="T45" fmla="*/ 351 h 682"/>
                <a:gd name="T46" fmla="*/ 433 w 650"/>
                <a:gd name="T47" fmla="*/ 351 h 682"/>
                <a:gd name="T48" fmla="*/ 433 w 650"/>
                <a:gd name="T49" fmla="*/ 220 h 682"/>
                <a:gd name="T50" fmla="*/ 415 w 650"/>
                <a:gd name="T51" fmla="*/ 158 h 682"/>
                <a:gd name="T52" fmla="*/ 330 w 650"/>
                <a:gd name="T53" fmla="*/ 133 h 682"/>
                <a:gd name="T54" fmla="*/ 256 w 650"/>
                <a:gd name="T55" fmla="*/ 161 h 682"/>
                <a:gd name="T56" fmla="*/ 247 w 650"/>
                <a:gd name="T57" fmla="*/ 206 h 682"/>
                <a:gd name="T58" fmla="*/ 319 w 650"/>
                <a:gd name="T59" fmla="*/ 399 h 682"/>
                <a:gd name="T60" fmla="*/ 240 w 650"/>
                <a:gd name="T61" fmla="*/ 415 h 682"/>
                <a:gd name="T62" fmla="*/ 219 w 650"/>
                <a:gd name="T63" fmla="*/ 467 h 682"/>
                <a:gd name="T64" fmla="*/ 246 w 650"/>
                <a:gd name="T65" fmla="*/ 528 h 682"/>
                <a:gd name="T66" fmla="*/ 340 w 650"/>
                <a:gd name="T67" fmla="*/ 539 h 682"/>
                <a:gd name="T68" fmla="*/ 414 w 650"/>
                <a:gd name="T69" fmla="*/ 523 h 682"/>
                <a:gd name="T70" fmla="*/ 433 w 650"/>
                <a:gd name="T71" fmla="*/ 463 h 682"/>
                <a:gd name="T72" fmla="*/ 420 w 650"/>
                <a:gd name="T73" fmla="*/ 420 h 682"/>
                <a:gd name="T74" fmla="*/ 319 w 650"/>
                <a:gd name="T75" fmla="*/ 399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50" h="682">
                  <a:moveTo>
                    <a:pt x="247" y="206"/>
                  </a:moveTo>
                  <a:cubicBezTo>
                    <a:pt x="27" y="206"/>
                    <a:pt x="27" y="206"/>
                    <a:pt x="27" y="206"/>
                  </a:cubicBezTo>
                  <a:cubicBezTo>
                    <a:pt x="27" y="165"/>
                    <a:pt x="30" y="135"/>
                    <a:pt x="35" y="114"/>
                  </a:cubicBezTo>
                  <a:cubicBezTo>
                    <a:pt x="41" y="94"/>
                    <a:pt x="51" y="75"/>
                    <a:pt x="66" y="59"/>
                  </a:cubicBezTo>
                  <a:cubicBezTo>
                    <a:pt x="92" y="31"/>
                    <a:pt x="135" y="13"/>
                    <a:pt x="193" y="6"/>
                  </a:cubicBezTo>
                  <a:cubicBezTo>
                    <a:pt x="220" y="2"/>
                    <a:pt x="265" y="0"/>
                    <a:pt x="327" y="0"/>
                  </a:cubicBezTo>
                  <a:cubicBezTo>
                    <a:pt x="435" y="0"/>
                    <a:pt x="510" y="12"/>
                    <a:pt x="554" y="34"/>
                  </a:cubicBezTo>
                  <a:cubicBezTo>
                    <a:pt x="606" y="61"/>
                    <a:pt x="636" y="106"/>
                    <a:pt x="644" y="168"/>
                  </a:cubicBezTo>
                  <a:cubicBezTo>
                    <a:pt x="648" y="201"/>
                    <a:pt x="650" y="226"/>
                    <a:pt x="650" y="242"/>
                  </a:cubicBezTo>
                  <a:cubicBezTo>
                    <a:pt x="650" y="675"/>
                    <a:pt x="650" y="675"/>
                    <a:pt x="650" y="675"/>
                  </a:cubicBezTo>
                  <a:cubicBezTo>
                    <a:pt x="433" y="675"/>
                    <a:pt x="433" y="675"/>
                    <a:pt x="433" y="675"/>
                  </a:cubicBezTo>
                  <a:cubicBezTo>
                    <a:pt x="441" y="567"/>
                    <a:pt x="441" y="567"/>
                    <a:pt x="441" y="567"/>
                  </a:cubicBezTo>
                  <a:cubicBezTo>
                    <a:pt x="435" y="567"/>
                    <a:pt x="435" y="567"/>
                    <a:pt x="435" y="567"/>
                  </a:cubicBezTo>
                  <a:cubicBezTo>
                    <a:pt x="421" y="605"/>
                    <a:pt x="403" y="633"/>
                    <a:pt x="378" y="650"/>
                  </a:cubicBezTo>
                  <a:cubicBezTo>
                    <a:pt x="359" y="664"/>
                    <a:pt x="339" y="672"/>
                    <a:pt x="317" y="676"/>
                  </a:cubicBezTo>
                  <a:cubicBezTo>
                    <a:pt x="293" y="680"/>
                    <a:pt x="265" y="682"/>
                    <a:pt x="233" y="682"/>
                  </a:cubicBezTo>
                  <a:cubicBezTo>
                    <a:pt x="186" y="682"/>
                    <a:pt x="149" y="678"/>
                    <a:pt x="121" y="670"/>
                  </a:cubicBezTo>
                  <a:cubicBezTo>
                    <a:pt x="93" y="663"/>
                    <a:pt x="69" y="650"/>
                    <a:pt x="50" y="631"/>
                  </a:cubicBezTo>
                  <a:cubicBezTo>
                    <a:pt x="17" y="600"/>
                    <a:pt x="0" y="546"/>
                    <a:pt x="0" y="469"/>
                  </a:cubicBezTo>
                  <a:cubicBezTo>
                    <a:pt x="0" y="400"/>
                    <a:pt x="16" y="352"/>
                    <a:pt x="47" y="323"/>
                  </a:cubicBezTo>
                  <a:cubicBezTo>
                    <a:pt x="87" y="286"/>
                    <a:pt x="151" y="267"/>
                    <a:pt x="238" y="267"/>
                  </a:cubicBezTo>
                  <a:cubicBezTo>
                    <a:pt x="306" y="267"/>
                    <a:pt x="353" y="275"/>
                    <a:pt x="381" y="289"/>
                  </a:cubicBezTo>
                  <a:cubicBezTo>
                    <a:pt x="400" y="298"/>
                    <a:pt x="416" y="319"/>
                    <a:pt x="429" y="351"/>
                  </a:cubicBezTo>
                  <a:cubicBezTo>
                    <a:pt x="433" y="351"/>
                    <a:pt x="433" y="351"/>
                    <a:pt x="433" y="351"/>
                  </a:cubicBezTo>
                  <a:cubicBezTo>
                    <a:pt x="433" y="220"/>
                    <a:pt x="433" y="220"/>
                    <a:pt x="433" y="220"/>
                  </a:cubicBezTo>
                  <a:cubicBezTo>
                    <a:pt x="433" y="191"/>
                    <a:pt x="427" y="171"/>
                    <a:pt x="415" y="158"/>
                  </a:cubicBezTo>
                  <a:cubicBezTo>
                    <a:pt x="399" y="142"/>
                    <a:pt x="371" y="133"/>
                    <a:pt x="330" y="133"/>
                  </a:cubicBezTo>
                  <a:cubicBezTo>
                    <a:pt x="291" y="133"/>
                    <a:pt x="266" y="142"/>
                    <a:pt x="256" y="161"/>
                  </a:cubicBezTo>
                  <a:cubicBezTo>
                    <a:pt x="251" y="169"/>
                    <a:pt x="248" y="184"/>
                    <a:pt x="247" y="206"/>
                  </a:cubicBezTo>
                  <a:moveTo>
                    <a:pt x="319" y="399"/>
                  </a:moveTo>
                  <a:cubicBezTo>
                    <a:pt x="283" y="399"/>
                    <a:pt x="257" y="404"/>
                    <a:pt x="240" y="415"/>
                  </a:cubicBezTo>
                  <a:cubicBezTo>
                    <a:pt x="226" y="424"/>
                    <a:pt x="219" y="442"/>
                    <a:pt x="219" y="467"/>
                  </a:cubicBezTo>
                  <a:cubicBezTo>
                    <a:pt x="219" y="499"/>
                    <a:pt x="228" y="519"/>
                    <a:pt x="246" y="528"/>
                  </a:cubicBezTo>
                  <a:cubicBezTo>
                    <a:pt x="262" y="535"/>
                    <a:pt x="293" y="539"/>
                    <a:pt x="340" y="539"/>
                  </a:cubicBezTo>
                  <a:cubicBezTo>
                    <a:pt x="376" y="539"/>
                    <a:pt x="401" y="534"/>
                    <a:pt x="414" y="523"/>
                  </a:cubicBezTo>
                  <a:cubicBezTo>
                    <a:pt x="427" y="512"/>
                    <a:pt x="433" y="492"/>
                    <a:pt x="433" y="463"/>
                  </a:cubicBezTo>
                  <a:cubicBezTo>
                    <a:pt x="433" y="442"/>
                    <a:pt x="428" y="427"/>
                    <a:pt x="420" y="420"/>
                  </a:cubicBezTo>
                  <a:cubicBezTo>
                    <a:pt x="404" y="406"/>
                    <a:pt x="370" y="399"/>
                    <a:pt x="319" y="39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26" name="Freeform 11">
              <a:extLst>
                <a:ext uri="{FF2B5EF4-FFF2-40B4-BE49-F238E27FC236}">
                  <a16:creationId xmlns:a16="http://schemas.microsoft.com/office/drawing/2014/main" id="{F9FADB1C-655C-4012-A00A-694E3B1E386D}"/>
                </a:ext>
              </a:extLst>
            </p:cNvPr>
            <p:cNvSpPr>
              <a:spLocks/>
            </p:cNvSpPr>
            <p:nvPr/>
          </p:nvSpPr>
          <p:spPr bwMode="auto">
            <a:xfrm>
              <a:off x="3419475" y="4092575"/>
              <a:ext cx="215900" cy="228600"/>
            </a:xfrm>
            <a:custGeom>
              <a:avLst/>
              <a:gdLst>
                <a:gd name="T0" fmla="*/ 0 w 638"/>
                <a:gd name="T1" fmla="*/ 7 h 675"/>
                <a:gd name="T2" fmla="*/ 218 w 638"/>
                <a:gd name="T3" fmla="*/ 7 h 675"/>
                <a:gd name="T4" fmla="*/ 209 w 638"/>
                <a:gd name="T5" fmla="*/ 138 h 675"/>
                <a:gd name="T6" fmla="*/ 213 w 638"/>
                <a:gd name="T7" fmla="*/ 138 h 675"/>
                <a:gd name="T8" fmla="*/ 267 w 638"/>
                <a:gd name="T9" fmla="*/ 43 h 675"/>
                <a:gd name="T10" fmla="*/ 407 w 638"/>
                <a:gd name="T11" fmla="*/ 0 h 675"/>
                <a:gd name="T12" fmla="*/ 614 w 638"/>
                <a:gd name="T13" fmla="*/ 89 h 675"/>
                <a:gd name="T14" fmla="*/ 638 w 638"/>
                <a:gd name="T15" fmla="*/ 204 h 675"/>
                <a:gd name="T16" fmla="*/ 638 w 638"/>
                <a:gd name="T17" fmla="*/ 675 h 675"/>
                <a:gd name="T18" fmla="*/ 420 w 638"/>
                <a:gd name="T19" fmla="*/ 675 h 675"/>
                <a:gd name="T20" fmla="*/ 420 w 638"/>
                <a:gd name="T21" fmla="*/ 293 h 675"/>
                <a:gd name="T22" fmla="*/ 410 w 638"/>
                <a:gd name="T23" fmla="*/ 206 h 675"/>
                <a:gd name="T24" fmla="*/ 337 w 638"/>
                <a:gd name="T25" fmla="*/ 170 h 675"/>
                <a:gd name="T26" fmla="*/ 218 w 638"/>
                <a:gd name="T27" fmla="*/ 283 h 675"/>
                <a:gd name="T28" fmla="*/ 218 w 638"/>
                <a:gd name="T29" fmla="*/ 675 h 675"/>
                <a:gd name="T30" fmla="*/ 0 w 638"/>
                <a:gd name="T31" fmla="*/ 675 h 675"/>
                <a:gd name="T32" fmla="*/ 0 w 638"/>
                <a:gd name="T33" fmla="*/ 7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8" h="675">
                  <a:moveTo>
                    <a:pt x="0" y="7"/>
                  </a:moveTo>
                  <a:cubicBezTo>
                    <a:pt x="218" y="7"/>
                    <a:pt x="218" y="7"/>
                    <a:pt x="218" y="7"/>
                  </a:cubicBezTo>
                  <a:cubicBezTo>
                    <a:pt x="209" y="138"/>
                    <a:pt x="209" y="138"/>
                    <a:pt x="209" y="138"/>
                  </a:cubicBezTo>
                  <a:cubicBezTo>
                    <a:pt x="213" y="138"/>
                    <a:pt x="213" y="138"/>
                    <a:pt x="213" y="138"/>
                  </a:cubicBezTo>
                  <a:cubicBezTo>
                    <a:pt x="227" y="95"/>
                    <a:pt x="245" y="63"/>
                    <a:pt x="267" y="43"/>
                  </a:cubicBezTo>
                  <a:cubicBezTo>
                    <a:pt x="298" y="15"/>
                    <a:pt x="345" y="0"/>
                    <a:pt x="407" y="0"/>
                  </a:cubicBezTo>
                  <a:cubicBezTo>
                    <a:pt x="512" y="0"/>
                    <a:pt x="581" y="30"/>
                    <a:pt x="614" y="89"/>
                  </a:cubicBezTo>
                  <a:cubicBezTo>
                    <a:pt x="630" y="117"/>
                    <a:pt x="638" y="155"/>
                    <a:pt x="638" y="204"/>
                  </a:cubicBezTo>
                  <a:cubicBezTo>
                    <a:pt x="638" y="675"/>
                    <a:pt x="638" y="675"/>
                    <a:pt x="638" y="675"/>
                  </a:cubicBezTo>
                  <a:cubicBezTo>
                    <a:pt x="420" y="675"/>
                    <a:pt x="420" y="675"/>
                    <a:pt x="420" y="675"/>
                  </a:cubicBezTo>
                  <a:cubicBezTo>
                    <a:pt x="420" y="293"/>
                    <a:pt x="420" y="293"/>
                    <a:pt x="420" y="293"/>
                  </a:cubicBezTo>
                  <a:cubicBezTo>
                    <a:pt x="420" y="250"/>
                    <a:pt x="417" y="221"/>
                    <a:pt x="410" y="206"/>
                  </a:cubicBezTo>
                  <a:cubicBezTo>
                    <a:pt x="399" y="182"/>
                    <a:pt x="375" y="170"/>
                    <a:pt x="337" y="170"/>
                  </a:cubicBezTo>
                  <a:cubicBezTo>
                    <a:pt x="257" y="170"/>
                    <a:pt x="218" y="208"/>
                    <a:pt x="218" y="283"/>
                  </a:cubicBezTo>
                  <a:cubicBezTo>
                    <a:pt x="218" y="675"/>
                    <a:pt x="218" y="675"/>
                    <a:pt x="218" y="675"/>
                  </a:cubicBezTo>
                  <a:cubicBezTo>
                    <a:pt x="0" y="675"/>
                    <a:pt x="0" y="675"/>
                    <a:pt x="0" y="675"/>
                  </a:cubicBezTo>
                  <a:lnTo>
                    <a:pt x="0"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pic>
        <p:nvPicPr>
          <p:cNvPr id="5" name="Picture 4">
            <a:extLst>
              <a:ext uri="{FF2B5EF4-FFF2-40B4-BE49-F238E27FC236}">
                <a16:creationId xmlns:a16="http://schemas.microsoft.com/office/drawing/2014/main" id="{6BCA9295-C28A-4DEF-8E5B-EB5C6E63CBAD}"/>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6207894"/>
            <a:ext cx="12192000" cy="650106"/>
          </a:xfrm>
          <a:prstGeom prst="rect">
            <a:avLst/>
          </a:prstGeom>
        </p:spPr>
      </p:pic>
      <p:sp>
        <p:nvSpPr>
          <p:cNvPr id="12"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98D512E5-7CAC-4FDD-81A1-D37F136070B3}"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/22</a:t>
            </a:r>
          </a:p>
        </p:txBody>
      </p:sp>
      <p:sp>
        <p:nvSpPr>
          <p:cNvPr id="2" name="Rectangle 1">
            <a:extLst>
              <a:ext uri="{FF2B5EF4-FFF2-40B4-BE49-F238E27FC236}">
                <a16:creationId xmlns:a16="http://schemas.microsoft.com/office/drawing/2014/main" id="{BB264624-F54F-4F4B-B181-B15C12A25853}"/>
              </a:ext>
            </a:extLst>
          </p:cNvPr>
          <p:cNvSpPr/>
          <p:nvPr userDrawn="1"/>
        </p:nvSpPr>
        <p:spPr>
          <a:xfrm>
            <a:off x="40769" y="6115414"/>
            <a:ext cx="1502645" cy="742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ln>
                <a:noFill/>
              </a:ln>
              <a:solidFill>
                <a:schemeClr val="bg1"/>
              </a:solidFill>
            </a:endParaRPr>
          </a:p>
        </p:txBody>
      </p:sp>
      <p:pic>
        <p:nvPicPr>
          <p:cNvPr id="13" name="Graphic 12">
            <a:extLst>
              <a:ext uri="{FF2B5EF4-FFF2-40B4-BE49-F238E27FC236}">
                <a16:creationId xmlns:a16="http://schemas.microsoft.com/office/drawing/2014/main" id="{5FBC17E1-773C-4489-B3FD-C49B1DB412D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60320" y="6239538"/>
            <a:ext cx="1283094" cy="472719"/>
          </a:xfrm>
          <a:prstGeom prst="rect">
            <a:avLst/>
          </a:prstGeom>
        </p:spPr>
      </p:pic>
    </p:spTree>
    <p:extLst>
      <p:ext uri="{BB962C8B-B14F-4D97-AF65-F5344CB8AC3E}">
        <p14:creationId xmlns:p14="http://schemas.microsoft.com/office/powerpoint/2010/main" val="1031558323"/>
      </p:ext>
    </p:extLst>
  </p:cSld>
  <p:clrMap bg1="lt1" tx1="dk1" bg2="lt2" tx2="dk2" accent1="accent1" accent2="accent2" accent3="accent3" accent4="accent4" accent5="accent5" accent6="accent6" hlink="hlink" folHlink="folHlink"/>
  <p:sldLayoutIdLst>
    <p:sldLayoutId id="2147483653" r:id="rId1"/>
    <p:sldLayoutId id="2147483651" r:id="rId2"/>
    <p:sldLayoutId id="2147483650" r:id="rId3"/>
    <p:sldLayoutId id="2147483654" r:id="rId4"/>
    <p:sldLayoutId id="2147483657" r:id="rId5"/>
    <p:sldLayoutId id="2147483652" r:id="rId6"/>
    <p:sldLayoutId id="2147483656" r:id="rId7"/>
  </p:sldLayoutIdLst>
  <p:hf hdr="0" ftr="0" dt="0"/>
  <p:txStyles>
    <p:titleStyle>
      <a:lvl1pPr marL="0" marR="0" indent="0" algn="l" defTabSz="914400" rtl="0" eaLnBrk="1" fontAlgn="auto" latinLnBrk="0" hangingPunct="1">
        <a:lnSpc>
          <a:spcPts val="4500"/>
        </a:lnSpc>
        <a:spcBef>
          <a:spcPts val="0"/>
        </a:spcBef>
        <a:spcAft>
          <a:spcPts val="0"/>
        </a:spcAft>
        <a:buClrTx/>
        <a:buSzTx/>
        <a:buFontTx/>
        <a:buNone/>
        <a:tabLst/>
        <a:defRPr kumimoji="0" lang="tr-TR" sz="3200" b="1" i="0" u="none" strike="noStrike" kern="1200" cap="none" spc="0" normalizeH="0" baseline="0" noProof="0">
          <a:ln>
            <a:noFill/>
          </a:ln>
          <a:noFill/>
          <a:effectLst/>
          <a:uLnTx/>
          <a:uFillTx/>
          <a:latin typeface="Posterama" panose="020B0504020200020000" pitchFamily="34" charset="0"/>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Dikdörtgen 10">
            <a:extLst>
              <a:ext uri="{FF2B5EF4-FFF2-40B4-BE49-F238E27FC236}">
                <a16:creationId xmlns:a16="http://schemas.microsoft.com/office/drawing/2014/main" id="{1519FEA3-A5AA-106D-D2D9-896F74EDD4D6}"/>
              </a:ext>
            </a:extLst>
          </p:cNvPr>
          <p:cNvSpPr txBox="1"/>
          <p:nvPr/>
        </p:nvSpPr>
        <p:spPr>
          <a:xfrm>
            <a:off x="5406887" y="2003729"/>
            <a:ext cx="5799378" cy="2716623"/>
          </a:xfrm>
          <a:prstGeom prst="rect">
            <a:avLst/>
          </a:prstGeom>
          <a:noFill/>
        </p:spPr>
        <p:txBody>
          <a:bodyPr wrap="square" lIns="360000" rtlCol="0" anchor="ctr" anchorCtr="0">
            <a:noAutofit/>
          </a:bodyPr>
          <a:lstStyle/>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SUNUM</a:t>
            </a:r>
          </a:p>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KURAL</a:t>
            </a:r>
          </a:p>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SETİ</a:t>
            </a:r>
          </a:p>
        </p:txBody>
      </p:sp>
      <p:sp>
        <p:nvSpPr>
          <p:cNvPr id="3" name="TextBox 41">
            <a:extLst>
              <a:ext uri="{FF2B5EF4-FFF2-40B4-BE49-F238E27FC236}">
                <a16:creationId xmlns:a16="http://schemas.microsoft.com/office/drawing/2014/main" id="{F819A479-EF03-CC12-7CB1-18256212A344}"/>
              </a:ext>
            </a:extLst>
          </p:cNvPr>
          <p:cNvSpPr txBox="1"/>
          <p:nvPr/>
        </p:nvSpPr>
        <p:spPr>
          <a:xfrm>
            <a:off x="5627567" y="4720353"/>
            <a:ext cx="3487250" cy="1306154"/>
          </a:xfrm>
          <a:prstGeom prst="rect">
            <a:avLst/>
          </a:prstGeom>
          <a:noFill/>
        </p:spPr>
        <p:txBody>
          <a:bodyPr wrap="square" lIns="180000" tIns="72000" rIns="180000" bIns="72000" rtlCol="0" anchor="ctr" anchorCtr="0">
            <a:noAutofit/>
          </a:bodyPr>
          <a:lstStyle/>
          <a:p>
            <a:r>
              <a:rPr lang="tr-TR" sz="2400" b="1" dirty="0">
                <a:solidFill>
                  <a:schemeClr val="bg1"/>
                </a:solidFill>
                <a:latin typeface="Calibri" panose="020F0502020204030204" pitchFamily="34" charset="0"/>
                <a:cs typeface="Calibri" panose="020F0502020204030204" pitchFamily="34" charset="0"/>
              </a:rPr>
              <a:t>Ad SOYAD</a:t>
            </a:r>
          </a:p>
          <a:p>
            <a:r>
              <a:rPr lang="tr-TR" dirty="0">
                <a:solidFill>
                  <a:schemeClr val="bg1"/>
                </a:solidFill>
                <a:latin typeface="Calibri" panose="020F0502020204030204" pitchFamily="34" charset="0"/>
                <a:cs typeface="Calibri" panose="020F0502020204030204" pitchFamily="34" charset="0"/>
              </a:rPr>
              <a:t>Unvan</a:t>
            </a:r>
            <a:endParaRPr lang="en-US" dirty="0">
              <a:solidFill>
                <a:schemeClr val="bg1"/>
              </a:solidFill>
              <a:latin typeface="Calibri" panose="020F0502020204030204" pitchFamily="34" charset="0"/>
              <a:cs typeface="Calibri" panose="020F0502020204030204" pitchFamily="34" charset="0"/>
            </a:endParaRPr>
          </a:p>
        </p:txBody>
      </p:sp>
      <p:sp>
        <p:nvSpPr>
          <p:cNvPr id="4" name="TextBox 42">
            <a:extLst>
              <a:ext uri="{FF2B5EF4-FFF2-40B4-BE49-F238E27FC236}">
                <a16:creationId xmlns:a16="http://schemas.microsoft.com/office/drawing/2014/main" id="{97E5BD68-5B2C-B276-DAE5-D3D15A63E50B}"/>
              </a:ext>
            </a:extLst>
          </p:cNvPr>
          <p:cNvSpPr txBox="1"/>
          <p:nvPr/>
        </p:nvSpPr>
        <p:spPr>
          <a:xfrm>
            <a:off x="9335281" y="5136579"/>
            <a:ext cx="1736344" cy="517944"/>
          </a:xfrm>
          <a:prstGeom prst="rect">
            <a:avLst/>
          </a:prstGeom>
          <a:noFill/>
        </p:spPr>
        <p:txBody>
          <a:bodyPr wrap="square" lIns="180000" tIns="72000" rIns="180000" bIns="72000" rtlCol="0">
            <a:spAutoFit/>
          </a:bodyPr>
          <a:lstStyle/>
          <a:p>
            <a:pPr algn="r">
              <a:lnSpc>
                <a:spcPct val="150000"/>
              </a:lnSpc>
            </a:pPr>
            <a:r>
              <a:rPr lang="tr-TR" dirty="0">
                <a:solidFill>
                  <a:schemeClr val="bg1"/>
                </a:solidFill>
                <a:latin typeface="Calibri" panose="020F0502020204030204" pitchFamily="34" charset="0"/>
                <a:cs typeface="Calibri" panose="020F0502020204030204" pitchFamily="34" charset="0"/>
              </a:rPr>
              <a:t>Haziran 2024</a:t>
            </a:r>
            <a:endParaRPr lang="en-US" dirty="0">
              <a:solidFill>
                <a:schemeClr val="bg1"/>
              </a:solidFill>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2DEF3F28-48E5-46B0-87AD-4AD173E306E9}"/>
              </a:ext>
            </a:extLst>
          </p:cNvPr>
          <p:cNvSpPr/>
          <p:nvPr/>
        </p:nvSpPr>
        <p:spPr>
          <a:xfrm rot="19210176">
            <a:off x="8320880" y="5780054"/>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37" name="Freeform: Shape 36">
            <a:extLst>
              <a:ext uri="{FF2B5EF4-FFF2-40B4-BE49-F238E27FC236}">
                <a16:creationId xmlns:a16="http://schemas.microsoft.com/office/drawing/2014/main" id="{62320595-D2BA-4114-BB14-C7D615578289}"/>
              </a:ext>
            </a:extLst>
          </p:cNvPr>
          <p:cNvSpPr/>
          <p:nvPr/>
        </p:nvSpPr>
        <p:spPr>
          <a:xfrm rot="2700000">
            <a:off x="8454007" y="5917124"/>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endParaRPr lang="tr-TR" kern="0" dirty="0">
              <a:solidFill>
                <a:prstClr val="black"/>
              </a:solidFill>
              <a:latin typeface="Calibri" panose="020F0502020204030204" pitchFamily="34" charset="0"/>
            </a:endParaRPr>
          </a:p>
        </p:txBody>
      </p:sp>
      <p:sp>
        <p:nvSpPr>
          <p:cNvPr id="7" name="Speech Bubble: Rectangle with Corners Rounded 6">
            <a:extLst>
              <a:ext uri="{FF2B5EF4-FFF2-40B4-BE49-F238E27FC236}">
                <a16:creationId xmlns:a16="http://schemas.microsoft.com/office/drawing/2014/main" id="{101892EA-87F1-4039-A507-06620108410A}"/>
              </a:ext>
            </a:extLst>
          </p:cNvPr>
          <p:cNvSpPr/>
          <p:nvPr/>
        </p:nvSpPr>
        <p:spPr>
          <a:xfrm>
            <a:off x="5728549" y="1139270"/>
            <a:ext cx="1641516" cy="896463"/>
          </a:xfrm>
          <a:prstGeom prst="wedgeRoundRectCallout">
            <a:avLst>
              <a:gd name="adj1" fmla="val -20833"/>
              <a:gd name="adj2" fmla="val 70660"/>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K</a:t>
            </a:r>
            <a:r>
              <a:rPr lang="en-US" sz="1100" b="1" dirty="0" err="1">
                <a:latin typeface="Segoe UI Semibold" panose="020B0702040204020203" pitchFamily="34" charset="0"/>
                <a:cs typeface="Segoe UI Semibold" panose="020B0702040204020203" pitchFamily="34" charset="0"/>
              </a:rPr>
              <a:t>apak</a:t>
            </a:r>
            <a:r>
              <a:rPr lang="en-US" sz="1100" b="1" dirty="0">
                <a:latin typeface="Segoe UI Semibold" panose="020B0702040204020203" pitchFamily="34" charset="0"/>
                <a:cs typeface="Segoe UI Semibold" panose="020B0702040204020203" pitchFamily="34" charset="0"/>
              </a:rPr>
              <a:t> </a:t>
            </a:r>
            <a:r>
              <a:rPr lang="en-US" sz="1100" b="1" dirty="0" err="1">
                <a:latin typeface="Segoe UI Semibold" panose="020B0702040204020203" pitchFamily="34" charset="0"/>
                <a:cs typeface="Segoe UI Semibold" panose="020B0702040204020203" pitchFamily="34" charset="0"/>
              </a:rPr>
              <a:t>başlığı</a:t>
            </a:r>
            <a:endParaRPr lang="tr-TR" sz="1100" b="1" dirty="0">
              <a:latin typeface="Segoe UI Semibold" panose="020B0702040204020203" pitchFamily="34" charset="0"/>
              <a:cs typeface="Segoe UI Semibold" panose="020B0702040204020203" pitchFamily="34" charset="0"/>
            </a:endParaRPr>
          </a:p>
          <a:p>
            <a:pPr algn="ctr"/>
            <a:r>
              <a:rPr lang="tr-TR" sz="1100" b="1" dirty="0">
                <a:latin typeface="Segoe UI Semibold" panose="020B0702040204020203" pitchFamily="34" charset="0"/>
                <a:cs typeface="Segoe UI Semibold" panose="020B0702040204020203" pitchFamily="34" charset="0"/>
              </a:rPr>
              <a:t>44</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Segoe UI Black</a:t>
            </a:r>
          </a:p>
        </p:txBody>
      </p:sp>
      <p:sp>
        <p:nvSpPr>
          <p:cNvPr id="10" name="Speech Bubble: Rectangle with Corners Rounded 9">
            <a:extLst>
              <a:ext uri="{FF2B5EF4-FFF2-40B4-BE49-F238E27FC236}">
                <a16:creationId xmlns:a16="http://schemas.microsoft.com/office/drawing/2014/main" id="{26A8899A-090D-4115-AB91-DF2C6EFB7C7D}"/>
              </a:ext>
            </a:extLst>
          </p:cNvPr>
          <p:cNvSpPr/>
          <p:nvPr/>
        </p:nvSpPr>
        <p:spPr>
          <a:xfrm>
            <a:off x="9629989" y="3429000"/>
            <a:ext cx="1641516" cy="896463"/>
          </a:xfrm>
          <a:prstGeom prst="wedgeRoundRectCallout">
            <a:avLst>
              <a:gd name="adj1" fmla="val -20833"/>
              <a:gd name="adj2" fmla="val 70660"/>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Tarih</a:t>
            </a:r>
          </a:p>
          <a:p>
            <a:pPr algn="ct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18</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err="1">
                <a:latin typeface="Segoe UI Semibold" panose="020B0702040204020203" pitchFamily="34" charset="0"/>
                <a:cs typeface="Segoe UI Semibold" panose="020B0702040204020203" pitchFamily="34" charset="0"/>
              </a:rPr>
              <a:t>Calibri</a:t>
            </a:r>
            <a:endParaRPr lang="tr-TR" sz="1100" b="1" dirty="0">
              <a:latin typeface="Segoe UI Semibold" panose="020B0702040204020203" pitchFamily="34" charset="0"/>
              <a:cs typeface="Segoe UI Semibold" panose="020B0702040204020203" pitchFamily="34" charset="0"/>
            </a:endParaRPr>
          </a:p>
        </p:txBody>
      </p:sp>
      <p:sp>
        <p:nvSpPr>
          <p:cNvPr id="11" name="Speech Bubble: Rectangle with Corners Rounded 10">
            <a:extLst>
              <a:ext uri="{FF2B5EF4-FFF2-40B4-BE49-F238E27FC236}">
                <a16:creationId xmlns:a16="http://schemas.microsoft.com/office/drawing/2014/main" id="{8EF90AB7-501C-454A-87F5-13584991B081}"/>
              </a:ext>
            </a:extLst>
          </p:cNvPr>
          <p:cNvSpPr/>
          <p:nvPr/>
        </p:nvSpPr>
        <p:spPr>
          <a:xfrm>
            <a:off x="3212592" y="4720352"/>
            <a:ext cx="1865377" cy="1055959"/>
          </a:xfrm>
          <a:prstGeom prst="wedgeRoundRectCallout">
            <a:avLst>
              <a:gd name="adj1" fmla="val 57925"/>
              <a:gd name="adj2" fmla="val -22862"/>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Ad </a:t>
            </a:r>
            <a:r>
              <a:rPr lang="tr-TR" sz="1100" b="1" dirty="0" err="1">
                <a:latin typeface="Segoe UI Semibold" panose="020B0702040204020203" pitchFamily="34" charset="0"/>
                <a:cs typeface="Segoe UI Semibold" panose="020B0702040204020203" pitchFamily="34" charset="0"/>
              </a:rPr>
              <a:t>Soyad</a:t>
            </a:r>
            <a:endParaRPr lang="tr-TR" sz="1100" b="1" dirty="0">
              <a:latin typeface="Segoe UI Semibold" panose="020B0702040204020203" pitchFamily="34" charset="0"/>
              <a:cs typeface="Segoe UI Semibold" panose="020B0702040204020203" pitchFamily="34" charset="0"/>
            </a:endParaRPr>
          </a:p>
          <a:p>
            <a:pPr algn="ctr"/>
            <a:r>
              <a:rPr lang="tr-TR" sz="1100" b="1" dirty="0">
                <a:latin typeface="Segoe UI Semibold" panose="020B0702040204020203" pitchFamily="34" charset="0"/>
                <a:cs typeface="Segoe UI Semibold" panose="020B0702040204020203" pitchFamily="34" charset="0"/>
              </a:rPr>
              <a:t>24</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err="1">
                <a:latin typeface="Segoe UI Semibold" panose="020B0702040204020203" pitchFamily="34" charset="0"/>
                <a:cs typeface="Segoe UI Semibold" panose="020B0702040204020203" pitchFamily="34" charset="0"/>
              </a:rPr>
              <a:t>Calibri</a:t>
            </a:r>
            <a:r>
              <a:rPr lang="tr-TR" sz="1100" b="1" dirty="0">
                <a:latin typeface="Segoe UI Semibold" panose="020B0702040204020203" pitchFamily="34" charset="0"/>
                <a:cs typeface="Segoe UI Semibold" panose="020B0702040204020203" pitchFamily="34" charset="0"/>
              </a:rPr>
              <a:t> (</a:t>
            </a:r>
            <a:r>
              <a:rPr lang="tr-TR" sz="1100" b="1" dirty="0" err="1">
                <a:latin typeface="Segoe UI Semibold" panose="020B0702040204020203" pitchFamily="34" charset="0"/>
                <a:cs typeface="Segoe UI Semibold" panose="020B0702040204020203" pitchFamily="34" charset="0"/>
              </a:rPr>
              <a:t>Bold</a:t>
            </a:r>
            <a:r>
              <a:rPr lang="tr-TR" sz="1100" b="1" dirty="0">
                <a:latin typeface="Segoe UI Semibold" panose="020B0702040204020203" pitchFamily="34" charset="0"/>
                <a:cs typeface="Segoe UI Semibold" panose="020B0702040204020203" pitchFamily="34" charset="0"/>
              </a:rPr>
              <a:t>)</a:t>
            </a:r>
          </a:p>
          <a:p>
            <a:pPr algn="ctr"/>
            <a:r>
              <a:rPr lang="tr-TR" sz="1100" b="1" dirty="0">
                <a:latin typeface="Segoe UI Semibold" panose="020B0702040204020203" pitchFamily="34" charset="0"/>
                <a:cs typeface="Segoe UI Semibold" panose="020B0702040204020203" pitchFamily="34" charset="0"/>
              </a:rPr>
              <a:t>Unvan</a:t>
            </a:r>
          </a:p>
          <a:p>
            <a:pPr algn="ctr"/>
            <a:r>
              <a:rPr lang="tr-TR" sz="1100" b="1" dirty="0">
                <a:latin typeface="Segoe UI Semibold" panose="020B0702040204020203" pitchFamily="34" charset="0"/>
                <a:cs typeface="Segoe UI Semibold" panose="020B0702040204020203" pitchFamily="34" charset="0"/>
              </a:rPr>
              <a:t>18</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err="1">
                <a:latin typeface="Segoe UI Semibold" panose="020B0702040204020203" pitchFamily="34" charset="0"/>
                <a:cs typeface="Segoe UI Semibold" panose="020B0702040204020203" pitchFamily="34" charset="0"/>
              </a:rPr>
              <a:t>Calibri</a:t>
            </a:r>
            <a:endParaRPr lang="tr-TR" sz="1100" b="1" dirty="0">
              <a:latin typeface="Segoe UI Semibold" panose="020B0702040204020203" pitchFamily="34" charset="0"/>
              <a:cs typeface="Segoe UI Semibold" panose="020B0702040204020203" pitchFamily="34" charset="0"/>
            </a:endParaRPr>
          </a:p>
        </p:txBody>
      </p:sp>
      <p:sp>
        <p:nvSpPr>
          <p:cNvPr id="2" name="TextBox 1">
            <a:extLst>
              <a:ext uri="{FF2B5EF4-FFF2-40B4-BE49-F238E27FC236}">
                <a16:creationId xmlns:a16="http://schemas.microsoft.com/office/drawing/2014/main" id="{8269E67F-5369-4BA0-9224-10A574D3CEAA}"/>
              </a:ext>
            </a:extLst>
          </p:cNvPr>
          <p:cNvSpPr txBox="1"/>
          <p:nvPr/>
        </p:nvSpPr>
        <p:spPr>
          <a:xfrm>
            <a:off x="968317" y="2992708"/>
            <a:ext cx="5930538" cy="738664"/>
          </a:xfrm>
          <a:prstGeom prst="rect">
            <a:avLst/>
          </a:prstGeom>
          <a:noFill/>
        </p:spPr>
        <p:txBody>
          <a:bodyPr wrap="square" rtlCol="0">
            <a:spAutoFit/>
          </a:bodyPr>
          <a:lstStyle/>
          <a:p>
            <a:r>
              <a:rPr lang="tr-TR" sz="1400" i="1" dirty="0">
                <a:solidFill>
                  <a:schemeClr val="bg1">
                    <a:lumMod val="65000"/>
                  </a:schemeClr>
                </a:solidFill>
                <a:latin typeface="Segoe UI" panose="020B0502040204020203" pitchFamily="34" charset="0"/>
                <a:cs typeface="Segoe UI" panose="020B0502040204020203" pitchFamily="34" charset="0"/>
              </a:rPr>
              <a:t>Alanımızda </a:t>
            </a:r>
            <a:r>
              <a:rPr lang="tr-TR" sz="1400" b="1" i="1" dirty="0">
                <a:solidFill>
                  <a:schemeClr val="bg1">
                    <a:lumMod val="65000"/>
                  </a:schemeClr>
                </a:solidFill>
                <a:latin typeface="Segoe UI" panose="020B0502040204020203" pitchFamily="34" charset="0"/>
                <a:cs typeface="Segoe UI" panose="020B0502040204020203" pitchFamily="34" charset="0"/>
              </a:rPr>
              <a:t>en iyileri </a:t>
            </a:r>
            <a:r>
              <a:rPr lang="tr-TR" sz="1400" i="1" dirty="0">
                <a:solidFill>
                  <a:schemeClr val="bg1">
                    <a:lumMod val="65000"/>
                  </a:schemeClr>
                </a:solidFill>
                <a:latin typeface="Segoe UI" panose="020B0502040204020203" pitchFamily="34" charset="0"/>
                <a:cs typeface="Segoe UI" panose="020B0502040204020203" pitchFamily="34" charset="0"/>
              </a:rPr>
              <a:t>üretmek,</a:t>
            </a:r>
          </a:p>
          <a:p>
            <a:r>
              <a:rPr lang="tr-TR" sz="1400" b="1" i="1" dirty="0">
                <a:solidFill>
                  <a:schemeClr val="bg1">
                    <a:lumMod val="65000"/>
                  </a:schemeClr>
                </a:solidFill>
                <a:latin typeface="Segoe UI" panose="020B0502040204020203" pitchFamily="34" charset="0"/>
                <a:cs typeface="Segoe UI" panose="020B0502040204020203" pitchFamily="34" charset="0"/>
              </a:rPr>
              <a:t>Oyun değiştirici </a:t>
            </a:r>
            <a:r>
              <a:rPr lang="tr-TR" sz="1400" i="1" dirty="0">
                <a:solidFill>
                  <a:schemeClr val="bg1">
                    <a:lumMod val="65000"/>
                  </a:schemeClr>
                </a:solidFill>
                <a:latin typeface="Segoe UI" panose="020B0502040204020203" pitchFamily="34" charset="0"/>
                <a:cs typeface="Segoe UI" panose="020B0502040204020203" pitchFamily="34" charset="0"/>
              </a:rPr>
              <a:t>teknolojileri geliştirmek,</a:t>
            </a:r>
          </a:p>
          <a:p>
            <a:r>
              <a:rPr lang="tr-TR" sz="1400" b="1" i="1" dirty="0">
                <a:solidFill>
                  <a:schemeClr val="bg1">
                    <a:lumMod val="65000"/>
                  </a:schemeClr>
                </a:solidFill>
                <a:latin typeface="Segoe UI" panose="020B0502040204020203" pitchFamily="34" charset="0"/>
                <a:cs typeface="Segoe UI" panose="020B0502040204020203" pitchFamily="34" charset="0"/>
              </a:rPr>
              <a:t>İhracat</a:t>
            </a:r>
            <a:r>
              <a:rPr lang="tr-TR" sz="1400" i="1" dirty="0">
                <a:solidFill>
                  <a:schemeClr val="bg1">
                    <a:lumMod val="65000"/>
                  </a:schemeClr>
                </a:solidFill>
                <a:latin typeface="Segoe UI" panose="020B0502040204020203" pitchFamily="34" charset="0"/>
                <a:cs typeface="Segoe UI" panose="020B0502040204020203" pitchFamily="34" charset="0"/>
              </a:rPr>
              <a:t> odaklı büyümek.</a:t>
            </a:r>
          </a:p>
        </p:txBody>
      </p:sp>
    </p:spTree>
    <p:extLst>
      <p:ext uri="{BB962C8B-B14F-4D97-AF65-F5344CB8AC3E}">
        <p14:creationId xmlns:p14="http://schemas.microsoft.com/office/powerpoint/2010/main" val="277923041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10">
            <a:extLst>
              <a:ext uri="{FF2B5EF4-FFF2-40B4-BE49-F238E27FC236}">
                <a16:creationId xmlns:a16="http://schemas.microsoft.com/office/drawing/2014/main" id="{330D9965-5D15-4933-8352-854ED52F0291}"/>
              </a:ext>
            </a:extLst>
          </p:cNvPr>
          <p:cNvSpPr/>
          <p:nvPr/>
        </p:nvSpPr>
        <p:spPr>
          <a:xfrm>
            <a:off x="533809" y="2501900"/>
            <a:ext cx="10934290" cy="3246324"/>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30" name="Freeform: Shape 36">
            <a:extLst>
              <a:ext uri="{FF2B5EF4-FFF2-40B4-BE49-F238E27FC236}">
                <a16:creationId xmlns:a16="http://schemas.microsoft.com/office/drawing/2014/main" id="{9AEB066B-F71E-4A51-9759-DC1D7ABE5C23}"/>
              </a:ext>
            </a:extLst>
          </p:cNvPr>
          <p:cNvSpPr/>
          <p:nvPr/>
        </p:nvSpPr>
        <p:spPr>
          <a:xfrm rot="18883588">
            <a:off x="7472122" y="2447406"/>
            <a:ext cx="3416798" cy="3416798"/>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noFill/>
          <a:ln w="6350">
            <a:solidFill>
              <a:schemeClr val="bg1">
                <a:lumMod val="95000"/>
              </a:schemeClr>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13" name="Title 9">
            <a:extLst>
              <a:ext uri="{FF2B5EF4-FFF2-40B4-BE49-F238E27FC236}">
                <a16:creationId xmlns:a16="http://schemas.microsoft.com/office/drawing/2014/main" id="{3B5455EA-DF9A-4BBF-BF42-4980D73BBC15}"/>
              </a:ext>
            </a:extLst>
          </p:cNvPr>
          <p:cNvSpPr>
            <a:spLocks noGrp="1"/>
          </p:cNvSpPr>
          <p:nvPr>
            <p:ph type="title"/>
          </p:nvPr>
        </p:nvSpPr>
        <p:spPr>
          <a:xfrm>
            <a:off x="409713" y="360534"/>
            <a:ext cx="5128938" cy="1208921"/>
          </a:xfrm>
          <a:prstGeom prst="rect">
            <a:avLst/>
          </a:prstGeom>
        </p:spPr>
        <p:txBody>
          <a:bodyPr/>
          <a:lstStyle/>
          <a:p>
            <a:r>
              <a:rPr lang="tr-TR" b="0" dirty="0">
                <a:latin typeface="Segoe UI Black" panose="020B0A02040204020203" pitchFamily="34" charset="0"/>
                <a:ea typeface="Segoe UI Black" panose="020B0A02040204020203" pitchFamily="34" charset="0"/>
              </a:rPr>
              <a:t>Değişime </a:t>
            </a:r>
            <a:br>
              <a:rPr lang="tr-TR" b="0" dirty="0">
                <a:latin typeface="Segoe UI Black" panose="020B0A02040204020203" pitchFamily="34" charset="0"/>
                <a:ea typeface="Segoe UI Black" panose="020B0A02040204020203" pitchFamily="34" charset="0"/>
              </a:rPr>
            </a:br>
            <a:r>
              <a:rPr lang="tr-TR" b="0" dirty="0">
                <a:latin typeface="Segoe UI Black" panose="020B0A02040204020203" pitchFamily="34" charset="0"/>
                <a:ea typeface="Segoe UI Black" panose="020B0A02040204020203" pitchFamily="34" charset="0"/>
              </a:rPr>
              <a:t>neden ihtiyaç vardı?</a:t>
            </a:r>
          </a:p>
        </p:txBody>
      </p:sp>
      <p:sp>
        <p:nvSpPr>
          <p:cNvPr id="14" name="Freeform: Shape 36">
            <a:extLst>
              <a:ext uri="{FF2B5EF4-FFF2-40B4-BE49-F238E27FC236}">
                <a16:creationId xmlns:a16="http://schemas.microsoft.com/office/drawing/2014/main" id="{EB9EC7C3-69EA-49A9-91F7-8C3EDE2E7506}"/>
              </a:ext>
            </a:extLst>
          </p:cNvPr>
          <p:cNvSpPr/>
          <p:nvPr/>
        </p:nvSpPr>
        <p:spPr>
          <a:xfrm rot="18883588">
            <a:off x="985675" y="3722395"/>
            <a:ext cx="866822" cy="866822"/>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8" name="TextBox 41">
            <a:extLst>
              <a:ext uri="{FF2B5EF4-FFF2-40B4-BE49-F238E27FC236}">
                <a16:creationId xmlns:a16="http://schemas.microsoft.com/office/drawing/2014/main" id="{D971291C-37E7-45A0-830A-BAFB20AB1EC5}"/>
              </a:ext>
            </a:extLst>
          </p:cNvPr>
          <p:cNvSpPr txBox="1"/>
          <p:nvPr/>
        </p:nvSpPr>
        <p:spPr>
          <a:xfrm>
            <a:off x="2032015" y="3252106"/>
            <a:ext cx="7393406" cy="1530401"/>
          </a:xfrm>
          <a:prstGeom prst="rect">
            <a:avLst/>
          </a:prstGeom>
          <a:noFill/>
        </p:spPr>
        <p:txBody>
          <a:bodyPr wrap="square" lIns="180000" tIns="72000" rIns="180000" bIns="72000" rtlCol="0">
            <a:spAutoFit/>
          </a:bodyPr>
          <a:lstStyle/>
          <a:p>
            <a:pPr marL="285750" lvl="0" indent="-285750">
              <a:buFont typeface="Arial" panose="020B0604020202020204" pitchFamily="34" charset="0"/>
              <a:buChar char="•"/>
              <a:defRPr/>
            </a:pPr>
            <a:r>
              <a:rPr lang="tr-TR" b="1" dirty="0">
                <a:solidFill>
                  <a:srgbClr val="003087"/>
                </a:solidFill>
                <a:latin typeface="Calibri" panose="020F0502020204030204" pitchFamily="34" charset="0"/>
                <a:cs typeface="Calibri" panose="020F0502020204030204" pitchFamily="34" charset="0"/>
              </a:rPr>
              <a:t>SUNUMU SADELEŞTİRDİK. </a:t>
            </a:r>
          </a:p>
          <a:p>
            <a:pPr marL="285750" lvl="0" indent="-285750">
              <a:buFont typeface="Arial" panose="020B0604020202020204" pitchFamily="34" charset="0"/>
              <a:buChar char="•"/>
              <a:defRPr/>
            </a:pPr>
            <a:r>
              <a:rPr lang="tr-TR" b="1" dirty="0">
                <a:solidFill>
                  <a:srgbClr val="003087"/>
                </a:solidFill>
                <a:latin typeface="Calibri" panose="020F0502020204030204" pitchFamily="34" charset="0"/>
                <a:cs typeface="Calibri" panose="020F0502020204030204" pitchFamily="34" charset="0"/>
              </a:rPr>
              <a:t>OKUNURLUĞU ARTIRARAK İÇERİĞİN EŞ ZAMANLI OLARAK DAHA </a:t>
            </a:r>
            <a:br>
              <a:rPr lang="tr-TR" b="1" dirty="0">
                <a:solidFill>
                  <a:srgbClr val="003087"/>
                </a:solidFill>
                <a:latin typeface="Calibri" panose="020F0502020204030204" pitchFamily="34" charset="0"/>
                <a:cs typeface="Calibri" panose="020F0502020204030204" pitchFamily="34" charset="0"/>
              </a:rPr>
            </a:br>
            <a:r>
              <a:rPr lang="tr-TR" b="1" dirty="0">
                <a:solidFill>
                  <a:srgbClr val="003087"/>
                </a:solidFill>
                <a:latin typeface="Calibri" panose="020F0502020204030204" pitchFamily="34" charset="0"/>
                <a:cs typeface="Calibri" panose="020F0502020204030204" pitchFamily="34" charset="0"/>
              </a:rPr>
              <a:t>TAKİP EDİLEBİLİR OLMASINI SAĞLADIK. </a:t>
            </a:r>
          </a:p>
          <a:p>
            <a:pPr marL="285750" lvl="0" indent="-285750">
              <a:buFont typeface="Arial" panose="020B0604020202020204" pitchFamily="34" charset="0"/>
              <a:buChar char="•"/>
              <a:defRPr/>
            </a:pPr>
            <a:r>
              <a:rPr lang="tr-TR" b="1" dirty="0">
                <a:solidFill>
                  <a:srgbClr val="003087"/>
                </a:solidFill>
                <a:latin typeface="Calibri" panose="020F0502020204030204" pitchFamily="34" charset="0"/>
                <a:cs typeface="Calibri" panose="020F0502020204030204" pitchFamily="34" charset="0"/>
              </a:rPr>
              <a:t>SADELEŞEN GÖRSEL DİLLE BİRLİKTE, HARCANAN MÜREKKEP MİKTARI DÜŞÜNÜLDÜĞÜNDE BASKI MALİYETLERİ DE AZALMIŞ OLDU. </a:t>
            </a:r>
          </a:p>
        </p:txBody>
      </p:sp>
      <p:sp>
        <p:nvSpPr>
          <p:cNvPr id="9" name="Speech Bubble: Rectangle with Corners Rounded 8">
            <a:extLst>
              <a:ext uri="{FF2B5EF4-FFF2-40B4-BE49-F238E27FC236}">
                <a16:creationId xmlns:a16="http://schemas.microsoft.com/office/drawing/2014/main" id="{907B8048-D2C7-4720-B4BF-B7A4B2BDB3DA}"/>
              </a:ext>
            </a:extLst>
          </p:cNvPr>
          <p:cNvSpPr/>
          <p:nvPr/>
        </p:nvSpPr>
        <p:spPr>
          <a:xfrm>
            <a:off x="5742537" y="478512"/>
            <a:ext cx="1641516" cy="896463"/>
          </a:xfrm>
          <a:prstGeom prst="wedgeRoundRectCallout">
            <a:avLst>
              <a:gd name="adj1" fmla="val -62611"/>
              <a:gd name="adj2" fmla="val -2238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Sayfa</a:t>
            </a: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b</a:t>
            </a:r>
            <a:r>
              <a:rPr lang="en-US" sz="1100" b="1" dirty="0" err="1">
                <a:latin typeface="Segoe UI Semibold" panose="020B0702040204020203" pitchFamily="34" charset="0"/>
                <a:cs typeface="Segoe UI Semibold" panose="020B0702040204020203" pitchFamily="34" charset="0"/>
              </a:rPr>
              <a:t>aşlığı</a:t>
            </a:r>
            <a:endParaRPr lang="tr-TR" sz="1100" b="1" dirty="0">
              <a:latin typeface="Segoe UI Semibold" panose="020B0702040204020203" pitchFamily="34" charset="0"/>
              <a:cs typeface="Segoe UI Semibold" panose="020B0702040204020203" pitchFamily="34" charset="0"/>
            </a:endParaRPr>
          </a:p>
          <a:p>
            <a:pPr algn="ct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32</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Segoe UI Black</a:t>
            </a:r>
          </a:p>
        </p:txBody>
      </p:sp>
      <p:sp>
        <p:nvSpPr>
          <p:cNvPr id="10" name="Speech Bubble: Rectangle with Corners Rounded 9">
            <a:extLst>
              <a:ext uri="{FF2B5EF4-FFF2-40B4-BE49-F238E27FC236}">
                <a16:creationId xmlns:a16="http://schemas.microsoft.com/office/drawing/2014/main" id="{582459E9-A1DC-4D7D-9DF0-B14A6C87EE8E}"/>
              </a:ext>
            </a:extLst>
          </p:cNvPr>
          <p:cNvSpPr/>
          <p:nvPr/>
        </p:nvSpPr>
        <p:spPr>
          <a:xfrm>
            <a:off x="4839926" y="1569455"/>
            <a:ext cx="1641516" cy="896463"/>
          </a:xfrm>
          <a:prstGeom prst="wedgeRoundRectCallout">
            <a:avLst>
              <a:gd name="adj1" fmla="val -63740"/>
              <a:gd name="adj2" fmla="val -21692"/>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Sayfa başlığı açıklaması</a:t>
            </a:r>
          </a:p>
          <a:p>
            <a:pPr algn="ct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18</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err="1">
                <a:latin typeface="Segoe UI Semibold" panose="020B0702040204020203" pitchFamily="34" charset="0"/>
                <a:cs typeface="Segoe UI Semibold" panose="020B0702040204020203" pitchFamily="34" charset="0"/>
              </a:rPr>
              <a:t>Calibri</a:t>
            </a:r>
            <a:endParaRPr lang="tr-TR" sz="1100" b="1" dirty="0">
              <a:latin typeface="Segoe UI Semibold" panose="020B0702040204020203" pitchFamily="34" charset="0"/>
              <a:cs typeface="Segoe UI Semibold" panose="020B0702040204020203" pitchFamily="34" charset="0"/>
            </a:endParaRPr>
          </a:p>
        </p:txBody>
      </p:sp>
      <p:sp>
        <p:nvSpPr>
          <p:cNvPr id="17" name="Speech Bubble: Rectangle with Corners Rounded 16">
            <a:extLst>
              <a:ext uri="{FF2B5EF4-FFF2-40B4-BE49-F238E27FC236}">
                <a16:creationId xmlns:a16="http://schemas.microsoft.com/office/drawing/2014/main" id="{E7BA5C6E-B5E7-4CEB-91CD-A87BE3300D68}"/>
              </a:ext>
            </a:extLst>
          </p:cNvPr>
          <p:cNvSpPr/>
          <p:nvPr/>
        </p:nvSpPr>
        <p:spPr>
          <a:xfrm>
            <a:off x="9170793" y="3530183"/>
            <a:ext cx="1641516" cy="896463"/>
          </a:xfrm>
          <a:prstGeom prst="wedgeRoundRectCallout">
            <a:avLst>
              <a:gd name="adj1" fmla="val -63364"/>
              <a:gd name="adj2" fmla="val -23760"/>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Sayfa başlığı maddeleri</a:t>
            </a:r>
          </a:p>
          <a:p>
            <a:pPr algn="ct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18</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err="1">
                <a:latin typeface="Segoe UI Semibold" panose="020B0702040204020203" pitchFamily="34" charset="0"/>
                <a:cs typeface="Segoe UI Semibold" panose="020B0702040204020203" pitchFamily="34" charset="0"/>
              </a:rPr>
              <a:t>Calibri</a:t>
            </a:r>
            <a:r>
              <a:rPr lang="tr-TR" sz="1100" b="1" dirty="0">
                <a:latin typeface="Segoe UI Semibold" panose="020B0702040204020203" pitchFamily="34" charset="0"/>
                <a:cs typeface="Segoe UI Semibold" panose="020B0702040204020203" pitchFamily="34" charset="0"/>
              </a:rPr>
              <a:t> (</a:t>
            </a:r>
            <a:r>
              <a:rPr lang="tr-TR" sz="1100" b="1" dirty="0" err="1">
                <a:latin typeface="Segoe UI Semibold" panose="020B0702040204020203" pitchFamily="34" charset="0"/>
                <a:cs typeface="Segoe UI Semibold" panose="020B0702040204020203" pitchFamily="34" charset="0"/>
              </a:rPr>
              <a:t>Bold</a:t>
            </a:r>
            <a:r>
              <a:rPr lang="tr-TR" sz="1100" b="1" dirty="0">
                <a:latin typeface="Segoe UI Semibold" panose="020B0702040204020203" pitchFamily="34" charset="0"/>
                <a:cs typeface="Segoe UI Semibold" panose="020B0702040204020203" pitchFamily="34" charset="0"/>
              </a:rPr>
              <a:t>)</a:t>
            </a:r>
          </a:p>
        </p:txBody>
      </p:sp>
      <p:sp>
        <p:nvSpPr>
          <p:cNvPr id="19" name="Speech Bubble: Rectangle with Corners Rounded 18">
            <a:extLst>
              <a:ext uri="{FF2B5EF4-FFF2-40B4-BE49-F238E27FC236}">
                <a16:creationId xmlns:a16="http://schemas.microsoft.com/office/drawing/2014/main" id="{B18B0947-3B0A-4924-B4F3-A9A2ACAF994B}"/>
              </a:ext>
            </a:extLst>
          </p:cNvPr>
          <p:cNvSpPr/>
          <p:nvPr/>
        </p:nvSpPr>
        <p:spPr>
          <a:xfrm>
            <a:off x="8944370" y="4598126"/>
            <a:ext cx="2269564" cy="1659817"/>
          </a:xfrm>
          <a:prstGeom prst="wedgeRoundRectCallout">
            <a:avLst>
              <a:gd name="adj1" fmla="val 42399"/>
              <a:gd name="adj2" fmla="val 64457"/>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Sayfa numaraları «bulunulan sayfa / toplam sayfa» şeklinde yazılmalıdır. Toplam sayfa sayısı izleyicinin sunuma</a:t>
            </a:r>
          </a:p>
          <a:p>
            <a:pPr algn="ctr"/>
            <a:r>
              <a:rPr lang="tr-TR" sz="1100" b="1" dirty="0">
                <a:latin typeface="Segoe UI Semibold" panose="020B0702040204020203" pitchFamily="34" charset="0"/>
                <a:cs typeface="Segoe UI Semibold" panose="020B0702040204020203" pitchFamily="34" charset="0"/>
              </a:rPr>
              <a:t>odaklanacağı zamanı</a:t>
            </a:r>
          </a:p>
          <a:p>
            <a:pPr algn="ctr"/>
            <a:r>
              <a:rPr lang="tr-TR" sz="1100" b="1" dirty="0">
                <a:latin typeface="Segoe UI Semibold" panose="020B0702040204020203" pitchFamily="34" charset="0"/>
                <a:cs typeface="Segoe UI Semibold" panose="020B0702040204020203" pitchFamily="34" charset="0"/>
              </a:rPr>
              <a:t>öngörebilmesi için önemlidir.</a:t>
            </a:r>
          </a:p>
        </p:txBody>
      </p:sp>
      <p:sp>
        <p:nvSpPr>
          <p:cNvPr id="12" name="Speech Bubble: Rectangle with Corners Rounded 11">
            <a:extLst>
              <a:ext uri="{FF2B5EF4-FFF2-40B4-BE49-F238E27FC236}">
                <a16:creationId xmlns:a16="http://schemas.microsoft.com/office/drawing/2014/main" id="{4852F0A7-3F34-44AC-8843-1C5108FD63C4}"/>
              </a:ext>
            </a:extLst>
          </p:cNvPr>
          <p:cNvSpPr/>
          <p:nvPr/>
        </p:nvSpPr>
        <p:spPr>
          <a:xfrm>
            <a:off x="6198377" y="5570561"/>
            <a:ext cx="1934963" cy="896463"/>
          </a:xfrm>
          <a:prstGeom prst="wedgeRoundRectCallout">
            <a:avLst>
              <a:gd name="adj1" fmla="val 42399"/>
              <a:gd name="adj2" fmla="val 64457"/>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Sunumun gizlilik derecesi bu alanda belirtilmelidir.</a:t>
            </a:r>
          </a:p>
          <a:p>
            <a:pPr algn="ctr"/>
            <a:r>
              <a:rPr lang="tr-TR" sz="1100" b="1" dirty="0">
                <a:latin typeface="Segoe UI Semibold" panose="020B0702040204020203" pitchFamily="34" charset="0"/>
                <a:cs typeface="Segoe UI Semibold" panose="020B0702040204020203" pitchFamily="34" charset="0"/>
              </a:rPr>
              <a:t>Örneğin; Hizmete Özel, Tasnif Dışı </a:t>
            </a:r>
          </a:p>
        </p:txBody>
      </p:sp>
      <p:sp>
        <p:nvSpPr>
          <p:cNvPr id="16" name="TextBox 41">
            <a:extLst>
              <a:ext uri="{FF2B5EF4-FFF2-40B4-BE49-F238E27FC236}">
                <a16:creationId xmlns:a16="http://schemas.microsoft.com/office/drawing/2014/main" id="{ACDBA382-C453-48AC-BD46-112C9FC287C6}"/>
              </a:ext>
            </a:extLst>
          </p:cNvPr>
          <p:cNvSpPr txBox="1"/>
          <p:nvPr/>
        </p:nvSpPr>
        <p:spPr>
          <a:xfrm>
            <a:off x="353247" y="1687142"/>
            <a:ext cx="8178535" cy="422405"/>
          </a:xfrm>
          <a:prstGeom prst="rect">
            <a:avLst/>
          </a:prstGeom>
          <a:noFill/>
        </p:spPr>
        <p:txBody>
          <a:bodyPr wrap="square" lIns="180000" tIns="72000" rIns="180000" bIns="72000" rtlCol="0">
            <a:spAutoFit/>
          </a:bodyPr>
          <a:lstStyle/>
          <a:p>
            <a:r>
              <a:rPr lang="tr-TR" dirty="0">
                <a:latin typeface="Calibri" panose="020F0502020204030204" pitchFamily="34" charset="0"/>
                <a:cs typeface="Calibri" panose="020F0502020204030204" pitchFamily="34" charset="0"/>
              </a:rPr>
              <a:t>Sunumu yeni bir yaklaşım ile güncelledik.</a:t>
            </a:r>
          </a:p>
        </p:txBody>
      </p:sp>
      <p:sp>
        <p:nvSpPr>
          <p:cNvPr id="21" name="Speech Bubble: Rectangle with Corners Rounded 20">
            <a:extLst>
              <a:ext uri="{FF2B5EF4-FFF2-40B4-BE49-F238E27FC236}">
                <a16:creationId xmlns:a16="http://schemas.microsoft.com/office/drawing/2014/main" id="{354D2FD6-8E4F-474A-B76C-A89F2AC1646C}"/>
              </a:ext>
            </a:extLst>
          </p:cNvPr>
          <p:cNvSpPr/>
          <p:nvPr/>
        </p:nvSpPr>
        <p:spPr>
          <a:xfrm>
            <a:off x="7095200" y="2055312"/>
            <a:ext cx="4118734" cy="1049757"/>
          </a:xfrm>
          <a:prstGeom prst="wedgeRoundRectCallout">
            <a:avLst>
              <a:gd name="adj1" fmla="val 2281"/>
              <a:gd name="adj2" fmla="val -50360"/>
              <a:gd name="adj3" fmla="val 16667"/>
            </a:avLst>
          </a:prstGeom>
          <a:solidFill>
            <a:srgbClr val="FFC000"/>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tr-TR" sz="1050" b="1" dirty="0">
              <a:latin typeface="Segoe UI Semibold" panose="020B0702040204020203" pitchFamily="34" charset="0"/>
              <a:cs typeface="Segoe UI Semibold" panose="020B0702040204020203" pitchFamily="34" charset="0"/>
            </a:endParaRPr>
          </a:p>
        </p:txBody>
      </p:sp>
      <p:sp>
        <p:nvSpPr>
          <p:cNvPr id="22" name="TextBox 21">
            <a:extLst>
              <a:ext uri="{FF2B5EF4-FFF2-40B4-BE49-F238E27FC236}">
                <a16:creationId xmlns:a16="http://schemas.microsoft.com/office/drawing/2014/main" id="{6C24B67F-1C06-48C1-A145-E07E484D73E6}"/>
              </a:ext>
            </a:extLst>
          </p:cNvPr>
          <p:cNvSpPr txBox="1"/>
          <p:nvPr/>
        </p:nvSpPr>
        <p:spPr>
          <a:xfrm>
            <a:off x="7301757" y="2324326"/>
            <a:ext cx="3705620" cy="577081"/>
          </a:xfrm>
          <a:prstGeom prst="rect">
            <a:avLst/>
          </a:prstGeom>
          <a:solidFill>
            <a:srgbClr val="FFC000"/>
          </a:solidFill>
        </p:spPr>
        <p:txBody>
          <a:bodyPr wrap="square" rtlCol="0">
            <a:spAutoFit/>
          </a:bodyPr>
          <a:lstStyle/>
          <a:p>
            <a:pPr algn="ctr"/>
            <a:r>
              <a:rPr lang="tr-TR" sz="1050" b="1" dirty="0">
                <a:latin typeface="Segoe UI Semibold" panose="020B0702040204020203" pitchFamily="34" charset="0"/>
                <a:cs typeface="Segoe UI Semibold" panose="020B0702040204020203" pitchFamily="34" charset="0"/>
              </a:rPr>
              <a:t>Bir sayfada paragraf başlığı dahil en fazla 7 satır olmalıdır.</a:t>
            </a:r>
          </a:p>
          <a:p>
            <a:pPr algn="ctr"/>
            <a:r>
              <a:rPr lang="tr-TR" sz="1050" b="1" dirty="0">
                <a:latin typeface="Segoe UI Semibold" panose="020B0702040204020203" pitchFamily="34" charset="0"/>
                <a:cs typeface="Segoe UI Semibold" panose="020B0702040204020203" pitchFamily="34" charset="0"/>
              </a:rPr>
              <a:t>Aynı zamanda bir satırda en fazla 7 kelime olmalıdır. </a:t>
            </a:r>
          </a:p>
          <a:p>
            <a:pPr algn="ctr"/>
            <a:r>
              <a:rPr lang="tr-TR" sz="1050" b="1" dirty="0">
                <a:latin typeface="Segoe UI Semibold" panose="020B0702040204020203" pitchFamily="34" charset="0"/>
                <a:cs typeface="Segoe UI Semibold" panose="020B0702040204020203" pitchFamily="34" charset="0"/>
              </a:rPr>
              <a:t>Metin alanları bu kurala göre düzenlenmelidir.</a:t>
            </a:r>
            <a:endParaRPr lang="tr-TR" b="1"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58944032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etin kutusu 41">
            <a:extLst>
              <a:ext uri="{FF2B5EF4-FFF2-40B4-BE49-F238E27FC236}">
                <a16:creationId xmlns:a16="http://schemas.microsoft.com/office/drawing/2014/main" id="{3ADF1C07-BE85-46EF-8364-B1AB60C7522E}"/>
              </a:ext>
            </a:extLst>
          </p:cNvPr>
          <p:cNvSpPr txBox="1"/>
          <p:nvPr/>
        </p:nvSpPr>
        <p:spPr>
          <a:xfrm>
            <a:off x="1047325" y="2171860"/>
            <a:ext cx="7206129" cy="2092881"/>
          </a:xfrm>
          <a:prstGeom prst="rect">
            <a:avLst/>
          </a:prstGeom>
          <a:noFill/>
        </p:spPr>
        <p:txBody>
          <a:bodyPr wrap="square" rtlCol="0">
            <a:spAutoFit/>
          </a:bodyPr>
          <a:lstStyle/>
          <a:p>
            <a:pPr>
              <a:spcBef>
                <a:spcPts val="1200"/>
              </a:spcBef>
            </a:pPr>
            <a:r>
              <a:rPr lang="tr-TR" b="1" cap="all" dirty="0">
                <a:solidFill>
                  <a:srgbClr val="003087"/>
                </a:solidFill>
                <a:latin typeface="Segoe UI" panose="020B0502040204020203" pitchFamily="34" charset="0"/>
                <a:cs typeface="Segoe UI" panose="020B0502040204020203" pitchFamily="34" charset="0"/>
              </a:rPr>
              <a:t>FONTLAR VE RENKLER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Örnek sayfa tasarımı</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ÖRNEK GRAFİK</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ÖRNEK TABLO</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VİDEO ALANI</a:t>
            </a:r>
          </a:p>
        </p:txBody>
      </p:sp>
      <p:sp>
        <p:nvSpPr>
          <p:cNvPr id="7" name="Oval 6">
            <a:extLst>
              <a:ext uri="{FF2B5EF4-FFF2-40B4-BE49-F238E27FC236}">
                <a16:creationId xmlns:a16="http://schemas.microsoft.com/office/drawing/2014/main" id="{421DA2A1-2B82-4049-8037-E629E1FF3431}"/>
              </a:ext>
            </a:extLst>
          </p:cNvPr>
          <p:cNvSpPr/>
          <p:nvPr/>
        </p:nvSpPr>
        <p:spPr>
          <a:xfrm>
            <a:off x="621288" y="2275896"/>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47" name="Oval 46">
            <a:extLst>
              <a:ext uri="{FF2B5EF4-FFF2-40B4-BE49-F238E27FC236}">
                <a16:creationId xmlns:a16="http://schemas.microsoft.com/office/drawing/2014/main" id="{1C2EE151-3BDE-41E5-A6CA-F331054FF6ED}"/>
              </a:ext>
            </a:extLst>
          </p:cNvPr>
          <p:cNvSpPr/>
          <p:nvPr/>
        </p:nvSpPr>
        <p:spPr>
          <a:xfrm>
            <a:off x="621289" y="2690849"/>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dirty="0"/>
          </a:p>
        </p:txBody>
      </p:sp>
      <p:sp>
        <p:nvSpPr>
          <p:cNvPr id="8" name="Oval 7">
            <a:extLst>
              <a:ext uri="{FF2B5EF4-FFF2-40B4-BE49-F238E27FC236}">
                <a16:creationId xmlns:a16="http://schemas.microsoft.com/office/drawing/2014/main" id="{BB502744-EDCA-4768-A3B5-B3401F023670}"/>
              </a:ext>
            </a:extLst>
          </p:cNvPr>
          <p:cNvSpPr/>
          <p:nvPr/>
        </p:nvSpPr>
        <p:spPr>
          <a:xfrm>
            <a:off x="621289" y="3105802"/>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2" name="Oval 11">
            <a:extLst>
              <a:ext uri="{FF2B5EF4-FFF2-40B4-BE49-F238E27FC236}">
                <a16:creationId xmlns:a16="http://schemas.microsoft.com/office/drawing/2014/main" id="{B367841E-60BF-44EA-A0AE-B3B973DAAF3D}"/>
              </a:ext>
            </a:extLst>
          </p:cNvPr>
          <p:cNvSpPr/>
          <p:nvPr/>
        </p:nvSpPr>
        <p:spPr>
          <a:xfrm>
            <a:off x="621289" y="3935708"/>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3" name="Oval 12">
            <a:extLst>
              <a:ext uri="{FF2B5EF4-FFF2-40B4-BE49-F238E27FC236}">
                <a16:creationId xmlns:a16="http://schemas.microsoft.com/office/drawing/2014/main" id="{13E71E64-10DC-4DA4-BCBD-64E14C2F1B62}"/>
              </a:ext>
            </a:extLst>
          </p:cNvPr>
          <p:cNvSpPr/>
          <p:nvPr/>
        </p:nvSpPr>
        <p:spPr>
          <a:xfrm>
            <a:off x="621289" y="3520755"/>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6" name="Title 9">
            <a:extLst>
              <a:ext uri="{FF2B5EF4-FFF2-40B4-BE49-F238E27FC236}">
                <a16:creationId xmlns:a16="http://schemas.microsoft.com/office/drawing/2014/main" id="{18A96956-405B-4837-AAD0-9AA1CC5CE7FC}"/>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gündem</a:t>
            </a:r>
            <a:endParaRPr lang="tr-TR" sz="2400" b="0" dirty="0">
              <a:solidFill>
                <a:srgbClr val="F7931D"/>
              </a:solidFill>
              <a:latin typeface="Segoe UI Black" panose="020B0A02040204020203" pitchFamily="34" charset="0"/>
              <a:ea typeface="Segoe UI Black" panose="020B0A02040204020203" pitchFamily="34" charset="0"/>
            </a:endParaRPr>
          </a:p>
        </p:txBody>
      </p:sp>
      <p:sp>
        <p:nvSpPr>
          <p:cNvPr id="17" name="Speech Bubble: Rectangle with Corners Rounded 16">
            <a:extLst>
              <a:ext uri="{FF2B5EF4-FFF2-40B4-BE49-F238E27FC236}">
                <a16:creationId xmlns:a16="http://schemas.microsoft.com/office/drawing/2014/main" id="{7E72B410-09E1-420E-A8DB-56C6D44AB76A}"/>
              </a:ext>
            </a:extLst>
          </p:cNvPr>
          <p:cNvSpPr/>
          <p:nvPr/>
        </p:nvSpPr>
        <p:spPr>
          <a:xfrm>
            <a:off x="4378211" y="2537387"/>
            <a:ext cx="1641516" cy="896463"/>
          </a:xfrm>
          <a:prstGeom prst="wedgeRoundRectCallout">
            <a:avLst>
              <a:gd name="adj1" fmla="val -62611"/>
              <a:gd name="adj2" fmla="val -2238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Ana maddeler</a:t>
            </a:r>
          </a:p>
          <a:p>
            <a:pPr algn="ct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18</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Segoe UI (</a:t>
            </a:r>
            <a:r>
              <a:rPr lang="tr-TR" sz="1100" b="1" dirty="0" err="1">
                <a:latin typeface="Segoe UI Semibold" panose="020B0702040204020203" pitchFamily="34" charset="0"/>
                <a:cs typeface="Segoe UI Semibold" panose="020B0702040204020203" pitchFamily="34" charset="0"/>
              </a:rPr>
              <a:t>Bold</a:t>
            </a:r>
            <a:r>
              <a:rPr lang="tr-TR" sz="1100" b="1" dirty="0">
                <a:latin typeface="Segoe UI Semibold" panose="020B0702040204020203" pitchFamily="34" charset="0"/>
                <a:cs typeface="Segoe UI Semibold" panose="020B0702040204020203" pitchFamily="34" charset="0"/>
              </a:rPr>
              <a:t>)</a:t>
            </a:r>
          </a:p>
        </p:txBody>
      </p:sp>
    </p:spTree>
    <p:extLst>
      <p:ext uri="{BB962C8B-B14F-4D97-AF65-F5344CB8AC3E}">
        <p14:creationId xmlns:p14="http://schemas.microsoft.com/office/powerpoint/2010/main" val="117731333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Metin kutusu 41">
            <a:extLst>
              <a:ext uri="{FF2B5EF4-FFF2-40B4-BE49-F238E27FC236}">
                <a16:creationId xmlns:a16="http://schemas.microsoft.com/office/drawing/2014/main" id="{F8420402-0C6A-4479-A757-DA70D80D8BE5}"/>
              </a:ext>
            </a:extLst>
          </p:cNvPr>
          <p:cNvSpPr txBox="1"/>
          <p:nvPr/>
        </p:nvSpPr>
        <p:spPr>
          <a:xfrm>
            <a:off x="1047325" y="2171860"/>
            <a:ext cx="7206129" cy="2092881"/>
          </a:xfrm>
          <a:prstGeom prst="rect">
            <a:avLst/>
          </a:prstGeom>
          <a:noFill/>
        </p:spPr>
        <p:txBody>
          <a:bodyPr wrap="square" rtlCol="0">
            <a:spAutoFit/>
          </a:bodyPr>
          <a:lstStyle/>
          <a:p>
            <a:pPr>
              <a:spcBef>
                <a:spcPts val="1200"/>
              </a:spcBef>
            </a:pPr>
            <a:r>
              <a:rPr lang="tr-TR" b="1" cap="all" dirty="0">
                <a:solidFill>
                  <a:srgbClr val="003087"/>
                </a:solidFill>
                <a:latin typeface="Segoe UI" panose="020B0502040204020203" pitchFamily="34" charset="0"/>
                <a:cs typeface="Segoe UI" panose="020B0502040204020203" pitchFamily="34" charset="0"/>
              </a:rPr>
              <a:t>FONTLAR VE RENKLER</a:t>
            </a:r>
          </a:p>
          <a:p>
            <a:pPr>
              <a:spcBef>
                <a:spcPts val="1200"/>
              </a:spcBef>
            </a:pPr>
            <a:r>
              <a:rPr lang="tr-TR" b="1" cap="all" dirty="0">
                <a:solidFill>
                  <a:schemeClr val="tx1">
                    <a:lumMod val="40000"/>
                    <a:lumOff val="60000"/>
                  </a:schemeClr>
                </a:solidFill>
                <a:latin typeface="Segoe UI" panose="020B0502040204020203" pitchFamily="34" charset="0"/>
                <a:cs typeface="Segoe UI" panose="020B0502040204020203" pitchFamily="34" charset="0"/>
              </a:rPr>
              <a:t>Örnek sayfa tasarımı</a:t>
            </a:r>
          </a:p>
          <a:p>
            <a:pPr>
              <a:spcBef>
                <a:spcPts val="1200"/>
              </a:spcBef>
            </a:pPr>
            <a:r>
              <a:rPr lang="tr-TR" b="1" cap="all" dirty="0">
                <a:solidFill>
                  <a:schemeClr val="tx1">
                    <a:lumMod val="40000"/>
                    <a:lumOff val="60000"/>
                  </a:schemeClr>
                </a:solidFill>
                <a:latin typeface="Segoe UI" panose="020B0502040204020203" pitchFamily="34" charset="0"/>
                <a:cs typeface="Segoe UI" panose="020B0502040204020203" pitchFamily="34" charset="0"/>
              </a:rPr>
              <a:t>ÖRNEK GRAFİK</a:t>
            </a:r>
          </a:p>
          <a:p>
            <a:pPr>
              <a:spcBef>
                <a:spcPts val="1200"/>
              </a:spcBef>
            </a:pPr>
            <a:r>
              <a:rPr lang="tr-TR" b="1" cap="all" dirty="0">
                <a:solidFill>
                  <a:schemeClr val="tx1">
                    <a:lumMod val="40000"/>
                    <a:lumOff val="60000"/>
                  </a:schemeClr>
                </a:solidFill>
                <a:latin typeface="Segoe UI" panose="020B0502040204020203" pitchFamily="34" charset="0"/>
                <a:cs typeface="Segoe UI" panose="020B0502040204020203" pitchFamily="34" charset="0"/>
              </a:rPr>
              <a:t>ÖRNEK TABLO</a:t>
            </a:r>
          </a:p>
          <a:p>
            <a:pPr>
              <a:spcBef>
                <a:spcPts val="1200"/>
              </a:spcBef>
            </a:pPr>
            <a:r>
              <a:rPr lang="tr-TR" b="1" cap="all" dirty="0">
                <a:solidFill>
                  <a:schemeClr val="tx1">
                    <a:lumMod val="40000"/>
                    <a:lumOff val="60000"/>
                  </a:schemeClr>
                </a:solidFill>
                <a:latin typeface="Segoe UI" panose="020B0502040204020203" pitchFamily="34" charset="0"/>
                <a:cs typeface="Segoe UI" panose="020B0502040204020203" pitchFamily="34" charset="0"/>
              </a:rPr>
              <a:t>VİDEO ALANI</a:t>
            </a:r>
          </a:p>
        </p:txBody>
      </p:sp>
      <p:sp>
        <p:nvSpPr>
          <p:cNvPr id="15" name="Oval 14">
            <a:extLst>
              <a:ext uri="{FF2B5EF4-FFF2-40B4-BE49-F238E27FC236}">
                <a16:creationId xmlns:a16="http://schemas.microsoft.com/office/drawing/2014/main" id="{CF10A911-6117-4254-9477-C626087A85A6}"/>
              </a:ext>
            </a:extLst>
          </p:cNvPr>
          <p:cNvSpPr/>
          <p:nvPr/>
        </p:nvSpPr>
        <p:spPr>
          <a:xfrm>
            <a:off x="621288" y="2275896"/>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6" name="Oval 15">
            <a:extLst>
              <a:ext uri="{FF2B5EF4-FFF2-40B4-BE49-F238E27FC236}">
                <a16:creationId xmlns:a16="http://schemas.microsoft.com/office/drawing/2014/main" id="{979F32F8-3D41-44C2-9A1E-D263CB98C9FB}"/>
              </a:ext>
            </a:extLst>
          </p:cNvPr>
          <p:cNvSpPr/>
          <p:nvPr/>
        </p:nvSpPr>
        <p:spPr>
          <a:xfrm>
            <a:off x="621289" y="2690849"/>
            <a:ext cx="234431" cy="234431"/>
          </a:xfrm>
          <a:prstGeom prst="ellipse">
            <a:avLst/>
          </a:prstGeom>
          <a:solidFill>
            <a:srgbClr val="E6E7E8"/>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dirty="0"/>
          </a:p>
        </p:txBody>
      </p:sp>
      <p:sp>
        <p:nvSpPr>
          <p:cNvPr id="17" name="Oval 16">
            <a:extLst>
              <a:ext uri="{FF2B5EF4-FFF2-40B4-BE49-F238E27FC236}">
                <a16:creationId xmlns:a16="http://schemas.microsoft.com/office/drawing/2014/main" id="{88CD7701-6FF5-477F-A439-660B56C02A8F}"/>
              </a:ext>
            </a:extLst>
          </p:cNvPr>
          <p:cNvSpPr/>
          <p:nvPr/>
        </p:nvSpPr>
        <p:spPr>
          <a:xfrm>
            <a:off x="621289" y="3105802"/>
            <a:ext cx="234431" cy="234431"/>
          </a:xfrm>
          <a:prstGeom prst="ellipse">
            <a:avLst/>
          </a:prstGeom>
          <a:solidFill>
            <a:srgbClr val="E6E7E8"/>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9" name="Oval 18">
            <a:extLst>
              <a:ext uri="{FF2B5EF4-FFF2-40B4-BE49-F238E27FC236}">
                <a16:creationId xmlns:a16="http://schemas.microsoft.com/office/drawing/2014/main" id="{FE9C3939-3FB6-48EA-A971-B759C94CE8F0}"/>
              </a:ext>
            </a:extLst>
          </p:cNvPr>
          <p:cNvSpPr/>
          <p:nvPr/>
        </p:nvSpPr>
        <p:spPr>
          <a:xfrm>
            <a:off x="621289" y="3935708"/>
            <a:ext cx="234431" cy="234431"/>
          </a:xfrm>
          <a:prstGeom prst="ellipse">
            <a:avLst/>
          </a:prstGeom>
          <a:solidFill>
            <a:srgbClr val="E6E7E8"/>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20" name="Oval 19">
            <a:extLst>
              <a:ext uri="{FF2B5EF4-FFF2-40B4-BE49-F238E27FC236}">
                <a16:creationId xmlns:a16="http://schemas.microsoft.com/office/drawing/2014/main" id="{F95F3342-B3D6-4DF9-AFDB-3C33997ED6F7}"/>
              </a:ext>
            </a:extLst>
          </p:cNvPr>
          <p:cNvSpPr/>
          <p:nvPr/>
        </p:nvSpPr>
        <p:spPr>
          <a:xfrm>
            <a:off x="621289" y="3520755"/>
            <a:ext cx="234431" cy="234431"/>
          </a:xfrm>
          <a:prstGeom prst="ellipse">
            <a:avLst/>
          </a:prstGeom>
          <a:solidFill>
            <a:srgbClr val="E6E7E8"/>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26" name="Title 9">
            <a:extLst>
              <a:ext uri="{FF2B5EF4-FFF2-40B4-BE49-F238E27FC236}">
                <a16:creationId xmlns:a16="http://schemas.microsoft.com/office/drawing/2014/main" id="{738CEC8C-0675-44DF-B434-CE10EC5CBBD1}"/>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gündem</a:t>
            </a:r>
            <a:endParaRPr lang="tr-TR" sz="2400" b="0" dirty="0">
              <a:solidFill>
                <a:srgbClr val="F7931D"/>
              </a:solidFill>
              <a:latin typeface="Segoe UI Black" panose="020B0A02040204020203" pitchFamily="34" charset="0"/>
              <a:ea typeface="Segoe UI Black" panose="020B0A02040204020203" pitchFamily="34" charset="0"/>
            </a:endParaRPr>
          </a:p>
        </p:txBody>
      </p:sp>
      <p:sp>
        <p:nvSpPr>
          <p:cNvPr id="12" name="Speech Bubble: Rectangle with Corners Rounded 11">
            <a:extLst>
              <a:ext uri="{FF2B5EF4-FFF2-40B4-BE49-F238E27FC236}">
                <a16:creationId xmlns:a16="http://schemas.microsoft.com/office/drawing/2014/main" id="{9FBAC9F0-AAA9-4B20-ADBA-7EF564D5BB42}"/>
              </a:ext>
            </a:extLst>
          </p:cNvPr>
          <p:cNvSpPr/>
          <p:nvPr/>
        </p:nvSpPr>
        <p:spPr>
          <a:xfrm>
            <a:off x="4247582" y="2114349"/>
            <a:ext cx="1641516" cy="896463"/>
          </a:xfrm>
          <a:prstGeom prst="wedgeRoundRectCallout">
            <a:avLst>
              <a:gd name="adj1" fmla="val -62611"/>
              <a:gd name="adj2" fmla="val -2238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İlgili madde aktif</a:t>
            </a:r>
          </a:p>
          <a:p>
            <a:pPr algn="ctr"/>
            <a:r>
              <a:rPr lang="tr-TR" sz="1100" b="1" dirty="0">
                <a:latin typeface="Segoe UI Semibold" panose="020B0702040204020203" pitchFamily="34" charset="0"/>
                <a:cs typeface="Segoe UI Semibold" panose="020B0702040204020203" pitchFamily="34" charset="0"/>
              </a:rPr>
              <a:t>Koyu mavi, diğerleri</a:t>
            </a:r>
          </a:p>
          <a:p>
            <a:pPr algn="ctr"/>
            <a:r>
              <a:rPr lang="tr-TR" sz="1100" b="1" dirty="0">
                <a:latin typeface="Segoe UI Semibold" panose="020B0702040204020203" pitchFamily="34" charset="0"/>
                <a:cs typeface="Segoe UI Semibold" panose="020B0702040204020203" pitchFamily="34" charset="0"/>
              </a:rPr>
              <a:t>Pasif gri olur.</a:t>
            </a:r>
          </a:p>
        </p:txBody>
      </p:sp>
    </p:spTree>
    <p:extLst>
      <p:ext uri="{BB962C8B-B14F-4D97-AF65-F5344CB8AC3E}">
        <p14:creationId xmlns:p14="http://schemas.microsoft.com/office/powerpoint/2010/main" val="187790661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10">
            <a:extLst>
              <a:ext uri="{FF2B5EF4-FFF2-40B4-BE49-F238E27FC236}">
                <a16:creationId xmlns:a16="http://schemas.microsoft.com/office/drawing/2014/main" id="{E7752EB9-CF19-4FF1-B3AE-5C987830E8C4}"/>
              </a:ext>
            </a:extLst>
          </p:cNvPr>
          <p:cNvSpPr/>
          <p:nvPr/>
        </p:nvSpPr>
        <p:spPr>
          <a:xfrm>
            <a:off x="505969" y="1333501"/>
            <a:ext cx="7672832" cy="4640580"/>
          </a:xfrm>
          <a:prstGeom prst="roundRect">
            <a:avLst>
              <a:gd name="adj" fmla="val 4783"/>
            </a:avLst>
          </a:prstGeom>
          <a:noFill/>
          <a:ln>
            <a:solidFill>
              <a:schemeClr val="bg1">
                <a:lumMod val="75000"/>
                <a:alpha val="50000"/>
              </a:schemeClr>
            </a:solidFill>
          </a:ln>
        </p:spPr>
        <p:style>
          <a:lnRef idx="2">
            <a:schemeClr val="accent4"/>
          </a:lnRef>
          <a:fillRef idx="1">
            <a:schemeClr val="lt1"/>
          </a:fillRef>
          <a:effectRef idx="0">
            <a:schemeClr val="accent4"/>
          </a:effectRef>
          <a:fontRef idx="minor">
            <a:schemeClr val="dk1"/>
          </a:fontRef>
        </p:style>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grpSp>
        <p:nvGrpSpPr>
          <p:cNvPr id="7" name="Group 6">
            <a:extLst>
              <a:ext uri="{FF2B5EF4-FFF2-40B4-BE49-F238E27FC236}">
                <a16:creationId xmlns:a16="http://schemas.microsoft.com/office/drawing/2014/main" id="{B7244954-E385-45EB-8099-0435501AA9EA}"/>
              </a:ext>
            </a:extLst>
          </p:cNvPr>
          <p:cNvGrpSpPr/>
          <p:nvPr/>
        </p:nvGrpSpPr>
        <p:grpSpPr>
          <a:xfrm>
            <a:off x="1434102" y="5227837"/>
            <a:ext cx="5716289" cy="461665"/>
            <a:chOff x="1119059" y="5227837"/>
            <a:chExt cx="5716289" cy="461665"/>
          </a:xfrm>
        </p:grpSpPr>
        <p:sp>
          <p:nvSpPr>
            <p:cNvPr id="40" name="Rectangle 39">
              <a:extLst>
                <a:ext uri="{FF2B5EF4-FFF2-40B4-BE49-F238E27FC236}">
                  <a16:creationId xmlns:a16="http://schemas.microsoft.com/office/drawing/2014/main" id="{D6C0898B-29FB-4858-8B45-55F63EF791E7}"/>
                </a:ext>
              </a:extLst>
            </p:cNvPr>
            <p:cNvSpPr/>
            <p:nvPr/>
          </p:nvSpPr>
          <p:spPr>
            <a:xfrm>
              <a:off x="1119059" y="5227837"/>
              <a:ext cx="2841547" cy="461665"/>
            </a:xfrm>
            <a:prstGeom prst="rect">
              <a:avLst/>
            </a:prstGeom>
          </p:spPr>
          <p:txBody>
            <a:bodyPr wrap="none">
              <a:spAutoFit/>
            </a:bodyPr>
            <a:lstStyle/>
            <a:p>
              <a:pPr algn="r"/>
              <a:r>
                <a:rPr lang="tr-TR" sz="2400" cap="all" dirty="0">
                  <a:solidFill>
                    <a:srgbClr val="FF5620"/>
                  </a:solidFill>
                  <a:latin typeface="Segoe UI Semibold" panose="020B0702040204020203" pitchFamily="34" charset="0"/>
                  <a:cs typeface="Segoe UI Semibold" panose="020B0702040204020203" pitchFamily="34" charset="0"/>
                </a:rPr>
                <a:t>SAYFA ALT BAŞLIĞI</a:t>
              </a:r>
              <a:endParaRPr lang="tr-TR" dirty="0">
                <a:solidFill>
                  <a:srgbClr val="FF5620"/>
                </a:solidFill>
                <a:latin typeface="Segoe UI Semibold" panose="020B0702040204020203" pitchFamily="34" charset="0"/>
                <a:cs typeface="Segoe UI Semibold" panose="020B0702040204020203" pitchFamily="34" charset="0"/>
              </a:endParaRPr>
            </a:p>
          </p:txBody>
        </p:sp>
        <p:sp>
          <p:nvSpPr>
            <p:cNvPr id="41" name="TextBox 85">
              <a:extLst>
                <a:ext uri="{FF2B5EF4-FFF2-40B4-BE49-F238E27FC236}">
                  <a16:creationId xmlns:a16="http://schemas.microsoft.com/office/drawing/2014/main" id="{855A6D24-FE09-4ACB-BBB3-49B5961EB4BB}"/>
                </a:ext>
              </a:extLst>
            </p:cNvPr>
            <p:cNvSpPr txBox="1"/>
            <p:nvPr/>
          </p:nvSpPr>
          <p:spPr>
            <a:xfrm>
              <a:off x="4590631" y="5275072"/>
              <a:ext cx="2244717" cy="307777"/>
            </a:xfrm>
            <a:prstGeom prst="rect">
              <a:avLst/>
            </a:prstGeom>
            <a:noFill/>
          </p:spPr>
          <p:txBody>
            <a:bodyPr wrap="none" rtlCol="0">
              <a:spAutoFit/>
            </a:bodyPr>
            <a:lstStyle/>
            <a:p>
              <a:r>
                <a:rPr lang="tr-TR" sz="1400" dirty="0">
                  <a:solidFill>
                    <a:srgbClr val="4D4D4D"/>
                  </a:solidFill>
                  <a:latin typeface="Calibri" panose="020F0502020204030204" pitchFamily="34" charset="0"/>
                  <a:cs typeface="Calibri" panose="020F0502020204030204" pitchFamily="34" charset="0"/>
                </a:rPr>
                <a:t>24 punto Segoe UI </a:t>
              </a:r>
              <a:r>
                <a:rPr lang="tr-TR" sz="1400" dirty="0" err="1">
                  <a:solidFill>
                    <a:srgbClr val="4D4D4D"/>
                  </a:solidFill>
                  <a:latin typeface="Calibri" panose="020F0502020204030204" pitchFamily="34" charset="0"/>
                  <a:cs typeface="Calibri" panose="020F0502020204030204" pitchFamily="34" charset="0"/>
                </a:rPr>
                <a:t>Semibold</a:t>
              </a:r>
              <a:endParaRPr lang="tr-TR" sz="1400" dirty="0">
                <a:solidFill>
                  <a:srgbClr val="4D4D4D"/>
                </a:solidFill>
                <a:latin typeface="Calibri" panose="020F0502020204030204" pitchFamily="34" charset="0"/>
                <a:cs typeface="Calibri" panose="020F0502020204030204" pitchFamily="34" charset="0"/>
              </a:endParaRPr>
            </a:p>
          </p:txBody>
        </p:sp>
        <p:cxnSp>
          <p:nvCxnSpPr>
            <p:cNvPr id="42" name="Düz Ok Bağlayıcısı 33">
              <a:extLst>
                <a:ext uri="{FF2B5EF4-FFF2-40B4-BE49-F238E27FC236}">
                  <a16:creationId xmlns:a16="http://schemas.microsoft.com/office/drawing/2014/main" id="{61725646-C536-4714-90D4-C63C090BDEAA}"/>
                </a:ext>
              </a:extLst>
            </p:cNvPr>
            <p:cNvCxnSpPr>
              <a:cxnSpLocks/>
            </p:cNvCxnSpPr>
            <p:nvPr/>
          </p:nvCxnSpPr>
          <p:spPr>
            <a:xfrm flipV="1">
              <a:off x="3949213" y="5432096"/>
              <a:ext cx="593015" cy="557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Rectangle 66">
            <a:extLst>
              <a:ext uri="{FF2B5EF4-FFF2-40B4-BE49-F238E27FC236}">
                <a16:creationId xmlns:a16="http://schemas.microsoft.com/office/drawing/2014/main" id="{ADFFBBB7-9B4E-4198-ABBB-197FCA0DE42E}"/>
              </a:ext>
            </a:extLst>
          </p:cNvPr>
          <p:cNvSpPr/>
          <p:nvPr/>
        </p:nvSpPr>
        <p:spPr>
          <a:xfrm>
            <a:off x="8925094" y="2937953"/>
            <a:ext cx="1080000" cy="648000"/>
          </a:xfrm>
          <a:prstGeom prst="rect">
            <a:avLst/>
          </a:prstGeom>
          <a:solidFill>
            <a:srgbClr val="002D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latin typeface="Segoe UI" panose="020B0502040204020203" pitchFamily="34" charset="0"/>
                <a:cs typeface="Segoe UI" panose="020B0502040204020203" pitchFamily="34" charset="0"/>
              </a:rPr>
              <a:t>#002D7A</a:t>
            </a:r>
          </a:p>
        </p:txBody>
      </p:sp>
      <p:sp>
        <p:nvSpPr>
          <p:cNvPr id="57" name="Rectangle 80">
            <a:extLst>
              <a:ext uri="{FF2B5EF4-FFF2-40B4-BE49-F238E27FC236}">
                <a16:creationId xmlns:a16="http://schemas.microsoft.com/office/drawing/2014/main" id="{74FA524C-5BD5-4471-A3A6-FA3503AAFB71}"/>
              </a:ext>
            </a:extLst>
          </p:cNvPr>
          <p:cNvSpPr/>
          <p:nvPr/>
        </p:nvSpPr>
        <p:spPr>
          <a:xfrm>
            <a:off x="8925094" y="3854979"/>
            <a:ext cx="1080000" cy="648000"/>
          </a:xfrm>
          <a:prstGeom prst="rect">
            <a:avLst/>
          </a:prstGeom>
          <a:solidFill>
            <a:srgbClr val="077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latin typeface="Segoe UI" panose="020B0502040204020203" pitchFamily="34" charset="0"/>
                <a:cs typeface="Segoe UI" panose="020B0502040204020203" pitchFamily="34" charset="0"/>
              </a:rPr>
              <a:t>#F7931D</a:t>
            </a:r>
          </a:p>
        </p:txBody>
      </p:sp>
      <p:sp>
        <p:nvSpPr>
          <p:cNvPr id="58" name="Rectangle 80">
            <a:extLst>
              <a:ext uri="{FF2B5EF4-FFF2-40B4-BE49-F238E27FC236}">
                <a16:creationId xmlns:a16="http://schemas.microsoft.com/office/drawing/2014/main" id="{90B966EF-5C11-4D8D-B730-629E64EAC436}"/>
              </a:ext>
            </a:extLst>
          </p:cNvPr>
          <p:cNvSpPr/>
          <p:nvPr/>
        </p:nvSpPr>
        <p:spPr>
          <a:xfrm>
            <a:off x="9567606" y="4786845"/>
            <a:ext cx="1080000" cy="648000"/>
          </a:xfrm>
          <a:prstGeom prst="rect">
            <a:avLst/>
          </a:prstGeom>
          <a:solidFill>
            <a:srgbClr val="EB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solidFill>
                  <a:schemeClr val="tx1">
                    <a:lumMod val="75000"/>
                  </a:schemeClr>
                </a:solidFill>
                <a:latin typeface="Segoe UI" panose="020B0502040204020203" pitchFamily="34" charset="0"/>
                <a:cs typeface="Segoe UI" panose="020B0502040204020203" pitchFamily="34" charset="0"/>
              </a:rPr>
              <a:t>#4D4D4D</a:t>
            </a:r>
          </a:p>
        </p:txBody>
      </p:sp>
      <p:sp>
        <p:nvSpPr>
          <p:cNvPr id="47" name="TextBox 4">
            <a:extLst>
              <a:ext uri="{FF2B5EF4-FFF2-40B4-BE49-F238E27FC236}">
                <a16:creationId xmlns:a16="http://schemas.microsoft.com/office/drawing/2014/main" id="{06AAE423-573E-4E53-A024-A73FB867C73A}"/>
              </a:ext>
            </a:extLst>
          </p:cNvPr>
          <p:cNvSpPr txBox="1"/>
          <p:nvPr/>
        </p:nvSpPr>
        <p:spPr>
          <a:xfrm>
            <a:off x="9595629" y="2457225"/>
            <a:ext cx="923651" cy="307777"/>
          </a:xfrm>
          <a:prstGeom prst="rect">
            <a:avLst/>
          </a:prstGeom>
          <a:noFill/>
        </p:spPr>
        <p:txBody>
          <a:bodyPr wrap="none" rtlCol="0">
            <a:spAutoFit/>
          </a:bodyPr>
          <a:lstStyle/>
          <a:p>
            <a:r>
              <a:rPr lang="tr-TR" sz="1400" b="1" dirty="0">
                <a:solidFill>
                  <a:srgbClr val="4D4D4D"/>
                </a:solidFill>
                <a:latin typeface="Source Sans Pro" panose="020B0503030403020204" pitchFamily="34" charset="0"/>
                <a:ea typeface="Source Sans Pro" panose="020B0503030403020204" pitchFamily="34" charset="0"/>
                <a:cs typeface="Red Hat Display Light" panose="02010303040201060303" pitchFamily="2" charset="0"/>
              </a:rPr>
              <a:t>RENKLER</a:t>
            </a:r>
          </a:p>
        </p:txBody>
      </p:sp>
      <p:sp>
        <p:nvSpPr>
          <p:cNvPr id="69" name="Rounded Rectangle 10">
            <a:extLst>
              <a:ext uri="{FF2B5EF4-FFF2-40B4-BE49-F238E27FC236}">
                <a16:creationId xmlns:a16="http://schemas.microsoft.com/office/drawing/2014/main" id="{6CE774A8-42CE-44BA-A594-010A8D791DF1}"/>
              </a:ext>
            </a:extLst>
          </p:cNvPr>
          <p:cNvSpPr/>
          <p:nvPr/>
        </p:nvSpPr>
        <p:spPr>
          <a:xfrm>
            <a:off x="8428881" y="1333501"/>
            <a:ext cx="3257149" cy="4640580"/>
          </a:xfrm>
          <a:prstGeom prst="roundRect">
            <a:avLst>
              <a:gd name="adj" fmla="val 10195"/>
            </a:avLst>
          </a:prstGeom>
          <a:noFill/>
          <a:ln>
            <a:solidFill>
              <a:schemeClr val="bg1">
                <a:lumMod val="75000"/>
                <a:alpha val="50000"/>
              </a:schemeClr>
            </a:solidFill>
          </a:ln>
        </p:spPr>
        <p:style>
          <a:lnRef idx="2">
            <a:schemeClr val="accent4"/>
          </a:lnRef>
          <a:fillRef idx="1">
            <a:schemeClr val="lt1"/>
          </a:fillRef>
          <a:effectRef idx="0">
            <a:schemeClr val="accent4"/>
          </a:effectRef>
          <a:fontRef idx="minor">
            <a:schemeClr val="dk1"/>
          </a:fontRef>
        </p:style>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A</a:t>
            </a: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grpSp>
        <p:nvGrpSpPr>
          <p:cNvPr id="5" name="Group 4">
            <a:extLst>
              <a:ext uri="{FF2B5EF4-FFF2-40B4-BE49-F238E27FC236}">
                <a16:creationId xmlns:a16="http://schemas.microsoft.com/office/drawing/2014/main" id="{7CADC06F-E0FD-4BC5-A4B8-D2D8D2EAE76D}"/>
              </a:ext>
            </a:extLst>
          </p:cNvPr>
          <p:cNvGrpSpPr/>
          <p:nvPr/>
        </p:nvGrpSpPr>
        <p:grpSpPr>
          <a:xfrm>
            <a:off x="901007" y="2713680"/>
            <a:ext cx="5951226" cy="1436631"/>
            <a:chOff x="585964" y="2752766"/>
            <a:chExt cx="5951226" cy="1436631"/>
          </a:xfrm>
        </p:grpSpPr>
        <p:sp>
          <p:nvSpPr>
            <p:cNvPr id="71" name="Metin kutusu 21">
              <a:extLst>
                <a:ext uri="{FF2B5EF4-FFF2-40B4-BE49-F238E27FC236}">
                  <a16:creationId xmlns:a16="http://schemas.microsoft.com/office/drawing/2014/main" id="{DFE1F9C3-90C9-49B7-A4E1-368C0D4FC3B2}"/>
                </a:ext>
              </a:extLst>
            </p:cNvPr>
            <p:cNvSpPr txBox="1"/>
            <p:nvPr/>
          </p:nvSpPr>
          <p:spPr>
            <a:xfrm>
              <a:off x="585964" y="2752766"/>
              <a:ext cx="3374642" cy="1248868"/>
            </a:xfrm>
            <a:prstGeom prst="rect">
              <a:avLst/>
            </a:prstGeom>
            <a:noFill/>
          </p:spPr>
          <p:txBody>
            <a:bodyPr wrap="square" rtlCol="0">
              <a:spAutoFit/>
            </a:bodyPr>
            <a:lstStyle/>
            <a:p>
              <a:pPr algn="r">
                <a:lnSpc>
                  <a:spcPts val="4500"/>
                </a:lnSpc>
              </a:pPr>
              <a:r>
                <a:rPr lang="tr-TR" sz="4400" dirty="0">
                  <a:solidFill>
                    <a:srgbClr val="003087"/>
                  </a:solidFill>
                  <a:latin typeface="Segoe UI Black" panose="020B0A02040204020203" pitchFamily="34" charset="0"/>
                  <a:ea typeface="Segoe UI Black" panose="020B0A02040204020203" pitchFamily="34" charset="0"/>
                  <a:cs typeface="Posterama" panose="020B0504020200020000" pitchFamily="34" charset="0"/>
                </a:rPr>
                <a:t>SUNUM BAŞLIĞI</a:t>
              </a:r>
            </a:p>
          </p:txBody>
        </p:sp>
        <p:sp>
          <p:nvSpPr>
            <p:cNvPr id="72" name="TextBox 85">
              <a:extLst>
                <a:ext uri="{FF2B5EF4-FFF2-40B4-BE49-F238E27FC236}">
                  <a16:creationId xmlns:a16="http://schemas.microsoft.com/office/drawing/2014/main" id="{0D62AFB9-5505-4E53-8B9E-A688F980CCB1}"/>
                </a:ext>
              </a:extLst>
            </p:cNvPr>
            <p:cNvSpPr txBox="1"/>
            <p:nvPr/>
          </p:nvSpPr>
          <p:spPr>
            <a:xfrm>
              <a:off x="4590631" y="3196855"/>
              <a:ext cx="1946559" cy="307777"/>
            </a:xfrm>
            <a:prstGeom prst="rect">
              <a:avLst/>
            </a:prstGeom>
            <a:noFill/>
          </p:spPr>
          <p:txBody>
            <a:bodyPr wrap="none" rtlCol="0">
              <a:spAutoFit/>
            </a:bodyPr>
            <a:lstStyle/>
            <a:p>
              <a:r>
                <a:rPr lang="tr-TR" sz="1400" dirty="0">
                  <a:solidFill>
                    <a:srgbClr val="4D4D4D"/>
                  </a:solidFill>
                  <a:latin typeface="Calibri" panose="020F0502020204030204" pitchFamily="34" charset="0"/>
                  <a:cs typeface="Calibri" panose="020F0502020204030204" pitchFamily="34" charset="0"/>
                </a:rPr>
                <a:t>44 punto Segoe UI Black</a:t>
              </a:r>
            </a:p>
          </p:txBody>
        </p:sp>
        <p:cxnSp>
          <p:nvCxnSpPr>
            <p:cNvPr id="73" name="Düz Ok Bağlayıcısı 33">
              <a:extLst>
                <a:ext uri="{FF2B5EF4-FFF2-40B4-BE49-F238E27FC236}">
                  <a16:creationId xmlns:a16="http://schemas.microsoft.com/office/drawing/2014/main" id="{AA8AC764-A1C8-43C5-826D-FFC44DEEEEBA}"/>
                </a:ext>
              </a:extLst>
            </p:cNvPr>
            <p:cNvCxnSpPr>
              <a:cxnSpLocks/>
            </p:cNvCxnSpPr>
            <p:nvPr/>
          </p:nvCxnSpPr>
          <p:spPr>
            <a:xfrm flipV="1">
              <a:off x="3949213" y="3347229"/>
              <a:ext cx="593015" cy="557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4" name="Metin kutusu 22">
              <a:extLst>
                <a:ext uri="{FF2B5EF4-FFF2-40B4-BE49-F238E27FC236}">
                  <a16:creationId xmlns:a16="http://schemas.microsoft.com/office/drawing/2014/main" id="{84809F00-17D1-4432-B005-9F331AD3C046}"/>
                </a:ext>
              </a:extLst>
            </p:cNvPr>
            <p:cNvSpPr txBox="1"/>
            <p:nvPr/>
          </p:nvSpPr>
          <p:spPr>
            <a:xfrm>
              <a:off x="790105" y="3881620"/>
              <a:ext cx="3170501" cy="307777"/>
            </a:xfrm>
            <a:prstGeom prst="rect">
              <a:avLst/>
            </a:prstGeom>
            <a:noFill/>
          </p:spPr>
          <p:txBody>
            <a:bodyPr wrap="square" rtlCol="0">
              <a:spAutoFit/>
            </a:bodyPr>
            <a:lstStyle/>
            <a:p>
              <a:r>
                <a:rPr lang="tr-TR" sz="1400" cap="all" dirty="0">
                  <a:solidFill>
                    <a:srgbClr val="043389"/>
                  </a:solidFill>
                  <a:latin typeface="Calibri" panose="020F0502020204030204" pitchFamily="34" charset="0"/>
                  <a:cs typeface="Calibri" panose="020F0502020204030204" pitchFamily="34" charset="0"/>
                </a:rPr>
                <a:t>SUNUM BAŞLIĞI &amp; SEPERATÖR &amp; SAYILAR</a:t>
              </a:r>
            </a:p>
          </p:txBody>
        </p:sp>
      </p:grpSp>
      <p:grpSp>
        <p:nvGrpSpPr>
          <p:cNvPr id="6" name="Group 5">
            <a:extLst>
              <a:ext uri="{FF2B5EF4-FFF2-40B4-BE49-F238E27FC236}">
                <a16:creationId xmlns:a16="http://schemas.microsoft.com/office/drawing/2014/main" id="{543D79BB-19A4-4321-A133-7306E7DFFEB9}"/>
              </a:ext>
            </a:extLst>
          </p:cNvPr>
          <p:cNvGrpSpPr/>
          <p:nvPr/>
        </p:nvGrpSpPr>
        <p:grpSpPr>
          <a:xfrm>
            <a:off x="570931" y="4271882"/>
            <a:ext cx="6281302" cy="834385"/>
            <a:chOff x="255888" y="4365146"/>
            <a:chExt cx="6281302" cy="834385"/>
          </a:xfrm>
        </p:grpSpPr>
        <p:sp>
          <p:nvSpPr>
            <p:cNvPr id="21" name="Metin kutusu 21">
              <a:extLst>
                <a:ext uri="{FF2B5EF4-FFF2-40B4-BE49-F238E27FC236}">
                  <a16:creationId xmlns:a16="http://schemas.microsoft.com/office/drawing/2014/main" id="{3E6425C3-E7E2-47AB-BBFE-0BE08F893563}"/>
                </a:ext>
              </a:extLst>
            </p:cNvPr>
            <p:cNvSpPr txBox="1"/>
            <p:nvPr/>
          </p:nvSpPr>
          <p:spPr>
            <a:xfrm>
              <a:off x="255888" y="4365146"/>
              <a:ext cx="3704718" cy="631840"/>
            </a:xfrm>
            <a:prstGeom prst="rect">
              <a:avLst/>
            </a:prstGeom>
            <a:noFill/>
          </p:spPr>
          <p:txBody>
            <a:bodyPr wrap="square" rtlCol="0">
              <a:spAutoFit/>
            </a:bodyPr>
            <a:lstStyle/>
            <a:p>
              <a:pPr algn="r">
                <a:lnSpc>
                  <a:spcPts val="4500"/>
                </a:lnSpc>
              </a:pPr>
              <a:r>
                <a:rPr lang="tr-TR" sz="3200" dirty="0">
                  <a:solidFill>
                    <a:srgbClr val="003087"/>
                  </a:solidFill>
                  <a:latin typeface="Segoe UI Black" panose="020B0A02040204020203" pitchFamily="34" charset="0"/>
                  <a:ea typeface="Segoe UI Black" panose="020B0A02040204020203" pitchFamily="34" charset="0"/>
                  <a:cs typeface="Posterama" panose="020B0504020200020000" pitchFamily="34" charset="0"/>
                </a:rPr>
                <a:t>SAYFA BAŞLIĞI</a:t>
              </a:r>
            </a:p>
          </p:txBody>
        </p:sp>
        <p:sp>
          <p:nvSpPr>
            <p:cNvPr id="23" name="TextBox 85">
              <a:extLst>
                <a:ext uri="{FF2B5EF4-FFF2-40B4-BE49-F238E27FC236}">
                  <a16:creationId xmlns:a16="http://schemas.microsoft.com/office/drawing/2014/main" id="{C7FC5F5D-EDB9-445E-BC51-9B359825A7B9}"/>
                </a:ext>
              </a:extLst>
            </p:cNvPr>
            <p:cNvSpPr txBox="1"/>
            <p:nvPr/>
          </p:nvSpPr>
          <p:spPr>
            <a:xfrm>
              <a:off x="4590631" y="4690181"/>
              <a:ext cx="1946559" cy="307777"/>
            </a:xfrm>
            <a:prstGeom prst="rect">
              <a:avLst/>
            </a:prstGeom>
            <a:noFill/>
          </p:spPr>
          <p:txBody>
            <a:bodyPr wrap="none" rtlCol="0">
              <a:spAutoFit/>
            </a:bodyPr>
            <a:lstStyle/>
            <a:p>
              <a:r>
                <a:rPr lang="tr-TR" sz="1400" dirty="0">
                  <a:solidFill>
                    <a:srgbClr val="4D4D4D"/>
                  </a:solidFill>
                  <a:latin typeface="Calibri" panose="020F0502020204030204" pitchFamily="34" charset="0"/>
                  <a:cs typeface="Calibri" panose="020F0502020204030204" pitchFamily="34" charset="0"/>
                </a:rPr>
                <a:t>32 punto Segoe UI Black</a:t>
              </a:r>
            </a:p>
          </p:txBody>
        </p:sp>
        <p:cxnSp>
          <p:nvCxnSpPr>
            <p:cNvPr id="24" name="Düz Ok Bağlayıcısı 33">
              <a:extLst>
                <a:ext uri="{FF2B5EF4-FFF2-40B4-BE49-F238E27FC236}">
                  <a16:creationId xmlns:a16="http://schemas.microsoft.com/office/drawing/2014/main" id="{6039414C-5340-4B17-A2CC-B1EBAB5BF4AA}"/>
                </a:ext>
              </a:extLst>
            </p:cNvPr>
            <p:cNvCxnSpPr>
              <a:cxnSpLocks/>
            </p:cNvCxnSpPr>
            <p:nvPr/>
          </p:nvCxnSpPr>
          <p:spPr>
            <a:xfrm flipV="1">
              <a:off x="3949213" y="4876529"/>
              <a:ext cx="593015" cy="557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5" name="Metin kutusu 22">
              <a:extLst>
                <a:ext uri="{FF2B5EF4-FFF2-40B4-BE49-F238E27FC236}">
                  <a16:creationId xmlns:a16="http://schemas.microsoft.com/office/drawing/2014/main" id="{B354EB94-EE09-4BC4-9E06-F289BCED070E}"/>
                </a:ext>
              </a:extLst>
            </p:cNvPr>
            <p:cNvSpPr txBox="1"/>
            <p:nvPr/>
          </p:nvSpPr>
          <p:spPr>
            <a:xfrm>
              <a:off x="1935723" y="4891754"/>
              <a:ext cx="2024883" cy="307777"/>
            </a:xfrm>
            <a:prstGeom prst="rect">
              <a:avLst/>
            </a:prstGeom>
            <a:noFill/>
          </p:spPr>
          <p:txBody>
            <a:bodyPr wrap="square" rtlCol="0">
              <a:spAutoFit/>
            </a:bodyPr>
            <a:lstStyle/>
            <a:p>
              <a:r>
                <a:rPr lang="tr-TR" sz="1400" cap="all" dirty="0">
                  <a:solidFill>
                    <a:srgbClr val="043389"/>
                  </a:solidFill>
                  <a:latin typeface="Calibri" panose="020F0502020204030204" pitchFamily="34" charset="0"/>
                  <a:cs typeface="Calibri" panose="020F0502020204030204" pitchFamily="34" charset="0"/>
                </a:rPr>
                <a:t>sayfa BAŞLIĞI &amp; SAYILAR</a:t>
              </a:r>
            </a:p>
          </p:txBody>
        </p:sp>
      </p:grpSp>
      <p:sp>
        <p:nvSpPr>
          <p:cNvPr id="82" name="Speech Bubble: Rectangle with Corners Rounded 81">
            <a:extLst>
              <a:ext uri="{FF2B5EF4-FFF2-40B4-BE49-F238E27FC236}">
                <a16:creationId xmlns:a16="http://schemas.microsoft.com/office/drawing/2014/main" id="{7BBDCF77-4AA6-4589-85CB-15EB81A49C2A}"/>
              </a:ext>
            </a:extLst>
          </p:cNvPr>
          <p:cNvSpPr/>
          <p:nvPr/>
        </p:nvSpPr>
        <p:spPr>
          <a:xfrm>
            <a:off x="9158064" y="911366"/>
            <a:ext cx="1641516" cy="896463"/>
          </a:xfrm>
          <a:prstGeom prst="wedgeRoundRectCallout">
            <a:avLst>
              <a:gd name="adj1" fmla="val 22451"/>
              <a:gd name="adj2" fmla="val 65147"/>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Yansı tasarımında en fazla 5 renk kullanılmalıdır.</a:t>
            </a:r>
          </a:p>
        </p:txBody>
      </p:sp>
      <p:sp>
        <p:nvSpPr>
          <p:cNvPr id="84" name="Speech Bubble: Rectangle with Corners Rounded 83">
            <a:extLst>
              <a:ext uri="{FF2B5EF4-FFF2-40B4-BE49-F238E27FC236}">
                <a16:creationId xmlns:a16="http://schemas.microsoft.com/office/drawing/2014/main" id="{669741FF-83C4-4B67-8FE2-8E4EBA31A085}"/>
              </a:ext>
            </a:extLst>
          </p:cNvPr>
          <p:cNvSpPr/>
          <p:nvPr/>
        </p:nvSpPr>
        <p:spPr>
          <a:xfrm>
            <a:off x="3033935" y="278080"/>
            <a:ext cx="2609219" cy="896463"/>
          </a:xfrm>
          <a:prstGeom prst="wedgeRoundRectCallout">
            <a:avLst>
              <a:gd name="adj1" fmla="val -62611"/>
              <a:gd name="adj2" fmla="val -2238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Sayfa</a:t>
            </a:r>
            <a:r>
              <a:rPr lang="en-US" sz="1100" b="1" dirty="0">
                <a:latin typeface="Segoe UI Semibold" panose="020B0702040204020203" pitchFamily="34" charset="0"/>
                <a:cs typeface="Segoe UI Semibold" panose="020B0702040204020203" pitchFamily="34" charset="0"/>
              </a:rPr>
              <a:t> </a:t>
            </a:r>
            <a:r>
              <a:rPr lang="en-US" sz="1100" b="1" dirty="0" err="1">
                <a:latin typeface="Segoe UI Semibold" panose="020B0702040204020203" pitchFamily="34" charset="0"/>
                <a:cs typeface="Segoe UI Semibold" panose="020B0702040204020203" pitchFamily="34" charset="0"/>
              </a:rPr>
              <a:t>başlığı</a:t>
            </a:r>
            <a:endParaRPr lang="tr-TR" sz="1100" b="1" dirty="0">
              <a:latin typeface="Segoe UI Semibold" panose="020B0702040204020203" pitchFamily="34" charset="0"/>
              <a:cs typeface="Segoe UI Semibold" panose="020B0702040204020203" pitchFamily="34" charset="0"/>
            </a:endParaRPr>
          </a:p>
          <a:p>
            <a:pPr algn="ct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32</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Segoe UI Black (Lacivert)</a:t>
            </a:r>
          </a:p>
          <a:p>
            <a:pPr algn="ctr"/>
            <a:r>
              <a:rPr lang="tr-TR" sz="1100" b="1" dirty="0">
                <a:latin typeface="Segoe UI Semibold" panose="020B0702040204020203" pitchFamily="34" charset="0"/>
                <a:cs typeface="Segoe UI Semibold" panose="020B0702040204020203" pitchFamily="34" charset="0"/>
              </a:rPr>
              <a:t>Sayfa alt başlığı </a:t>
            </a:r>
          </a:p>
          <a:p>
            <a:pPr algn="ct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24</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Segoe UI </a:t>
            </a:r>
            <a:r>
              <a:rPr lang="tr-TR" sz="1100" b="1" dirty="0" err="1">
                <a:latin typeface="Segoe UI Semibold" panose="020B0702040204020203" pitchFamily="34" charset="0"/>
                <a:cs typeface="Segoe UI Semibold" panose="020B0702040204020203" pitchFamily="34" charset="0"/>
              </a:rPr>
              <a:t>Semibold</a:t>
            </a:r>
            <a:r>
              <a:rPr lang="tr-TR" sz="1100" b="1" dirty="0">
                <a:latin typeface="Segoe UI Semibold" panose="020B0702040204020203" pitchFamily="34" charset="0"/>
                <a:cs typeface="Segoe UI Semibold" panose="020B0702040204020203" pitchFamily="34" charset="0"/>
              </a:rPr>
              <a:t> (Turuncu)</a:t>
            </a:r>
          </a:p>
        </p:txBody>
      </p:sp>
      <p:sp>
        <p:nvSpPr>
          <p:cNvPr id="35" name="Rectangle 66">
            <a:extLst>
              <a:ext uri="{FF2B5EF4-FFF2-40B4-BE49-F238E27FC236}">
                <a16:creationId xmlns:a16="http://schemas.microsoft.com/office/drawing/2014/main" id="{69E80304-205A-4DB7-A9A4-5AD6FE7DC3EA}"/>
              </a:ext>
            </a:extLst>
          </p:cNvPr>
          <p:cNvSpPr/>
          <p:nvPr/>
        </p:nvSpPr>
        <p:spPr>
          <a:xfrm>
            <a:off x="10179264" y="2930293"/>
            <a:ext cx="1080000" cy="648000"/>
          </a:xfrm>
          <a:prstGeom prst="rect">
            <a:avLst/>
          </a:prstGeom>
          <a:solidFill>
            <a:srgbClr val="FF5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latin typeface="Segoe UI" panose="020B0502040204020203" pitchFamily="34" charset="0"/>
                <a:cs typeface="Segoe UI" panose="020B0502040204020203" pitchFamily="34" charset="0"/>
              </a:rPr>
              <a:t>#FF5620</a:t>
            </a:r>
          </a:p>
        </p:txBody>
      </p:sp>
      <p:sp>
        <p:nvSpPr>
          <p:cNvPr id="36" name="Rectangle 80">
            <a:extLst>
              <a:ext uri="{FF2B5EF4-FFF2-40B4-BE49-F238E27FC236}">
                <a16:creationId xmlns:a16="http://schemas.microsoft.com/office/drawing/2014/main" id="{BECEC113-0EFA-426F-AC3D-20D20F7BC6D9}"/>
              </a:ext>
            </a:extLst>
          </p:cNvPr>
          <p:cNvSpPr/>
          <p:nvPr/>
        </p:nvSpPr>
        <p:spPr>
          <a:xfrm>
            <a:off x="10179264" y="3847319"/>
            <a:ext cx="1080000" cy="648000"/>
          </a:xfrm>
          <a:prstGeom prst="rect">
            <a:avLst/>
          </a:prstGeom>
          <a:solidFill>
            <a:srgbClr val="FF8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latin typeface="Segoe UI" panose="020B0502040204020203" pitchFamily="34" charset="0"/>
                <a:cs typeface="Segoe UI" panose="020B0502040204020203" pitchFamily="34" charset="0"/>
              </a:rPr>
              <a:t>#F7931D</a:t>
            </a:r>
          </a:p>
        </p:txBody>
      </p:sp>
      <p:sp>
        <p:nvSpPr>
          <p:cNvPr id="2" name="TextBox 1">
            <a:extLst>
              <a:ext uri="{FF2B5EF4-FFF2-40B4-BE49-F238E27FC236}">
                <a16:creationId xmlns:a16="http://schemas.microsoft.com/office/drawing/2014/main" id="{4062E82F-3355-4E8F-917D-0659DEBCB378}"/>
              </a:ext>
            </a:extLst>
          </p:cNvPr>
          <p:cNvSpPr txBox="1"/>
          <p:nvPr/>
        </p:nvSpPr>
        <p:spPr>
          <a:xfrm>
            <a:off x="409163" y="321909"/>
            <a:ext cx="2847703" cy="954107"/>
          </a:xfrm>
          <a:prstGeom prst="rect">
            <a:avLst/>
          </a:prstGeom>
          <a:noFill/>
        </p:spPr>
        <p:txBody>
          <a:bodyPr wrap="square" rtlCol="0">
            <a:spAutoFit/>
          </a:bodyPr>
          <a:lstStyle/>
          <a:p>
            <a:r>
              <a:rPr lang="tr-TR" sz="3200" dirty="0">
                <a:solidFill>
                  <a:srgbClr val="003087"/>
                </a:solidFill>
                <a:latin typeface="Segoe UI Black" panose="020B0A02040204020203" pitchFamily="34" charset="0"/>
                <a:ea typeface="Segoe UI Black" panose="020B0A02040204020203" pitchFamily="34" charset="0"/>
              </a:rPr>
              <a:t>FONTLAR</a:t>
            </a:r>
          </a:p>
          <a:p>
            <a:r>
              <a:rPr lang="tr-TR" dirty="0">
                <a:solidFill>
                  <a:srgbClr val="FF5620"/>
                </a:solidFill>
                <a:latin typeface="Segoe UI Semibold" panose="020B0702040204020203" pitchFamily="34" charset="0"/>
                <a:ea typeface="Segoe UI Black" panose="020B0A02040204020203" pitchFamily="34" charset="0"/>
                <a:cs typeface="Segoe UI Semibold" panose="020B0702040204020203" pitchFamily="34" charset="0"/>
              </a:rPr>
              <a:t>ve </a:t>
            </a:r>
            <a:r>
              <a:rPr lang="tr-TR" sz="2400" dirty="0">
                <a:solidFill>
                  <a:srgbClr val="FF5620"/>
                </a:solidFill>
                <a:latin typeface="Segoe UI Semibold" panose="020B0702040204020203" pitchFamily="34" charset="0"/>
                <a:ea typeface="Segoe UI Black" panose="020B0A02040204020203" pitchFamily="34" charset="0"/>
                <a:cs typeface="Segoe UI Semibold" panose="020B0702040204020203" pitchFamily="34" charset="0"/>
              </a:rPr>
              <a:t>RENKLER</a:t>
            </a:r>
          </a:p>
        </p:txBody>
      </p:sp>
      <p:sp>
        <p:nvSpPr>
          <p:cNvPr id="34" name="TextBox 85">
            <a:extLst>
              <a:ext uri="{FF2B5EF4-FFF2-40B4-BE49-F238E27FC236}">
                <a16:creationId xmlns:a16="http://schemas.microsoft.com/office/drawing/2014/main" id="{E1FB822E-B296-407C-ADCC-3D0BEEB9A21A}"/>
              </a:ext>
            </a:extLst>
          </p:cNvPr>
          <p:cNvSpPr txBox="1"/>
          <p:nvPr/>
        </p:nvSpPr>
        <p:spPr>
          <a:xfrm>
            <a:off x="9079155" y="3570320"/>
            <a:ext cx="771878"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Ana Renk</a:t>
            </a:r>
          </a:p>
        </p:txBody>
      </p:sp>
      <p:sp>
        <p:nvSpPr>
          <p:cNvPr id="37" name="TextBox 85">
            <a:extLst>
              <a:ext uri="{FF2B5EF4-FFF2-40B4-BE49-F238E27FC236}">
                <a16:creationId xmlns:a16="http://schemas.microsoft.com/office/drawing/2014/main" id="{04B02D68-0D45-404D-AFD8-675D9CA476F6}"/>
              </a:ext>
            </a:extLst>
          </p:cNvPr>
          <p:cNvSpPr txBox="1"/>
          <p:nvPr/>
        </p:nvSpPr>
        <p:spPr>
          <a:xfrm>
            <a:off x="10192910" y="3555793"/>
            <a:ext cx="1057854"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Yardımcı Renk</a:t>
            </a:r>
          </a:p>
        </p:txBody>
      </p:sp>
      <p:sp>
        <p:nvSpPr>
          <p:cNvPr id="38" name="TextBox 85">
            <a:extLst>
              <a:ext uri="{FF2B5EF4-FFF2-40B4-BE49-F238E27FC236}">
                <a16:creationId xmlns:a16="http://schemas.microsoft.com/office/drawing/2014/main" id="{10B12790-58BD-44DF-8BBF-260A73172C94}"/>
              </a:ext>
            </a:extLst>
          </p:cNvPr>
          <p:cNvSpPr txBox="1"/>
          <p:nvPr/>
        </p:nvSpPr>
        <p:spPr>
          <a:xfrm>
            <a:off x="8992065" y="4488334"/>
            <a:ext cx="956031"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Destek Renk</a:t>
            </a:r>
          </a:p>
        </p:txBody>
      </p:sp>
      <p:sp>
        <p:nvSpPr>
          <p:cNvPr id="39" name="TextBox 85">
            <a:extLst>
              <a:ext uri="{FF2B5EF4-FFF2-40B4-BE49-F238E27FC236}">
                <a16:creationId xmlns:a16="http://schemas.microsoft.com/office/drawing/2014/main" id="{F7EE6ACB-1918-4C90-90FF-BDA66B7EFC7A}"/>
              </a:ext>
            </a:extLst>
          </p:cNvPr>
          <p:cNvSpPr txBox="1"/>
          <p:nvPr/>
        </p:nvSpPr>
        <p:spPr>
          <a:xfrm>
            <a:off x="10253867" y="4473807"/>
            <a:ext cx="956031"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Destek Renk</a:t>
            </a:r>
          </a:p>
        </p:txBody>
      </p:sp>
      <p:sp>
        <p:nvSpPr>
          <p:cNvPr id="43" name="TextBox 85">
            <a:extLst>
              <a:ext uri="{FF2B5EF4-FFF2-40B4-BE49-F238E27FC236}">
                <a16:creationId xmlns:a16="http://schemas.microsoft.com/office/drawing/2014/main" id="{9DF3E1BD-BB8E-49B4-86DC-2D15148EB421}"/>
              </a:ext>
            </a:extLst>
          </p:cNvPr>
          <p:cNvSpPr txBox="1"/>
          <p:nvPr/>
        </p:nvSpPr>
        <p:spPr>
          <a:xfrm>
            <a:off x="9624176" y="5434532"/>
            <a:ext cx="956031"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Destek Renk</a:t>
            </a:r>
          </a:p>
        </p:txBody>
      </p:sp>
      <p:grpSp>
        <p:nvGrpSpPr>
          <p:cNvPr id="4" name="Group 3">
            <a:extLst>
              <a:ext uri="{FF2B5EF4-FFF2-40B4-BE49-F238E27FC236}">
                <a16:creationId xmlns:a16="http://schemas.microsoft.com/office/drawing/2014/main" id="{0B847D82-B0F4-4000-AF2D-BDC2CEB6861F}"/>
              </a:ext>
            </a:extLst>
          </p:cNvPr>
          <p:cNvGrpSpPr/>
          <p:nvPr/>
        </p:nvGrpSpPr>
        <p:grpSpPr>
          <a:xfrm>
            <a:off x="901007" y="1846969"/>
            <a:ext cx="5951226" cy="745140"/>
            <a:chOff x="585964" y="1846969"/>
            <a:chExt cx="5951226" cy="745140"/>
          </a:xfrm>
        </p:grpSpPr>
        <p:sp>
          <p:nvSpPr>
            <p:cNvPr id="55" name="Metin kutusu 21">
              <a:extLst>
                <a:ext uri="{FF2B5EF4-FFF2-40B4-BE49-F238E27FC236}">
                  <a16:creationId xmlns:a16="http://schemas.microsoft.com/office/drawing/2014/main" id="{F8ECCD9F-5644-422E-9EC3-A7B5FDF266DC}"/>
                </a:ext>
              </a:extLst>
            </p:cNvPr>
            <p:cNvSpPr txBox="1"/>
            <p:nvPr/>
          </p:nvSpPr>
          <p:spPr>
            <a:xfrm>
              <a:off x="585964" y="1846969"/>
              <a:ext cx="3374642" cy="745140"/>
            </a:xfrm>
            <a:prstGeom prst="rect">
              <a:avLst/>
            </a:prstGeom>
            <a:noFill/>
          </p:spPr>
          <p:txBody>
            <a:bodyPr wrap="square" rtlCol="0">
              <a:spAutoFit/>
            </a:bodyPr>
            <a:lstStyle/>
            <a:p>
              <a:pPr algn="r">
                <a:lnSpc>
                  <a:spcPts val="4500"/>
                </a:lnSpc>
              </a:pPr>
              <a:r>
                <a:rPr lang="tr-TR" sz="6600" dirty="0">
                  <a:solidFill>
                    <a:srgbClr val="003087"/>
                  </a:solidFill>
                  <a:latin typeface="Segoe UI Black" panose="020B0A02040204020203" pitchFamily="34" charset="0"/>
                  <a:ea typeface="Segoe UI Black" panose="020B0A02040204020203" pitchFamily="34" charset="0"/>
                  <a:cs typeface="Posterama" panose="020B0504020200020000" pitchFamily="34" charset="0"/>
                </a:rPr>
                <a:t>SAYI</a:t>
              </a:r>
            </a:p>
          </p:txBody>
        </p:sp>
        <p:sp>
          <p:nvSpPr>
            <p:cNvPr id="60" name="TextBox 85">
              <a:extLst>
                <a:ext uri="{FF2B5EF4-FFF2-40B4-BE49-F238E27FC236}">
                  <a16:creationId xmlns:a16="http://schemas.microsoft.com/office/drawing/2014/main" id="{3D507C19-74E4-44B7-91AE-430774F8F576}"/>
                </a:ext>
              </a:extLst>
            </p:cNvPr>
            <p:cNvSpPr txBox="1"/>
            <p:nvPr/>
          </p:nvSpPr>
          <p:spPr>
            <a:xfrm>
              <a:off x="4590631" y="1863493"/>
              <a:ext cx="1946559" cy="307777"/>
            </a:xfrm>
            <a:prstGeom prst="rect">
              <a:avLst/>
            </a:prstGeom>
            <a:noFill/>
          </p:spPr>
          <p:txBody>
            <a:bodyPr wrap="none" rtlCol="0">
              <a:spAutoFit/>
            </a:bodyPr>
            <a:lstStyle/>
            <a:p>
              <a:r>
                <a:rPr lang="tr-TR" sz="1400" dirty="0">
                  <a:solidFill>
                    <a:srgbClr val="4D4D4D"/>
                  </a:solidFill>
                  <a:latin typeface="Calibri" panose="020F0502020204030204" pitchFamily="34" charset="0"/>
                  <a:cs typeface="Calibri" panose="020F0502020204030204" pitchFamily="34" charset="0"/>
                </a:rPr>
                <a:t>66 punto Segoe UI Black</a:t>
              </a:r>
            </a:p>
          </p:txBody>
        </p:sp>
        <p:cxnSp>
          <p:nvCxnSpPr>
            <p:cNvPr id="61" name="Düz Ok Bağlayıcısı 33">
              <a:extLst>
                <a:ext uri="{FF2B5EF4-FFF2-40B4-BE49-F238E27FC236}">
                  <a16:creationId xmlns:a16="http://schemas.microsoft.com/office/drawing/2014/main" id="{E9EA1D90-3F72-4D5B-9157-F5809076768B}"/>
                </a:ext>
              </a:extLst>
            </p:cNvPr>
            <p:cNvCxnSpPr>
              <a:cxnSpLocks/>
            </p:cNvCxnSpPr>
            <p:nvPr/>
          </p:nvCxnSpPr>
          <p:spPr>
            <a:xfrm flipV="1">
              <a:off x="3949213" y="2017382"/>
              <a:ext cx="593015" cy="557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4B4EB19-18D1-4D70-A5ED-AF66DE7AEA28}"/>
                </a:ext>
              </a:extLst>
            </p:cNvPr>
            <p:cNvSpPr/>
            <p:nvPr/>
          </p:nvSpPr>
          <p:spPr>
            <a:xfrm>
              <a:off x="1177445" y="2256360"/>
              <a:ext cx="2863156" cy="307777"/>
            </a:xfrm>
            <a:prstGeom prst="rect">
              <a:avLst/>
            </a:prstGeom>
          </p:spPr>
          <p:txBody>
            <a:bodyPr wrap="none">
              <a:spAutoFit/>
            </a:bodyPr>
            <a:lstStyle/>
            <a:p>
              <a:r>
                <a:rPr lang="tr-TR" sz="1400" cap="all" dirty="0">
                  <a:solidFill>
                    <a:srgbClr val="043389"/>
                  </a:solidFill>
                  <a:latin typeface="Calibri" panose="020F0502020204030204" pitchFamily="34" charset="0"/>
                  <a:cs typeface="Calibri" panose="020F0502020204030204" pitchFamily="34" charset="0"/>
                </a:rPr>
                <a:t>VURGULANMASI GEREKEN SAYILAR</a:t>
              </a:r>
            </a:p>
          </p:txBody>
        </p:sp>
      </p:grpSp>
    </p:spTree>
    <p:extLst>
      <p:ext uri="{BB962C8B-B14F-4D97-AF65-F5344CB8AC3E}">
        <p14:creationId xmlns:p14="http://schemas.microsoft.com/office/powerpoint/2010/main" val="391152595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10">
            <a:extLst>
              <a:ext uri="{FF2B5EF4-FFF2-40B4-BE49-F238E27FC236}">
                <a16:creationId xmlns:a16="http://schemas.microsoft.com/office/drawing/2014/main" id="{E7752EB9-CF19-4FF1-B3AE-5C987830E8C4}"/>
              </a:ext>
            </a:extLst>
          </p:cNvPr>
          <p:cNvSpPr/>
          <p:nvPr/>
        </p:nvSpPr>
        <p:spPr>
          <a:xfrm>
            <a:off x="505969" y="1333500"/>
            <a:ext cx="7672832" cy="4779917"/>
          </a:xfrm>
          <a:prstGeom prst="roundRect">
            <a:avLst>
              <a:gd name="adj" fmla="val 4783"/>
            </a:avLst>
          </a:prstGeom>
          <a:noFill/>
          <a:ln>
            <a:solidFill>
              <a:schemeClr val="bg1">
                <a:lumMod val="75000"/>
                <a:alpha val="50000"/>
              </a:schemeClr>
            </a:solidFill>
          </a:ln>
        </p:spPr>
        <p:style>
          <a:lnRef idx="2">
            <a:schemeClr val="accent4"/>
          </a:lnRef>
          <a:fillRef idx="1">
            <a:schemeClr val="lt1"/>
          </a:fillRef>
          <a:effectRef idx="0">
            <a:schemeClr val="accent4"/>
          </a:effectRef>
          <a:fontRef idx="minor">
            <a:schemeClr val="dk1"/>
          </a:fontRef>
        </p:style>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27" name="Metin kutusu 22">
            <a:extLst>
              <a:ext uri="{FF2B5EF4-FFF2-40B4-BE49-F238E27FC236}">
                <a16:creationId xmlns:a16="http://schemas.microsoft.com/office/drawing/2014/main" id="{02086A2F-8EB4-4BB8-AF77-4FB35ED97464}"/>
              </a:ext>
            </a:extLst>
          </p:cNvPr>
          <p:cNvSpPr txBox="1"/>
          <p:nvPr/>
        </p:nvSpPr>
        <p:spPr>
          <a:xfrm>
            <a:off x="1097863" y="2486301"/>
            <a:ext cx="3237412" cy="461665"/>
          </a:xfrm>
          <a:prstGeom prst="rect">
            <a:avLst/>
          </a:prstGeom>
          <a:noFill/>
        </p:spPr>
        <p:txBody>
          <a:bodyPr wrap="square" rtlCol="0">
            <a:spAutoFit/>
          </a:bodyPr>
          <a:lstStyle/>
          <a:p>
            <a:pPr algn="r"/>
            <a:r>
              <a:rPr lang="tr-TR" sz="2400" dirty="0">
                <a:solidFill>
                  <a:srgbClr val="4D4D4D"/>
                </a:solidFill>
                <a:latin typeface="Segoe UI Black" panose="020B0A02040204020203" pitchFamily="34" charset="0"/>
                <a:ea typeface="Segoe UI Black" panose="020B0A02040204020203" pitchFamily="34" charset="0"/>
                <a:cs typeface="Segoe UI" panose="020B0502040204020203" pitchFamily="34" charset="0"/>
              </a:rPr>
              <a:t>PARAGRAF BAŞLIĞI</a:t>
            </a:r>
          </a:p>
        </p:txBody>
      </p:sp>
      <p:cxnSp>
        <p:nvCxnSpPr>
          <p:cNvPr id="30" name="Düz Ok Bağlayıcısı 77">
            <a:extLst>
              <a:ext uri="{FF2B5EF4-FFF2-40B4-BE49-F238E27FC236}">
                <a16:creationId xmlns:a16="http://schemas.microsoft.com/office/drawing/2014/main" id="{1F9E5E4E-2EB2-4009-96C5-E32BF977557F}"/>
              </a:ext>
            </a:extLst>
          </p:cNvPr>
          <p:cNvCxnSpPr>
            <a:cxnSpLocks/>
          </p:cNvCxnSpPr>
          <p:nvPr/>
        </p:nvCxnSpPr>
        <p:spPr>
          <a:xfrm flipV="1">
            <a:off x="4349811" y="2711198"/>
            <a:ext cx="593015" cy="557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85">
            <a:extLst>
              <a:ext uri="{FF2B5EF4-FFF2-40B4-BE49-F238E27FC236}">
                <a16:creationId xmlns:a16="http://schemas.microsoft.com/office/drawing/2014/main" id="{32D731E2-5F7B-48E5-8422-F8C29988EE87}"/>
              </a:ext>
            </a:extLst>
          </p:cNvPr>
          <p:cNvSpPr txBox="1"/>
          <p:nvPr/>
        </p:nvSpPr>
        <p:spPr>
          <a:xfrm>
            <a:off x="4980776" y="2547768"/>
            <a:ext cx="1946559" cy="307777"/>
          </a:xfrm>
          <a:prstGeom prst="rect">
            <a:avLst/>
          </a:prstGeom>
          <a:noFill/>
        </p:spPr>
        <p:txBody>
          <a:bodyPr wrap="none" rtlCol="0">
            <a:spAutoFit/>
          </a:bodyPr>
          <a:lstStyle/>
          <a:p>
            <a:r>
              <a:rPr lang="tr-TR" sz="1400" dirty="0">
                <a:solidFill>
                  <a:srgbClr val="4D4D4D"/>
                </a:solidFill>
                <a:latin typeface="Calibri" panose="020F0502020204030204" pitchFamily="34" charset="0"/>
                <a:cs typeface="Calibri" panose="020F0502020204030204" pitchFamily="34" charset="0"/>
              </a:rPr>
              <a:t>24 punto Segoe UI Black</a:t>
            </a:r>
          </a:p>
        </p:txBody>
      </p:sp>
      <p:sp>
        <p:nvSpPr>
          <p:cNvPr id="32" name="Metin kutusu 22">
            <a:extLst>
              <a:ext uri="{FF2B5EF4-FFF2-40B4-BE49-F238E27FC236}">
                <a16:creationId xmlns:a16="http://schemas.microsoft.com/office/drawing/2014/main" id="{D670E931-41EB-49F4-B381-F60FB6D7D1B2}"/>
              </a:ext>
            </a:extLst>
          </p:cNvPr>
          <p:cNvSpPr txBox="1"/>
          <p:nvPr/>
        </p:nvSpPr>
        <p:spPr>
          <a:xfrm>
            <a:off x="861134" y="3282053"/>
            <a:ext cx="3474142" cy="646331"/>
          </a:xfrm>
          <a:prstGeom prst="rect">
            <a:avLst/>
          </a:prstGeom>
          <a:noFill/>
        </p:spPr>
        <p:txBody>
          <a:bodyPr wrap="square" rtlCol="0">
            <a:spAutoFit/>
          </a:bodyPr>
          <a:lstStyle/>
          <a:p>
            <a:pPr algn="r"/>
            <a:r>
              <a:rPr lang="tr-TR" b="1" dirty="0">
                <a:solidFill>
                  <a:srgbClr val="003087"/>
                </a:solidFill>
                <a:latin typeface="Segoe UI" panose="020B0502040204020203" pitchFamily="34" charset="0"/>
                <a:ea typeface="Source Sans Pro" panose="020B0503030403020204" pitchFamily="34" charset="0"/>
                <a:cs typeface="Segoe UI" panose="020B0502040204020203" pitchFamily="34" charset="0"/>
              </a:rPr>
              <a:t>TABLO - GRAFİK BAŞLIKLARI ve ANA MADDELER</a:t>
            </a:r>
            <a:endParaRPr lang="tr-TR" dirty="0">
              <a:solidFill>
                <a:srgbClr val="003087"/>
              </a:solidFill>
              <a:latin typeface="Segoe UI" panose="020B0502040204020203" pitchFamily="34" charset="0"/>
              <a:ea typeface="Source Sans Pro" panose="020B0503030403020204" pitchFamily="34" charset="0"/>
              <a:cs typeface="Segoe UI" panose="020B0502040204020203" pitchFamily="34" charset="0"/>
            </a:endParaRPr>
          </a:p>
        </p:txBody>
      </p:sp>
      <p:cxnSp>
        <p:nvCxnSpPr>
          <p:cNvPr id="33" name="Düz Ok Bağlayıcısı 77">
            <a:extLst>
              <a:ext uri="{FF2B5EF4-FFF2-40B4-BE49-F238E27FC236}">
                <a16:creationId xmlns:a16="http://schemas.microsoft.com/office/drawing/2014/main" id="{3ED58304-E6A9-4330-AB30-E719AB9F172F}"/>
              </a:ext>
            </a:extLst>
          </p:cNvPr>
          <p:cNvCxnSpPr>
            <a:cxnSpLocks/>
          </p:cNvCxnSpPr>
          <p:nvPr/>
        </p:nvCxnSpPr>
        <p:spPr>
          <a:xfrm flipV="1">
            <a:off x="4349811" y="3504361"/>
            <a:ext cx="593015" cy="557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85">
            <a:extLst>
              <a:ext uri="{FF2B5EF4-FFF2-40B4-BE49-F238E27FC236}">
                <a16:creationId xmlns:a16="http://schemas.microsoft.com/office/drawing/2014/main" id="{EAB094B6-E4BB-4EDC-9993-E57425BE2826}"/>
              </a:ext>
            </a:extLst>
          </p:cNvPr>
          <p:cNvSpPr txBox="1"/>
          <p:nvPr/>
        </p:nvSpPr>
        <p:spPr>
          <a:xfrm>
            <a:off x="4980776" y="3315674"/>
            <a:ext cx="2598212" cy="307777"/>
          </a:xfrm>
          <a:prstGeom prst="rect">
            <a:avLst/>
          </a:prstGeom>
          <a:noFill/>
        </p:spPr>
        <p:txBody>
          <a:bodyPr wrap="none" rtlCol="0">
            <a:spAutoFit/>
          </a:bodyPr>
          <a:lstStyle/>
          <a:p>
            <a:r>
              <a:rPr lang="tr-TR" sz="1400" dirty="0">
                <a:solidFill>
                  <a:srgbClr val="4D4D4D"/>
                </a:solidFill>
                <a:latin typeface="Calibri" panose="020F0502020204030204" pitchFamily="34" charset="0"/>
                <a:cs typeface="Calibri" panose="020F0502020204030204" pitchFamily="34" charset="0"/>
              </a:rPr>
              <a:t>18 veya 22 punto Segoe UI (</a:t>
            </a:r>
            <a:r>
              <a:rPr lang="tr-TR" sz="1400" dirty="0" err="1">
                <a:solidFill>
                  <a:srgbClr val="4D4D4D"/>
                </a:solidFill>
                <a:latin typeface="Calibri" panose="020F0502020204030204" pitchFamily="34" charset="0"/>
                <a:cs typeface="Calibri" panose="020F0502020204030204" pitchFamily="34" charset="0"/>
              </a:rPr>
              <a:t>Bold</a:t>
            </a:r>
            <a:r>
              <a:rPr lang="tr-TR" sz="1400" dirty="0">
                <a:solidFill>
                  <a:srgbClr val="4D4D4D"/>
                </a:solidFill>
                <a:latin typeface="Calibri" panose="020F0502020204030204" pitchFamily="34" charset="0"/>
                <a:cs typeface="Calibri" panose="020F0502020204030204" pitchFamily="34" charset="0"/>
              </a:rPr>
              <a:t>)</a:t>
            </a:r>
          </a:p>
        </p:txBody>
      </p:sp>
      <p:sp>
        <p:nvSpPr>
          <p:cNvPr id="69" name="Rounded Rectangle 10">
            <a:extLst>
              <a:ext uri="{FF2B5EF4-FFF2-40B4-BE49-F238E27FC236}">
                <a16:creationId xmlns:a16="http://schemas.microsoft.com/office/drawing/2014/main" id="{6CE774A8-42CE-44BA-A594-010A8D791DF1}"/>
              </a:ext>
            </a:extLst>
          </p:cNvPr>
          <p:cNvSpPr/>
          <p:nvPr/>
        </p:nvSpPr>
        <p:spPr>
          <a:xfrm>
            <a:off x="8428882" y="1333500"/>
            <a:ext cx="3257150" cy="4779917"/>
          </a:xfrm>
          <a:prstGeom prst="roundRect">
            <a:avLst>
              <a:gd name="adj" fmla="val 10195"/>
            </a:avLst>
          </a:prstGeom>
          <a:noFill/>
          <a:ln>
            <a:solidFill>
              <a:schemeClr val="bg1">
                <a:lumMod val="75000"/>
                <a:alpha val="50000"/>
              </a:schemeClr>
            </a:solidFill>
          </a:ln>
        </p:spPr>
        <p:style>
          <a:lnRef idx="2">
            <a:schemeClr val="accent4"/>
          </a:lnRef>
          <a:fillRef idx="1">
            <a:schemeClr val="lt1"/>
          </a:fillRef>
          <a:effectRef idx="0">
            <a:schemeClr val="accent4"/>
          </a:effectRef>
          <a:fontRef idx="minor">
            <a:schemeClr val="dk1"/>
          </a:fontRef>
        </p:style>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56" name="TextBox 55">
            <a:extLst>
              <a:ext uri="{FF2B5EF4-FFF2-40B4-BE49-F238E27FC236}">
                <a16:creationId xmlns:a16="http://schemas.microsoft.com/office/drawing/2014/main" id="{DBE5A6CD-2699-46F9-B5CF-818B4196A824}"/>
              </a:ext>
            </a:extLst>
          </p:cNvPr>
          <p:cNvSpPr txBox="1"/>
          <p:nvPr/>
        </p:nvSpPr>
        <p:spPr>
          <a:xfrm>
            <a:off x="409163" y="321909"/>
            <a:ext cx="2847703" cy="954107"/>
          </a:xfrm>
          <a:prstGeom prst="rect">
            <a:avLst/>
          </a:prstGeom>
          <a:noFill/>
        </p:spPr>
        <p:txBody>
          <a:bodyPr wrap="square" rtlCol="0">
            <a:spAutoFit/>
          </a:bodyPr>
          <a:lstStyle/>
          <a:p>
            <a:r>
              <a:rPr lang="tr-TR" sz="3200" dirty="0">
                <a:solidFill>
                  <a:srgbClr val="003087"/>
                </a:solidFill>
                <a:latin typeface="Segoe UI Black" panose="020B0A02040204020203" pitchFamily="34" charset="0"/>
                <a:ea typeface="Segoe UI Black" panose="020B0A02040204020203" pitchFamily="34" charset="0"/>
              </a:rPr>
              <a:t>FONTLAR</a:t>
            </a:r>
          </a:p>
          <a:p>
            <a:r>
              <a:rPr lang="tr-TR" dirty="0">
                <a:solidFill>
                  <a:srgbClr val="FF5620"/>
                </a:solidFill>
                <a:latin typeface="Segoe UI Semibold" panose="020B0702040204020203" pitchFamily="34" charset="0"/>
                <a:ea typeface="Segoe UI Black" panose="020B0A02040204020203" pitchFamily="34" charset="0"/>
                <a:cs typeface="Segoe UI Semibold" panose="020B0702040204020203" pitchFamily="34" charset="0"/>
              </a:rPr>
              <a:t>ve </a:t>
            </a:r>
            <a:r>
              <a:rPr lang="tr-TR" sz="2400" dirty="0">
                <a:solidFill>
                  <a:srgbClr val="FF5620"/>
                </a:solidFill>
                <a:latin typeface="Segoe UI Semibold" panose="020B0702040204020203" pitchFamily="34" charset="0"/>
                <a:ea typeface="Segoe UI Black" panose="020B0A02040204020203" pitchFamily="34" charset="0"/>
                <a:cs typeface="Segoe UI Semibold" panose="020B0702040204020203" pitchFamily="34" charset="0"/>
              </a:rPr>
              <a:t>RENKLER</a:t>
            </a:r>
          </a:p>
        </p:txBody>
      </p:sp>
      <p:sp>
        <p:nvSpPr>
          <p:cNvPr id="64" name="Rectangle 66">
            <a:extLst>
              <a:ext uri="{FF2B5EF4-FFF2-40B4-BE49-F238E27FC236}">
                <a16:creationId xmlns:a16="http://schemas.microsoft.com/office/drawing/2014/main" id="{0FAF2BC4-37C0-48E3-921C-16AC0E23D996}"/>
              </a:ext>
            </a:extLst>
          </p:cNvPr>
          <p:cNvSpPr/>
          <p:nvPr/>
        </p:nvSpPr>
        <p:spPr>
          <a:xfrm>
            <a:off x="8925094" y="2937953"/>
            <a:ext cx="1080000" cy="648000"/>
          </a:xfrm>
          <a:prstGeom prst="rect">
            <a:avLst/>
          </a:prstGeom>
          <a:solidFill>
            <a:srgbClr val="002D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latin typeface="Segoe UI" panose="020B0502040204020203" pitchFamily="34" charset="0"/>
                <a:cs typeface="Segoe UI" panose="020B0502040204020203" pitchFamily="34" charset="0"/>
              </a:rPr>
              <a:t>#002D7A</a:t>
            </a:r>
          </a:p>
        </p:txBody>
      </p:sp>
      <p:sp>
        <p:nvSpPr>
          <p:cNvPr id="65" name="Rectangle 80">
            <a:extLst>
              <a:ext uri="{FF2B5EF4-FFF2-40B4-BE49-F238E27FC236}">
                <a16:creationId xmlns:a16="http://schemas.microsoft.com/office/drawing/2014/main" id="{6F80ECDA-CB86-4BA3-8E70-1A5C60606B4D}"/>
              </a:ext>
            </a:extLst>
          </p:cNvPr>
          <p:cNvSpPr/>
          <p:nvPr/>
        </p:nvSpPr>
        <p:spPr>
          <a:xfrm>
            <a:off x="8925094" y="3854979"/>
            <a:ext cx="1080000" cy="648000"/>
          </a:xfrm>
          <a:prstGeom prst="rect">
            <a:avLst/>
          </a:prstGeom>
          <a:solidFill>
            <a:srgbClr val="0777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latin typeface="Segoe UI" panose="020B0502040204020203" pitchFamily="34" charset="0"/>
                <a:cs typeface="Segoe UI" panose="020B0502040204020203" pitchFamily="34" charset="0"/>
              </a:rPr>
              <a:t>#F7931D</a:t>
            </a:r>
          </a:p>
        </p:txBody>
      </p:sp>
      <p:sp>
        <p:nvSpPr>
          <p:cNvPr id="66" name="Rectangle 80">
            <a:extLst>
              <a:ext uri="{FF2B5EF4-FFF2-40B4-BE49-F238E27FC236}">
                <a16:creationId xmlns:a16="http://schemas.microsoft.com/office/drawing/2014/main" id="{643B23E8-AA95-4B3D-A835-44C1B5BE729B}"/>
              </a:ext>
            </a:extLst>
          </p:cNvPr>
          <p:cNvSpPr/>
          <p:nvPr/>
        </p:nvSpPr>
        <p:spPr>
          <a:xfrm>
            <a:off x="9567606" y="4786845"/>
            <a:ext cx="1080000" cy="648000"/>
          </a:xfrm>
          <a:prstGeom prst="rect">
            <a:avLst/>
          </a:prstGeom>
          <a:solidFill>
            <a:srgbClr val="EBEB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solidFill>
                  <a:schemeClr val="tx1">
                    <a:lumMod val="75000"/>
                  </a:schemeClr>
                </a:solidFill>
                <a:latin typeface="Segoe UI" panose="020B0502040204020203" pitchFamily="34" charset="0"/>
                <a:cs typeface="Segoe UI" panose="020B0502040204020203" pitchFamily="34" charset="0"/>
              </a:rPr>
              <a:t>#4D4D4D</a:t>
            </a:r>
          </a:p>
        </p:txBody>
      </p:sp>
      <p:sp>
        <p:nvSpPr>
          <p:cNvPr id="67" name="TextBox 4">
            <a:extLst>
              <a:ext uri="{FF2B5EF4-FFF2-40B4-BE49-F238E27FC236}">
                <a16:creationId xmlns:a16="http://schemas.microsoft.com/office/drawing/2014/main" id="{04615298-3E00-4545-A6A3-E5FCD532D915}"/>
              </a:ext>
            </a:extLst>
          </p:cNvPr>
          <p:cNvSpPr txBox="1"/>
          <p:nvPr/>
        </p:nvSpPr>
        <p:spPr>
          <a:xfrm>
            <a:off x="9595629" y="2457225"/>
            <a:ext cx="960519" cy="307777"/>
          </a:xfrm>
          <a:prstGeom prst="rect">
            <a:avLst/>
          </a:prstGeom>
          <a:noFill/>
        </p:spPr>
        <p:txBody>
          <a:bodyPr wrap="none" rtlCol="0">
            <a:spAutoFit/>
          </a:bodyPr>
          <a:lstStyle/>
          <a:p>
            <a:r>
              <a:rPr lang="tr-TR" sz="1400" b="1" dirty="0">
                <a:solidFill>
                  <a:srgbClr val="4D4D4D"/>
                </a:solidFill>
                <a:latin typeface="Segoe UI" panose="020B0502040204020203" pitchFamily="34" charset="0"/>
                <a:ea typeface="Source Sans Pro" panose="020B0503030403020204" pitchFamily="34" charset="0"/>
                <a:cs typeface="Segoe UI" panose="020B0502040204020203" pitchFamily="34" charset="0"/>
              </a:rPr>
              <a:t>RENKLER</a:t>
            </a:r>
          </a:p>
        </p:txBody>
      </p:sp>
      <p:sp>
        <p:nvSpPr>
          <p:cNvPr id="68" name="Rectangle 66">
            <a:extLst>
              <a:ext uri="{FF2B5EF4-FFF2-40B4-BE49-F238E27FC236}">
                <a16:creationId xmlns:a16="http://schemas.microsoft.com/office/drawing/2014/main" id="{9B2B4006-E05C-4BBA-AAF2-BB4C650A06C7}"/>
              </a:ext>
            </a:extLst>
          </p:cNvPr>
          <p:cNvSpPr/>
          <p:nvPr/>
        </p:nvSpPr>
        <p:spPr>
          <a:xfrm>
            <a:off x="10179264" y="2930293"/>
            <a:ext cx="1080000" cy="648000"/>
          </a:xfrm>
          <a:prstGeom prst="rect">
            <a:avLst/>
          </a:prstGeom>
          <a:solidFill>
            <a:srgbClr val="FF5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latin typeface="Segoe UI" panose="020B0502040204020203" pitchFamily="34" charset="0"/>
                <a:cs typeface="Segoe UI" panose="020B0502040204020203" pitchFamily="34" charset="0"/>
              </a:rPr>
              <a:t>#FF5620</a:t>
            </a:r>
          </a:p>
        </p:txBody>
      </p:sp>
      <p:sp>
        <p:nvSpPr>
          <p:cNvPr id="70" name="Rectangle 80">
            <a:extLst>
              <a:ext uri="{FF2B5EF4-FFF2-40B4-BE49-F238E27FC236}">
                <a16:creationId xmlns:a16="http://schemas.microsoft.com/office/drawing/2014/main" id="{3C5AA70E-A677-4B56-A7CA-64C1DA9F29C8}"/>
              </a:ext>
            </a:extLst>
          </p:cNvPr>
          <p:cNvSpPr/>
          <p:nvPr/>
        </p:nvSpPr>
        <p:spPr>
          <a:xfrm>
            <a:off x="10179264" y="3847319"/>
            <a:ext cx="1080000" cy="648000"/>
          </a:xfrm>
          <a:prstGeom prst="rect">
            <a:avLst/>
          </a:prstGeom>
          <a:solidFill>
            <a:srgbClr val="FF8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latin typeface="Segoe UI" panose="020B0502040204020203" pitchFamily="34" charset="0"/>
                <a:cs typeface="Segoe UI" panose="020B0502040204020203" pitchFamily="34" charset="0"/>
              </a:rPr>
              <a:t>#F7931D</a:t>
            </a:r>
          </a:p>
        </p:txBody>
      </p:sp>
      <p:sp>
        <p:nvSpPr>
          <p:cNvPr id="71" name="TextBox 85">
            <a:extLst>
              <a:ext uri="{FF2B5EF4-FFF2-40B4-BE49-F238E27FC236}">
                <a16:creationId xmlns:a16="http://schemas.microsoft.com/office/drawing/2014/main" id="{11261E1A-BDA9-4614-AA4D-D46F2BE93BF3}"/>
              </a:ext>
            </a:extLst>
          </p:cNvPr>
          <p:cNvSpPr txBox="1"/>
          <p:nvPr/>
        </p:nvSpPr>
        <p:spPr>
          <a:xfrm>
            <a:off x="9079155" y="3570320"/>
            <a:ext cx="771878"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Ana Renk</a:t>
            </a:r>
          </a:p>
        </p:txBody>
      </p:sp>
      <p:sp>
        <p:nvSpPr>
          <p:cNvPr id="73" name="TextBox 85">
            <a:extLst>
              <a:ext uri="{FF2B5EF4-FFF2-40B4-BE49-F238E27FC236}">
                <a16:creationId xmlns:a16="http://schemas.microsoft.com/office/drawing/2014/main" id="{6706B82C-286C-484E-8F81-266849C9109D}"/>
              </a:ext>
            </a:extLst>
          </p:cNvPr>
          <p:cNvSpPr txBox="1"/>
          <p:nvPr/>
        </p:nvSpPr>
        <p:spPr>
          <a:xfrm>
            <a:off x="8992065" y="4488334"/>
            <a:ext cx="956031"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Destek Renk</a:t>
            </a:r>
          </a:p>
        </p:txBody>
      </p:sp>
      <p:sp>
        <p:nvSpPr>
          <p:cNvPr id="74" name="TextBox 85">
            <a:extLst>
              <a:ext uri="{FF2B5EF4-FFF2-40B4-BE49-F238E27FC236}">
                <a16:creationId xmlns:a16="http://schemas.microsoft.com/office/drawing/2014/main" id="{FC1C6E94-D8ED-4413-B85C-4D8F8825E354}"/>
              </a:ext>
            </a:extLst>
          </p:cNvPr>
          <p:cNvSpPr txBox="1"/>
          <p:nvPr/>
        </p:nvSpPr>
        <p:spPr>
          <a:xfrm>
            <a:off x="10253867" y="4473807"/>
            <a:ext cx="956031"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Destek Renk</a:t>
            </a:r>
          </a:p>
        </p:txBody>
      </p:sp>
      <p:sp>
        <p:nvSpPr>
          <p:cNvPr id="75" name="TextBox 85">
            <a:extLst>
              <a:ext uri="{FF2B5EF4-FFF2-40B4-BE49-F238E27FC236}">
                <a16:creationId xmlns:a16="http://schemas.microsoft.com/office/drawing/2014/main" id="{4EC94BB0-EBD6-40D5-8B0C-099EA97450CF}"/>
              </a:ext>
            </a:extLst>
          </p:cNvPr>
          <p:cNvSpPr txBox="1"/>
          <p:nvPr/>
        </p:nvSpPr>
        <p:spPr>
          <a:xfrm>
            <a:off x="9624176" y="5434532"/>
            <a:ext cx="956031"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Destek Renk</a:t>
            </a:r>
          </a:p>
        </p:txBody>
      </p:sp>
      <p:sp>
        <p:nvSpPr>
          <p:cNvPr id="76" name="TextBox 85">
            <a:extLst>
              <a:ext uri="{FF2B5EF4-FFF2-40B4-BE49-F238E27FC236}">
                <a16:creationId xmlns:a16="http://schemas.microsoft.com/office/drawing/2014/main" id="{E94AE620-4DB0-4A3F-933C-DF205BAB193B}"/>
              </a:ext>
            </a:extLst>
          </p:cNvPr>
          <p:cNvSpPr txBox="1"/>
          <p:nvPr/>
        </p:nvSpPr>
        <p:spPr>
          <a:xfrm>
            <a:off x="10192910" y="3555793"/>
            <a:ext cx="1057854" cy="276999"/>
          </a:xfrm>
          <a:prstGeom prst="rect">
            <a:avLst/>
          </a:prstGeom>
          <a:noFill/>
        </p:spPr>
        <p:txBody>
          <a:bodyPr wrap="none" rtlCol="0">
            <a:spAutoFit/>
          </a:bodyPr>
          <a:lstStyle/>
          <a:p>
            <a:r>
              <a:rPr lang="tr-TR" sz="1200" dirty="0">
                <a:solidFill>
                  <a:srgbClr val="4D4D4D"/>
                </a:solidFill>
                <a:latin typeface="Calibri" panose="020F0502020204030204" pitchFamily="34" charset="0"/>
                <a:cs typeface="Calibri" panose="020F0502020204030204" pitchFamily="34" charset="0"/>
              </a:rPr>
              <a:t>Yardımcı Renk</a:t>
            </a:r>
          </a:p>
        </p:txBody>
      </p:sp>
      <p:sp>
        <p:nvSpPr>
          <p:cNvPr id="37" name="TextBox 85">
            <a:extLst>
              <a:ext uri="{FF2B5EF4-FFF2-40B4-BE49-F238E27FC236}">
                <a16:creationId xmlns:a16="http://schemas.microsoft.com/office/drawing/2014/main" id="{9DB9B3DD-8B42-438A-B17C-2B89EF83B832}"/>
              </a:ext>
            </a:extLst>
          </p:cNvPr>
          <p:cNvSpPr txBox="1"/>
          <p:nvPr/>
        </p:nvSpPr>
        <p:spPr>
          <a:xfrm>
            <a:off x="4938951" y="4985060"/>
            <a:ext cx="3042243" cy="307777"/>
          </a:xfrm>
          <a:prstGeom prst="rect">
            <a:avLst/>
          </a:prstGeom>
          <a:noFill/>
        </p:spPr>
        <p:txBody>
          <a:bodyPr wrap="none" rtlCol="0">
            <a:spAutoFit/>
          </a:bodyPr>
          <a:lstStyle/>
          <a:p>
            <a:r>
              <a:rPr lang="tr-TR" sz="1400" dirty="0">
                <a:solidFill>
                  <a:srgbClr val="4D4D4D"/>
                </a:solidFill>
                <a:latin typeface="Calibri" panose="020F0502020204030204" pitchFamily="34" charset="0"/>
                <a:cs typeface="Calibri" panose="020F0502020204030204" pitchFamily="34" charset="0"/>
              </a:rPr>
              <a:t>16 punto Segoe UI </a:t>
            </a:r>
            <a:r>
              <a:rPr lang="tr-TR" sz="1400" dirty="0" err="1">
                <a:solidFill>
                  <a:srgbClr val="4D4D4D"/>
                </a:solidFill>
                <a:latin typeface="Calibri" panose="020F0502020204030204" pitchFamily="34" charset="0"/>
                <a:cs typeface="Calibri" panose="020F0502020204030204" pitchFamily="34" charset="0"/>
              </a:rPr>
              <a:t>Semibold</a:t>
            </a:r>
            <a:r>
              <a:rPr lang="tr-TR" sz="1400" dirty="0">
                <a:solidFill>
                  <a:srgbClr val="4D4D4D"/>
                </a:solidFill>
                <a:latin typeface="Calibri" panose="020F0502020204030204" pitchFamily="34" charset="0"/>
                <a:cs typeface="Calibri" panose="020F0502020204030204" pitchFamily="34" charset="0"/>
              </a:rPr>
              <a:t> veya Black</a:t>
            </a:r>
          </a:p>
        </p:txBody>
      </p:sp>
      <p:cxnSp>
        <p:nvCxnSpPr>
          <p:cNvPr id="38" name="Düz Ok Bağlayıcısı 78">
            <a:extLst>
              <a:ext uri="{FF2B5EF4-FFF2-40B4-BE49-F238E27FC236}">
                <a16:creationId xmlns:a16="http://schemas.microsoft.com/office/drawing/2014/main" id="{F90A48F3-53A9-4FE4-82E0-3A14EFB451F2}"/>
              </a:ext>
            </a:extLst>
          </p:cNvPr>
          <p:cNvCxnSpPr>
            <a:cxnSpLocks/>
          </p:cNvCxnSpPr>
          <p:nvPr/>
        </p:nvCxnSpPr>
        <p:spPr>
          <a:xfrm flipV="1">
            <a:off x="4307986" y="5102317"/>
            <a:ext cx="593015" cy="557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Metin kutusu 22">
            <a:extLst>
              <a:ext uri="{FF2B5EF4-FFF2-40B4-BE49-F238E27FC236}">
                <a16:creationId xmlns:a16="http://schemas.microsoft.com/office/drawing/2014/main" id="{878D6C41-59A0-483F-8787-D16651872A07}"/>
              </a:ext>
            </a:extLst>
          </p:cNvPr>
          <p:cNvSpPr txBox="1"/>
          <p:nvPr/>
        </p:nvSpPr>
        <p:spPr>
          <a:xfrm>
            <a:off x="2220281" y="4950329"/>
            <a:ext cx="2073169" cy="338554"/>
          </a:xfrm>
          <a:prstGeom prst="rect">
            <a:avLst/>
          </a:prstGeom>
          <a:noFill/>
        </p:spPr>
        <p:txBody>
          <a:bodyPr wrap="square" rtlCol="0">
            <a:spAutoFit/>
          </a:bodyPr>
          <a:lstStyle/>
          <a:p>
            <a:pPr algn="r"/>
            <a:r>
              <a:rPr lang="tr-TR" sz="1600" dirty="0">
                <a:solidFill>
                  <a:srgbClr val="4D4D4D"/>
                </a:solidFill>
                <a:latin typeface="Segoe UI Semibold" panose="020B0702040204020203" pitchFamily="34" charset="0"/>
                <a:ea typeface="Source Sans Pro" panose="020B0503030403020204" pitchFamily="34" charset="0"/>
                <a:cs typeface="Segoe UI Semibold" panose="020B0702040204020203" pitchFamily="34" charset="0"/>
              </a:rPr>
              <a:t>Tablo içi metin</a:t>
            </a:r>
          </a:p>
        </p:txBody>
      </p:sp>
      <p:sp>
        <p:nvSpPr>
          <p:cNvPr id="47" name="TextBox 85">
            <a:extLst>
              <a:ext uri="{FF2B5EF4-FFF2-40B4-BE49-F238E27FC236}">
                <a16:creationId xmlns:a16="http://schemas.microsoft.com/office/drawing/2014/main" id="{0B35D190-429B-4DEA-9995-4FB2C8E03EBA}"/>
              </a:ext>
            </a:extLst>
          </p:cNvPr>
          <p:cNvSpPr txBox="1"/>
          <p:nvPr/>
        </p:nvSpPr>
        <p:spPr>
          <a:xfrm>
            <a:off x="4962574" y="4195202"/>
            <a:ext cx="1348254" cy="307777"/>
          </a:xfrm>
          <a:prstGeom prst="rect">
            <a:avLst/>
          </a:prstGeom>
          <a:noFill/>
        </p:spPr>
        <p:txBody>
          <a:bodyPr wrap="none" rtlCol="0">
            <a:spAutoFit/>
          </a:bodyPr>
          <a:lstStyle/>
          <a:p>
            <a:r>
              <a:rPr lang="tr-TR" sz="1400" dirty="0">
                <a:solidFill>
                  <a:srgbClr val="4D4D4D"/>
                </a:solidFill>
                <a:latin typeface="Calibri" panose="020F0502020204030204" pitchFamily="34" charset="0"/>
                <a:cs typeface="Calibri" panose="020F0502020204030204" pitchFamily="34" charset="0"/>
              </a:rPr>
              <a:t>18 punto </a:t>
            </a:r>
            <a:r>
              <a:rPr lang="tr-TR" sz="1400" dirty="0" err="1">
                <a:solidFill>
                  <a:srgbClr val="4D4D4D"/>
                </a:solidFill>
                <a:latin typeface="Calibri" panose="020F0502020204030204" pitchFamily="34" charset="0"/>
                <a:cs typeface="Calibri" panose="020F0502020204030204" pitchFamily="34" charset="0"/>
              </a:rPr>
              <a:t>Calibri</a:t>
            </a:r>
            <a:endParaRPr lang="tr-TR" sz="1400" dirty="0">
              <a:solidFill>
                <a:srgbClr val="4D4D4D"/>
              </a:solidFill>
              <a:latin typeface="Calibri" panose="020F0502020204030204" pitchFamily="34" charset="0"/>
              <a:cs typeface="Calibri" panose="020F0502020204030204" pitchFamily="34" charset="0"/>
            </a:endParaRPr>
          </a:p>
        </p:txBody>
      </p:sp>
      <p:cxnSp>
        <p:nvCxnSpPr>
          <p:cNvPr id="51" name="Düz Ok Bağlayıcısı 78">
            <a:extLst>
              <a:ext uri="{FF2B5EF4-FFF2-40B4-BE49-F238E27FC236}">
                <a16:creationId xmlns:a16="http://schemas.microsoft.com/office/drawing/2014/main" id="{5BB4834B-B6C9-4456-946B-0F5B61A52658}"/>
              </a:ext>
            </a:extLst>
          </p:cNvPr>
          <p:cNvCxnSpPr>
            <a:cxnSpLocks/>
          </p:cNvCxnSpPr>
          <p:nvPr/>
        </p:nvCxnSpPr>
        <p:spPr>
          <a:xfrm flipV="1">
            <a:off x="4331609" y="4367540"/>
            <a:ext cx="593015" cy="557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Metin kutusu 22">
            <a:extLst>
              <a:ext uri="{FF2B5EF4-FFF2-40B4-BE49-F238E27FC236}">
                <a16:creationId xmlns:a16="http://schemas.microsoft.com/office/drawing/2014/main" id="{502CDBE8-1EE7-4BCA-B991-B824D64C5D3E}"/>
              </a:ext>
            </a:extLst>
          </p:cNvPr>
          <p:cNvSpPr txBox="1"/>
          <p:nvPr/>
        </p:nvSpPr>
        <p:spPr>
          <a:xfrm>
            <a:off x="2243904" y="4215552"/>
            <a:ext cx="2073169" cy="369332"/>
          </a:xfrm>
          <a:prstGeom prst="rect">
            <a:avLst/>
          </a:prstGeom>
          <a:noFill/>
        </p:spPr>
        <p:txBody>
          <a:bodyPr wrap="square" rtlCol="0">
            <a:spAutoFit/>
          </a:bodyPr>
          <a:lstStyle/>
          <a:p>
            <a:pPr algn="r"/>
            <a:r>
              <a:rPr lang="tr-TR" dirty="0">
                <a:solidFill>
                  <a:srgbClr val="4D4D4D"/>
                </a:solidFill>
                <a:latin typeface="Calibri" panose="020F0502020204030204" pitchFamily="34" charset="0"/>
                <a:ea typeface="Source Sans Pro" panose="020B0503030403020204" pitchFamily="34" charset="0"/>
                <a:cs typeface="Calibri" panose="020F0502020204030204" pitchFamily="34" charset="0"/>
              </a:rPr>
              <a:t>Paragraf düz metin</a:t>
            </a:r>
          </a:p>
        </p:txBody>
      </p:sp>
    </p:spTree>
    <p:extLst>
      <p:ext uri="{BB962C8B-B14F-4D97-AF65-F5344CB8AC3E}">
        <p14:creationId xmlns:p14="http://schemas.microsoft.com/office/powerpoint/2010/main" val="1990730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etin kutusu 41">
            <a:extLst>
              <a:ext uri="{FF2B5EF4-FFF2-40B4-BE49-F238E27FC236}">
                <a16:creationId xmlns:a16="http://schemas.microsoft.com/office/drawing/2014/main" id="{3ADF1C07-BE85-46EF-8364-B1AB60C7522E}"/>
              </a:ext>
            </a:extLst>
          </p:cNvPr>
          <p:cNvSpPr txBox="1"/>
          <p:nvPr/>
        </p:nvSpPr>
        <p:spPr>
          <a:xfrm>
            <a:off x="1047325" y="1782622"/>
            <a:ext cx="7206129" cy="2092881"/>
          </a:xfrm>
          <a:prstGeom prst="rect">
            <a:avLst/>
          </a:prstGeom>
          <a:noFill/>
        </p:spPr>
        <p:txBody>
          <a:bodyPr wrap="square" rtlCol="0">
            <a:spAutoFit/>
          </a:bodyPr>
          <a:lstStyle/>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FONTLAR VE RENKLER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ÖRNEK SAYFA TASARIMI</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ÖRNEK GRAFİK</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ÖRNEK TABLO</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VİDEO ALANI</a:t>
            </a:r>
          </a:p>
        </p:txBody>
      </p:sp>
      <p:sp>
        <p:nvSpPr>
          <p:cNvPr id="8" name="Oval 7">
            <a:extLst>
              <a:ext uri="{FF2B5EF4-FFF2-40B4-BE49-F238E27FC236}">
                <a16:creationId xmlns:a16="http://schemas.microsoft.com/office/drawing/2014/main" id="{BB502744-EDCA-4768-A3B5-B3401F023670}"/>
              </a:ext>
            </a:extLst>
          </p:cNvPr>
          <p:cNvSpPr/>
          <p:nvPr/>
        </p:nvSpPr>
        <p:spPr>
          <a:xfrm>
            <a:off x="621289" y="2711846"/>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2" name="Oval 11">
            <a:extLst>
              <a:ext uri="{FF2B5EF4-FFF2-40B4-BE49-F238E27FC236}">
                <a16:creationId xmlns:a16="http://schemas.microsoft.com/office/drawing/2014/main" id="{B367841E-60BF-44EA-A0AE-B3B973DAAF3D}"/>
              </a:ext>
            </a:extLst>
          </p:cNvPr>
          <p:cNvSpPr/>
          <p:nvPr/>
        </p:nvSpPr>
        <p:spPr>
          <a:xfrm>
            <a:off x="621289" y="3568400"/>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3" name="Oval 12">
            <a:extLst>
              <a:ext uri="{FF2B5EF4-FFF2-40B4-BE49-F238E27FC236}">
                <a16:creationId xmlns:a16="http://schemas.microsoft.com/office/drawing/2014/main" id="{13E71E64-10DC-4DA4-BCBD-64E14C2F1B62}"/>
              </a:ext>
            </a:extLst>
          </p:cNvPr>
          <p:cNvSpPr/>
          <p:nvPr/>
        </p:nvSpPr>
        <p:spPr>
          <a:xfrm>
            <a:off x="621289" y="3146385"/>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5" name="Oval 14">
            <a:extLst>
              <a:ext uri="{FF2B5EF4-FFF2-40B4-BE49-F238E27FC236}">
                <a16:creationId xmlns:a16="http://schemas.microsoft.com/office/drawing/2014/main" id="{425BED29-687A-4AFC-A8B2-8A7340C6841A}"/>
              </a:ext>
            </a:extLst>
          </p:cNvPr>
          <p:cNvSpPr/>
          <p:nvPr/>
        </p:nvSpPr>
        <p:spPr>
          <a:xfrm>
            <a:off x="621289" y="2270455"/>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dirty="0"/>
          </a:p>
        </p:txBody>
      </p:sp>
      <p:sp>
        <p:nvSpPr>
          <p:cNvPr id="17" name="Oval 16">
            <a:extLst>
              <a:ext uri="{FF2B5EF4-FFF2-40B4-BE49-F238E27FC236}">
                <a16:creationId xmlns:a16="http://schemas.microsoft.com/office/drawing/2014/main" id="{0D57A849-B001-4A68-8A41-489ACD0E0CCA}"/>
              </a:ext>
            </a:extLst>
          </p:cNvPr>
          <p:cNvSpPr/>
          <p:nvPr/>
        </p:nvSpPr>
        <p:spPr>
          <a:xfrm>
            <a:off x="621289" y="1853256"/>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4" name="Title 9">
            <a:extLst>
              <a:ext uri="{FF2B5EF4-FFF2-40B4-BE49-F238E27FC236}">
                <a16:creationId xmlns:a16="http://schemas.microsoft.com/office/drawing/2014/main" id="{2254B2EB-2497-48FA-81CD-41011F8B73D1}"/>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b="0" dirty="0">
                <a:latin typeface="Segoe UI Black" panose="020B0A02040204020203" pitchFamily="34" charset="0"/>
                <a:ea typeface="Segoe UI Black" panose="020B0A02040204020203" pitchFamily="34" charset="0"/>
              </a:rPr>
              <a:t>gündem</a:t>
            </a:r>
            <a:endParaRPr lang="tr-TR" sz="2400" b="0" dirty="0">
              <a:solidFill>
                <a:srgbClr val="F7931D"/>
              </a:solidFill>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316482042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9">
            <a:extLst>
              <a:ext uri="{FF2B5EF4-FFF2-40B4-BE49-F238E27FC236}">
                <a16:creationId xmlns:a16="http://schemas.microsoft.com/office/drawing/2014/main" id="{DB044166-8AE5-443B-A397-CCBC712329EC}"/>
              </a:ext>
            </a:extLst>
          </p:cNvPr>
          <p:cNvSpPr>
            <a:spLocks noGrp="1"/>
          </p:cNvSpPr>
          <p:nvPr>
            <p:ph type="title"/>
          </p:nvPr>
        </p:nvSpPr>
        <p:spPr>
          <a:xfrm>
            <a:off x="409163" y="360547"/>
            <a:ext cx="5946550" cy="1208921"/>
          </a:xfrm>
          <a:prstGeom prst="rect">
            <a:avLst/>
          </a:prstGeom>
        </p:spPr>
        <p:txBody>
          <a:bodyPr/>
          <a:lstStyle/>
          <a:p>
            <a:pPr>
              <a:lnSpc>
                <a:spcPct val="100000"/>
              </a:lnSpc>
            </a:pPr>
            <a:r>
              <a:rPr lang="tr-TR" b="0" dirty="0">
                <a:latin typeface="Segoe UI Black" panose="020B0A02040204020203" pitchFamily="34" charset="0"/>
                <a:ea typeface="Segoe UI Black" panose="020B0A02040204020203" pitchFamily="34" charset="0"/>
              </a:rPr>
              <a:t>Örnek sayfa</a:t>
            </a:r>
            <a:br>
              <a:rPr lang="tr-TR" dirty="0"/>
            </a:br>
            <a:r>
              <a:rPr lang="tr-TR" sz="2400" b="0" dirty="0">
                <a:solidFill>
                  <a:srgbClr val="FF5620"/>
                </a:solidFill>
                <a:latin typeface="Segoe UI Semibold" panose="020B0702040204020203" pitchFamily="34" charset="0"/>
                <a:cs typeface="Segoe UI Semibold" panose="020B0702040204020203" pitchFamily="34" charset="0"/>
              </a:rPr>
              <a:t>tasarım-I</a:t>
            </a:r>
          </a:p>
        </p:txBody>
      </p:sp>
      <p:sp>
        <p:nvSpPr>
          <p:cNvPr id="11" name="Text Placeholder 10">
            <a:extLst>
              <a:ext uri="{FF2B5EF4-FFF2-40B4-BE49-F238E27FC236}">
                <a16:creationId xmlns:a16="http://schemas.microsoft.com/office/drawing/2014/main" id="{8257B176-E010-4110-9CEC-A089C7EAA7FC}"/>
              </a:ext>
            </a:extLst>
          </p:cNvPr>
          <p:cNvSpPr>
            <a:spLocks noGrp="1"/>
          </p:cNvSpPr>
          <p:nvPr>
            <p:ph type="body" sz="quarter" idx="13"/>
          </p:nvPr>
        </p:nvSpPr>
        <p:spPr>
          <a:xfrm>
            <a:off x="409162" y="1541277"/>
            <a:ext cx="5314981" cy="3262432"/>
          </a:xfrm>
          <a:prstGeom prst="rect">
            <a:avLst/>
          </a:prstGeom>
        </p:spPr>
        <p:txBody>
          <a:bodyPr/>
          <a:lstStyle/>
          <a:p>
            <a:pPr marL="0" lvl="0" indent="0">
              <a:lnSpc>
                <a:spcPct val="100000"/>
              </a:lnSpc>
              <a:spcBef>
                <a:spcPts val="0"/>
              </a:spcBef>
              <a:buNone/>
              <a:defRPr/>
            </a:pPr>
            <a:r>
              <a:rPr lang="tr-TR" sz="2400" dirty="0">
                <a:solidFill>
                  <a:srgbClr val="4D4D4D"/>
                </a:solidFill>
                <a:latin typeface="Segoe UI Black" panose="020B0A02040204020203" pitchFamily="34" charset="0"/>
                <a:ea typeface="Segoe UI Black" panose="020B0A02040204020203" pitchFamily="34" charset="0"/>
                <a:cs typeface="Calibri" panose="020F0502020204030204" pitchFamily="34" charset="0"/>
              </a:rPr>
              <a:t>PARAGRAF BAŞLIĞI</a:t>
            </a:r>
          </a:p>
          <a:p>
            <a:pPr marL="0" lvl="0" indent="0">
              <a:lnSpc>
                <a:spcPct val="100000"/>
              </a:lnSpc>
              <a:spcBef>
                <a:spcPts val="0"/>
              </a:spcBef>
              <a:buNone/>
              <a:defRPr/>
            </a:pPr>
            <a:endParaRPr lang="en-US" sz="1400" b="0" dirty="0">
              <a:solidFill>
                <a:srgbClr val="4D4D4D"/>
              </a:solidFill>
              <a:latin typeface="Calibri" panose="020F0502020204030204" pitchFamily="34" charset="0"/>
              <a:cs typeface="Calibri" panose="020F0502020204030204" pitchFamily="34" charset="0"/>
            </a:endParaRPr>
          </a:p>
          <a:p>
            <a:pPr marL="0" indent="0">
              <a:lnSpc>
                <a:spcPct val="100000"/>
              </a:lnSpc>
              <a:spcBef>
                <a:spcPts val="0"/>
              </a:spcBef>
              <a:buNone/>
              <a:defRPr/>
            </a:pPr>
            <a:r>
              <a:rPr lang="tr-TR" sz="1800" dirty="0">
                <a:solidFill>
                  <a:srgbClr val="4D4D4D"/>
                </a:solidFill>
                <a:latin typeface="Calibri" panose="020F0502020204030204" pitchFamily="34" charset="0"/>
                <a:cs typeface="Calibri" panose="020F0502020204030204" pitchFamily="34" charset="0"/>
              </a:rPr>
              <a:t>Örnek paragraf metni. Örnek paragraf metni</a:t>
            </a:r>
            <a:r>
              <a:rPr lang="tr-TR" sz="1800" dirty="0">
                <a:solidFill>
                  <a:srgbClr val="F7931D"/>
                </a:solidFill>
                <a:latin typeface="Calibri" panose="020F0502020204030204" pitchFamily="34" charset="0"/>
                <a:cs typeface="Calibri" panose="020F0502020204030204" pitchFamily="34" charset="0"/>
              </a:rPr>
              <a:t>. </a:t>
            </a:r>
            <a:r>
              <a:rPr lang="tr-TR" sz="1800" b="1" dirty="0">
                <a:solidFill>
                  <a:srgbClr val="FF5620"/>
                </a:solidFill>
                <a:latin typeface="Calibri" panose="020F0502020204030204" pitchFamily="34" charset="0"/>
                <a:cs typeface="Calibri" panose="020F0502020204030204" pitchFamily="34" charset="0"/>
              </a:rPr>
              <a:t>Örnek paragraf metni. Örnek paragraf metni.</a:t>
            </a:r>
            <a:r>
              <a:rPr lang="tr-TR" sz="1800" dirty="0">
                <a:solidFill>
                  <a:srgbClr val="FF5620"/>
                </a:solidFill>
                <a:latin typeface="Calibri" panose="020F0502020204030204" pitchFamily="34" charset="0"/>
                <a:cs typeface="Calibri" panose="020F0502020204030204" pitchFamily="34" charset="0"/>
              </a:rPr>
              <a:t> </a:t>
            </a:r>
            <a:r>
              <a:rPr lang="tr-TR" sz="1800" dirty="0">
                <a:solidFill>
                  <a:srgbClr val="4D4D4D"/>
                </a:solidFill>
                <a:latin typeface="Calibri" panose="020F0502020204030204" pitchFamily="34" charset="0"/>
                <a:cs typeface="Calibri" panose="020F0502020204030204" pitchFamily="34" charset="0"/>
              </a:rPr>
              <a:t>Örnek paragraf metni. </a:t>
            </a:r>
          </a:p>
          <a:p>
            <a:pPr marL="0" indent="0">
              <a:lnSpc>
                <a:spcPct val="100000"/>
              </a:lnSpc>
              <a:spcBef>
                <a:spcPts val="0"/>
              </a:spcBef>
              <a:buNone/>
              <a:defRPr/>
            </a:pPr>
            <a:endParaRPr lang="tr-TR" sz="1800" dirty="0">
              <a:solidFill>
                <a:srgbClr val="4D4D4D"/>
              </a:solidFill>
              <a:latin typeface="Calibri" panose="020F0502020204030204" pitchFamily="34" charset="0"/>
              <a:cs typeface="Calibri" panose="020F0502020204030204" pitchFamily="34" charset="0"/>
            </a:endParaRPr>
          </a:p>
          <a:p>
            <a:pPr>
              <a:lnSpc>
                <a:spcPct val="100000"/>
              </a:lnSpc>
              <a:spcBef>
                <a:spcPts val="0"/>
              </a:spcBef>
              <a:defRPr/>
            </a:pPr>
            <a:r>
              <a:rPr lang="tr-TR" sz="1800" dirty="0">
                <a:solidFill>
                  <a:srgbClr val="4D4D4D"/>
                </a:solidFill>
                <a:latin typeface="Calibri" panose="020F0502020204030204" pitchFamily="34" charset="0"/>
                <a:cs typeface="Calibri" panose="020F0502020204030204" pitchFamily="34" charset="0"/>
              </a:rPr>
              <a:t>Örnek madde 1</a:t>
            </a:r>
          </a:p>
          <a:p>
            <a:pPr>
              <a:lnSpc>
                <a:spcPct val="100000"/>
              </a:lnSpc>
              <a:spcBef>
                <a:spcPts val="0"/>
              </a:spcBef>
              <a:defRPr/>
            </a:pPr>
            <a:r>
              <a:rPr lang="tr-TR" sz="1800" dirty="0">
                <a:solidFill>
                  <a:srgbClr val="4D4D4D"/>
                </a:solidFill>
                <a:latin typeface="Calibri" panose="020F0502020204030204" pitchFamily="34" charset="0"/>
                <a:cs typeface="Calibri" panose="020F0502020204030204" pitchFamily="34" charset="0"/>
              </a:rPr>
              <a:t>Örnek madde 2</a:t>
            </a:r>
          </a:p>
          <a:p>
            <a:pPr marL="0" indent="0">
              <a:lnSpc>
                <a:spcPct val="100000"/>
              </a:lnSpc>
              <a:spcBef>
                <a:spcPts val="0"/>
              </a:spcBef>
              <a:buNone/>
              <a:defRPr/>
            </a:pPr>
            <a:endParaRPr lang="tr-TR" sz="1800" dirty="0">
              <a:solidFill>
                <a:srgbClr val="4D4D4D"/>
              </a:solidFill>
              <a:latin typeface="Calibri" panose="020F0502020204030204" pitchFamily="34" charset="0"/>
              <a:cs typeface="Calibri" panose="020F0502020204030204" pitchFamily="34" charset="0"/>
            </a:endParaRPr>
          </a:p>
          <a:p>
            <a:pPr marL="0" indent="0">
              <a:lnSpc>
                <a:spcPct val="100000"/>
              </a:lnSpc>
              <a:spcBef>
                <a:spcPts val="0"/>
              </a:spcBef>
              <a:buNone/>
              <a:defRPr/>
            </a:pPr>
            <a:r>
              <a:rPr lang="tr-TR" sz="1800" dirty="0">
                <a:solidFill>
                  <a:srgbClr val="4D4D4D"/>
                </a:solidFill>
                <a:latin typeface="Calibri" panose="020F0502020204030204" pitchFamily="34" charset="0"/>
                <a:cs typeface="Calibri" panose="020F0502020204030204" pitchFamily="34" charset="0"/>
              </a:rPr>
              <a:t>Örnek paragraf metni. Örnek paragraf metni. </a:t>
            </a:r>
            <a:endParaRPr lang="tr-TR" sz="1200" dirty="0">
              <a:solidFill>
                <a:srgbClr val="4D4D4D"/>
              </a:solidFill>
              <a:latin typeface="Calibri" panose="020F0502020204030204" pitchFamily="34" charset="0"/>
              <a:cs typeface="Calibri" panose="020F0502020204030204" pitchFamily="34" charset="0"/>
            </a:endParaRPr>
          </a:p>
          <a:p>
            <a:pPr marL="0" indent="0">
              <a:lnSpc>
                <a:spcPct val="100000"/>
              </a:lnSpc>
              <a:spcBef>
                <a:spcPts val="0"/>
              </a:spcBef>
              <a:buNone/>
              <a:defRPr/>
            </a:pPr>
            <a:endParaRPr lang="tr-TR" sz="1200" dirty="0">
              <a:solidFill>
                <a:srgbClr val="4D4D4D"/>
              </a:solidFill>
              <a:latin typeface="Calibri" panose="020F0502020204030204" pitchFamily="34" charset="0"/>
              <a:cs typeface="Calibri" panose="020F0502020204030204" pitchFamily="34" charset="0"/>
            </a:endParaRPr>
          </a:p>
          <a:p>
            <a:pPr>
              <a:lnSpc>
                <a:spcPct val="100000"/>
              </a:lnSpc>
              <a:spcBef>
                <a:spcPts val="0"/>
              </a:spcBef>
              <a:defRPr/>
            </a:pPr>
            <a:endParaRPr lang="tr-TR" sz="1200" b="0" dirty="0">
              <a:solidFill>
                <a:srgbClr val="4D4D4D"/>
              </a:solidFill>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A0E40E7E-5D7A-4419-932D-BFA9DFD1F81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1405083"/>
            <a:ext cx="5465976" cy="4270318"/>
          </a:xfrm>
          <a:prstGeom prst="roundRect">
            <a:avLst>
              <a:gd name="adj" fmla="val 6667"/>
            </a:avLst>
          </a:prstGeom>
          <a:noFill/>
          <a:effectLst>
            <a:outerShdw blurRad="254000" dist="127000" dir="8100000" algn="tr" rotWithShape="0">
              <a:prstClr val="black">
                <a:alpha val="25000"/>
              </a:prstClr>
            </a:outerShdw>
          </a:effectLst>
        </p:spPr>
      </p:pic>
      <p:sp>
        <p:nvSpPr>
          <p:cNvPr id="6" name="Speech Bubble: Rectangle with Corners Rounded 5">
            <a:extLst>
              <a:ext uri="{FF2B5EF4-FFF2-40B4-BE49-F238E27FC236}">
                <a16:creationId xmlns:a16="http://schemas.microsoft.com/office/drawing/2014/main" id="{58B6A61A-631F-4A0A-B018-24A2E3FE85BD}"/>
              </a:ext>
            </a:extLst>
          </p:cNvPr>
          <p:cNvSpPr/>
          <p:nvPr/>
        </p:nvSpPr>
        <p:spPr>
          <a:xfrm>
            <a:off x="3805328" y="1153612"/>
            <a:ext cx="1641516" cy="896463"/>
          </a:xfrm>
          <a:prstGeom prst="wedgeRoundRectCallout">
            <a:avLst>
              <a:gd name="adj1" fmla="val -57561"/>
              <a:gd name="adj2" fmla="val 22494"/>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Paragraf</a:t>
            </a:r>
            <a:r>
              <a:rPr lang="en-US" sz="1100" b="1" dirty="0">
                <a:latin typeface="Segoe UI Semibold" panose="020B0702040204020203" pitchFamily="34" charset="0"/>
                <a:cs typeface="Segoe UI Semibold" panose="020B0702040204020203" pitchFamily="34" charset="0"/>
              </a:rPr>
              <a:t> </a:t>
            </a:r>
            <a:r>
              <a:rPr lang="en-US" sz="1100" b="1" dirty="0" err="1">
                <a:latin typeface="Segoe UI Semibold" panose="020B0702040204020203" pitchFamily="34" charset="0"/>
                <a:cs typeface="Segoe UI Semibold" panose="020B0702040204020203" pitchFamily="34" charset="0"/>
              </a:rPr>
              <a:t>başlığı</a:t>
            </a:r>
            <a:endParaRPr lang="tr-TR" sz="1100" b="1" dirty="0">
              <a:latin typeface="Segoe UI Semibold" panose="020B0702040204020203" pitchFamily="34" charset="0"/>
              <a:cs typeface="Segoe UI Semibold" panose="020B0702040204020203" pitchFamily="34" charset="0"/>
            </a:endParaRPr>
          </a:p>
          <a:p>
            <a:pPr algn="ctr"/>
            <a:r>
              <a:rPr lang="tr-TR" sz="1100" b="1" dirty="0">
                <a:latin typeface="Segoe UI Semibold" panose="020B0702040204020203" pitchFamily="34" charset="0"/>
                <a:cs typeface="Segoe UI Semibold" panose="020B0702040204020203" pitchFamily="34" charset="0"/>
              </a:rPr>
              <a:t>24</a:t>
            </a:r>
            <a:r>
              <a:rPr lang="en-US" sz="1100" b="1" dirty="0" err="1">
                <a:latin typeface="Segoe UI Semibold" panose="020B0702040204020203" pitchFamily="34" charset="0"/>
                <a:cs typeface="Segoe UI Semibold" panose="020B0702040204020203" pitchFamily="34" charset="0"/>
              </a:rPr>
              <a:t>pt</a:t>
            </a:r>
            <a:r>
              <a:rPr lang="en-US" sz="1100" b="1" dirty="0">
                <a:latin typeface="Segoe UI Semibold" panose="020B0702040204020203" pitchFamily="34" charset="0"/>
                <a:cs typeface="Segoe UI Semibold" panose="020B0702040204020203" pitchFamily="34" charset="0"/>
              </a:rPr>
              <a:t> </a:t>
            </a:r>
            <a:r>
              <a:rPr lang="tr-TR" sz="1100" b="1" dirty="0">
                <a:latin typeface="Segoe UI Semibold" panose="020B0702040204020203" pitchFamily="34" charset="0"/>
                <a:cs typeface="Segoe UI Semibold" panose="020B0702040204020203" pitchFamily="34" charset="0"/>
              </a:rPr>
              <a:t>Segoe UI Black</a:t>
            </a:r>
          </a:p>
        </p:txBody>
      </p:sp>
      <p:sp>
        <p:nvSpPr>
          <p:cNvPr id="8" name="Speech Bubble: Rectangle with Corners Rounded 7">
            <a:extLst>
              <a:ext uri="{FF2B5EF4-FFF2-40B4-BE49-F238E27FC236}">
                <a16:creationId xmlns:a16="http://schemas.microsoft.com/office/drawing/2014/main" id="{ACAF0971-E40B-40A9-8E0E-7433D084E508}"/>
              </a:ext>
            </a:extLst>
          </p:cNvPr>
          <p:cNvSpPr/>
          <p:nvPr/>
        </p:nvSpPr>
        <p:spPr>
          <a:xfrm>
            <a:off x="2319550" y="4542311"/>
            <a:ext cx="1641516" cy="896463"/>
          </a:xfrm>
          <a:prstGeom prst="wedgeRoundRectCallout">
            <a:avLst>
              <a:gd name="adj1" fmla="val -19880"/>
              <a:gd name="adj2" fmla="val -63162"/>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50" b="1" dirty="0" err="1">
                <a:latin typeface="Segoe UI Semibold" panose="020B0702040204020203" pitchFamily="34" charset="0"/>
                <a:cs typeface="Segoe UI Semibold" panose="020B0702040204020203" pitchFamily="34" charset="0"/>
              </a:rPr>
              <a:t>Yansıda</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yer</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alan</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metinler</a:t>
            </a:r>
            <a:r>
              <a:rPr lang="tr-TR" sz="1050" b="1" dirty="0">
                <a:latin typeface="Segoe UI Semibold" panose="020B0702040204020203" pitchFamily="34" charset="0"/>
                <a:cs typeface="Segoe UI Semibold" panose="020B0702040204020203" pitchFamily="34" charset="0"/>
              </a:rPr>
              <a:t> sola</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yaslı</a:t>
            </a:r>
            <a:r>
              <a:rPr lang="en-US" sz="1050" b="1" dirty="0">
                <a:latin typeface="Segoe UI Semibold" panose="020B0702040204020203" pitchFamily="34" charset="0"/>
                <a:cs typeface="Segoe UI Semibold" panose="020B0702040204020203" pitchFamily="34" charset="0"/>
              </a:rPr>
              <a:t> </a:t>
            </a:r>
            <a:r>
              <a:rPr lang="tr-TR" sz="1050" b="1" dirty="0">
                <a:latin typeface="Segoe UI Semibold" panose="020B0702040204020203" pitchFamily="34" charset="0"/>
                <a:cs typeface="Segoe UI Semibold" panose="020B0702040204020203" pitchFamily="34" charset="0"/>
              </a:rPr>
              <a:t>olmalıdır.</a:t>
            </a:r>
          </a:p>
        </p:txBody>
      </p:sp>
      <p:sp>
        <p:nvSpPr>
          <p:cNvPr id="10" name="Speech Bubble: Rectangle with Corners Rounded 9">
            <a:extLst>
              <a:ext uri="{FF2B5EF4-FFF2-40B4-BE49-F238E27FC236}">
                <a16:creationId xmlns:a16="http://schemas.microsoft.com/office/drawing/2014/main" id="{BCCFA4E2-C2CC-426B-AF0D-B7D4D85D5DA0}"/>
              </a:ext>
            </a:extLst>
          </p:cNvPr>
          <p:cNvSpPr/>
          <p:nvPr/>
        </p:nvSpPr>
        <p:spPr>
          <a:xfrm>
            <a:off x="4229939" y="4542311"/>
            <a:ext cx="1641516" cy="896463"/>
          </a:xfrm>
          <a:prstGeom prst="wedgeRoundRectCallout">
            <a:avLst>
              <a:gd name="adj1" fmla="val -19725"/>
              <a:gd name="adj2" fmla="val -62086"/>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50" b="1" dirty="0" err="1">
                <a:latin typeface="Segoe UI Semibold" panose="020B0702040204020203" pitchFamily="34" charset="0"/>
                <a:cs typeface="Segoe UI Semibold" panose="020B0702040204020203" pitchFamily="34" charset="0"/>
              </a:rPr>
              <a:t>Metinlerde</a:t>
            </a:r>
            <a:r>
              <a:rPr lang="en-US" sz="1050" b="1" dirty="0">
                <a:latin typeface="Segoe UI Semibold" panose="020B0702040204020203" pitchFamily="34" charset="0"/>
                <a:cs typeface="Segoe UI Semibold" panose="020B0702040204020203" pitchFamily="34" charset="0"/>
              </a:rPr>
              <a:t> 1,0 </a:t>
            </a:r>
            <a:r>
              <a:rPr lang="en-US" sz="1050" b="1" dirty="0" err="1">
                <a:latin typeface="Segoe UI Semibold" panose="020B0702040204020203" pitchFamily="34" charset="0"/>
                <a:cs typeface="Segoe UI Semibold" panose="020B0702040204020203" pitchFamily="34" charset="0"/>
              </a:rPr>
              <a:t>satır</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aralığı</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kullanıl</a:t>
            </a:r>
            <a:r>
              <a:rPr lang="tr-TR" sz="1050" b="1" dirty="0">
                <a:latin typeface="Segoe UI Semibold" panose="020B0702040204020203" pitchFamily="34" charset="0"/>
                <a:cs typeface="Segoe UI Semibold" panose="020B0702040204020203" pitchFamily="34" charset="0"/>
              </a:rPr>
              <a:t>malıdır.</a:t>
            </a:r>
          </a:p>
        </p:txBody>
      </p:sp>
      <p:sp>
        <p:nvSpPr>
          <p:cNvPr id="12" name="Speech Bubble: Rectangle with Corners Rounded 11">
            <a:extLst>
              <a:ext uri="{FF2B5EF4-FFF2-40B4-BE49-F238E27FC236}">
                <a16:creationId xmlns:a16="http://schemas.microsoft.com/office/drawing/2014/main" id="{A002F693-9C5F-4CEC-915E-D06BD63486CA}"/>
              </a:ext>
            </a:extLst>
          </p:cNvPr>
          <p:cNvSpPr/>
          <p:nvPr/>
        </p:nvSpPr>
        <p:spPr>
          <a:xfrm>
            <a:off x="5724143" y="2301546"/>
            <a:ext cx="2134934" cy="896463"/>
          </a:xfrm>
          <a:prstGeom prst="wedgeRoundRectCallout">
            <a:avLst>
              <a:gd name="adj1" fmla="val -57578"/>
              <a:gd name="adj2" fmla="val -23064"/>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050" b="1" dirty="0" err="1">
                <a:latin typeface="Segoe UI Semibold" panose="020B0702040204020203" pitchFamily="34" charset="0"/>
                <a:cs typeface="Segoe UI Semibold" panose="020B0702040204020203" pitchFamily="34" charset="0"/>
              </a:rPr>
              <a:t>Vurgulanmak</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istenen</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kısım</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turuncu</a:t>
            </a:r>
            <a:r>
              <a:rPr lang="tr-TR" sz="1050" b="1" dirty="0">
                <a:latin typeface="Segoe UI Semibold" panose="020B0702040204020203" pitchFamily="34" charset="0"/>
                <a:cs typeface="Segoe UI Semibold" panose="020B0702040204020203" pitchFamily="34" charset="0"/>
              </a:rPr>
              <a:t> </a:t>
            </a:r>
            <a:r>
              <a:rPr lang="en-US" sz="1050" b="1" dirty="0">
                <a:latin typeface="Segoe UI Semibold" panose="020B0702040204020203" pitchFamily="34" charset="0"/>
                <a:cs typeface="Segoe UI Semibold" panose="020B0702040204020203" pitchFamily="34" charset="0"/>
              </a:rPr>
              <a:t>ve/</a:t>
            </a:r>
            <a:r>
              <a:rPr lang="en-US" sz="1050" b="1" dirty="0" err="1">
                <a:latin typeface="Segoe UI Semibold" panose="020B0702040204020203" pitchFamily="34" charset="0"/>
                <a:cs typeface="Segoe UI Semibold" panose="020B0702040204020203" pitchFamily="34" charset="0"/>
              </a:rPr>
              <a:t>veya</a:t>
            </a:r>
            <a:r>
              <a:rPr lang="en-US" sz="1050" b="1" dirty="0">
                <a:latin typeface="Segoe UI Semibold" panose="020B0702040204020203" pitchFamily="34" charset="0"/>
                <a:cs typeface="Segoe UI Semibold" panose="020B0702040204020203" pitchFamily="34" charset="0"/>
              </a:rPr>
              <a:t> bold </a:t>
            </a:r>
            <a:r>
              <a:rPr lang="en-US" sz="1050" b="1" dirty="0" err="1">
                <a:latin typeface="Segoe UI Semibold" panose="020B0702040204020203" pitchFamily="34" charset="0"/>
                <a:cs typeface="Segoe UI Semibold" panose="020B0702040204020203" pitchFamily="34" charset="0"/>
              </a:rPr>
              <a:t>yapıl</a:t>
            </a:r>
            <a:r>
              <a:rPr lang="tr-TR" sz="1050" b="1" dirty="0" err="1">
                <a:latin typeface="Segoe UI Semibold" panose="020B0702040204020203" pitchFamily="34" charset="0"/>
                <a:cs typeface="Segoe UI Semibold" panose="020B0702040204020203" pitchFamily="34" charset="0"/>
              </a:rPr>
              <a:t>abilir</a:t>
            </a:r>
            <a:r>
              <a:rPr lang="tr-TR" sz="1050" b="1" dirty="0">
                <a:latin typeface="Segoe UI Semibold" panose="020B0702040204020203" pitchFamily="34" charset="0"/>
                <a:cs typeface="Segoe UI Semibold" panose="020B0702040204020203" pitchFamily="34" charset="0"/>
              </a:rPr>
              <a:t>. </a:t>
            </a:r>
          </a:p>
          <a:p>
            <a:pPr algn="ctr"/>
            <a:r>
              <a:rPr lang="tr-TR" sz="1050" b="1" dirty="0">
                <a:latin typeface="Segoe UI Semibold" panose="020B0702040204020203" pitchFamily="34" charset="0"/>
                <a:cs typeface="Segoe UI Semibold" panose="020B0702040204020203" pitchFamily="34" charset="0"/>
              </a:rPr>
              <a:t>Bunun için 6. sayfada yer alan yardımcı renk kullanılmalıdır.</a:t>
            </a:r>
          </a:p>
        </p:txBody>
      </p:sp>
      <p:sp>
        <p:nvSpPr>
          <p:cNvPr id="13" name="Speech Bubble: Rectangle with Corners Rounded 12">
            <a:extLst>
              <a:ext uri="{FF2B5EF4-FFF2-40B4-BE49-F238E27FC236}">
                <a16:creationId xmlns:a16="http://schemas.microsoft.com/office/drawing/2014/main" id="{5D41C5DA-E3CA-4831-ADB0-B10A7233B54A}"/>
              </a:ext>
            </a:extLst>
          </p:cNvPr>
          <p:cNvSpPr/>
          <p:nvPr/>
        </p:nvSpPr>
        <p:spPr>
          <a:xfrm>
            <a:off x="437145" y="4542311"/>
            <a:ext cx="1641516" cy="896463"/>
          </a:xfrm>
          <a:prstGeom prst="wedgeRoundRectCallout">
            <a:avLst>
              <a:gd name="adj1" fmla="val -20251"/>
              <a:gd name="adj2" fmla="val -63162"/>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050" b="1" dirty="0">
                <a:latin typeface="Segoe UI Semibold" panose="020B0702040204020203" pitchFamily="34" charset="0"/>
                <a:cs typeface="Segoe UI Semibold" panose="020B0702040204020203" pitchFamily="34" charset="0"/>
              </a:rPr>
              <a:t>Paragraf metinleri </a:t>
            </a:r>
          </a:p>
          <a:p>
            <a:pPr algn="ctr"/>
            <a:r>
              <a:rPr lang="tr-TR" sz="1050" b="1" dirty="0">
                <a:latin typeface="Segoe UI Semibold" panose="020B0702040204020203" pitchFamily="34" charset="0"/>
                <a:cs typeface="Segoe UI Semibold" panose="020B0702040204020203" pitchFamily="34" charset="0"/>
              </a:rPr>
              <a:t>18pt </a:t>
            </a:r>
            <a:r>
              <a:rPr lang="tr-TR" sz="1050" b="1" dirty="0" err="1">
                <a:latin typeface="Segoe UI Semibold" panose="020B0702040204020203" pitchFamily="34" charset="0"/>
                <a:cs typeface="Segoe UI Semibold" panose="020B0702040204020203" pitchFamily="34" charset="0"/>
              </a:rPr>
              <a:t>Calibri</a:t>
            </a:r>
            <a:endParaRPr lang="tr-TR" sz="1050" b="1" dirty="0">
              <a:latin typeface="Segoe UI Semibold" panose="020B0702040204020203" pitchFamily="34" charset="0"/>
              <a:cs typeface="Segoe UI Semibold" panose="020B0702040204020203" pitchFamily="34" charset="0"/>
            </a:endParaRPr>
          </a:p>
        </p:txBody>
      </p:sp>
      <p:sp>
        <p:nvSpPr>
          <p:cNvPr id="14" name="Speech Bubble: Rectangle with Corners Rounded 13">
            <a:extLst>
              <a:ext uri="{FF2B5EF4-FFF2-40B4-BE49-F238E27FC236}">
                <a16:creationId xmlns:a16="http://schemas.microsoft.com/office/drawing/2014/main" id="{0CBBC1D5-E79C-43A8-97FA-125727FFC055}"/>
              </a:ext>
            </a:extLst>
          </p:cNvPr>
          <p:cNvSpPr/>
          <p:nvPr/>
        </p:nvSpPr>
        <p:spPr>
          <a:xfrm>
            <a:off x="8306722" y="434584"/>
            <a:ext cx="1641516" cy="896463"/>
          </a:xfrm>
          <a:prstGeom prst="wedgeRoundRectCallout">
            <a:avLst>
              <a:gd name="adj1" fmla="val -21586"/>
              <a:gd name="adj2" fmla="val 7066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Metin yanına görsel  de kullanılabilir.</a:t>
            </a:r>
          </a:p>
        </p:txBody>
      </p:sp>
      <p:sp>
        <p:nvSpPr>
          <p:cNvPr id="15" name="Speech Bubble: Rectangle with Corners Rounded 14">
            <a:extLst>
              <a:ext uri="{FF2B5EF4-FFF2-40B4-BE49-F238E27FC236}">
                <a16:creationId xmlns:a16="http://schemas.microsoft.com/office/drawing/2014/main" id="{5C518E66-41B6-413E-99B1-157007E2244E}"/>
              </a:ext>
            </a:extLst>
          </p:cNvPr>
          <p:cNvSpPr/>
          <p:nvPr/>
        </p:nvSpPr>
        <p:spPr>
          <a:xfrm>
            <a:off x="5724143" y="3455483"/>
            <a:ext cx="2026948" cy="896463"/>
          </a:xfrm>
          <a:prstGeom prst="wedgeRoundRectCallout">
            <a:avLst>
              <a:gd name="adj1" fmla="val -57578"/>
              <a:gd name="adj2" fmla="val -23064"/>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050" b="1" dirty="0">
                <a:latin typeface="Segoe UI Semibold" panose="020B0702040204020203" pitchFamily="34" charset="0"/>
                <a:cs typeface="Segoe UI Semibold" panose="020B0702040204020203" pitchFamily="34" charset="0"/>
              </a:rPr>
              <a:t>M</a:t>
            </a:r>
            <a:r>
              <a:rPr lang="en-US" sz="1050" b="1" dirty="0" err="1">
                <a:latin typeface="Segoe UI Semibold" panose="020B0702040204020203" pitchFamily="34" charset="0"/>
                <a:cs typeface="Segoe UI Semibold" panose="020B0702040204020203" pitchFamily="34" charset="0"/>
              </a:rPr>
              <a:t>etin</a:t>
            </a:r>
            <a:r>
              <a:rPr lang="en-US" sz="1050" b="1" dirty="0">
                <a:latin typeface="Segoe UI Semibold" panose="020B0702040204020203" pitchFamily="34" charset="0"/>
                <a:cs typeface="Segoe UI Semibold" panose="020B0702040204020203" pitchFamily="34" charset="0"/>
              </a:rPr>
              <a:t> </a:t>
            </a:r>
            <a:r>
              <a:rPr lang="tr-TR" sz="1050" b="1" dirty="0">
                <a:latin typeface="Segoe UI Semibold" panose="020B0702040204020203" pitchFamily="34" charset="0"/>
                <a:cs typeface="Segoe UI Semibold" panose="020B0702040204020203" pitchFamily="34" charset="0"/>
              </a:rPr>
              <a:t>ve görsel </a:t>
            </a:r>
            <a:r>
              <a:rPr lang="en-US" sz="1050" b="1" dirty="0" err="1">
                <a:latin typeface="Segoe UI Semibold" panose="020B0702040204020203" pitchFamily="34" charset="0"/>
                <a:cs typeface="Segoe UI Semibold" panose="020B0702040204020203" pitchFamily="34" charset="0"/>
              </a:rPr>
              <a:t>olan</a:t>
            </a:r>
            <a:r>
              <a:rPr lang="en-US" sz="1050" b="1" dirty="0">
                <a:latin typeface="Segoe UI Semibold" panose="020B0702040204020203" pitchFamily="34" charset="0"/>
                <a:cs typeface="Segoe UI Semibold" panose="020B0702040204020203" pitchFamily="34" charset="0"/>
              </a:rPr>
              <a:t> </a:t>
            </a:r>
            <a:r>
              <a:rPr lang="tr-TR" sz="1050" b="1" dirty="0">
                <a:latin typeface="Segoe UI Semibold" panose="020B0702040204020203" pitchFamily="34" charset="0"/>
                <a:cs typeface="Segoe UI Semibold" panose="020B0702040204020203" pitchFamily="34" charset="0"/>
              </a:rPr>
              <a:t> kutusuz </a:t>
            </a:r>
            <a:r>
              <a:rPr lang="en-US" sz="1050" b="1" dirty="0" err="1">
                <a:latin typeface="Segoe UI Semibold" panose="020B0702040204020203" pitchFamily="34" charset="0"/>
                <a:cs typeface="Segoe UI Semibold" panose="020B0702040204020203" pitchFamily="34" charset="0"/>
              </a:rPr>
              <a:t>yansılarda</a:t>
            </a:r>
            <a:r>
              <a:rPr lang="en-US" sz="1050" b="1" dirty="0">
                <a:latin typeface="Segoe UI Semibold" panose="020B0702040204020203" pitchFamily="34" charset="0"/>
                <a:cs typeface="Segoe UI Semibold" panose="020B0702040204020203" pitchFamily="34" charset="0"/>
              </a:rPr>
              <a:t> </a:t>
            </a:r>
            <a:r>
              <a:rPr lang="tr-TR" sz="1050" b="1" dirty="0">
                <a:latin typeface="Segoe UI Semibold" panose="020B0702040204020203" pitchFamily="34" charset="0"/>
                <a:cs typeface="Segoe UI Semibold" panose="020B0702040204020203" pitchFamily="34" charset="0"/>
              </a:rPr>
              <a:t>en fazla</a:t>
            </a:r>
            <a:r>
              <a:rPr lang="en-US" sz="1050" b="1" dirty="0">
                <a:latin typeface="Segoe UI Semibold" panose="020B0702040204020203" pitchFamily="34" charset="0"/>
                <a:cs typeface="Segoe UI Semibold" panose="020B0702040204020203" pitchFamily="34" charset="0"/>
              </a:rPr>
              <a:t> </a:t>
            </a:r>
            <a:r>
              <a:rPr lang="tr-TR" sz="1050" b="1" dirty="0">
                <a:latin typeface="Segoe UI Semibold" panose="020B0702040204020203" pitchFamily="34" charset="0"/>
                <a:cs typeface="Segoe UI Semibold" panose="020B0702040204020203" pitchFamily="34" charset="0"/>
              </a:rPr>
              <a:t>49</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kelime</a:t>
            </a:r>
            <a:r>
              <a:rPr lang="en-US" sz="1050" b="1" dirty="0">
                <a:latin typeface="Segoe UI Semibold" panose="020B0702040204020203" pitchFamily="34" charset="0"/>
                <a:cs typeface="Segoe UI Semibold" panose="020B0702040204020203" pitchFamily="34" charset="0"/>
              </a:rPr>
              <a:t> </a:t>
            </a:r>
            <a:r>
              <a:rPr lang="en-US" sz="1050" b="1" dirty="0" err="1">
                <a:latin typeface="Segoe UI Semibold" panose="020B0702040204020203" pitchFamily="34" charset="0"/>
                <a:cs typeface="Segoe UI Semibold" panose="020B0702040204020203" pitchFamily="34" charset="0"/>
              </a:rPr>
              <a:t>kullanılmalıdır</a:t>
            </a:r>
            <a:r>
              <a:rPr lang="en-US" sz="1050" b="1" dirty="0">
                <a:latin typeface="Segoe UI Semibold" panose="020B0702040204020203" pitchFamily="34" charset="0"/>
                <a:cs typeface="Segoe UI Semibold" panose="020B0702040204020203" pitchFamily="34" charset="0"/>
              </a:rPr>
              <a:t>.</a:t>
            </a:r>
            <a:endParaRPr lang="tr-TR" sz="1050" b="1" dirty="0">
              <a:latin typeface="Segoe UI Semibold" panose="020B0702040204020203" pitchFamily="34" charset="0"/>
              <a:cs typeface="Segoe UI Semibold" panose="020B0702040204020203" pitchFamily="34" charset="0"/>
            </a:endParaRPr>
          </a:p>
        </p:txBody>
      </p:sp>
      <p:sp>
        <p:nvSpPr>
          <p:cNvPr id="16" name="Speech Bubble: Rectangle with Corners Rounded 15">
            <a:extLst>
              <a:ext uri="{FF2B5EF4-FFF2-40B4-BE49-F238E27FC236}">
                <a16:creationId xmlns:a16="http://schemas.microsoft.com/office/drawing/2014/main" id="{1F32FE44-F036-45D5-A802-E9F5C8684EB9}"/>
              </a:ext>
            </a:extLst>
          </p:cNvPr>
          <p:cNvSpPr/>
          <p:nvPr/>
        </p:nvSpPr>
        <p:spPr>
          <a:xfrm>
            <a:off x="447778" y="5535787"/>
            <a:ext cx="5462293" cy="612224"/>
          </a:xfrm>
          <a:prstGeom prst="wedgeRoundRectCallout">
            <a:avLst>
              <a:gd name="adj1" fmla="val 2281"/>
              <a:gd name="adj2" fmla="val -50360"/>
              <a:gd name="adj3" fmla="val 16667"/>
            </a:avLst>
          </a:prstGeom>
          <a:solidFill>
            <a:srgbClr val="FFC000"/>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tr-TR" sz="1050" b="1" dirty="0">
              <a:latin typeface="Segoe UI Semibold" panose="020B0702040204020203" pitchFamily="34" charset="0"/>
              <a:cs typeface="Segoe UI Semibold" panose="020B0702040204020203" pitchFamily="34" charset="0"/>
            </a:endParaRPr>
          </a:p>
        </p:txBody>
      </p:sp>
      <p:sp>
        <p:nvSpPr>
          <p:cNvPr id="2" name="TextBox 1">
            <a:extLst>
              <a:ext uri="{FF2B5EF4-FFF2-40B4-BE49-F238E27FC236}">
                <a16:creationId xmlns:a16="http://schemas.microsoft.com/office/drawing/2014/main" id="{976FAACF-A3D0-48FE-B601-9652C26A28F9}"/>
              </a:ext>
            </a:extLst>
          </p:cNvPr>
          <p:cNvSpPr txBox="1"/>
          <p:nvPr/>
        </p:nvSpPr>
        <p:spPr>
          <a:xfrm>
            <a:off x="1140330" y="5570930"/>
            <a:ext cx="4077188" cy="577081"/>
          </a:xfrm>
          <a:prstGeom prst="rect">
            <a:avLst/>
          </a:prstGeom>
          <a:solidFill>
            <a:srgbClr val="FFC000"/>
          </a:solidFill>
        </p:spPr>
        <p:txBody>
          <a:bodyPr wrap="square" rtlCol="0">
            <a:spAutoFit/>
          </a:bodyPr>
          <a:lstStyle/>
          <a:p>
            <a:pPr algn="ctr"/>
            <a:r>
              <a:rPr lang="tr-TR" sz="1050" b="1" dirty="0">
                <a:latin typeface="Segoe UI Semibold" panose="020B0702040204020203" pitchFamily="34" charset="0"/>
                <a:cs typeface="Segoe UI Semibold" panose="020B0702040204020203" pitchFamily="34" charset="0"/>
              </a:rPr>
              <a:t>Bir sayfada paragraf başlığı dahil en fazla 7 satır olmalıdır.</a:t>
            </a:r>
          </a:p>
          <a:p>
            <a:pPr algn="ctr"/>
            <a:r>
              <a:rPr lang="tr-TR" sz="1050" b="1" dirty="0">
                <a:latin typeface="Segoe UI Semibold" panose="020B0702040204020203" pitchFamily="34" charset="0"/>
                <a:cs typeface="Segoe UI Semibold" panose="020B0702040204020203" pitchFamily="34" charset="0"/>
              </a:rPr>
              <a:t>Aynı zamanda bir satırda en fazla 7 kelime olmalıdır. </a:t>
            </a:r>
          </a:p>
          <a:p>
            <a:pPr algn="ctr"/>
            <a:r>
              <a:rPr lang="tr-TR" sz="1050" b="1" dirty="0">
                <a:latin typeface="Segoe UI Semibold" panose="020B0702040204020203" pitchFamily="34" charset="0"/>
                <a:cs typeface="Segoe UI Semibold" panose="020B0702040204020203" pitchFamily="34" charset="0"/>
              </a:rPr>
              <a:t>Metin alanları bu kurala göre düzenlenmelidir.</a:t>
            </a:r>
            <a:endParaRPr lang="tr-TR" b="1"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371910780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10">
            <a:extLst>
              <a:ext uri="{FF2B5EF4-FFF2-40B4-BE49-F238E27FC236}">
                <a16:creationId xmlns:a16="http://schemas.microsoft.com/office/drawing/2014/main" id="{3BCA0385-633D-4DAF-B14F-8D667C294320}"/>
              </a:ext>
            </a:extLst>
          </p:cNvPr>
          <p:cNvSpPr/>
          <p:nvPr/>
        </p:nvSpPr>
        <p:spPr>
          <a:xfrm>
            <a:off x="562188" y="1740820"/>
            <a:ext cx="5793525" cy="4062572"/>
          </a:xfrm>
          <a:prstGeom prst="roundRect">
            <a:avLst>
              <a:gd name="adj" fmla="val 6457"/>
            </a:avLst>
          </a:prstGeom>
          <a:solidFill>
            <a:srgbClr val="FFFFFF"/>
          </a:solidFill>
          <a:effectLst>
            <a:outerShdw blurRad="635000" dist="50800" dir="3540000" algn="ctr" rotWithShape="0">
              <a:srgbClr val="3F403F">
                <a:alpha val="25000"/>
              </a:srgbClr>
            </a:outerShdw>
          </a:effectLst>
        </p:spPr>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11" name="Text Placeholder 10">
            <a:extLst>
              <a:ext uri="{FF2B5EF4-FFF2-40B4-BE49-F238E27FC236}">
                <a16:creationId xmlns:a16="http://schemas.microsoft.com/office/drawing/2014/main" id="{8257B176-E010-4110-9CEC-A089C7EAA7FC}"/>
              </a:ext>
            </a:extLst>
          </p:cNvPr>
          <p:cNvSpPr>
            <a:spLocks noGrp="1"/>
          </p:cNvSpPr>
          <p:nvPr>
            <p:ph type="body" sz="quarter" idx="13"/>
          </p:nvPr>
        </p:nvSpPr>
        <p:spPr>
          <a:xfrm>
            <a:off x="1018095" y="2273505"/>
            <a:ext cx="4344017" cy="3304494"/>
          </a:xfrm>
          <a:prstGeom prst="rect">
            <a:avLst/>
          </a:prstGeom>
        </p:spPr>
        <p:txBody>
          <a:bodyPr/>
          <a:lstStyle/>
          <a:p>
            <a:pPr marL="0" lvl="0" indent="0">
              <a:lnSpc>
                <a:spcPct val="100000"/>
              </a:lnSpc>
              <a:spcBef>
                <a:spcPts val="0"/>
              </a:spcBef>
              <a:buNone/>
              <a:defRPr/>
            </a:pPr>
            <a:r>
              <a:rPr lang="tr-TR" sz="2400" dirty="0">
                <a:solidFill>
                  <a:srgbClr val="4D4D4D"/>
                </a:solidFill>
                <a:latin typeface="Segoe UI Black" panose="020B0A02040204020203" pitchFamily="34" charset="0"/>
                <a:ea typeface="Segoe UI Black" panose="020B0A02040204020203" pitchFamily="34" charset="0"/>
              </a:rPr>
              <a:t>PARAGRAF BAŞLIĞI</a:t>
            </a:r>
          </a:p>
          <a:p>
            <a:pPr marL="0" indent="0">
              <a:lnSpc>
                <a:spcPct val="100000"/>
              </a:lnSpc>
              <a:spcBef>
                <a:spcPts val="0"/>
              </a:spcBef>
              <a:buNone/>
              <a:defRPr/>
            </a:pPr>
            <a:endParaRPr lang="tr-TR" sz="1800" b="0" dirty="0">
              <a:solidFill>
                <a:srgbClr val="4D4D4D"/>
              </a:solidFill>
              <a:latin typeface="Calibri" panose="020F0502020204030204" pitchFamily="34" charset="0"/>
              <a:cs typeface="Calibri" panose="020F0502020204030204" pitchFamily="34" charset="0"/>
            </a:endParaRPr>
          </a:p>
          <a:p>
            <a:pPr marL="0" indent="0">
              <a:lnSpc>
                <a:spcPct val="100000"/>
              </a:lnSpc>
              <a:spcBef>
                <a:spcPts val="0"/>
              </a:spcBef>
              <a:buNone/>
              <a:defRPr/>
            </a:pPr>
            <a:r>
              <a:rPr lang="tr-TR" sz="1800" b="0" dirty="0">
                <a:solidFill>
                  <a:srgbClr val="4D4D4D"/>
                </a:solidFill>
                <a:latin typeface="Calibri" panose="020F0502020204030204" pitchFamily="34" charset="0"/>
                <a:cs typeface="Calibri" panose="020F0502020204030204" pitchFamily="34" charset="0"/>
              </a:rPr>
              <a:t>Örnek paragraf metni</a:t>
            </a:r>
            <a:r>
              <a:rPr lang="tr-TR" sz="1800" dirty="0">
                <a:solidFill>
                  <a:srgbClr val="4D4D4D"/>
                </a:solidFill>
                <a:latin typeface="Calibri" panose="020F0502020204030204" pitchFamily="34" charset="0"/>
                <a:cs typeface="Calibri" panose="020F0502020204030204" pitchFamily="34" charset="0"/>
              </a:rPr>
              <a:t>. Örnek paragraf metni. </a:t>
            </a:r>
          </a:p>
          <a:p>
            <a:pPr marL="0" indent="0">
              <a:lnSpc>
                <a:spcPct val="100000"/>
              </a:lnSpc>
              <a:spcBef>
                <a:spcPts val="0"/>
              </a:spcBef>
              <a:buNone/>
              <a:defRPr/>
            </a:pPr>
            <a:endParaRPr lang="tr-TR" sz="1800" b="0" dirty="0">
              <a:solidFill>
                <a:srgbClr val="4D4D4D"/>
              </a:solidFill>
              <a:latin typeface="Calibri" panose="020F0502020204030204" pitchFamily="34" charset="0"/>
              <a:cs typeface="Calibri" panose="020F0502020204030204" pitchFamily="34" charset="0"/>
            </a:endParaRPr>
          </a:p>
          <a:p>
            <a:pPr>
              <a:lnSpc>
                <a:spcPct val="100000"/>
              </a:lnSpc>
              <a:spcBef>
                <a:spcPts val="0"/>
              </a:spcBef>
              <a:defRPr/>
            </a:pPr>
            <a:r>
              <a:rPr lang="tr-TR" sz="1800" dirty="0">
                <a:solidFill>
                  <a:srgbClr val="4D4D4D"/>
                </a:solidFill>
                <a:latin typeface="Calibri" panose="020F0502020204030204" pitchFamily="34" charset="0"/>
                <a:cs typeface="Calibri" panose="020F0502020204030204" pitchFamily="34" charset="0"/>
              </a:rPr>
              <a:t>Örnek madde 1</a:t>
            </a:r>
          </a:p>
          <a:p>
            <a:pPr>
              <a:lnSpc>
                <a:spcPct val="100000"/>
              </a:lnSpc>
              <a:spcBef>
                <a:spcPts val="0"/>
              </a:spcBef>
              <a:defRPr/>
            </a:pPr>
            <a:r>
              <a:rPr lang="tr-TR" sz="1800" b="0" dirty="0">
                <a:solidFill>
                  <a:srgbClr val="4D4D4D"/>
                </a:solidFill>
                <a:latin typeface="Calibri" panose="020F0502020204030204" pitchFamily="34" charset="0"/>
                <a:cs typeface="Calibri" panose="020F0502020204030204" pitchFamily="34" charset="0"/>
              </a:rPr>
              <a:t>Örnek madde 2</a:t>
            </a:r>
          </a:p>
          <a:p>
            <a:pPr>
              <a:lnSpc>
                <a:spcPct val="100000"/>
              </a:lnSpc>
              <a:spcBef>
                <a:spcPts val="0"/>
              </a:spcBef>
              <a:defRPr/>
            </a:pPr>
            <a:r>
              <a:rPr lang="tr-TR" sz="1800" dirty="0">
                <a:solidFill>
                  <a:srgbClr val="4D4D4D"/>
                </a:solidFill>
              </a:rPr>
              <a:t>Örnek madde 3</a:t>
            </a:r>
          </a:p>
          <a:p>
            <a:pPr>
              <a:lnSpc>
                <a:spcPct val="100000"/>
              </a:lnSpc>
              <a:spcBef>
                <a:spcPts val="0"/>
              </a:spcBef>
              <a:defRPr/>
            </a:pPr>
            <a:r>
              <a:rPr lang="tr-TR" sz="1800" b="0" dirty="0">
                <a:solidFill>
                  <a:srgbClr val="4D4D4D"/>
                </a:solidFill>
                <a:latin typeface="Calibri" panose="020F0502020204030204" pitchFamily="34" charset="0"/>
                <a:cs typeface="Calibri" panose="020F0502020204030204" pitchFamily="34" charset="0"/>
              </a:rPr>
              <a:t>Örnek madde 4</a:t>
            </a:r>
          </a:p>
          <a:p>
            <a:pPr>
              <a:lnSpc>
                <a:spcPct val="100000"/>
              </a:lnSpc>
              <a:spcBef>
                <a:spcPts val="0"/>
              </a:spcBef>
              <a:defRPr/>
            </a:pPr>
            <a:r>
              <a:rPr lang="tr-TR" sz="1800" dirty="0">
                <a:solidFill>
                  <a:srgbClr val="4D4D4D"/>
                </a:solidFill>
              </a:rPr>
              <a:t>Örnek madde 5</a:t>
            </a:r>
            <a:endParaRPr lang="tr-TR" sz="1800" b="0" dirty="0">
              <a:solidFill>
                <a:srgbClr val="4D4D4D"/>
              </a:solidFill>
              <a:latin typeface="Calibri" panose="020F0502020204030204" pitchFamily="34" charset="0"/>
              <a:cs typeface="Calibri" panose="020F0502020204030204" pitchFamily="34" charset="0"/>
            </a:endParaRPr>
          </a:p>
          <a:p>
            <a:endParaRPr lang="tr-TR" dirty="0">
              <a:solidFill>
                <a:srgbClr val="4D4D4D"/>
              </a:solidFill>
            </a:endParaRPr>
          </a:p>
        </p:txBody>
      </p:sp>
      <p:pic>
        <p:nvPicPr>
          <p:cNvPr id="12" name="Picture 11">
            <a:extLst>
              <a:ext uri="{FF2B5EF4-FFF2-40B4-BE49-F238E27FC236}">
                <a16:creationId xmlns:a16="http://schemas.microsoft.com/office/drawing/2014/main" id="{8AD855F8-8B15-4824-97E9-DF6F9515484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768977" y="1740820"/>
            <a:ext cx="2300298" cy="1886300"/>
          </a:xfrm>
          <a:prstGeom prst="roundRect">
            <a:avLst>
              <a:gd name="adj" fmla="val 6667"/>
            </a:avLst>
          </a:prstGeom>
          <a:noFill/>
          <a:effectLst>
            <a:outerShdw blurRad="254000" dist="127000" dir="8100000" algn="tr" rotWithShape="0">
              <a:prstClr val="black">
                <a:alpha val="25000"/>
              </a:prstClr>
            </a:outerShdw>
          </a:effectLst>
        </p:spPr>
      </p:pic>
      <p:pic>
        <p:nvPicPr>
          <p:cNvPr id="13" name="Picture 12">
            <a:extLst>
              <a:ext uri="{FF2B5EF4-FFF2-40B4-BE49-F238E27FC236}">
                <a16:creationId xmlns:a16="http://schemas.microsoft.com/office/drawing/2014/main" id="{A0A4A52A-7F64-4EBB-807E-F1CA68E367C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277196" y="1740820"/>
            <a:ext cx="2421940" cy="1886300"/>
          </a:xfrm>
          <a:prstGeom prst="roundRect">
            <a:avLst>
              <a:gd name="adj" fmla="val 6667"/>
            </a:avLst>
          </a:prstGeom>
          <a:noFill/>
          <a:effectLst>
            <a:outerShdw blurRad="254000" dist="127000" dir="8100000" algn="tr" rotWithShape="0">
              <a:prstClr val="black">
                <a:alpha val="25000"/>
              </a:prstClr>
            </a:outerShdw>
          </a:effectLst>
        </p:spPr>
      </p:pic>
      <p:sp>
        <p:nvSpPr>
          <p:cNvPr id="10" name="Speech Bubble: Rectangle with Corners Rounded 9">
            <a:extLst>
              <a:ext uri="{FF2B5EF4-FFF2-40B4-BE49-F238E27FC236}">
                <a16:creationId xmlns:a16="http://schemas.microsoft.com/office/drawing/2014/main" id="{B3669E51-AFC7-4083-9D93-BD63D3D03969}"/>
              </a:ext>
            </a:extLst>
          </p:cNvPr>
          <p:cNvSpPr/>
          <p:nvPr/>
        </p:nvSpPr>
        <p:spPr>
          <a:xfrm>
            <a:off x="6573905" y="554385"/>
            <a:ext cx="1641516" cy="896463"/>
          </a:xfrm>
          <a:prstGeom prst="wedgeRoundRectCallout">
            <a:avLst>
              <a:gd name="adj1" fmla="val -21586"/>
              <a:gd name="adj2" fmla="val 7066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Metin ve görsel kullanılan yansılarda maksimum görsel miktarı 4 olmalıdır.</a:t>
            </a:r>
          </a:p>
        </p:txBody>
      </p:sp>
      <p:pic>
        <p:nvPicPr>
          <p:cNvPr id="23" name="Picture 22">
            <a:extLst>
              <a:ext uri="{FF2B5EF4-FFF2-40B4-BE49-F238E27FC236}">
                <a16:creationId xmlns:a16="http://schemas.microsoft.com/office/drawing/2014/main" id="{F00222B0-2C99-46E7-A3C5-44DF96ABAF1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768977" y="3917092"/>
            <a:ext cx="2300298" cy="1886300"/>
          </a:xfrm>
          <a:prstGeom prst="roundRect">
            <a:avLst>
              <a:gd name="adj" fmla="val 6667"/>
            </a:avLst>
          </a:prstGeom>
          <a:noFill/>
          <a:effectLst>
            <a:outerShdw blurRad="254000" dist="127000" dir="8100000" algn="tr" rotWithShape="0">
              <a:prstClr val="black">
                <a:alpha val="25000"/>
              </a:prstClr>
            </a:outerShdw>
          </a:effectLst>
        </p:spPr>
      </p:pic>
      <p:pic>
        <p:nvPicPr>
          <p:cNvPr id="24" name="Picture 23">
            <a:extLst>
              <a:ext uri="{FF2B5EF4-FFF2-40B4-BE49-F238E27FC236}">
                <a16:creationId xmlns:a16="http://schemas.microsoft.com/office/drawing/2014/main" id="{13E7297C-5A27-4CE5-B208-C8F7BC555F9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277196" y="3917092"/>
            <a:ext cx="2421940" cy="1886300"/>
          </a:xfrm>
          <a:prstGeom prst="roundRect">
            <a:avLst>
              <a:gd name="adj" fmla="val 6667"/>
            </a:avLst>
          </a:prstGeom>
          <a:noFill/>
          <a:effectLst>
            <a:outerShdw blurRad="254000" dist="127000" dir="8100000" algn="tr" rotWithShape="0">
              <a:prstClr val="black">
                <a:alpha val="25000"/>
              </a:prstClr>
            </a:outerShdw>
          </a:effectLst>
        </p:spPr>
      </p:pic>
      <p:sp>
        <p:nvSpPr>
          <p:cNvPr id="27" name="Speech Bubble: Rectangle with Corners Rounded 26">
            <a:extLst>
              <a:ext uri="{FF2B5EF4-FFF2-40B4-BE49-F238E27FC236}">
                <a16:creationId xmlns:a16="http://schemas.microsoft.com/office/drawing/2014/main" id="{711EB011-96C4-4AC6-9F8A-0059E0482796}"/>
              </a:ext>
            </a:extLst>
          </p:cNvPr>
          <p:cNvSpPr/>
          <p:nvPr/>
        </p:nvSpPr>
        <p:spPr>
          <a:xfrm>
            <a:off x="4372447" y="652578"/>
            <a:ext cx="1641516" cy="896463"/>
          </a:xfrm>
          <a:prstGeom prst="wedgeRoundRectCallout">
            <a:avLst>
              <a:gd name="adj1" fmla="val -21586"/>
              <a:gd name="adj2" fmla="val 7066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Beyaz kutunun kullanılması durumunda metinler kutuyu aşmamalıdır.</a:t>
            </a:r>
          </a:p>
        </p:txBody>
      </p:sp>
      <p:sp>
        <p:nvSpPr>
          <p:cNvPr id="16" name="Title 9">
            <a:extLst>
              <a:ext uri="{FF2B5EF4-FFF2-40B4-BE49-F238E27FC236}">
                <a16:creationId xmlns:a16="http://schemas.microsoft.com/office/drawing/2014/main" id="{5051A789-F2F7-4DE6-BFAF-0B509CBE02FC}"/>
              </a:ext>
            </a:extLst>
          </p:cNvPr>
          <p:cNvSpPr>
            <a:spLocks noGrp="1"/>
          </p:cNvSpPr>
          <p:nvPr>
            <p:ph type="title"/>
          </p:nvPr>
        </p:nvSpPr>
        <p:spPr>
          <a:xfrm>
            <a:off x="409163" y="360547"/>
            <a:ext cx="5946550" cy="1208921"/>
          </a:xfrm>
          <a:prstGeom prst="rect">
            <a:avLst/>
          </a:prstGeom>
        </p:spPr>
        <p:txBody>
          <a:bodyPr/>
          <a:lstStyle/>
          <a:p>
            <a:pPr>
              <a:lnSpc>
                <a:spcPct val="100000"/>
              </a:lnSpc>
            </a:pPr>
            <a:r>
              <a:rPr lang="tr-TR" b="0" dirty="0">
                <a:latin typeface="Segoe UI Black" panose="020B0A02040204020203" pitchFamily="34" charset="0"/>
                <a:ea typeface="Segoe UI Black" panose="020B0A02040204020203" pitchFamily="34" charset="0"/>
              </a:rPr>
              <a:t>Örnek sayfa</a:t>
            </a:r>
            <a:br>
              <a:rPr lang="tr-TR" dirty="0"/>
            </a:br>
            <a:r>
              <a:rPr lang="tr-TR" sz="2400" b="0" dirty="0">
                <a:solidFill>
                  <a:srgbClr val="FF5620"/>
                </a:solidFill>
                <a:latin typeface="Segoe UI Semibold" panose="020B0702040204020203" pitchFamily="34" charset="0"/>
                <a:cs typeface="Segoe UI Semibold" panose="020B0702040204020203" pitchFamily="34" charset="0"/>
              </a:rPr>
              <a:t>tasarım-</a:t>
            </a:r>
            <a:r>
              <a:rPr lang="tr-TR" sz="2400" b="0" dirty="0" err="1">
                <a:solidFill>
                  <a:srgbClr val="FF5620"/>
                </a:solidFill>
                <a:latin typeface="Segoe UI Semibold" panose="020B0702040204020203" pitchFamily="34" charset="0"/>
                <a:cs typeface="Segoe UI Semibold" panose="020B0702040204020203" pitchFamily="34" charset="0"/>
              </a:rPr>
              <a:t>Iı</a:t>
            </a:r>
            <a:endParaRPr lang="tr-TR" sz="2400" b="0" dirty="0">
              <a:solidFill>
                <a:srgbClr val="FF5620"/>
              </a:solidFill>
              <a:latin typeface="Segoe UI Semibold" panose="020B0702040204020203" pitchFamily="34" charset="0"/>
              <a:cs typeface="Segoe UI Semibold" panose="020B0702040204020203" pitchFamily="34" charset="0"/>
            </a:endParaRPr>
          </a:p>
        </p:txBody>
      </p:sp>
      <p:sp>
        <p:nvSpPr>
          <p:cNvPr id="15" name="Speech Bubble: Rectangle with Corners Rounded 14">
            <a:extLst>
              <a:ext uri="{FF2B5EF4-FFF2-40B4-BE49-F238E27FC236}">
                <a16:creationId xmlns:a16="http://schemas.microsoft.com/office/drawing/2014/main" id="{2AADEDA4-884B-4537-91E0-C94FBF451723}"/>
              </a:ext>
            </a:extLst>
          </p:cNvPr>
          <p:cNvSpPr/>
          <p:nvPr/>
        </p:nvSpPr>
        <p:spPr>
          <a:xfrm>
            <a:off x="720960" y="5344008"/>
            <a:ext cx="5462293" cy="267605"/>
          </a:xfrm>
          <a:prstGeom prst="wedgeRoundRectCallout">
            <a:avLst>
              <a:gd name="adj1" fmla="val 2281"/>
              <a:gd name="adj2" fmla="val -50360"/>
              <a:gd name="adj3" fmla="val 16667"/>
            </a:avLst>
          </a:prstGeom>
          <a:solidFill>
            <a:srgbClr val="FFC000"/>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tr-TR" sz="1050" b="1" dirty="0">
              <a:latin typeface="Segoe UI Semibold" panose="020B0702040204020203" pitchFamily="34" charset="0"/>
              <a:cs typeface="Segoe UI Semibold" panose="020B0702040204020203" pitchFamily="34" charset="0"/>
            </a:endParaRPr>
          </a:p>
        </p:txBody>
      </p:sp>
      <p:sp>
        <p:nvSpPr>
          <p:cNvPr id="17" name="TextBox 16">
            <a:extLst>
              <a:ext uri="{FF2B5EF4-FFF2-40B4-BE49-F238E27FC236}">
                <a16:creationId xmlns:a16="http://schemas.microsoft.com/office/drawing/2014/main" id="{627A13CF-E397-47D3-AD55-63DF8994CE03}"/>
              </a:ext>
            </a:extLst>
          </p:cNvPr>
          <p:cNvSpPr txBox="1"/>
          <p:nvPr/>
        </p:nvSpPr>
        <p:spPr>
          <a:xfrm>
            <a:off x="936058" y="5357697"/>
            <a:ext cx="5077905" cy="253916"/>
          </a:xfrm>
          <a:prstGeom prst="rect">
            <a:avLst/>
          </a:prstGeom>
          <a:noFill/>
        </p:spPr>
        <p:txBody>
          <a:bodyPr wrap="square" rtlCol="0">
            <a:spAutoFit/>
          </a:bodyPr>
          <a:lstStyle/>
          <a:p>
            <a:pPr algn="ctr"/>
            <a:r>
              <a:rPr lang="tr-TR" sz="1050" b="1" dirty="0">
                <a:latin typeface="Segoe UI Semibold" panose="020B0702040204020203" pitchFamily="34" charset="0"/>
                <a:cs typeface="Segoe UI Semibold" panose="020B0702040204020203" pitchFamily="34" charset="0"/>
              </a:rPr>
              <a:t>Bir sayfada en fazla 5 madde olmalıdır. </a:t>
            </a:r>
            <a:endParaRPr lang="tr-TR" b="1" dirty="0">
              <a:latin typeface="Segoe UI Semibold" panose="020B0702040204020203" pitchFamily="34" charset="0"/>
              <a:cs typeface="Segoe UI Semibold" panose="020B0702040204020203" pitchFamily="34" charset="0"/>
            </a:endParaRPr>
          </a:p>
        </p:txBody>
      </p:sp>
      <p:sp>
        <p:nvSpPr>
          <p:cNvPr id="18" name="Speech Bubble: Rectangle with Corners Rounded 17">
            <a:extLst>
              <a:ext uri="{FF2B5EF4-FFF2-40B4-BE49-F238E27FC236}">
                <a16:creationId xmlns:a16="http://schemas.microsoft.com/office/drawing/2014/main" id="{54493CBC-29C0-4D20-BA03-ABD662ED8584}"/>
              </a:ext>
            </a:extLst>
          </p:cNvPr>
          <p:cNvSpPr/>
          <p:nvPr/>
        </p:nvSpPr>
        <p:spPr>
          <a:xfrm>
            <a:off x="9156489" y="554385"/>
            <a:ext cx="1641516" cy="896463"/>
          </a:xfrm>
          <a:prstGeom prst="wedgeRoundRectCallout">
            <a:avLst>
              <a:gd name="adj1" fmla="val -21586"/>
              <a:gd name="adj2" fmla="val 70661"/>
              <a:gd name="adj3" fmla="val 16667"/>
            </a:avLst>
          </a:prstGeom>
          <a:solidFill>
            <a:srgbClr val="FFC000"/>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solidFill>
                  <a:schemeClr val="tx1"/>
                </a:solidFill>
                <a:latin typeface="Segoe UI Semibold" panose="020B0702040204020203" pitchFamily="34" charset="0"/>
                <a:cs typeface="Segoe UI Semibold" panose="020B0702040204020203" pitchFamily="34" charset="0"/>
              </a:rPr>
              <a:t>Sunumlarda görsel ve video kullanımının artırılması önerilmektedir.</a:t>
            </a:r>
          </a:p>
        </p:txBody>
      </p:sp>
    </p:spTree>
    <p:extLst>
      <p:ext uri="{BB962C8B-B14F-4D97-AF65-F5344CB8AC3E}">
        <p14:creationId xmlns:p14="http://schemas.microsoft.com/office/powerpoint/2010/main" val="193249114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25BF1DEE-191D-410D-9D5B-869B392DE80D}"/>
              </a:ext>
            </a:extLst>
          </p:cNvPr>
          <p:cNvSpPr txBox="1"/>
          <p:nvPr/>
        </p:nvSpPr>
        <p:spPr>
          <a:xfrm>
            <a:off x="1371308" y="3517979"/>
            <a:ext cx="1650486" cy="338554"/>
          </a:xfrm>
          <a:prstGeom prst="rect">
            <a:avLst/>
          </a:prstGeom>
          <a:noFill/>
        </p:spPr>
        <p:txBody>
          <a:bodyPr wrap="square" rtlCol="0">
            <a:spAutoFit/>
          </a:bodyPr>
          <a:lstStyle/>
          <a:p>
            <a:pPr algn="ctr"/>
            <a:r>
              <a:rPr lang="tr-TR" sz="1600" dirty="0">
                <a:solidFill>
                  <a:srgbClr val="4D4D4D"/>
                </a:solidFill>
                <a:latin typeface="Segoe UI Semibold" panose="020B0702040204020203" pitchFamily="34" charset="0"/>
                <a:cs typeface="Segoe UI Semibold" panose="020B0702040204020203" pitchFamily="34" charset="0"/>
              </a:rPr>
              <a:t>ÖRNEK GÖRSEL</a:t>
            </a:r>
          </a:p>
        </p:txBody>
      </p:sp>
      <p:pic>
        <p:nvPicPr>
          <p:cNvPr id="34" name="Picture 33">
            <a:extLst>
              <a:ext uri="{FF2B5EF4-FFF2-40B4-BE49-F238E27FC236}">
                <a16:creationId xmlns:a16="http://schemas.microsoft.com/office/drawing/2014/main" id="{77CA6346-E3B7-444D-9A26-8E5CD04F0C5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84552" y="1444146"/>
            <a:ext cx="3223998" cy="1961817"/>
          </a:xfrm>
          <a:prstGeom prst="roundRect">
            <a:avLst>
              <a:gd name="adj" fmla="val 6667"/>
            </a:avLst>
          </a:prstGeom>
          <a:noFill/>
          <a:effectLst>
            <a:outerShdw blurRad="254000" dist="127000" dir="8100000" algn="tr" rotWithShape="0">
              <a:prstClr val="black">
                <a:alpha val="25000"/>
              </a:prstClr>
            </a:outerShdw>
          </a:effectLst>
        </p:spPr>
      </p:pic>
      <p:pic>
        <p:nvPicPr>
          <p:cNvPr id="35" name="Picture 34">
            <a:extLst>
              <a:ext uri="{FF2B5EF4-FFF2-40B4-BE49-F238E27FC236}">
                <a16:creationId xmlns:a16="http://schemas.microsoft.com/office/drawing/2014/main" id="{69882BCF-179F-43C9-9963-56F2EAD940F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347176" y="1444146"/>
            <a:ext cx="3223998" cy="1961817"/>
          </a:xfrm>
          <a:prstGeom prst="roundRect">
            <a:avLst>
              <a:gd name="adj" fmla="val 6667"/>
            </a:avLst>
          </a:prstGeom>
          <a:noFill/>
          <a:effectLst>
            <a:outerShdw blurRad="254000" dist="127000" dir="8100000" algn="tr" rotWithShape="0">
              <a:prstClr val="black">
                <a:alpha val="25000"/>
              </a:prstClr>
            </a:outerShdw>
          </a:effectLst>
        </p:spPr>
      </p:pic>
      <p:pic>
        <p:nvPicPr>
          <p:cNvPr id="36" name="Picture 35">
            <a:extLst>
              <a:ext uri="{FF2B5EF4-FFF2-40B4-BE49-F238E27FC236}">
                <a16:creationId xmlns:a16="http://schemas.microsoft.com/office/drawing/2014/main" id="{E881A460-DF17-4520-A385-A06CE957D90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109800" y="1444146"/>
            <a:ext cx="3223998" cy="1961817"/>
          </a:xfrm>
          <a:prstGeom prst="roundRect">
            <a:avLst>
              <a:gd name="adj" fmla="val 6667"/>
            </a:avLst>
          </a:prstGeom>
          <a:noFill/>
          <a:effectLst>
            <a:outerShdw blurRad="254000" dist="127000" dir="8100000" algn="tr" rotWithShape="0">
              <a:prstClr val="black">
                <a:alpha val="25000"/>
              </a:prstClr>
            </a:outerShdw>
          </a:effectLst>
        </p:spPr>
      </p:pic>
      <p:pic>
        <p:nvPicPr>
          <p:cNvPr id="37" name="Picture 36">
            <a:extLst>
              <a:ext uri="{FF2B5EF4-FFF2-40B4-BE49-F238E27FC236}">
                <a16:creationId xmlns:a16="http://schemas.microsoft.com/office/drawing/2014/main" id="{660E342F-B012-43C6-9554-A4D94DC9CFD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84552" y="3880987"/>
            <a:ext cx="3223998" cy="1961817"/>
          </a:xfrm>
          <a:prstGeom prst="roundRect">
            <a:avLst>
              <a:gd name="adj" fmla="val 6667"/>
            </a:avLst>
          </a:prstGeom>
          <a:noFill/>
          <a:effectLst>
            <a:outerShdw blurRad="254000" dist="127000" dir="8100000" algn="tr" rotWithShape="0">
              <a:prstClr val="black">
                <a:alpha val="25000"/>
              </a:prstClr>
            </a:outerShdw>
          </a:effectLst>
        </p:spPr>
      </p:pic>
      <p:pic>
        <p:nvPicPr>
          <p:cNvPr id="38" name="Picture 37">
            <a:extLst>
              <a:ext uri="{FF2B5EF4-FFF2-40B4-BE49-F238E27FC236}">
                <a16:creationId xmlns:a16="http://schemas.microsoft.com/office/drawing/2014/main" id="{D9D8A340-7D49-49A5-AAA0-227F0EFD6C2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347176" y="3880987"/>
            <a:ext cx="3223998" cy="1961817"/>
          </a:xfrm>
          <a:prstGeom prst="roundRect">
            <a:avLst>
              <a:gd name="adj" fmla="val 6667"/>
            </a:avLst>
          </a:prstGeom>
          <a:noFill/>
          <a:effectLst>
            <a:outerShdw blurRad="254000" dist="127000" dir="8100000" algn="tr" rotWithShape="0">
              <a:prstClr val="black">
                <a:alpha val="25000"/>
              </a:prstClr>
            </a:outerShdw>
          </a:effectLst>
        </p:spPr>
      </p:pic>
      <p:pic>
        <p:nvPicPr>
          <p:cNvPr id="39" name="Picture 38">
            <a:extLst>
              <a:ext uri="{FF2B5EF4-FFF2-40B4-BE49-F238E27FC236}">
                <a16:creationId xmlns:a16="http://schemas.microsoft.com/office/drawing/2014/main" id="{CBC1C174-5539-42E0-B6FE-C7B9098BE35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109800" y="3880987"/>
            <a:ext cx="3223998" cy="1961817"/>
          </a:xfrm>
          <a:prstGeom prst="roundRect">
            <a:avLst>
              <a:gd name="adj" fmla="val 6667"/>
            </a:avLst>
          </a:prstGeom>
          <a:noFill/>
          <a:effectLst>
            <a:outerShdw blurRad="254000" dist="127000" dir="8100000" algn="tr" rotWithShape="0">
              <a:prstClr val="black">
                <a:alpha val="25000"/>
              </a:prstClr>
            </a:outerShdw>
          </a:effectLst>
        </p:spPr>
      </p:pic>
      <p:sp>
        <p:nvSpPr>
          <p:cNvPr id="40" name="TextBox 39">
            <a:extLst>
              <a:ext uri="{FF2B5EF4-FFF2-40B4-BE49-F238E27FC236}">
                <a16:creationId xmlns:a16="http://schemas.microsoft.com/office/drawing/2014/main" id="{2AE57315-5C48-46D3-9610-182B0D55468D}"/>
              </a:ext>
            </a:extLst>
          </p:cNvPr>
          <p:cNvSpPr txBox="1"/>
          <p:nvPr/>
        </p:nvSpPr>
        <p:spPr>
          <a:xfrm>
            <a:off x="1371308" y="5938296"/>
            <a:ext cx="1650486" cy="338554"/>
          </a:xfrm>
          <a:prstGeom prst="rect">
            <a:avLst/>
          </a:prstGeom>
          <a:noFill/>
        </p:spPr>
        <p:txBody>
          <a:bodyPr wrap="square" rtlCol="0">
            <a:spAutoFit/>
          </a:bodyPr>
          <a:lstStyle/>
          <a:p>
            <a:pPr algn="ctr"/>
            <a:r>
              <a:rPr lang="tr-TR" sz="1600" dirty="0">
                <a:solidFill>
                  <a:srgbClr val="4D4D4D"/>
                </a:solidFill>
                <a:latin typeface="Segoe UI Semibold" panose="020B0702040204020203" pitchFamily="34" charset="0"/>
                <a:cs typeface="Segoe UI Semibold" panose="020B0702040204020203" pitchFamily="34" charset="0"/>
              </a:rPr>
              <a:t>ÖRNEK GÖRSEL</a:t>
            </a:r>
          </a:p>
        </p:txBody>
      </p:sp>
      <p:sp>
        <p:nvSpPr>
          <p:cNvPr id="41" name="TextBox 40">
            <a:extLst>
              <a:ext uri="{FF2B5EF4-FFF2-40B4-BE49-F238E27FC236}">
                <a16:creationId xmlns:a16="http://schemas.microsoft.com/office/drawing/2014/main" id="{E626C4D1-1571-4F84-B0A9-CA7FA41F4B02}"/>
              </a:ext>
            </a:extLst>
          </p:cNvPr>
          <p:cNvSpPr txBox="1"/>
          <p:nvPr/>
        </p:nvSpPr>
        <p:spPr>
          <a:xfrm>
            <a:off x="5133932" y="3517979"/>
            <a:ext cx="1650486" cy="338554"/>
          </a:xfrm>
          <a:prstGeom prst="rect">
            <a:avLst/>
          </a:prstGeom>
          <a:noFill/>
        </p:spPr>
        <p:txBody>
          <a:bodyPr wrap="square" rtlCol="0">
            <a:spAutoFit/>
          </a:bodyPr>
          <a:lstStyle/>
          <a:p>
            <a:pPr algn="ctr"/>
            <a:r>
              <a:rPr lang="tr-TR" sz="1600" dirty="0">
                <a:solidFill>
                  <a:srgbClr val="4D4D4D"/>
                </a:solidFill>
                <a:latin typeface="Segoe UI Semibold" panose="020B0702040204020203" pitchFamily="34" charset="0"/>
                <a:cs typeface="Segoe UI Semibold" panose="020B0702040204020203" pitchFamily="34" charset="0"/>
              </a:rPr>
              <a:t>ÖRNEK GÖRSEL</a:t>
            </a:r>
          </a:p>
        </p:txBody>
      </p:sp>
      <p:sp>
        <p:nvSpPr>
          <p:cNvPr id="42" name="TextBox 41">
            <a:extLst>
              <a:ext uri="{FF2B5EF4-FFF2-40B4-BE49-F238E27FC236}">
                <a16:creationId xmlns:a16="http://schemas.microsoft.com/office/drawing/2014/main" id="{EDC6CE48-6077-4263-A1C8-99C1DBB6863E}"/>
              </a:ext>
            </a:extLst>
          </p:cNvPr>
          <p:cNvSpPr txBox="1"/>
          <p:nvPr/>
        </p:nvSpPr>
        <p:spPr>
          <a:xfrm>
            <a:off x="5133932" y="5938296"/>
            <a:ext cx="1650486" cy="338554"/>
          </a:xfrm>
          <a:prstGeom prst="rect">
            <a:avLst/>
          </a:prstGeom>
          <a:noFill/>
        </p:spPr>
        <p:txBody>
          <a:bodyPr wrap="square" rtlCol="0">
            <a:spAutoFit/>
          </a:bodyPr>
          <a:lstStyle/>
          <a:p>
            <a:pPr algn="ctr"/>
            <a:r>
              <a:rPr lang="tr-TR" sz="1600" dirty="0">
                <a:solidFill>
                  <a:srgbClr val="4D4D4D"/>
                </a:solidFill>
                <a:latin typeface="Segoe UI Semibold" panose="020B0702040204020203" pitchFamily="34" charset="0"/>
                <a:cs typeface="Segoe UI Semibold" panose="020B0702040204020203" pitchFamily="34" charset="0"/>
              </a:rPr>
              <a:t>ÖRNEK GÖRSEL</a:t>
            </a:r>
          </a:p>
        </p:txBody>
      </p:sp>
      <p:sp>
        <p:nvSpPr>
          <p:cNvPr id="43" name="TextBox 42">
            <a:extLst>
              <a:ext uri="{FF2B5EF4-FFF2-40B4-BE49-F238E27FC236}">
                <a16:creationId xmlns:a16="http://schemas.microsoft.com/office/drawing/2014/main" id="{E80FC995-9484-41F4-AEBD-6D2D38A56325}"/>
              </a:ext>
            </a:extLst>
          </p:cNvPr>
          <p:cNvSpPr txBox="1"/>
          <p:nvPr/>
        </p:nvSpPr>
        <p:spPr>
          <a:xfrm>
            <a:off x="8896556" y="3517979"/>
            <a:ext cx="1650486" cy="338554"/>
          </a:xfrm>
          <a:prstGeom prst="rect">
            <a:avLst/>
          </a:prstGeom>
          <a:noFill/>
        </p:spPr>
        <p:txBody>
          <a:bodyPr wrap="square" rtlCol="0">
            <a:spAutoFit/>
          </a:bodyPr>
          <a:lstStyle/>
          <a:p>
            <a:pPr algn="ctr"/>
            <a:r>
              <a:rPr lang="tr-TR" sz="1600" dirty="0">
                <a:solidFill>
                  <a:srgbClr val="4D4D4D"/>
                </a:solidFill>
                <a:latin typeface="Segoe UI Semibold" panose="020B0702040204020203" pitchFamily="34" charset="0"/>
                <a:cs typeface="Segoe UI Semibold" panose="020B0702040204020203" pitchFamily="34" charset="0"/>
              </a:rPr>
              <a:t>ÖRNEK GÖRSEL</a:t>
            </a:r>
          </a:p>
        </p:txBody>
      </p:sp>
      <p:sp>
        <p:nvSpPr>
          <p:cNvPr id="44" name="TextBox 43">
            <a:extLst>
              <a:ext uri="{FF2B5EF4-FFF2-40B4-BE49-F238E27FC236}">
                <a16:creationId xmlns:a16="http://schemas.microsoft.com/office/drawing/2014/main" id="{13F225FF-90F5-4551-8B20-2367B0376AC4}"/>
              </a:ext>
            </a:extLst>
          </p:cNvPr>
          <p:cNvSpPr txBox="1"/>
          <p:nvPr/>
        </p:nvSpPr>
        <p:spPr>
          <a:xfrm>
            <a:off x="8896556" y="5938296"/>
            <a:ext cx="1650486" cy="338554"/>
          </a:xfrm>
          <a:prstGeom prst="rect">
            <a:avLst/>
          </a:prstGeom>
          <a:noFill/>
        </p:spPr>
        <p:txBody>
          <a:bodyPr wrap="square" rtlCol="0">
            <a:spAutoFit/>
          </a:bodyPr>
          <a:lstStyle/>
          <a:p>
            <a:pPr algn="ctr"/>
            <a:r>
              <a:rPr lang="tr-TR" sz="1600" dirty="0">
                <a:solidFill>
                  <a:srgbClr val="4D4D4D"/>
                </a:solidFill>
                <a:latin typeface="Segoe UI Semibold" panose="020B0702040204020203" pitchFamily="34" charset="0"/>
                <a:cs typeface="Segoe UI Semibold" panose="020B0702040204020203" pitchFamily="34" charset="0"/>
              </a:rPr>
              <a:t>ÖRNEK GÖRSEL</a:t>
            </a:r>
          </a:p>
        </p:txBody>
      </p:sp>
      <p:sp>
        <p:nvSpPr>
          <p:cNvPr id="45" name="Speech Bubble: Rectangle with Corners Rounded 44">
            <a:extLst>
              <a:ext uri="{FF2B5EF4-FFF2-40B4-BE49-F238E27FC236}">
                <a16:creationId xmlns:a16="http://schemas.microsoft.com/office/drawing/2014/main" id="{4469071E-8EB8-4D21-ADB8-BC3366FB26D5}"/>
              </a:ext>
            </a:extLst>
          </p:cNvPr>
          <p:cNvSpPr/>
          <p:nvPr/>
        </p:nvSpPr>
        <p:spPr>
          <a:xfrm>
            <a:off x="4347176" y="360547"/>
            <a:ext cx="1641516" cy="896463"/>
          </a:xfrm>
          <a:prstGeom prst="wedgeRoundRectCallout">
            <a:avLst>
              <a:gd name="adj1" fmla="val -21586"/>
              <a:gd name="adj2" fmla="val 7066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Sadece görsel kullanılan yansılarda maksimum görsel miktarı 6 olmalıdır.</a:t>
            </a:r>
          </a:p>
        </p:txBody>
      </p:sp>
      <p:sp>
        <p:nvSpPr>
          <p:cNvPr id="46" name="Speech Bubble: Rectangle with Corners Rounded 45">
            <a:extLst>
              <a:ext uri="{FF2B5EF4-FFF2-40B4-BE49-F238E27FC236}">
                <a16:creationId xmlns:a16="http://schemas.microsoft.com/office/drawing/2014/main" id="{896C87EA-CF55-499C-913B-462CF39E8016}"/>
              </a:ext>
            </a:extLst>
          </p:cNvPr>
          <p:cNvSpPr/>
          <p:nvPr/>
        </p:nvSpPr>
        <p:spPr>
          <a:xfrm>
            <a:off x="3087809" y="5413854"/>
            <a:ext cx="1641516" cy="896463"/>
          </a:xfrm>
          <a:prstGeom prst="wedgeRoundRectCallout">
            <a:avLst>
              <a:gd name="adj1" fmla="val -60950"/>
              <a:gd name="adj2" fmla="val 2306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Görsel alt başlıkları 16pt Segoe UI </a:t>
            </a:r>
            <a:r>
              <a:rPr lang="tr-TR" sz="1100" b="1" dirty="0" err="1">
                <a:latin typeface="Segoe UI Semibold" panose="020B0702040204020203" pitchFamily="34" charset="0"/>
                <a:cs typeface="Segoe UI Semibold" panose="020B0702040204020203" pitchFamily="34" charset="0"/>
              </a:rPr>
              <a:t>Semibold</a:t>
            </a:r>
            <a:endParaRPr lang="tr-TR" sz="1100" b="1" dirty="0">
              <a:latin typeface="Segoe UI Semibold" panose="020B0702040204020203" pitchFamily="34" charset="0"/>
              <a:cs typeface="Segoe UI Semibold" panose="020B0702040204020203" pitchFamily="34" charset="0"/>
            </a:endParaRPr>
          </a:p>
        </p:txBody>
      </p:sp>
      <p:sp>
        <p:nvSpPr>
          <p:cNvPr id="19" name="Title 9">
            <a:extLst>
              <a:ext uri="{FF2B5EF4-FFF2-40B4-BE49-F238E27FC236}">
                <a16:creationId xmlns:a16="http://schemas.microsoft.com/office/drawing/2014/main" id="{17A0E49B-1CA1-4D28-B4DA-5B9E4D8353DF}"/>
              </a:ext>
            </a:extLst>
          </p:cNvPr>
          <p:cNvSpPr>
            <a:spLocks noGrp="1"/>
          </p:cNvSpPr>
          <p:nvPr>
            <p:ph type="title"/>
          </p:nvPr>
        </p:nvSpPr>
        <p:spPr>
          <a:xfrm>
            <a:off x="409163" y="360547"/>
            <a:ext cx="5946550" cy="1208921"/>
          </a:xfrm>
          <a:prstGeom prst="rect">
            <a:avLst/>
          </a:prstGeom>
        </p:spPr>
        <p:txBody>
          <a:bodyPr/>
          <a:lstStyle/>
          <a:p>
            <a:pPr>
              <a:lnSpc>
                <a:spcPct val="100000"/>
              </a:lnSpc>
            </a:pPr>
            <a:r>
              <a:rPr lang="tr-TR" b="0" dirty="0">
                <a:latin typeface="Segoe UI Black" panose="020B0A02040204020203" pitchFamily="34" charset="0"/>
                <a:ea typeface="Segoe UI Black" panose="020B0A02040204020203" pitchFamily="34" charset="0"/>
              </a:rPr>
              <a:t>Örnek sayfa</a:t>
            </a:r>
            <a:br>
              <a:rPr lang="tr-TR" dirty="0"/>
            </a:br>
            <a:r>
              <a:rPr lang="tr-TR" sz="2400" b="0" dirty="0">
                <a:solidFill>
                  <a:srgbClr val="FF5620"/>
                </a:solidFill>
                <a:latin typeface="Segoe UI Semibold" panose="020B0702040204020203" pitchFamily="34" charset="0"/>
                <a:cs typeface="Segoe UI Semibold" panose="020B0702040204020203" pitchFamily="34" charset="0"/>
              </a:rPr>
              <a:t>tasarım-</a:t>
            </a:r>
            <a:r>
              <a:rPr lang="tr-TR" sz="2400" b="0" dirty="0" err="1">
                <a:solidFill>
                  <a:srgbClr val="FF5620"/>
                </a:solidFill>
                <a:latin typeface="Segoe UI Semibold" panose="020B0702040204020203" pitchFamily="34" charset="0"/>
                <a:cs typeface="Segoe UI Semibold" panose="020B0702040204020203" pitchFamily="34" charset="0"/>
              </a:rPr>
              <a:t>Iıı</a:t>
            </a:r>
            <a:endParaRPr lang="tr-TR" sz="2400" b="0" dirty="0">
              <a:solidFill>
                <a:srgbClr val="FF5620"/>
              </a:solidFill>
              <a:latin typeface="Segoe UI Semibold" panose="020B0702040204020203" pitchFamily="34" charset="0"/>
              <a:cs typeface="Segoe UI Semibold" panose="020B0702040204020203" pitchFamily="34" charset="0"/>
            </a:endParaRPr>
          </a:p>
        </p:txBody>
      </p:sp>
      <p:sp>
        <p:nvSpPr>
          <p:cNvPr id="17" name="Speech Bubble: Rectangle with Corners Rounded 16">
            <a:extLst>
              <a:ext uri="{FF2B5EF4-FFF2-40B4-BE49-F238E27FC236}">
                <a16:creationId xmlns:a16="http://schemas.microsoft.com/office/drawing/2014/main" id="{5D2D6FFF-31E9-4E6B-A70B-46F2F802BE5E}"/>
              </a:ext>
            </a:extLst>
          </p:cNvPr>
          <p:cNvSpPr/>
          <p:nvPr/>
        </p:nvSpPr>
        <p:spPr>
          <a:xfrm>
            <a:off x="6596169" y="310171"/>
            <a:ext cx="1641516" cy="896463"/>
          </a:xfrm>
          <a:prstGeom prst="wedgeRoundRectCallout">
            <a:avLst>
              <a:gd name="adj1" fmla="val -21586"/>
              <a:gd name="adj2" fmla="val 70661"/>
              <a:gd name="adj3" fmla="val 16667"/>
            </a:avLst>
          </a:prstGeom>
          <a:solidFill>
            <a:srgbClr val="FFC000"/>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solidFill>
                  <a:schemeClr val="tx1"/>
                </a:solidFill>
                <a:latin typeface="Segoe UI Semibold" panose="020B0702040204020203" pitchFamily="34" charset="0"/>
                <a:cs typeface="Segoe UI Semibold" panose="020B0702040204020203" pitchFamily="34" charset="0"/>
              </a:rPr>
              <a:t>Sunumlarda görsel ve video kullanımının artırılması önerilmektedir.</a:t>
            </a:r>
          </a:p>
        </p:txBody>
      </p:sp>
    </p:spTree>
    <p:extLst>
      <p:ext uri="{BB962C8B-B14F-4D97-AF65-F5344CB8AC3E}">
        <p14:creationId xmlns:p14="http://schemas.microsoft.com/office/powerpoint/2010/main" val="244902566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8257B176-E010-4110-9CEC-A089C7EAA7FC}"/>
              </a:ext>
            </a:extLst>
          </p:cNvPr>
          <p:cNvSpPr>
            <a:spLocks noGrp="1"/>
          </p:cNvSpPr>
          <p:nvPr>
            <p:ph type="body" sz="quarter" idx="13"/>
          </p:nvPr>
        </p:nvSpPr>
        <p:spPr>
          <a:xfrm>
            <a:off x="465668" y="2026668"/>
            <a:ext cx="5553392" cy="2339102"/>
          </a:xfrm>
          <a:prstGeom prst="rect">
            <a:avLst/>
          </a:prstGeom>
        </p:spPr>
        <p:txBody>
          <a:bodyPr/>
          <a:lstStyle/>
          <a:p>
            <a:pPr marL="0" lvl="0" indent="0">
              <a:lnSpc>
                <a:spcPct val="100000"/>
              </a:lnSpc>
              <a:spcBef>
                <a:spcPts val="0"/>
              </a:spcBef>
              <a:buNone/>
              <a:defRPr/>
            </a:pPr>
            <a:r>
              <a:rPr lang="tr-TR" sz="2400" b="1" dirty="0">
                <a:solidFill>
                  <a:srgbClr val="4D4D4D"/>
                </a:solidFill>
                <a:latin typeface="Segoe UI Black" panose="020B0A02040204020203" pitchFamily="34" charset="0"/>
                <a:ea typeface="Segoe UI Black" panose="020B0A02040204020203" pitchFamily="34" charset="0"/>
              </a:rPr>
              <a:t>PARAGRAF BAŞLIĞI</a:t>
            </a:r>
          </a:p>
          <a:p>
            <a:pPr marL="0" lvl="0" indent="0">
              <a:lnSpc>
                <a:spcPct val="100000"/>
              </a:lnSpc>
              <a:spcBef>
                <a:spcPts val="0"/>
              </a:spcBef>
              <a:buNone/>
              <a:defRPr/>
            </a:pPr>
            <a:endParaRPr lang="en-US" sz="1400" b="0" dirty="0">
              <a:solidFill>
                <a:srgbClr val="4D4D4D"/>
              </a:solidFill>
            </a:endParaRPr>
          </a:p>
          <a:p>
            <a:pPr marL="0" indent="0">
              <a:lnSpc>
                <a:spcPct val="100000"/>
              </a:lnSpc>
              <a:spcBef>
                <a:spcPts val="0"/>
              </a:spcBef>
              <a:buNone/>
              <a:defRPr/>
            </a:pPr>
            <a:r>
              <a:rPr lang="tr-TR" sz="1800" dirty="0">
                <a:solidFill>
                  <a:srgbClr val="4D4D4D"/>
                </a:solidFill>
                <a:latin typeface="Calibri" panose="020F0502020204030204" pitchFamily="34" charset="0"/>
                <a:cs typeface="Calibri" panose="020F0502020204030204" pitchFamily="34" charset="0"/>
              </a:rPr>
              <a:t>Örnek paragraf metni. Örnek paragraf metni. Örnek paragraf metni. Örnek paragraf metni. Örnek paragraf metni. Örnek paragraf metni. Örnek paragraf metni. Örnek paragraf metni. Örnek paragraf metni. Örnek paragraf metni. Örnek paragraf metni. Örnek paragraf metni. Örnek paragraf metni. Örnek paragraf metni. </a:t>
            </a:r>
          </a:p>
        </p:txBody>
      </p:sp>
      <p:sp>
        <p:nvSpPr>
          <p:cNvPr id="16" name="Rectangle: Rounded Corners 40">
            <a:extLst>
              <a:ext uri="{FF2B5EF4-FFF2-40B4-BE49-F238E27FC236}">
                <a16:creationId xmlns:a16="http://schemas.microsoft.com/office/drawing/2014/main" id="{366F6B5E-A6AB-4FAF-9B30-55F6ECB66243}"/>
              </a:ext>
            </a:extLst>
          </p:cNvPr>
          <p:cNvSpPr/>
          <p:nvPr/>
        </p:nvSpPr>
        <p:spPr>
          <a:xfrm>
            <a:off x="6902522" y="1805359"/>
            <a:ext cx="3286507" cy="2651231"/>
          </a:xfrm>
          <a:prstGeom prst="roundRect">
            <a:avLst>
              <a:gd name="adj" fmla="val 10322"/>
            </a:avLst>
          </a:prstGeom>
          <a:solidFill>
            <a:srgbClr val="FF5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41">
            <a:extLst>
              <a:ext uri="{FF2B5EF4-FFF2-40B4-BE49-F238E27FC236}">
                <a16:creationId xmlns:a16="http://schemas.microsoft.com/office/drawing/2014/main" id="{61A7DAA9-EA63-4C22-8383-7DFB12A1DAE2}"/>
              </a:ext>
            </a:extLst>
          </p:cNvPr>
          <p:cNvSpPr txBox="1"/>
          <p:nvPr/>
        </p:nvSpPr>
        <p:spPr>
          <a:xfrm>
            <a:off x="7057430" y="2184706"/>
            <a:ext cx="1894410" cy="422405"/>
          </a:xfrm>
          <a:prstGeom prst="rect">
            <a:avLst/>
          </a:prstGeom>
          <a:noFill/>
        </p:spPr>
        <p:txBody>
          <a:bodyPr wrap="square" lIns="180000" tIns="72000" rIns="180000" bIns="7200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tr-TR" dirty="0">
                <a:solidFill>
                  <a:srgbClr val="FFFFFF"/>
                </a:solidFill>
                <a:latin typeface="Segoe UI Black" panose="020B0A02040204020203" pitchFamily="34" charset="0"/>
                <a:ea typeface="Segoe UI Black" panose="020B0A02040204020203" pitchFamily="34" charset="0"/>
              </a:rPr>
              <a:t>BAŞLIK</a:t>
            </a:r>
            <a:endParaRPr kumimoji="0" lang="en-US" i="0" u="none" strike="noStrike" kern="1200" cap="none"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endParaRPr>
          </a:p>
        </p:txBody>
      </p:sp>
      <p:sp>
        <p:nvSpPr>
          <p:cNvPr id="18" name="TextBox 42">
            <a:extLst>
              <a:ext uri="{FF2B5EF4-FFF2-40B4-BE49-F238E27FC236}">
                <a16:creationId xmlns:a16="http://schemas.microsoft.com/office/drawing/2014/main" id="{26E2F6B9-F578-43F6-9AD1-472E0F68BD17}"/>
              </a:ext>
            </a:extLst>
          </p:cNvPr>
          <p:cNvSpPr txBox="1"/>
          <p:nvPr/>
        </p:nvSpPr>
        <p:spPr>
          <a:xfrm>
            <a:off x="7057430" y="2607111"/>
            <a:ext cx="3027096" cy="1376513"/>
          </a:xfrm>
          <a:prstGeom prst="rect">
            <a:avLst/>
          </a:prstGeom>
          <a:noFill/>
        </p:spPr>
        <p:txBody>
          <a:bodyPr wrap="square" lIns="180000" tIns="72000" rIns="180000" bIns="72000" rtlCol="0">
            <a:spAutoFit/>
          </a:bodyPr>
          <a:lstStyle/>
          <a:p>
            <a:pPr>
              <a:defRPr/>
            </a:pPr>
            <a:r>
              <a:rPr lang="tr-TR" sz="1600" dirty="0">
                <a:solidFill>
                  <a:srgbClr val="FFFFFF"/>
                </a:solidFill>
                <a:latin typeface="Calibri" panose="020F0502020204030204" pitchFamily="34" charset="0"/>
                <a:ea typeface="Source Sans Pro" panose="020B0503030403020204" pitchFamily="34" charset="0"/>
                <a:cs typeface="Calibri" panose="020F0502020204030204" pitchFamily="34" charset="0"/>
              </a:rPr>
              <a:t>Örnek metin. Örnek metin. Örnek metin.  Örnek metin. </a:t>
            </a:r>
            <a:endParaRPr lang="en-US" sz="1600" dirty="0">
              <a:solidFill>
                <a:srgbClr val="FFFFFF"/>
              </a:solidFill>
              <a:latin typeface="Calibri" panose="020F0502020204030204" pitchFamily="34" charset="0"/>
              <a:ea typeface="Source Sans Pro" panose="020B0503030403020204" pitchFamily="34" charset="0"/>
              <a:cs typeface="Calibri" panose="020F0502020204030204" pitchFamily="34" charset="0"/>
            </a:endParaRPr>
          </a:p>
          <a:p>
            <a:pPr>
              <a:defRPr/>
            </a:pPr>
            <a:r>
              <a:rPr lang="tr-TR" sz="1600" dirty="0">
                <a:solidFill>
                  <a:srgbClr val="FFFFFF"/>
                </a:solidFill>
                <a:latin typeface="Calibri" panose="020F0502020204030204" pitchFamily="34" charset="0"/>
                <a:ea typeface="Source Sans Pro" panose="020B0503030403020204" pitchFamily="34" charset="0"/>
                <a:cs typeface="Calibri" panose="020F0502020204030204" pitchFamily="34" charset="0"/>
              </a:rPr>
              <a:t>Örnek metin. </a:t>
            </a:r>
            <a:endParaRPr lang="en-US" sz="1600" dirty="0">
              <a:solidFill>
                <a:srgbClr val="FFFFFF"/>
              </a:solidFill>
              <a:latin typeface="Calibri" panose="020F0502020204030204" pitchFamily="34" charset="0"/>
              <a:ea typeface="Source Sans Pro" panose="020B0503030403020204" pitchFamily="34" charset="0"/>
              <a:cs typeface="Calibri" panose="020F0502020204030204" pitchFamily="34" charset="0"/>
            </a:endParaRPr>
          </a:p>
          <a:p>
            <a:pPr>
              <a:defRPr/>
            </a:pPr>
            <a:r>
              <a:rPr lang="tr-TR" sz="1600" dirty="0">
                <a:solidFill>
                  <a:srgbClr val="FFFFFF"/>
                </a:solidFill>
                <a:latin typeface="Calibri" panose="020F0502020204030204" pitchFamily="34" charset="0"/>
                <a:ea typeface="Source Sans Pro" panose="020B0503030403020204" pitchFamily="34" charset="0"/>
                <a:cs typeface="Calibri" panose="020F0502020204030204" pitchFamily="34" charset="0"/>
              </a:rPr>
              <a:t>Örnek metin. </a:t>
            </a:r>
            <a:endParaRPr lang="en-US" sz="1600" dirty="0">
              <a:solidFill>
                <a:srgbClr val="FFFFFF"/>
              </a:solidFill>
              <a:latin typeface="Calibri" panose="020F0502020204030204" pitchFamily="34" charset="0"/>
              <a:ea typeface="Source Sans Pro" panose="020B0503030403020204" pitchFamily="34" charset="0"/>
              <a:cs typeface="Calibri" panose="020F0502020204030204" pitchFamily="34" charset="0"/>
            </a:endParaRPr>
          </a:p>
          <a:p>
            <a:pPr lvl="0">
              <a:defRPr/>
            </a:pPr>
            <a:r>
              <a:rPr lang="tr-TR" sz="1600" dirty="0">
                <a:solidFill>
                  <a:srgbClr val="FFFFFF"/>
                </a:solidFill>
                <a:latin typeface="Calibri" panose="020F0502020204030204" pitchFamily="34" charset="0"/>
                <a:ea typeface="Source Sans Pro" panose="020B0503030403020204" pitchFamily="34" charset="0"/>
                <a:cs typeface="Calibri" panose="020F0502020204030204" pitchFamily="34" charset="0"/>
              </a:rPr>
              <a:t> </a:t>
            </a:r>
            <a:endParaRPr kumimoji="0" lang="en-US" sz="1600" b="0" i="0" u="none" strike="noStrike" kern="1200" cap="none" spc="0" normalizeH="0" baseline="0" noProof="0" dirty="0">
              <a:ln>
                <a:noFill/>
              </a:ln>
              <a:solidFill>
                <a:srgbClr val="FFFFFF"/>
              </a:solidFill>
              <a:effectLst/>
              <a:uLnTx/>
              <a:uFillTx/>
              <a:latin typeface="Calibri" panose="020F0502020204030204" pitchFamily="34" charset="0"/>
              <a:ea typeface="Source Sans Pro" panose="020B0503030403020204" pitchFamily="34" charset="0"/>
              <a:cs typeface="Calibri" panose="020F0502020204030204" pitchFamily="34" charset="0"/>
            </a:endParaRPr>
          </a:p>
        </p:txBody>
      </p:sp>
      <p:grpSp>
        <p:nvGrpSpPr>
          <p:cNvPr id="20" name="Group 19">
            <a:extLst>
              <a:ext uri="{FF2B5EF4-FFF2-40B4-BE49-F238E27FC236}">
                <a16:creationId xmlns:a16="http://schemas.microsoft.com/office/drawing/2014/main" id="{A2ECA75A-D83C-4CFF-88AB-C4FB6B9886A9}"/>
              </a:ext>
            </a:extLst>
          </p:cNvPr>
          <p:cNvGrpSpPr/>
          <p:nvPr/>
        </p:nvGrpSpPr>
        <p:grpSpPr>
          <a:xfrm rot="5400000">
            <a:off x="8303264" y="1636669"/>
            <a:ext cx="485022" cy="485022"/>
            <a:chOff x="10483697" y="4676399"/>
            <a:chExt cx="485022" cy="485022"/>
          </a:xfrm>
        </p:grpSpPr>
        <p:sp>
          <p:nvSpPr>
            <p:cNvPr id="21" name="Oval 20">
              <a:extLst>
                <a:ext uri="{FF2B5EF4-FFF2-40B4-BE49-F238E27FC236}">
                  <a16:creationId xmlns:a16="http://schemas.microsoft.com/office/drawing/2014/main" id="{89B460BA-E14A-4AFF-97B2-22BE69D97ADB}"/>
                </a:ext>
              </a:extLst>
            </p:cNvPr>
            <p:cNvSpPr/>
            <p:nvPr/>
          </p:nvSpPr>
          <p:spPr>
            <a:xfrm>
              <a:off x="10483697" y="4676399"/>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22" name="Freeform: Shape 36">
              <a:extLst>
                <a:ext uri="{FF2B5EF4-FFF2-40B4-BE49-F238E27FC236}">
                  <a16:creationId xmlns:a16="http://schemas.microsoft.com/office/drawing/2014/main" id="{75163411-73EC-4030-A0B9-60B9C2ED3C4C}"/>
                </a:ext>
              </a:extLst>
            </p:cNvPr>
            <p:cNvSpPr/>
            <p:nvPr/>
          </p:nvSpPr>
          <p:spPr>
            <a:xfrm rot="18883588">
              <a:off x="10616825" y="4806952"/>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black"/>
                </a:solidFill>
                <a:effectLst/>
                <a:uLnTx/>
                <a:uFillTx/>
                <a:latin typeface="Calibri" panose="020F0502020204030204" pitchFamily="34" charset="0"/>
                <a:ea typeface="+mn-ea"/>
                <a:cs typeface="+mn-cs"/>
              </a:endParaRPr>
            </a:p>
          </p:txBody>
        </p:sp>
      </p:grpSp>
      <p:sp>
        <p:nvSpPr>
          <p:cNvPr id="13" name="Speech Bubble: Rectangle with Corners Rounded 12">
            <a:extLst>
              <a:ext uri="{FF2B5EF4-FFF2-40B4-BE49-F238E27FC236}">
                <a16:creationId xmlns:a16="http://schemas.microsoft.com/office/drawing/2014/main" id="{79BB82FB-3265-4E0F-9B04-3E3411223C3E}"/>
              </a:ext>
            </a:extLst>
          </p:cNvPr>
          <p:cNvSpPr/>
          <p:nvPr/>
        </p:nvSpPr>
        <p:spPr>
          <a:xfrm>
            <a:off x="7895424" y="4696615"/>
            <a:ext cx="1785724" cy="896463"/>
          </a:xfrm>
          <a:prstGeom prst="wedgeRoundRectCallout">
            <a:avLst>
              <a:gd name="adj1" fmla="val -20843"/>
              <a:gd name="adj2" fmla="val -65340"/>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Turuncu kutu, konu hakkında açıklayıcı ek bilgiler vermek ve dikkat çekmek için kullanılabilir.</a:t>
            </a:r>
          </a:p>
        </p:txBody>
      </p:sp>
      <p:sp>
        <p:nvSpPr>
          <p:cNvPr id="14" name="Speech Bubble: Rectangle with Corners Rounded 13">
            <a:extLst>
              <a:ext uri="{FF2B5EF4-FFF2-40B4-BE49-F238E27FC236}">
                <a16:creationId xmlns:a16="http://schemas.microsoft.com/office/drawing/2014/main" id="{DD0DA578-459C-4E0F-A863-80437B64C90A}"/>
              </a:ext>
            </a:extLst>
          </p:cNvPr>
          <p:cNvSpPr/>
          <p:nvPr/>
        </p:nvSpPr>
        <p:spPr>
          <a:xfrm>
            <a:off x="7482506" y="508524"/>
            <a:ext cx="1641516" cy="896463"/>
          </a:xfrm>
          <a:prstGeom prst="wedgeRoundRectCallout">
            <a:avLst>
              <a:gd name="adj1" fmla="val -19357"/>
              <a:gd name="adj2" fmla="val 6522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Kutu içi başlık</a:t>
            </a:r>
          </a:p>
          <a:p>
            <a:pPr algn="ctr"/>
            <a:r>
              <a:rPr lang="tr-TR" sz="1100" b="1" dirty="0">
                <a:latin typeface="Segoe UI Semibold" panose="020B0702040204020203" pitchFamily="34" charset="0"/>
                <a:cs typeface="Segoe UI Semibold" panose="020B0702040204020203" pitchFamily="34" charset="0"/>
              </a:rPr>
              <a:t>18pt Segoe UI Black</a:t>
            </a:r>
          </a:p>
          <a:p>
            <a:pPr algn="ctr"/>
            <a:r>
              <a:rPr lang="tr-TR" sz="1100" b="1" dirty="0">
                <a:latin typeface="Segoe UI Semibold" panose="020B0702040204020203" pitchFamily="34" charset="0"/>
                <a:cs typeface="Segoe UI Semibold" panose="020B0702040204020203" pitchFamily="34" charset="0"/>
              </a:rPr>
              <a:t>Kutu içi metin </a:t>
            </a:r>
          </a:p>
          <a:p>
            <a:pPr algn="ctr"/>
            <a:r>
              <a:rPr lang="tr-TR" sz="1100" b="1" dirty="0">
                <a:latin typeface="Segoe UI Semibold" panose="020B0702040204020203" pitchFamily="34" charset="0"/>
                <a:cs typeface="Segoe UI Semibold" panose="020B0702040204020203" pitchFamily="34" charset="0"/>
              </a:rPr>
              <a:t>16pt </a:t>
            </a:r>
            <a:r>
              <a:rPr lang="tr-TR" sz="1100" b="1" dirty="0" err="1">
                <a:latin typeface="Segoe UI Semibold" panose="020B0702040204020203" pitchFamily="34" charset="0"/>
                <a:cs typeface="Segoe UI Semibold" panose="020B0702040204020203" pitchFamily="34" charset="0"/>
              </a:rPr>
              <a:t>Calibri</a:t>
            </a:r>
            <a:endParaRPr lang="tr-TR" sz="1100" b="1" dirty="0">
              <a:latin typeface="Segoe UI Semibold" panose="020B0702040204020203" pitchFamily="34" charset="0"/>
              <a:cs typeface="Segoe UI Semibold" panose="020B0702040204020203" pitchFamily="34" charset="0"/>
            </a:endParaRPr>
          </a:p>
        </p:txBody>
      </p:sp>
      <p:sp>
        <p:nvSpPr>
          <p:cNvPr id="24" name="Title 9">
            <a:extLst>
              <a:ext uri="{FF2B5EF4-FFF2-40B4-BE49-F238E27FC236}">
                <a16:creationId xmlns:a16="http://schemas.microsoft.com/office/drawing/2014/main" id="{70330B1A-24F4-46E2-BC78-02066A36A253}"/>
              </a:ext>
            </a:extLst>
          </p:cNvPr>
          <p:cNvSpPr>
            <a:spLocks noGrp="1"/>
          </p:cNvSpPr>
          <p:nvPr>
            <p:ph type="title"/>
          </p:nvPr>
        </p:nvSpPr>
        <p:spPr>
          <a:xfrm>
            <a:off x="409163" y="360547"/>
            <a:ext cx="5946550" cy="1208921"/>
          </a:xfrm>
          <a:prstGeom prst="rect">
            <a:avLst/>
          </a:prstGeom>
        </p:spPr>
        <p:txBody>
          <a:bodyPr/>
          <a:lstStyle/>
          <a:p>
            <a:pPr>
              <a:lnSpc>
                <a:spcPct val="100000"/>
              </a:lnSpc>
            </a:pPr>
            <a:r>
              <a:rPr lang="tr-TR" b="0" dirty="0">
                <a:latin typeface="Segoe UI Black" panose="020B0A02040204020203" pitchFamily="34" charset="0"/>
                <a:ea typeface="Segoe UI Black" panose="020B0A02040204020203" pitchFamily="34" charset="0"/>
              </a:rPr>
              <a:t>Örnek sayfa</a:t>
            </a:r>
            <a:br>
              <a:rPr lang="tr-TR" dirty="0"/>
            </a:br>
            <a:r>
              <a:rPr lang="tr-TR" sz="2400" b="0" dirty="0">
                <a:solidFill>
                  <a:srgbClr val="FF5620"/>
                </a:solidFill>
                <a:latin typeface="Segoe UI Semibold" panose="020B0702040204020203" pitchFamily="34" charset="0"/>
                <a:cs typeface="Segoe UI Semibold" panose="020B0702040204020203" pitchFamily="34" charset="0"/>
              </a:rPr>
              <a:t>tasarım-</a:t>
            </a:r>
            <a:r>
              <a:rPr lang="tr-TR" sz="2400" b="0" dirty="0" err="1">
                <a:solidFill>
                  <a:srgbClr val="FF5620"/>
                </a:solidFill>
                <a:latin typeface="Segoe UI Semibold" panose="020B0702040204020203" pitchFamily="34" charset="0"/>
                <a:cs typeface="Segoe UI Semibold" panose="020B0702040204020203" pitchFamily="34" charset="0"/>
              </a:rPr>
              <a:t>Iv</a:t>
            </a:r>
            <a:endParaRPr lang="tr-TR" sz="2400" b="0" dirty="0">
              <a:solidFill>
                <a:srgbClr val="FF5620"/>
              </a:solidFill>
              <a:latin typeface="Segoe UI Semibold" panose="020B0702040204020203" pitchFamily="34" charset="0"/>
              <a:cs typeface="Segoe UI Semibold" panose="020B0702040204020203" pitchFamily="34" charset="0"/>
            </a:endParaRPr>
          </a:p>
        </p:txBody>
      </p:sp>
      <p:sp>
        <p:nvSpPr>
          <p:cNvPr id="15" name="Speech Bubble: Rectangle with Corners Rounded 14">
            <a:extLst>
              <a:ext uri="{FF2B5EF4-FFF2-40B4-BE49-F238E27FC236}">
                <a16:creationId xmlns:a16="http://schemas.microsoft.com/office/drawing/2014/main" id="{F2CB9A92-DD31-495B-A31A-B287A06D471C}"/>
              </a:ext>
            </a:extLst>
          </p:cNvPr>
          <p:cNvSpPr/>
          <p:nvPr/>
        </p:nvSpPr>
        <p:spPr>
          <a:xfrm>
            <a:off x="317151" y="4987146"/>
            <a:ext cx="5160542" cy="896463"/>
          </a:xfrm>
          <a:prstGeom prst="wedgeRoundRectCallout">
            <a:avLst>
              <a:gd name="adj1" fmla="val 2281"/>
              <a:gd name="adj2" fmla="val -50360"/>
              <a:gd name="adj3" fmla="val 16667"/>
            </a:avLst>
          </a:prstGeom>
          <a:solidFill>
            <a:srgbClr val="FFC000"/>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tr-TR" sz="1050" b="1" dirty="0">
              <a:latin typeface="Segoe UI Semibold" panose="020B0702040204020203" pitchFamily="34" charset="0"/>
              <a:cs typeface="Segoe UI Semibold" panose="020B0702040204020203" pitchFamily="34" charset="0"/>
            </a:endParaRPr>
          </a:p>
        </p:txBody>
      </p:sp>
      <p:sp>
        <p:nvSpPr>
          <p:cNvPr id="19" name="TextBox 18">
            <a:extLst>
              <a:ext uri="{FF2B5EF4-FFF2-40B4-BE49-F238E27FC236}">
                <a16:creationId xmlns:a16="http://schemas.microsoft.com/office/drawing/2014/main" id="{ED589EE2-5961-4F40-8D39-98857A887277}"/>
              </a:ext>
            </a:extLst>
          </p:cNvPr>
          <p:cNvSpPr txBox="1"/>
          <p:nvPr/>
        </p:nvSpPr>
        <p:spPr>
          <a:xfrm>
            <a:off x="858828" y="5066045"/>
            <a:ext cx="4077188" cy="738664"/>
          </a:xfrm>
          <a:prstGeom prst="rect">
            <a:avLst/>
          </a:prstGeom>
          <a:solidFill>
            <a:srgbClr val="FFC000"/>
          </a:solidFill>
        </p:spPr>
        <p:txBody>
          <a:bodyPr wrap="square" rtlCol="0">
            <a:spAutoFit/>
          </a:bodyPr>
          <a:lstStyle/>
          <a:p>
            <a:pPr algn="ctr"/>
            <a:r>
              <a:rPr lang="tr-TR" sz="1050" b="1" dirty="0">
                <a:latin typeface="Segoe UI Semibold" panose="020B0702040204020203" pitchFamily="34" charset="0"/>
                <a:cs typeface="Segoe UI Semibold" panose="020B0702040204020203" pitchFamily="34" charset="0"/>
              </a:rPr>
              <a:t>Bir sayfada paragraf başlığı dahil en fazla 7 satır olmalıdır.</a:t>
            </a:r>
          </a:p>
          <a:p>
            <a:pPr algn="ctr"/>
            <a:r>
              <a:rPr lang="tr-TR" sz="1050" b="1" dirty="0">
                <a:latin typeface="Segoe UI Semibold" panose="020B0702040204020203" pitchFamily="34" charset="0"/>
                <a:cs typeface="Segoe UI Semibold" panose="020B0702040204020203" pitchFamily="34" charset="0"/>
              </a:rPr>
              <a:t>Aynı zamanda bir satırda en fazla 7 kelime olmalıdır. </a:t>
            </a:r>
          </a:p>
          <a:p>
            <a:pPr algn="ctr"/>
            <a:r>
              <a:rPr lang="tr-TR" sz="1050" b="1" dirty="0">
                <a:latin typeface="Segoe UI Semibold" panose="020B0702040204020203" pitchFamily="34" charset="0"/>
                <a:cs typeface="Segoe UI Semibold" panose="020B0702040204020203" pitchFamily="34" charset="0"/>
              </a:rPr>
              <a:t>Metin alanları bu kurala göre düzenlenmelidir. Bu kural kutu içi alanlar için de geçerlidir. </a:t>
            </a:r>
            <a:endParaRPr lang="tr-TR" b="1"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681101638"/>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etin kutusu 41">
            <a:extLst>
              <a:ext uri="{FF2B5EF4-FFF2-40B4-BE49-F238E27FC236}">
                <a16:creationId xmlns:a16="http://schemas.microsoft.com/office/drawing/2014/main" id="{3ADF1C07-BE85-46EF-8364-B1AB60C7522E}"/>
              </a:ext>
            </a:extLst>
          </p:cNvPr>
          <p:cNvSpPr txBox="1"/>
          <p:nvPr/>
        </p:nvSpPr>
        <p:spPr>
          <a:xfrm>
            <a:off x="1047325" y="1782622"/>
            <a:ext cx="7051646" cy="2092881"/>
          </a:xfrm>
          <a:prstGeom prst="rect">
            <a:avLst/>
          </a:prstGeom>
          <a:noFill/>
        </p:spPr>
        <p:txBody>
          <a:bodyPr wrap="square" rtlCol="0">
            <a:spAutoFit/>
          </a:bodyPr>
          <a:lstStyle/>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FONTLAR VE RENKLER</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ÖRNEK SAYFA TASARIMI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ÖRNEK GRAFİK</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ÖRNEK TABLO</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VİDEO ALANI</a:t>
            </a:r>
          </a:p>
        </p:txBody>
      </p:sp>
      <p:sp>
        <p:nvSpPr>
          <p:cNvPr id="8" name="Oval 7">
            <a:extLst>
              <a:ext uri="{FF2B5EF4-FFF2-40B4-BE49-F238E27FC236}">
                <a16:creationId xmlns:a16="http://schemas.microsoft.com/office/drawing/2014/main" id="{BB502744-EDCA-4768-A3B5-B3401F023670}"/>
              </a:ext>
            </a:extLst>
          </p:cNvPr>
          <p:cNvSpPr/>
          <p:nvPr/>
        </p:nvSpPr>
        <p:spPr>
          <a:xfrm>
            <a:off x="621289" y="2724036"/>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2" name="Oval 11">
            <a:extLst>
              <a:ext uri="{FF2B5EF4-FFF2-40B4-BE49-F238E27FC236}">
                <a16:creationId xmlns:a16="http://schemas.microsoft.com/office/drawing/2014/main" id="{B367841E-60BF-44EA-A0AE-B3B973DAAF3D}"/>
              </a:ext>
            </a:extLst>
          </p:cNvPr>
          <p:cNvSpPr/>
          <p:nvPr/>
        </p:nvSpPr>
        <p:spPr>
          <a:xfrm>
            <a:off x="621289" y="3594817"/>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3" name="Oval 12">
            <a:extLst>
              <a:ext uri="{FF2B5EF4-FFF2-40B4-BE49-F238E27FC236}">
                <a16:creationId xmlns:a16="http://schemas.microsoft.com/office/drawing/2014/main" id="{13E71E64-10DC-4DA4-BCBD-64E14C2F1B62}"/>
              </a:ext>
            </a:extLst>
          </p:cNvPr>
          <p:cNvSpPr/>
          <p:nvPr/>
        </p:nvSpPr>
        <p:spPr>
          <a:xfrm>
            <a:off x="621289" y="3159426"/>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5" name="Oval 14">
            <a:extLst>
              <a:ext uri="{FF2B5EF4-FFF2-40B4-BE49-F238E27FC236}">
                <a16:creationId xmlns:a16="http://schemas.microsoft.com/office/drawing/2014/main" id="{425BED29-687A-4AFC-A8B2-8A7340C6841A}"/>
              </a:ext>
            </a:extLst>
          </p:cNvPr>
          <p:cNvSpPr/>
          <p:nvPr/>
        </p:nvSpPr>
        <p:spPr>
          <a:xfrm>
            <a:off x="621289" y="2288646"/>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7" name="Oval 16">
            <a:extLst>
              <a:ext uri="{FF2B5EF4-FFF2-40B4-BE49-F238E27FC236}">
                <a16:creationId xmlns:a16="http://schemas.microsoft.com/office/drawing/2014/main" id="{0D57A849-B001-4A68-8A41-489ACD0E0CCA}"/>
              </a:ext>
            </a:extLst>
          </p:cNvPr>
          <p:cNvSpPr/>
          <p:nvPr/>
        </p:nvSpPr>
        <p:spPr>
          <a:xfrm>
            <a:off x="621289" y="1853256"/>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4" name="Title 9">
            <a:extLst>
              <a:ext uri="{FF2B5EF4-FFF2-40B4-BE49-F238E27FC236}">
                <a16:creationId xmlns:a16="http://schemas.microsoft.com/office/drawing/2014/main" id="{99E40827-AC02-4CB4-B2DE-58DCC73F8441}"/>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b="0" dirty="0">
                <a:latin typeface="Segoe UI Black" panose="020B0A02040204020203" pitchFamily="34" charset="0"/>
                <a:ea typeface="Segoe UI Black" panose="020B0A02040204020203" pitchFamily="34" charset="0"/>
              </a:rPr>
              <a:t>gündem</a:t>
            </a:r>
            <a:endParaRPr lang="tr-TR" sz="2400" b="0" dirty="0">
              <a:solidFill>
                <a:srgbClr val="F7931D"/>
              </a:solidFill>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330346669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5BFF368A-9711-4152-9554-5C75B49C3C2F}"/>
              </a:ext>
            </a:extLst>
          </p:cNvPr>
          <p:cNvGraphicFramePr/>
          <p:nvPr>
            <p:extLst>
              <p:ext uri="{D42A27DB-BD31-4B8C-83A1-F6EECF244321}">
                <p14:modId xmlns:p14="http://schemas.microsoft.com/office/powerpoint/2010/main" val="158360462"/>
              </p:ext>
            </p:extLst>
          </p:nvPr>
        </p:nvGraphicFramePr>
        <p:xfrm>
          <a:off x="489257" y="1924075"/>
          <a:ext cx="8780959" cy="3845010"/>
        </p:xfrm>
        <a:graphic>
          <a:graphicData uri="http://schemas.openxmlformats.org/drawingml/2006/chart">
            <c:chart xmlns:c="http://schemas.openxmlformats.org/drawingml/2006/chart" xmlns:r="http://schemas.openxmlformats.org/officeDocument/2006/relationships" r:id="rId3"/>
          </a:graphicData>
        </a:graphic>
      </p:graphicFrame>
      <p:sp>
        <p:nvSpPr>
          <p:cNvPr id="11" name="Rounded Rectangle 10">
            <a:extLst>
              <a:ext uri="{FF2B5EF4-FFF2-40B4-BE49-F238E27FC236}">
                <a16:creationId xmlns:a16="http://schemas.microsoft.com/office/drawing/2014/main" id="{0C461D62-4656-4FBB-8404-7BB9F054B325}"/>
              </a:ext>
            </a:extLst>
          </p:cNvPr>
          <p:cNvSpPr/>
          <p:nvPr/>
        </p:nvSpPr>
        <p:spPr>
          <a:xfrm>
            <a:off x="9533971" y="2226789"/>
            <a:ext cx="2520000" cy="2704439"/>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13" name="TextBox 11">
            <a:extLst>
              <a:ext uri="{FF2B5EF4-FFF2-40B4-BE49-F238E27FC236}">
                <a16:creationId xmlns:a16="http://schemas.microsoft.com/office/drawing/2014/main" id="{357BDF0F-0DA8-43AE-A9FB-16CEE979D88A}"/>
              </a:ext>
            </a:extLst>
          </p:cNvPr>
          <p:cNvSpPr txBox="1"/>
          <p:nvPr/>
        </p:nvSpPr>
        <p:spPr>
          <a:xfrm>
            <a:off x="9948641" y="3296093"/>
            <a:ext cx="2052762" cy="265813"/>
          </a:xfrm>
          <a:prstGeom prst="rect">
            <a:avLst/>
          </a:prstGeom>
          <a:noFill/>
        </p:spPr>
        <p:txBody>
          <a:bodyPr wrap="square" lIns="0" tIns="0" rIns="0" bIns="0" rtlCol="0" anchor="b">
            <a:noAutofit/>
          </a:bodyPr>
          <a:lstStyle/>
          <a:p>
            <a:pPr lvl="0">
              <a:defRPr/>
            </a:pPr>
            <a:r>
              <a:rPr lang="tr-TR" dirty="0">
                <a:solidFill>
                  <a:srgbClr val="4D4D4D"/>
                </a:solidFill>
                <a:latin typeface="Segoe UI Black" panose="020B0A02040204020203" pitchFamily="34" charset="0"/>
                <a:ea typeface="Segoe UI Black" panose="020B0A02040204020203" pitchFamily="34" charset="0"/>
                <a:cs typeface="Poppins" pitchFamily="2" charset="77"/>
              </a:rPr>
              <a:t>BAŞLIK</a:t>
            </a:r>
          </a:p>
        </p:txBody>
      </p:sp>
      <p:sp>
        <p:nvSpPr>
          <p:cNvPr id="14" name="TextBox 12">
            <a:extLst>
              <a:ext uri="{FF2B5EF4-FFF2-40B4-BE49-F238E27FC236}">
                <a16:creationId xmlns:a16="http://schemas.microsoft.com/office/drawing/2014/main" id="{B9B58393-8915-478B-8493-D667F52D0E03}"/>
              </a:ext>
            </a:extLst>
          </p:cNvPr>
          <p:cNvSpPr txBox="1"/>
          <p:nvPr/>
        </p:nvSpPr>
        <p:spPr>
          <a:xfrm>
            <a:off x="9948641" y="3664044"/>
            <a:ext cx="1539064" cy="951309"/>
          </a:xfrm>
          <a:prstGeom prst="rect">
            <a:avLst/>
          </a:prstGeom>
          <a:noFill/>
        </p:spPr>
        <p:txBody>
          <a:bodyPr wrap="square" lIns="0" tIns="0" rIns="0" bIns="0" rtlCol="0" anchor="t">
            <a:noAutofit/>
          </a:bodyPr>
          <a:lstStyle/>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 </a:t>
            </a:r>
          </a:p>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a:t>
            </a:r>
          </a:p>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a:t>
            </a:r>
            <a:endParaRPr kumimoji="0" lang="en-US" sz="1600" b="0" i="0" u="none" strike="noStrike" kern="1200" cap="none" spc="0" normalizeH="0" baseline="0" noProof="0" dirty="0">
              <a:ln>
                <a:noFill/>
              </a:ln>
              <a:solidFill>
                <a:srgbClr val="4D4D4D"/>
              </a:solidFill>
              <a:effectLst/>
              <a:uLnTx/>
              <a:uFillTx/>
              <a:latin typeface="Calibri" panose="020F0502020204030204" pitchFamily="34" charset="0"/>
              <a:ea typeface="Source Sans Pro" panose="020B0503030403020204" pitchFamily="34" charset="0"/>
              <a:cs typeface="Calibri" panose="020F0502020204030204" pitchFamily="34" charset="0"/>
            </a:endParaRPr>
          </a:p>
        </p:txBody>
      </p:sp>
      <p:sp>
        <p:nvSpPr>
          <p:cNvPr id="4" name="Title 3">
            <a:extLst>
              <a:ext uri="{FF2B5EF4-FFF2-40B4-BE49-F238E27FC236}">
                <a16:creationId xmlns:a16="http://schemas.microsoft.com/office/drawing/2014/main" id="{2F73E40F-F664-48DF-983C-F949919CB47F}"/>
              </a:ext>
            </a:extLst>
          </p:cNvPr>
          <p:cNvSpPr>
            <a:spLocks noGrp="1"/>
          </p:cNvSpPr>
          <p:nvPr>
            <p:ph type="title"/>
          </p:nvPr>
        </p:nvSpPr>
        <p:spPr>
          <a:xfrm>
            <a:off x="409163" y="360550"/>
            <a:ext cx="3532522" cy="896464"/>
          </a:xfrm>
        </p:spPr>
        <p:txBody>
          <a:bodyPr/>
          <a:lstStyle/>
          <a:p>
            <a:r>
              <a:rPr lang="tr-TR" b="0" dirty="0">
                <a:latin typeface="Segoe UI Black" panose="020B0A02040204020203" pitchFamily="34" charset="0"/>
                <a:ea typeface="Segoe UI Black" panose="020B0A02040204020203" pitchFamily="34" charset="0"/>
              </a:rPr>
              <a:t>Örnek grafik</a:t>
            </a:r>
            <a:br>
              <a:rPr lang="tr-TR" dirty="0"/>
            </a:br>
            <a:r>
              <a:rPr lang="tr-TR" sz="2400" b="0" dirty="0">
                <a:solidFill>
                  <a:srgbClr val="FF5620"/>
                </a:solidFill>
                <a:latin typeface="Segoe UI Semibold" panose="020B0702040204020203" pitchFamily="34" charset="0"/>
                <a:cs typeface="Segoe UI Semibold" panose="020B0702040204020203" pitchFamily="34" charset="0"/>
              </a:rPr>
              <a:t>tasarım-I</a:t>
            </a:r>
          </a:p>
        </p:txBody>
      </p:sp>
      <p:sp>
        <p:nvSpPr>
          <p:cNvPr id="17" name="Speech Bubble: Rectangle with Corners Rounded 16">
            <a:extLst>
              <a:ext uri="{FF2B5EF4-FFF2-40B4-BE49-F238E27FC236}">
                <a16:creationId xmlns:a16="http://schemas.microsoft.com/office/drawing/2014/main" id="{DA8BBAE8-3ACA-4FBF-B31D-B03F92E23AE6}"/>
              </a:ext>
            </a:extLst>
          </p:cNvPr>
          <p:cNvSpPr/>
          <p:nvPr/>
        </p:nvSpPr>
        <p:spPr>
          <a:xfrm>
            <a:off x="9646668" y="1162698"/>
            <a:ext cx="1641516" cy="896463"/>
          </a:xfrm>
          <a:prstGeom prst="wedgeRoundRectCallout">
            <a:avLst>
              <a:gd name="adj1" fmla="val -19357"/>
              <a:gd name="adj2" fmla="val 6522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Kutu içi başlık</a:t>
            </a:r>
          </a:p>
          <a:p>
            <a:pPr algn="ctr"/>
            <a:r>
              <a:rPr lang="tr-TR" sz="1100" b="1" dirty="0">
                <a:latin typeface="Segoe UI Semibold" panose="020B0702040204020203" pitchFamily="34" charset="0"/>
                <a:cs typeface="Segoe UI Semibold" panose="020B0702040204020203" pitchFamily="34" charset="0"/>
              </a:rPr>
              <a:t>18pt Segoe UI Black</a:t>
            </a:r>
          </a:p>
          <a:p>
            <a:pPr algn="ctr"/>
            <a:r>
              <a:rPr lang="tr-TR" sz="1100" b="1" dirty="0">
                <a:latin typeface="Segoe UI Semibold" panose="020B0702040204020203" pitchFamily="34" charset="0"/>
                <a:cs typeface="Segoe UI Semibold" panose="020B0702040204020203" pitchFamily="34" charset="0"/>
              </a:rPr>
              <a:t>Metin </a:t>
            </a:r>
          </a:p>
          <a:p>
            <a:pPr algn="ctr"/>
            <a:r>
              <a:rPr lang="tr-TR" sz="1100" b="1" dirty="0">
                <a:latin typeface="Segoe UI Semibold" panose="020B0702040204020203" pitchFamily="34" charset="0"/>
                <a:cs typeface="Segoe UI Semibold" panose="020B0702040204020203" pitchFamily="34" charset="0"/>
              </a:rPr>
              <a:t>16pt </a:t>
            </a:r>
            <a:r>
              <a:rPr lang="tr-TR" sz="1100" b="1" dirty="0" err="1">
                <a:latin typeface="Segoe UI Semibold" panose="020B0702040204020203" pitchFamily="34" charset="0"/>
                <a:cs typeface="Segoe UI Semibold" panose="020B0702040204020203" pitchFamily="34" charset="0"/>
              </a:rPr>
              <a:t>Calibri</a:t>
            </a:r>
            <a:endParaRPr lang="tr-TR" sz="1100" b="1" dirty="0">
              <a:latin typeface="Segoe UI Semibold" panose="020B0702040204020203" pitchFamily="34" charset="0"/>
              <a:cs typeface="Segoe UI Semibold" panose="020B0702040204020203" pitchFamily="34" charset="0"/>
            </a:endParaRPr>
          </a:p>
        </p:txBody>
      </p:sp>
      <p:sp>
        <p:nvSpPr>
          <p:cNvPr id="20" name="Speech Bubble: Rectangle with Corners Rounded 19">
            <a:extLst>
              <a:ext uri="{FF2B5EF4-FFF2-40B4-BE49-F238E27FC236}">
                <a16:creationId xmlns:a16="http://schemas.microsoft.com/office/drawing/2014/main" id="{7238B445-E688-49C8-AC63-BA24321BA18F}"/>
              </a:ext>
            </a:extLst>
          </p:cNvPr>
          <p:cNvSpPr/>
          <p:nvPr/>
        </p:nvSpPr>
        <p:spPr>
          <a:xfrm>
            <a:off x="2367678" y="914451"/>
            <a:ext cx="1641516" cy="896463"/>
          </a:xfrm>
          <a:prstGeom prst="wedgeRoundRectCallout">
            <a:avLst>
              <a:gd name="adj1" fmla="val -56493"/>
              <a:gd name="adj2" fmla="val 22012"/>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Başlık</a:t>
            </a:r>
          </a:p>
          <a:p>
            <a:pPr algn="ctr"/>
            <a:r>
              <a:rPr lang="tr-TR" sz="1100" b="1" dirty="0">
                <a:latin typeface="Segoe UI Semibold" panose="020B0702040204020203" pitchFamily="34" charset="0"/>
                <a:cs typeface="Segoe UI Semibold" panose="020B0702040204020203" pitchFamily="34" charset="0"/>
              </a:rPr>
              <a:t>18pt Segoe UI (</a:t>
            </a:r>
            <a:r>
              <a:rPr lang="tr-TR" sz="1100" b="1" dirty="0" err="1">
                <a:latin typeface="Segoe UI Semibold" panose="020B0702040204020203" pitchFamily="34" charset="0"/>
                <a:cs typeface="Segoe UI Semibold" panose="020B0702040204020203" pitchFamily="34" charset="0"/>
              </a:rPr>
              <a:t>Bold</a:t>
            </a:r>
            <a:r>
              <a:rPr lang="tr-TR" sz="1100" b="1" dirty="0">
                <a:latin typeface="Segoe UI Semibold" panose="020B0702040204020203" pitchFamily="34" charset="0"/>
                <a:cs typeface="Segoe UI Semibold" panose="020B0702040204020203" pitchFamily="34" charset="0"/>
              </a:rPr>
              <a:t>)</a:t>
            </a:r>
          </a:p>
        </p:txBody>
      </p:sp>
      <p:sp>
        <p:nvSpPr>
          <p:cNvPr id="21" name="Speech Bubble: Rectangle with Corners Rounded 20">
            <a:extLst>
              <a:ext uri="{FF2B5EF4-FFF2-40B4-BE49-F238E27FC236}">
                <a16:creationId xmlns:a16="http://schemas.microsoft.com/office/drawing/2014/main" id="{41A4AEED-6896-438C-8D64-5AEC47160A28}"/>
              </a:ext>
            </a:extLst>
          </p:cNvPr>
          <p:cNvSpPr/>
          <p:nvPr/>
        </p:nvSpPr>
        <p:spPr>
          <a:xfrm>
            <a:off x="5175768" y="871026"/>
            <a:ext cx="1448863" cy="896463"/>
          </a:xfrm>
          <a:prstGeom prst="wedgeRoundRectCallout">
            <a:avLst>
              <a:gd name="adj1" fmla="val -20130"/>
              <a:gd name="adj2" fmla="val 63804"/>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Tabloda</a:t>
            </a:r>
          </a:p>
          <a:p>
            <a:pPr algn="ctr"/>
            <a:r>
              <a:rPr lang="tr-TR" sz="1100" b="1" dirty="0">
                <a:latin typeface="Segoe UI Semibold" panose="020B0702040204020203" pitchFamily="34" charset="0"/>
                <a:cs typeface="Segoe UI Semibold" panose="020B0702040204020203" pitchFamily="34" charset="0"/>
              </a:rPr>
              <a:t>16pt Segoe UI </a:t>
            </a:r>
            <a:r>
              <a:rPr lang="tr-TR" sz="1100" b="1" dirty="0" err="1">
                <a:latin typeface="Segoe UI Semibold" panose="020B0702040204020203" pitchFamily="34" charset="0"/>
                <a:cs typeface="Segoe UI Semibold" panose="020B0702040204020203" pitchFamily="34" charset="0"/>
              </a:rPr>
              <a:t>Semibold</a:t>
            </a:r>
            <a:r>
              <a:rPr lang="tr-TR" sz="1100" b="1" dirty="0">
                <a:latin typeface="Segoe UI Semibold" panose="020B0702040204020203" pitchFamily="34" charset="0"/>
                <a:cs typeface="Segoe UI Semibold" panose="020B0702040204020203" pitchFamily="34" charset="0"/>
              </a:rPr>
              <a:t> veya Black</a:t>
            </a:r>
          </a:p>
        </p:txBody>
      </p:sp>
      <p:grpSp>
        <p:nvGrpSpPr>
          <p:cNvPr id="22" name="Group 21">
            <a:extLst>
              <a:ext uri="{FF2B5EF4-FFF2-40B4-BE49-F238E27FC236}">
                <a16:creationId xmlns:a16="http://schemas.microsoft.com/office/drawing/2014/main" id="{96CFADE4-FB7E-475F-9F74-BA09D30A7582}"/>
              </a:ext>
            </a:extLst>
          </p:cNvPr>
          <p:cNvGrpSpPr/>
          <p:nvPr/>
        </p:nvGrpSpPr>
        <p:grpSpPr>
          <a:xfrm rot="5400000">
            <a:off x="10551460" y="1984279"/>
            <a:ext cx="485022" cy="485022"/>
            <a:chOff x="10483697" y="4676399"/>
            <a:chExt cx="485022" cy="485022"/>
          </a:xfrm>
        </p:grpSpPr>
        <p:sp>
          <p:nvSpPr>
            <p:cNvPr id="23" name="Oval 22">
              <a:extLst>
                <a:ext uri="{FF2B5EF4-FFF2-40B4-BE49-F238E27FC236}">
                  <a16:creationId xmlns:a16="http://schemas.microsoft.com/office/drawing/2014/main" id="{1836ED37-F799-4224-8BF4-69783C17D137}"/>
                </a:ext>
              </a:extLst>
            </p:cNvPr>
            <p:cNvSpPr/>
            <p:nvPr/>
          </p:nvSpPr>
          <p:spPr>
            <a:xfrm>
              <a:off x="10483697" y="4676399"/>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24" name="Freeform: Shape 36">
              <a:extLst>
                <a:ext uri="{FF2B5EF4-FFF2-40B4-BE49-F238E27FC236}">
                  <a16:creationId xmlns:a16="http://schemas.microsoft.com/office/drawing/2014/main" id="{A384F435-DC49-4A1B-96D8-80C35B605F8B}"/>
                </a:ext>
              </a:extLst>
            </p:cNvPr>
            <p:cNvSpPr/>
            <p:nvPr/>
          </p:nvSpPr>
          <p:spPr>
            <a:xfrm rot="18883588">
              <a:off x="10616825" y="4806952"/>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black"/>
                </a:solidFill>
                <a:effectLst/>
                <a:uLnTx/>
                <a:uFillTx/>
                <a:latin typeface="Calibri" panose="020F0502020204030204" pitchFamily="34" charset="0"/>
                <a:ea typeface="+mn-ea"/>
                <a:cs typeface="+mn-cs"/>
              </a:endParaRPr>
            </a:p>
          </p:txBody>
        </p:sp>
      </p:grpSp>
      <p:grpSp>
        <p:nvGrpSpPr>
          <p:cNvPr id="25" name="Google Shape;8351;p67">
            <a:extLst>
              <a:ext uri="{FF2B5EF4-FFF2-40B4-BE49-F238E27FC236}">
                <a16:creationId xmlns:a16="http://schemas.microsoft.com/office/drawing/2014/main" id="{D9DB28CB-8A95-4B8E-A283-7CF9DCC5AF5D}"/>
              </a:ext>
            </a:extLst>
          </p:cNvPr>
          <p:cNvGrpSpPr/>
          <p:nvPr/>
        </p:nvGrpSpPr>
        <p:grpSpPr>
          <a:xfrm>
            <a:off x="9948641" y="2772060"/>
            <a:ext cx="414000" cy="414000"/>
            <a:chOff x="-1333200" y="2770450"/>
            <a:chExt cx="291450" cy="292225"/>
          </a:xfrm>
          <a:solidFill>
            <a:schemeClr val="tx1"/>
          </a:solidFill>
        </p:grpSpPr>
        <p:sp>
          <p:nvSpPr>
            <p:cNvPr id="26" name="Google Shape;8352;p67">
              <a:extLst>
                <a:ext uri="{FF2B5EF4-FFF2-40B4-BE49-F238E27FC236}">
                  <a16:creationId xmlns:a16="http://schemas.microsoft.com/office/drawing/2014/main" id="{064EA1F5-67FD-403E-BCCA-FE253CD2F368}"/>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pFill/>
            <a:ln>
              <a:noFill/>
            </a:ln>
          </p:spPr>
          <p:txBody>
            <a:bodyPr spcFirstLastPara="1" wrap="square" lIns="62728" tIns="62728" rIns="62728" bIns="62728" anchor="ctr" anchorCtr="0">
              <a:noAutofit/>
            </a:bodyPr>
            <a:lstStyle/>
            <a:p>
              <a:endParaRPr sz="764"/>
            </a:p>
          </p:txBody>
        </p:sp>
        <p:sp>
          <p:nvSpPr>
            <p:cNvPr id="27" name="Google Shape;8353;p67">
              <a:extLst>
                <a:ext uri="{FF2B5EF4-FFF2-40B4-BE49-F238E27FC236}">
                  <a16:creationId xmlns:a16="http://schemas.microsoft.com/office/drawing/2014/main" id="{8FAC57B1-4F06-429E-AD02-9681A0DE44BC}"/>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pFill/>
            <a:ln>
              <a:noFill/>
            </a:ln>
          </p:spPr>
          <p:txBody>
            <a:bodyPr spcFirstLastPara="1" wrap="square" lIns="62728" tIns="62728" rIns="62728" bIns="62728" anchor="ctr" anchorCtr="0">
              <a:noAutofit/>
            </a:bodyPr>
            <a:lstStyle/>
            <a:p>
              <a:endParaRPr sz="764"/>
            </a:p>
          </p:txBody>
        </p:sp>
      </p:grpSp>
      <p:sp>
        <p:nvSpPr>
          <p:cNvPr id="28" name="Text Placeholder 10">
            <a:extLst>
              <a:ext uri="{FF2B5EF4-FFF2-40B4-BE49-F238E27FC236}">
                <a16:creationId xmlns:a16="http://schemas.microsoft.com/office/drawing/2014/main" id="{E674144E-1F4D-42D4-A458-17867861B09A}"/>
              </a:ext>
            </a:extLst>
          </p:cNvPr>
          <p:cNvSpPr txBox="1">
            <a:spLocks/>
          </p:cNvSpPr>
          <p:nvPr/>
        </p:nvSpPr>
        <p:spPr>
          <a:xfrm>
            <a:off x="350857" y="1362683"/>
            <a:ext cx="3649133" cy="4244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tr-TR" sz="1800" b="1" dirty="0">
                <a:solidFill>
                  <a:srgbClr val="043389"/>
                </a:solidFill>
                <a:latin typeface="Segoe UI" panose="020B0502040204020203" pitchFamily="34" charset="0"/>
                <a:cs typeface="Segoe UI" panose="020B0502040204020203" pitchFamily="34" charset="0"/>
              </a:rPr>
              <a:t>GRAFİK BAŞLIĞI</a:t>
            </a:r>
            <a:endParaRPr lang="tr-TR" sz="1800" dirty="0">
              <a:solidFill>
                <a:srgbClr val="043389"/>
              </a:solidFill>
              <a:latin typeface="Segoe UI" panose="020B0502040204020203" pitchFamily="34" charset="0"/>
              <a:cs typeface="Segoe UI" panose="020B0502040204020203" pitchFamily="34" charset="0"/>
            </a:endParaRPr>
          </a:p>
        </p:txBody>
      </p:sp>
      <p:sp>
        <p:nvSpPr>
          <p:cNvPr id="30" name="Speech Bubble: Rectangle with Corners Rounded 29">
            <a:extLst>
              <a:ext uri="{FF2B5EF4-FFF2-40B4-BE49-F238E27FC236}">
                <a16:creationId xmlns:a16="http://schemas.microsoft.com/office/drawing/2014/main" id="{35340FEE-9FDD-47C6-9C5B-7FE46E25F68A}"/>
              </a:ext>
            </a:extLst>
          </p:cNvPr>
          <p:cNvSpPr/>
          <p:nvPr/>
        </p:nvSpPr>
        <p:spPr>
          <a:xfrm>
            <a:off x="9646668" y="5085917"/>
            <a:ext cx="1990375" cy="896463"/>
          </a:xfrm>
          <a:prstGeom prst="wedgeRoundRectCallout">
            <a:avLst>
              <a:gd name="adj1" fmla="val -20843"/>
              <a:gd name="adj2" fmla="val -65340"/>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Beyaz kutu, konu hakkında açıklayıcı ek bilgiler vermek ve dikkat çekmek için kullanılabilir.</a:t>
            </a:r>
          </a:p>
        </p:txBody>
      </p:sp>
      <p:sp>
        <p:nvSpPr>
          <p:cNvPr id="19" name="Speech Bubble: Rectangle with Corners Rounded 18">
            <a:extLst>
              <a:ext uri="{FF2B5EF4-FFF2-40B4-BE49-F238E27FC236}">
                <a16:creationId xmlns:a16="http://schemas.microsoft.com/office/drawing/2014/main" id="{C72CDC7A-3A90-4C89-A936-BD1208901CE9}"/>
              </a:ext>
            </a:extLst>
          </p:cNvPr>
          <p:cNvSpPr/>
          <p:nvPr/>
        </p:nvSpPr>
        <p:spPr>
          <a:xfrm>
            <a:off x="10551460" y="2564471"/>
            <a:ext cx="1468887" cy="713148"/>
          </a:xfrm>
          <a:prstGeom prst="wedgeRoundRectCallout">
            <a:avLst>
              <a:gd name="adj1" fmla="val -56493"/>
              <a:gd name="adj2" fmla="val 22012"/>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Kullanabileceğiniz ikon setleri sunumun son sayfasındadır.</a:t>
            </a:r>
          </a:p>
        </p:txBody>
      </p:sp>
    </p:spTree>
    <p:extLst>
      <p:ext uri="{BB962C8B-B14F-4D97-AF65-F5344CB8AC3E}">
        <p14:creationId xmlns:p14="http://schemas.microsoft.com/office/powerpoint/2010/main" val="408100055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5BFF368A-9711-4152-9554-5C75B49C3C2F}"/>
              </a:ext>
            </a:extLst>
          </p:cNvPr>
          <p:cNvGraphicFramePr/>
          <p:nvPr>
            <p:extLst>
              <p:ext uri="{D42A27DB-BD31-4B8C-83A1-F6EECF244321}">
                <p14:modId xmlns:p14="http://schemas.microsoft.com/office/powerpoint/2010/main" val="4102126183"/>
              </p:ext>
            </p:extLst>
          </p:nvPr>
        </p:nvGraphicFramePr>
        <p:xfrm>
          <a:off x="614506" y="1997874"/>
          <a:ext cx="3785747" cy="3584319"/>
        </p:xfrm>
        <a:graphic>
          <a:graphicData uri="http://schemas.openxmlformats.org/drawingml/2006/chart">
            <c:chart xmlns:c="http://schemas.openxmlformats.org/drawingml/2006/chart" xmlns:r="http://schemas.openxmlformats.org/officeDocument/2006/relationships" r:id="rId3"/>
          </a:graphicData>
        </a:graphic>
      </p:graphicFrame>
      <p:sp>
        <p:nvSpPr>
          <p:cNvPr id="11" name="Rounded Rectangle 10">
            <a:extLst>
              <a:ext uri="{FF2B5EF4-FFF2-40B4-BE49-F238E27FC236}">
                <a16:creationId xmlns:a16="http://schemas.microsoft.com/office/drawing/2014/main" id="{0C461D62-4656-4FBB-8404-7BB9F054B325}"/>
              </a:ext>
            </a:extLst>
          </p:cNvPr>
          <p:cNvSpPr/>
          <p:nvPr/>
        </p:nvSpPr>
        <p:spPr>
          <a:xfrm>
            <a:off x="8725989" y="2226790"/>
            <a:ext cx="3129852" cy="2822004"/>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18" name="Title 3">
            <a:extLst>
              <a:ext uri="{FF2B5EF4-FFF2-40B4-BE49-F238E27FC236}">
                <a16:creationId xmlns:a16="http://schemas.microsoft.com/office/drawing/2014/main" id="{12FB2260-C0DA-432F-9BAA-B94A3258BB50}"/>
              </a:ext>
            </a:extLst>
          </p:cNvPr>
          <p:cNvSpPr>
            <a:spLocks noGrp="1"/>
          </p:cNvSpPr>
          <p:nvPr>
            <p:ph type="title"/>
          </p:nvPr>
        </p:nvSpPr>
        <p:spPr/>
        <p:txBody>
          <a:bodyPr/>
          <a:lstStyle/>
          <a:p>
            <a:r>
              <a:rPr lang="tr-TR" b="0" dirty="0">
                <a:latin typeface="Segoe UI Black" panose="020B0A02040204020203" pitchFamily="34" charset="0"/>
                <a:ea typeface="Segoe UI Black" panose="020B0A02040204020203" pitchFamily="34" charset="0"/>
              </a:rPr>
              <a:t>Örnek grafik</a:t>
            </a:r>
            <a:br>
              <a:rPr lang="tr-TR" dirty="0"/>
            </a:br>
            <a:r>
              <a:rPr lang="tr-TR" sz="2400" b="0" dirty="0">
                <a:solidFill>
                  <a:srgbClr val="FF5620"/>
                </a:solidFill>
                <a:latin typeface="Segoe UI Semibold" panose="020B0702040204020203" pitchFamily="34" charset="0"/>
                <a:cs typeface="Segoe UI Semibold" panose="020B0702040204020203" pitchFamily="34" charset="0"/>
              </a:rPr>
              <a:t>tasarım-II</a:t>
            </a:r>
          </a:p>
        </p:txBody>
      </p:sp>
      <p:grpSp>
        <p:nvGrpSpPr>
          <p:cNvPr id="23" name="Group 22">
            <a:extLst>
              <a:ext uri="{FF2B5EF4-FFF2-40B4-BE49-F238E27FC236}">
                <a16:creationId xmlns:a16="http://schemas.microsoft.com/office/drawing/2014/main" id="{54D0F6A0-8A57-42A2-98B7-69ED8E95BCDB}"/>
              </a:ext>
            </a:extLst>
          </p:cNvPr>
          <p:cNvGrpSpPr/>
          <p:nvPr/>
        </p:nvGrpSpPr>
        <p:grpSpPr>
          <a:xfrm rot="5400000">
            <a:off x="10048404" y="1955367"/>
            <a:ext cx="485022" cy="485022"/>
            <a:chOff x="10483697" y="4676399"/>
            <a:chExt cx="485022" cy="485022"/>
          </a:xfrm>
        </p:grpSpPr>
        <p:sp>
          <p:nvSpPr>
            <p:cNvPr id="24" name="Oval 23">
              <a:extLst>
                <a:ext uri="{FF2B5EF4-FFF2-40B4-BE49-F238E27FC236}">
                  <a16:creationId xmlns:a16="http://schemas.microsoft.com/office/drawing/2014/main" id="{D94F4B74-826F-453A-A9E2-76C4FD9011BE}"/>
                </a:ext>
              </a:extLst>
            </p:cNvPr>
            <p:cNvSpPr/>
            <p:nvPr/>
          </p:nvSpPr>
          <p:spPr>
            <a:xfrm>
              <a:off x="10483697" y="4676399"/>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25" name="Freeform: Shape 36">
              <a:extLst>
                <a:ext uri="{FF2B5EF4-FFF2-40B4-BE49-F238E27FC236}">
                  <a16:creationId xmlns:a16="http://schemas.microsoft.com/office/drawing/2014/main" id="{27B398EE-7046-4F08-AA88-E46885EB038F}"/>
                </a:ext>
              </a:extLst>
            </p:cNvPr>
            <p:cNvSpPr/>
            <p:nvPr/>
          </p:nvSpPr>
          <p:spPr>
            <a:xfrm rot="18883588">
              <a:off x="10616825" y="4806952"/>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black"/>
                </a:solidFill>
                <a:effectLst/>
                <a:uLnTx/>
                <a:uFillTx/>
                <a:latin typeface="Calibri" panose="020F0502020204030204" pitchFamily="34" charset="0"/>
                <a:ea typeface="+mn-ea"/>
                <a:cs typeface="+mn-cs"/>
              </a:endParaRPr>
            </a:p>
          </p:txBody>
        </p:sp>
      </p:grpSp>
      <p:graphicFrame>
        <p:nvGraphicFramePr>
          <p:cNvPr id="26" name="Chart 25">
            <a:extLst>
              <a:ext uri="{FF2B5EF4-FFF2-40B4-BE49-F238E27FC236}">
                <a16:creationId xmlns:a16="http://schemas.microsoft.com/office/drawing/2014/main" id="{A43E7198-302C-49FA-B303-B7D40365CB22}"/>
              </a:ext>
            </a:extLst>
          </p:cNvPr>
          <p:cNvGraphicFramePr/>
          <p:nvPr>
            <p:extLst>
              <p:ext uri="{D42A27DB-BD31-4B8C-83A1-F6EECF244321}">
                <p14:modId xmlns:p14="http://schemas.microsoft.com/office/powerpoint/2010/main" val="4086616807"/>
              </p:ext>
            </p:extLst>
          </p:nvPr>
        </p:nvGraphicFramePr>
        <p:xfrm>
          <a:off x="4620538" y="1997874"/>
          <a:ext cx="3785747" cy="3584319"/>
        </p:xfrm>
        <a:graphic>
          <a:graphicData uri="http://schemas.openxmlformats.org/drawingml/2006/chart">
            <c:chart xmlns:c="http://schemas.openxmlformats.org/drawingml/2006/chart" xmlns:r="http://schemas.openxmlformats.org/officeDocument/2006/relationships" r:id="rId4"/>
          </a:graphicData>
        </a:graphic>
      </p:graphicFrame>
      <p:sp>
        <p:nvSpPr>
          <p:cNvPr id="19" name="Google Shape;8277;p67">
            <a:extLst>
              <a:ext uri="{FF2B5EF4-FFF2-40B4-BE49-F238E27FC236}">
                <a16:creationId xmlns:a16="http://schemas.microsoft.com/office/drawing/2014/main" id="{EC94C356-27ED-4494-B749-3E422F2577D4}"/>
              </a:ext>
            </a:extLst>
          </p:cNvPr>
          <p:cNvSpPr/>
          <p:nvPr/>
        </p:nvSpPr>
        <p:spPr>
          <a:xfrm>
            <a:off x="9124974" y="3058404"/>
            <a:ext cx="414000" cy="414000"/>
          </a:xfrm>
          <a:custGeom>
            <a:avLst/>
            <a:gdLst/>
            <a:ahLst/>
            <a:cxnLst/>
            <a:rect l="l" t="t" r="r" b="b"/>
            <a:pathLst>
              <a:path w="11784" h="11713" extrusionOk="0">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21" name="Text Placeholder 10">
            <a:extLst>
              <a:ext uri="{FF2B5EF4-FFF2-40B4-BE49-F238E27FC236}">
                <a16:creationId xmlns:a16="http://schemas.microsoft.com/office/drawing/2014/main" id="{16E58F65-42EB-42CF-8171-43A7253ECCD5}"/>
              </a:ext>
            </a:extLst>
          </p:cNvPr>
          <p:cNvSpPr txBox="1">
            <a:spLocks/>
          </p:cNvSpPr>
          <p:nvPr/>
        </p:nvSpPr>
        <p:spPr>
          <a:xfrm>
            <a:off x="465667" y="1678185"/>
            <a:ext cx="3649133" cy="4244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tr-TR" sz="1800" b="1" dirty="0">
                <a:solidFill>
                  <a:srgbClr val="043389"/>
                </a:solidFill>
                <a:latin typeface="Segoe UI" panose="020B0502040204020203" pitchFamily="34" charset="0"/>
                <a:cs typeface="Segoe UI" panose="020B0502040204020203" pitchFamily="34" charset="0"/>
              </a:rPr>
              <a:t>GRAFİK BAŞLIĞI</a:t>
            </a:r>
            <a:endParaRPr lang="tr-TR" sz="1800" dirty="0">
              <a:solidFill>
                <a:srgbClr val="043389"/>
              </a:solidFill>
              <a:latin typeface="Segoe UI" panose="020B0502040204020203" pitchFamily="34" charset="0"/>
              <a:cs typeface="Segoe UI" panose="020B0502040204020203" pitchFamily="34" charset="0"/>
            </a:endParaRPr>
          </a:p>
        </p:txBody>
      </p:sp>
      <p:sp>
        <p:nvSpPr>
          <p:cNvPr id="28" name="TextBox 11">
            <a:extLst>
              <a:ext uri="{FF2B5EF4-FFF2-40B4-BE49-F238E27FC236}">
                <a16:creationId xmlns:a16="http://schemas.microsoft.com/office/drawing/2014/main" id="{4B19083D-8C0D-4522-A2CB-AC8315ECE5D0}"/>
              </a:ext>
            </a:extLst>
          </p:cNvPr>
          <p:cNvSpPr txBox="1"/>
          <p:nvPr/>
        </p:nvSpPr>
        <p:spPr>
          <a:xfrm>
            <a:off x="9124974" y="3564205"/>
            <a:ext cx="2052762" cy="265813"/>
          </a:xfrm>
          <a:prstGeom prst="rect">
            <a:avLst/>
          </a:prstGeom>
          <a:noFill/>
        </p:spPr>
        <p:txBody>
          <a:bodyPr wrap="square" lIns="0" tIns="0" rIns="0" bIns="0" rtlCol="0" anchor="b">
            <a:noAutofit/>
          </a:bodyPr>
          <a:lstStyle/>
          <a:p>
            <a:pPr lvl="0">
              <a:defRPr/>
            </a:pPr>
            <a:r>
              <a:rPr lang="tr-TR" dirty="0">
                <a:solidFill>
                  <a:srgbClr val="4D4D4D"/>
                </a:solidFill>
                <a:latin typeface="Segoe UI Black" panose="020B0A02040204020203" pitchFamily="34" charset="0"/>
                <a:ea typeface="Segoe UI Black" panose="020B0A02040204020203" pitchFamily="34" charset="0"/>
                <a:cs typeface="Poppins" pitchFamily="2" charset="77"/>
              </a:rPr>
              <a:t>BAŞLIK</a:t>
            </a:r>
          </a:p>
        </p:txBody>
      </p:sp>
      <p:sp>
        <p:nvSpPr>
          <p:cNvPr id="29" name="TextBox 12">
            <a:extLst>
              <a:ext uri="{FF2B5EF4-FFF2-40B4-BE49-F238E27FC236}">
                <a16:creationId xmlns:a16="http://schemas.microsoft.com/office/drawing/2014/main" id="{9B4EC6BF-5FB0-496C-8BB4-951989D280A4}"/>
              </a:ext>
            </a:extLst>
          </p:cNvPr>
          <p:cNvSpPr txBox="1"/>
          <p:nvPr/>
        </p:nvSpPr>
        <p:spPr>
          <a:xfrm>
            <a:off x="9124974" y="3932156"/>
            <a:ext cx="1539064" cy="951309"/>
          </a:xfrm>
          <a:prstGeom prst="rect">
            <a:avLst/>
          </a:prstGeom>
          <a:noFill/>
        </p:spPr>
        <p:txBody>
          <a:bodyPr wrap="square" lIns="0" tIns="0" rIns="0" bIns="0" rtlCol="0" anchor="t">
            <a:noAutofit/>
          </a:bodyPr>
          <a:lstStyle/>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 </a:t>
            </a:r>
          </a:p>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a:t>
            </a:r>
          </a:p>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a:t>
            </a:r>
            <a:endParaRPr kumimoji="0" lang="en-US" sz="1600" b="0" i="0" u="none" strike="noStrike" kern="1200" cap="none" spc="0" normalizeH="0" baseline="0" noProof="0" dirty="0">
              <a:ln>
                <a:noFill/>
              </a:ln>
              <a:solidFill>
                <a:srgbClr val="4D4D4D"/>
              </a:solidFill>
              <a:effectLst/>
              <a:uLnTx/>
              <a:uFillTx/>
              <a:latin typeface="Calibri" panose="020F0502020204030204" pitchFamily="34" charset="0"/>
              <a:ea typeface="Source Sans Pro" panose="020B0503030403020204" pitchFamily="34" charset="0"/>
              <a:cs typeface="Calibri" panose="020F0502020204030204" pitchFamily="34" charset="0"/>
            </a:endParaRPr>
          </a:p>
        </p:txBody>
      </p:sp>
    </p:spTree>
    <p:extLst>
      <p:ext uri="{BB962C8B-B14F-4D97-AF65-F5344CB8AC3E}">
        <p14:creationId xmlns:p14="http://schemas.microsoft.com/office/powerpoint/2010/main" val="218096134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625EB77B-61DD-4B03-B6A5-4E181443AC6F}"/>
              </a:ext>
            </a:extLst>
          </p:cNvPr>
          <p:cNvGraphicFramePr/>
          <p:nvPr>
            <p:extLst>
              <p:ext uri="{D42A27DB-BD31-4B8C-83A1-F6EECF244321}">
                <p14:modId xmlns:p14="http://schemas.microsoft.com/office/powerpoint/2010/main" val="3480383214"/>
              </p:ext>
            </p:extLst>
          </p:nvPr>
        </p:nvGraphicFramePr>
        <p:xfrm>
          <a:off x="5517198" y="1388745"/>
          <a:ext cx="5816600" cy="47953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E0FBA885-ACF9-4A38-BF45-077889BCA8F3}"/>
              </a:ext>
            </a:extLst>
          </p:cNvPr>
          <p:cNvGraphicFramePr/>
          <p:nvPr>
            <p:extLst>
              <p:ext uri="{D42A27DB-BD31-4B8C-83A1-F6EECF244321}">
                <p14:modId xmlns:p14="http://schemas.microsoft.com/office/powerpoint/2010/main" val="3428881817"/>
              </p:ext>
            </p:extLst>
          </p:nvPr>
        </p:nvGraphicFramePr>
        <p:xfrm>
          <a:off x="109946" y="1953413"/>
          <a:ext cx="5076008" cy="418492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Placeholder 10">
            <a:extLst>
              <a:ext uri="{FF2B5EF4-FFF2-40B4-BE49-F238E27FC236}">
                <a16:creationId xmlns:a16="http://schemas.microsoft.com/office/drawing/2014/main" id="{70290D03-9838-449A-810A-DB4F005EC354}"/>
              </a:ext>
            </a:extLst>
          </p:cNvPr>
          <p:cNvSpPr txBox="1">
            <a:spLocks/>
          </p:cNvSpPr>
          <p:nvPr/>
        </p:nvSpPr>
        <p:spPr>
          <a:xfrm>
            <a:off x="465667" y="1678185"/>
            <a:ext cx="3649133" cy="4244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tr-TR" sz="1800" b="1" dirty="0">
                <a:solidFill>
                  <a:srgbClr val="043389"/>
                </a:solidFill>
                <a:latin typeface="Segoe UI" panose="020B0502040204020203" pitchFamily="34" charset="0"/>
                <a:ea typeface="Segoe UI Black" panose="020B0A02040204020203" pitchFamily="34" charset="0"/>
                <a:cs typeface="Segoe UI" panose="020B0502040204020203" pitchFamily="34" charset="0"/>
              </a:rPr>
              <a:t>GRAFİK BAŞLIĞI</a:t>
            </a:r>
          </a:p>
        </p:txBody>
      </p:sp>
      <p:sp>
        <p:nvSpPr>
          <p:cNvPr id="10" name="Text Placeholder 10">
            <a:extLst>
              <a:ext uri="{FF2B5EF4-FFF2-40B4-BE49-F238E27FC236}">
                <a16:creationId xmlns:a16="http://schemas.microsoft.com/office/drawing/2014/main" id="{C4F28FCE-D794-4D3E-ACEB-91C5595DEA20}"/>
              </a:ext>
            </a:extLst>
          </p:cNvPr>
          <p:cNvSpPr txBox="1">
            <a:spLocks/>
          </p:cNvSpPr>
          <p:nvPr/>
        </p:nvSpPr>
        <p:spPr>
          <a:xfrm>
            <a:off x="5434013" y="798132"/>
            <a:ext cx="3649133" cy="4244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defRPr/>
            </a:pPr>
            <a:r>
              <a:rPr lang="tr-TR" sz="1800" b="1" dirty="0">
                <a:solidFill>
                  <a:srgbClr val="043389"/>
                </a:solidFill>
                <a:latin typeface="Segoe UI" panose="020B0502040204020203" pitchFamily="34" charset="0"/>
                <a:ea typeface="Segoe UI Black" panose="020B0A02040204020203" pitchFamily="34" charset="0"/>
                <a:cs typeface="Segoe UI" panose="020B0502040204020203" pitchFamily="34" charset="0"/>
              </a:rPr>
              <a:t>GRAFİK BAŞLIĞI</a:t>
            </a:r>
          </a:p>
        </p:txBody>
      </p:sp>
      <p:sp>
        <p:nvSpPr>
          <p:cNvPr id="12" name="Oval 11">
            <a:extLst>
              <a:ext uri="{FF2B5EF4-FFF2-40B4-BE49-F238E27FC236}">
                <a16:creationId xmlns:a16="http://schemas.microsoft.com/office/drawing/2014/main" id="{5B45A1D4-5604-42B9-B10F-F8C68EE37819}"/>
              </a:ext>
            </a:extLst>
          </p:cNvPr>
          <p:cNvSpPr/>
          <p:nvPr/>
        </p:nvSpPr>
        <p:spPr>
          <a:xfrm>
            <a:off x="1770387" y="2972368"/>
            <a:ext cx="1755126" cy="1755126"/>
          </a:xfrm>
          <a:prstGeom prst="ellipse">
            <a:avLst/>
          </a:prstGeom>
          <a:solidFill>
            <a:schemeClr val="bg1"/>
          </a:solidFill>
          <a:ln w="57150">
            <a:noFill/>
          </a:ln>
          <a:effectLst>
            <a:outerShdw blurRad="152400" dist="76200" dir="66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tr-TR"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SATIŞLAR</a:t>
            </a:r>
          </a:p>
          <a:p>
            <a:pPr lvl="0" algn="ctr">
              <a:defRPr/>
            </a:pPr>
            <a:r>
              <a:rPr lang="tr-TR"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a:t>
            </a:r>
            <a:r>
              <a:rPr lang="en-US" dirty="0">
                <a:solidFill>
                  <a:srgbClr val="003087"/>
                </a:solidFill>
                <a:latin typeface="Segoe UI Black" panose="020B0A02040204020203" pitchFamily="34" charset="0"/>
                <a:ea typeface="Segoe UI Black" panose="020B0A02040204020203" pitchFamily="34" charset="0"/>
                <a:cs typeface="Calibri Light" panose="020F0302020204030204" pitchFamily="34" charset="0"/>
              </a:rPr>
              <a:t> TL</a:t>
            </a:r>
          </a:p>
        </p:txBody>
      </p:sp>
      <p:sp>
        <p:nvSpPr>
          <p:cNvPr id="14" name="Title 3">
            <a:extLst>
              <a:ext uri="{FF2B5EF4-FFF2-40B4-BE49-F238E27FC236}">
                <a16:creationId xmlns:a16="http://schemas.microsoft.com/office/drawing/2014/main" id="{08DB7342-DB92-4B86-B394-A68686AD4D28}"/>
              </a:ext>
            </a:extLst>
          </p:cNvPr>
          <p:cNvSpPr>
            <a:spLocks noGrp="1"/>
          </p:cNvSpPr>
          <p:nvPr>
            <p:ph type="title"/>
          </p:nvPr>
        </p:nvSpPr>
        <p:spPr>
          <a:xfrm>
            <a:off x="409163" y="360549"/>
            <a:ext cx="6060218" cy="1110111"/>
          </a:xfrm>
        </p:spPr>
        <p:txBody>
          <a:bodyPr/>
          <a:lstStyle/>
          <a:p>
            <a:r>
              <a:rPr lang="tr-TR" b="0" dirty="0">
                <a:latin typeface="Segoe UI Black" panose="020B0A02040204020203" pitchFamily="34" charset="0"/>
                <a:ea typeface="Segoe UI Black" panose="020B0A02040204020203" pitchFamily="34" charset="0"/>
              </a:rPr>
              <a:t>Örnek grafik</a:t>
            </a:r>
            <a:br>
              <a:rPr lang="tr-TR" dirty="0"/>
            </a:br>
            <a:r>
              <a:rPr lang="tr-TR" sz="2400" b="0" dirty="0">
                <a:solidFill>
                  <a:srgbClr val="FF5620"/>
                </a:solidFill>
                <a:latin typeface="Segoe UI Semibold" panose="020B0702040204020203" pitchFamily="34" charset="0"/>
                <a:cs typeface="Segoe UI Semibold" panose="020B0702040204020203" pitchFamily="34" charset="0"/>
              </a:rPr>
              <a:t>tasarım-</a:t>
            </a:r>
            <a:r>
              <a:rPr lang="tr-TR" sz="2400" b="0" dirty="0" err="1">
                <a:solidFill>
                  <a:srgbClr val="FF5620"/>
                </a:solidFill>
                <a:latin typeface="Segoe UI Semibold" panose="020B0702040204020203" pitchFamily="34" charset="0"/>
                <a:cs typeface="Segoe UI Semibold" panose="020B0702040204020203" pitchFamily="34" charset="0"/>
              </a:rPr>
              <a:t>IIı</a:t>
            </a:r>
            <a:endParaRPr lang="tr-TR" sz="2400" b="0" dirty="0">
              <a:solidFill>
                <a:srgbClr val="FF5620"/>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84940269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0C461D62-4656-4FBB-8404-7BB9F054B325}"/>
              </a:ext>
            </a:extLst>
          </p:cNvPr>
          <p:cNvSpPr/>
          <p:nvPr/>
        </p:nvSpPr>
        <p:spPr>
          <a:xfrm>
            <a:off x="8797402" y="1307245"/>
            <a:ext cx="2520000" cy="2520000"/>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31" name="Freeform: Shape 30">
            <a:extLst>
              <a:ext uri="{FF2B5EF4-FFF2-40B4-BE49-F238E27FC236}">
                <a16:creationId xmlns:a16="http://schemas.microsoft.com/office/drawing/2014/main" id="{3D2592D2-BD56-4990-9E54-228589639E69}"/>
              </a:ext>
            </a:extLst>
          </p:cNvPr>
          <p:cNvSpPr/>
          <p:nvPr/>
        </p:nvSpPr>
        <p:spPr>
          <a:xfrm>
            <a:off x="5533954" y="2995985"/>
            <a:ext cx="174120" cy="762814"/>
          </a:xfrm>
          <a:custGeom>
            <a:avLst/>
            <a:gdLst/>
            <a:ahLst/>
            <a:cxnLst/>
            <a:rect l="0" t="0" r="0" b="0"/>
            <a:pathLst>
              <a:path>
                <a:moveTo>
                  <a:pt x="174120" y="0"/>
                </a:moveTo>
                <a:lnTo>
                  <a:pt x="174120" y="762814"/>
                </a:lnTo>
                <a:lnTo>
                  <a:pt x="0" y="762814"/>
                </a:lnTo>
              </a:path>
            </a:pathLst>
          </a:custGeom>
          <a:noFill/>
          <a:ln w="12700" cap="flat" cmpd="sng" algn="ctr">
            <a:solidFill>
              <a:srgbClr val="004892"/>
            </a:solidFill>
            <a:prstDash val="solid"/>
            <a:miter lim="800000"/>
          </a:ln>
          <a:effectLst/>
        </p:spPr>
      </p:sp>
      <p:sp>
        <p:nvSpPr>
          <p:cNvPr id="32" name="Freeform: Shape 31">
            <a:extLst>
              <a:ext uri="{FF2B5EF4-FFF2-40B4-BE49-F238E27FC236}">
                <a16:creationId xmlns:a16="http://schemas.microsoft.com/office/drawing/2014/main" id="{DD7D5C58-7400-4A96-9705-4828EB7BC10A}"/>
              </a:ext>
            </a:extLst>
          </p:cNvPr>
          <p:cNvSpPr/>
          <p:nvPr/>
        </p:nvSpPr>
        <p:spPr>
          <a:xfrm>
            <a:off x="5708075" y="2995985"/>
            <a:ext cx="4013070" cy="1525629"/>
          </a:xfrm>
          <a:custGeom>
            <a:avLst/>
            <a:gdLst/>
            <a:ahLst/>
            <a:cxnLst/>
            <a:rect l="0" t="0" r="0" b="0"/>
            <a:pathLst>
              <a:path>
                <a:moveTo>
                  <a:pt x="0" y="0"/>
                </a:moveTo>
                <a:lnTo>
                  <a:pt x="0" y="1351509"/>
                </a:lnTo>
                <a:lnTo>
                  <a:pt x="4013070" y="1351509"/>
                </a:lnTo>
                <a:lnTo>
                  <a:pt x="4013070" y="1525629"/>
                </a:lnTo>
              </a:path>
            </a:pathLst>
          </a:custGeom>
          <a:noFill/>
          <a:ln w="12700" cap="flat" cmpd="sng" algn="ctr">
            <a:solidFill>
              <a:srgbClr val="004892"/>
            </a:solidFill>
            <a:prstDash val="solid"/>
            <a:miter lim="800000"/>
          </a:ln>
          <a:effectLst/>
        </p:spPr>
      </p:sp>
      <p:sp>
        <p:nvSpPr>
          <p:cNvPr id="33" name="Freeform: Shape 32">
            <a:extLst>
              <a:ext uri="{FF2B5EF4-FFF2-40B4-BE49-F238E27FC236}">
                <a16:creationId xmlns:a16="http://schemas.microsoft.com/office/drawing/2014/main" id="{02E57691-B299-4176-B840-D58EFD9E3DFC}"/>
              </a:ext>
            </a:extLst>
          </p:cNvPr>
          <p:cNvSpPr/>
          <p:nvPr/>
        </p:nvSpPr>
        <p:spPr>
          <a:xfrm>
            <a:off x="5708075" y="2995985"/>
            <a:ext cx="2006535" cy="1525629"/>
          </a:xfrm>
          <a:custGeom>
            <a:avLst/>
            <a:gdLst/>
            <a:ahLst/>
            <a:cxnLst/>
            <a:rect l="0" t="0" r="0" b="0"/>
            <a:pathLst>
              <a:path>
                <a:moveTo>
                  <a:pt x="0" y="0"/>
                </a:moveTo>
                <a:lnTo>
                  <a:pt x="0" y="1351509"/>
                </a:lnTo>
                <a:lnTo>
                  <a:pt x="2006535" y="1351509"/>
                </a:lnTo>
                <a:lnTo>
                  <a:pt x="2006535" y="1525629"/>
                </a:lnTo>
              </a:path>
            </a:pathLst>
          </a:custGeom>
          <a:noFill/>
          <a:ln w="12700" cap="flat" cmpd="sng" algn="ctr">
            <a:solidFill>
              <a:srgbClr val="004892"/>
            </a:solidFill>
            <a:prstDash val="solid"/>
            <a:miter lim="800000"/>
          </a:ln>
          <a:effectLst/>
        </p:spPr>
      </p:sp>
      <p:sp>
        <p:nvSpPr>
          <p:cNvPr id="34" name="Freeform: Shape 33">
            <a:extLst>
              <a:ext uri="{FF2B5EF4-FFF2-40B4-BE49-F238E27FC236}">
                <a16:creationId xmlns:a16="http://schemas.microsoft.com/office/drawing/2014/main" id="{FBD07224-77CA-42FD-8E7B-6CCA1DC5B4EC}"/>
              </a:ext>
            </a:extLst>
          </p:cNvPr>
          <p:cNvSpPr/>
          <p:nvPr/>
        </p:nvSpPr>
        <p:spPr>
          <a:xfrm>
            <a:off x="5662355" y="2995985"/>
            <a:ext cx="91440" cy="1525629"/>
          </a:xfrm>
          <a:custGeom>
            <a:avLst/>
            <a:gdLst/>
            <a:ahLst/>
            <a:cxnLst/>
            <a:rect l="0" t="0" r="0" b="0"/>
            <a:pathLst>
              <a:path>
                <a:moveTo>
                  <a:pt x="45720" y="0"/>
                </a:moveTo>
                <a:lnTo>
                  <a:pt x="45720" y="1525629"/>
                </a:lnTo>
              </a:path>
            </a:pathLst>
          </a:custGeom>
          <a:noFill/>
          <a:ln w="12700" cap="flat" cmpd="sng" algn="ctr">
            <a:solidFill>
              <a:srgbClr val="004892"/>
            </a:solidFill>
            <a:prstDash val="solid"/>
            <a:miter lim="800000"/>
          </a:ln>
          <a:effectLst/>
        </p:spPr>
      </p:sp>
      <p:sp>
        <p:nvSpPr>
          <p:cNvPr id="35" name="Freeform: Shape 34">
            <a:extLst>
              <a:ext uri="{FF2B5EF4-FFF2-40B4-BE49-F238E27FC236}">
                <a16:creationId xmlns:a16="http://schemas.microsoft.com/office/drawing/2014/main" id="{21F70294-E636-4B8D-9D7C-94863B5F1182}"/>
              </a:ext>
            </a:extLst>
          </p:cNvPr>
          <p:cNvSpPr/>
          <p:nvPr/>
        </p:nvSpPr>
        <p:spPr>
          <a:xfrm>
            <a:off x="3701540" y="2995985"/>
            <a:ext cx="2006535" cy="1525629"/>
          </a:xfrm>
          <a:custGeom>
            <a:avLst/>
            <a:gdLst/>
            <a:ahLst/>
            <a:cxnLst/>
            <a:rect l="0" t="0" r="0" b="0"/>
            <a:pathLst>
              <a:path>
                <a:moveTo>
                  <a:pt x="2006535" y="0"/>
                </a:moveTo>
                <a:lnTo>
                  <a:pt x="2006535" y="1351509"/>
                </a:lnTo>
                <a:lnTo>
                  <a:pt x="0" y="1351509"/>
                </a:lnTo>
                <a:lnTo>
                  <a:pt x="0" y="1525629"/>
                </a:lnTo>
              </a:path>
            </a:pathLst>
          </a:custGeom>
          <a:noFill/>
          <a:ln w="12700" cap="flat" cmpd="sng" algn="ctr">
            <a:solidFill>
              <a:srgbClr val="004892"/>
            </a:solidFill>
            <a:prstDash val="solid"/>
            <a:miter lim="800000"/>
          </a:ln>
          <a:effectLst/>
        </p:spPr>
      </p:sp>
      <p:sp>
        <p:nvSpPr>
          <p:cNvPr id="36" name="Freeform: Shape 35">
            <a:extLst>
              <a:ext uri="{FF2B5EF4-FFF2-40B4-BE49-F238E27FC236}">
                <a16:creationId xmlns:a16="http://schemas.microsoft.com/office/drawing/2014/main" id="{BDB3C640-00D7-4CB0-90B5-58B7F9A3F3A8}"/>
              </a:ext>
            </a:extLst>
          </p:cNvPr>
          <p:cNvSpPr/>
          <p:nvPr/>
        </p:nvSpPr>
        <p:spPr>
          <a:xfrm>
            <a:off x="1695005" y="2995985"/>
            <a:ext cx="4013070" cy="1525629"/>
          </a:xfrm>
          <a:custGeom>
            <a:avLst/>
            <a:gdLst/>
            <a:ahLst/>
            <a:cxnLst/>
            <a:rect l="0" t="0" r="0" b="0"/>
            <a:pathLst>
              <a:path>
                <a:moveTo>
                  <a:pt x="4013070" y="0"/>
                </a:moveTo>
                <a:lnTo>
                  <a:pt x="4013070" y="1351509"/>
                </a:lnTo>
                <a:lnTo>
                  <a:pt x="0" y="1351509"/>
                </a:lnTo>
                <a:lnTo>
                  <a:pt x="0" y="1525629"/>
                </a:lnTo>
              </a:path>
            </a:pathLst>
          </a:custGeom>
          <a:noFill/>
          <a:ln w="12700" cap="flat" cmpd="sng" algn="ctr">
            <a:solidFill>
              <a:srgbClr val="004892"/>
            </a:solidFill>
            <a:prstDash val="solid"/>
            <a:miter lim="800000"/>
          </a:ln>
          <a:effectLst/>
        </p:spPr>
      </p:sp>
      <p:sp>
        <p:nvSpPr>
          <p:cNvPr id="37" name="Freeform: Shape 36">
            <a:extLst>
              <a:ext uri="{FF2B5EF4-FFF2-40B4-BE49-F238E27FC236}">
                <a16:creationId xmlns:a16="http://schemas.microsoft.com/office/drawing/2014/main" id="{6175B476-99F9-488C-AE1B-C42CAEC2E312}"/>
              </a:ext>
            </a:extLst>
          </p:cNvPr>
          <p:cNvSpPr/>
          <p:nvPr/>
        </p:nvSpPr>
        <p:spPr>
          <a:xfrm>
            <a:off x="4878928" y="2166838"/>
            <a:ext cx="1658293" cy="829146"/>
          </a:xfrm>
          <a:custGeom>
            <a:avLst/>
            <a:gdLst>
              <a:gd name="connsiteX0" fmla="*/ 0 w 1658293"/>
              <a:gd name="connsiteY0" fmla="*/ 0 h 829146"/>
              <a:gd name="connsiteX1" fmla="*/ 1658293 w 1658293"/>
              <a:gd name="connsiteY1" fmla="*/ 0 h 829146"/>
              <a:gd name="connsiteX2" fmla="*/ 1658293 w 1658293"/>
              <a:gd name="connsiteY2" fmla="*/ 829146 h 829146"/>
              <a:gd name="connsiteX3" fmla="*/ 0 w 1658293"/>
              <a:gd name="connsiteY3" fmla="*/ 829146 h 829146"/>
              <a:gd name="connsiteX4" fmla="*/ 0 w 1658293"/>
              <a:gd name="connsiteY4" fmla="*/ 0 h 82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8293" h="829146">
                <a:moveTo>
                  <a:pt x="0" y="0"/>
                </a:moveTo>
                <a:lnTo>
                  <a:pt x="1658293" y="0"/>
                </a:lnTo>
                <a:lnTo>
                  <a:pt x="1658293" y="829146"/>
                </a:lnTo>
                <a:lnTo>
                  <a:pt x="0" y="829146"/>
                </a:lnTo>
                <a:lnTo>
                  <a:pt x="0" y="0"/>
                </a:lnTo>
                <a:close/>
              </a:path>
            </a:pathLst>
          </a:custGeom>
          <a:solidFill>
            <a:srgbClr val="FF5620"/>
          </a:solidFill>
          <a:ln w="12700" cap="flat" cmpd="sng" algn="ctr">
            <a:noFill/>
            <a:prstDash val="solid"/>
            <a:miter lim="800000"/>
          </a:ln>
          <a:effectLst/>
        </p:spPr>
        <p:txBody>
          <a:bodyPr spcFirstLastPara="0" vert="horz" wrap="square" lIns="7620" tIns="7620" rIns="7620" bIns="7620"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tr-TR" sz="160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İş</a:t>
            </a:r>
            <a:r>
              <a:rPr kumimoji="0" lang="en-GB" sz="160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a:t>
            </a:r>
            <a:r>
              <a:rPr kumimoji="0" lang="tr-TR" sz="160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Pozisyon</a:t>
            </a:r>
            <a:endParaRPr kumimoji="0" lang="en-GB" sz="160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endParaRPr>
          </a:p>
          <a:p>
            <a:pPr marL="0" marR="0" lvl="0" indent="0" algn="ctr" defTabSz="533400" eaLnBrk="1" fontAlgn="auto" latinLnBrk="0" hangingPunct="1">
              <a:lnSpc>
                <a:spcPct val="90000"/>
              </a:lnSpc>
              <a:spcBef>
                <a:spcPct val="0"/>
              </a:spcBef>
              <a:spcAft>
                <a:spcPct val="35000"/>
              </a:spcAft>
              <a:buClrTx/>
              <a:buSzTx/>
              <a:buFontTx/>
              <a:buNone/>
              <a:tabLst/>
              <a:defRPr/>
            </a:pPr>
            <a:r>
              <a:rPr kumimoji="0" lang="tr-TR" sz="160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İsim</a:t>
            </a:r>
            <a:endParaRPr kumimoji="0" lang="en-GB" sz="160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endParaRPr>
          </a:p>
        </p:txBody>
      </p:sp>
      <p:sp>
        <p:nvSpPr>
          <p:cNvPr id="38" name="Freeform: Shape 37">
            <a:extLst>
              <a:ext uri="{FF2B5EF4-FFF2-40B4-BE49-F238E27FC236}">
                <a16:creationId xmlns:a16="http://schemas.microsoft.com/office/drawing/2014/main" id="{FF83F391-B285-4771-9CDE-2DD456C0A323}"/>
              </a:ext>
            </a:extLst>
          </p:cNvPr>
          <p:cNvSpPr/>
          <p:nvPr/>
        </p:nvSpPr>
        <p:spPr>
          <a:xfrm>
            <a:off x="865858" y="4521615"/>
            <a:ext cx="1658293" cy="829146"/>
          </a:xfrm>
          <a:custGeom>
            <a:avLst/>
            <a:gdLst>
              <a:gd name="connsiteX0" fmla="*/ 0 w 1658293"/>
              <a:gd name="connsiteY0" fmla="*/ 0 h 829146"/>
              <a:gd name="connsiteX1" fmla="*/ 1658293 w 1658293"/>
              <a:gd name="connsiteY1" fmla="*/ 0 h 829146"/>
              <a:gd name="connsiteX2" fmla="*/ 1658293 w 1658293"/>
              <a:gd name="connsiteY2" fmla="*/ 829146 h 829146"/>
              <a:gd name="connsiteX3" fmla="*/ 0 w 1658293"/>
              <a:gd name="connsiteY3" fmla="*/ 829146 h 829146"/>
              <a:gd name="connsiteX4" fmla="*/ 0 w 1658293"/>
              <a:gd name="connsiteY4" fmla="*/ 0 h 82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8293" h="829146">
                <a:moveTo>
                  <a:pt x="0" y="0"/>
                </a:moveTo>
                <a:lnTo>
                  <a:pt x="1658293" y="0"/>
                </a:lnTo>
                <a:lnTo>
                  <a:pt x="1658293" y="829146"/>
                </a:lnTo>
                <a:lnTo>
                  <a:pt x="0" y="829146"/>
                </a:lnTo>
                <a:lnTo>
                  <a:pt x="0" y="0"/>
                </a:lnTo>
                <a:close/>
              </a:path>
            </a:pathLst>
          </a:custGeom>
          <a:solidFill>
            <a:srgbClr val="003087"/>
          </a:solidFill>
          <a:ln w="12700" cap="flat" cmpd="sng" algn="ctr">
            <a:noFill/>
            <a:prstDash val="solid"/>
            <a:miter lim="800000"/>
          </a:ln>
          <a:effectLst/>
        </p:spPr>
        <p:txBody>
          <a:bodyPr spcFirstLastPara="0" vert="horz" wrap="square" lIns="7620" tIns="7620" rIns="7620" bIns="7620"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lang="tr-TR" sz="1600" kern="0" dirty="0">
                <a:solidFill>
                  <a:prstClr val="white"/>
                </a:solidFill>
                <a:latin typeface="Segoe UI Semibold" panose="020B0702040204020203" pitchFamily="34" charset="0"/>
                <a:cs typeface="Segoe UI Semibold" panose="020B0702040204020203" pitchFamily="34" charset="0"/>
              </a:rPr>
              <a:t>İş</a:t>
            </a:r>
            <a:r>
              <a:rPr lang="en-GB" sz="1600" kern="0" dirty="0">
                <a:solidFill>
                  <a:prstClr val="white"/>
                </a:solidFill>
                <a:latin typeface="Segoe UI Semibold" panose="020B0702040204020203" pitchFamily="34" charset="0"/>
                <a:cs typeface="Segoe UI Semibold" panose="020B0702040204020203" pitchFamily="34" charset="0"/>
              </a:rPr>
              <a:t>/</a:t>
            </a:r>
            <a:r>
              <a:rPr lang="tr-TR" sz="1600" kern="0" dirty="0">
                <a:solidFill>
                  <a:prstClr val="white"/>
                </a:solidFill>
                <a:latin typeface="Segoe UI Semibold" panose="020B0702040204020203" pitchFamily="34" charset="0"/>
                <a:cs typeface="Segoe UI Semibold" panose="020B0702040204020203" pitchFamily="34" charset="0"/>
              </a:rPr>
              <a:t>Pozisyon</a:t>
            </a:r>
            <a:endParaRPr lang="en-GB" sz="1600" kern="0" dirty="0">
              <a:solidFill>
                <a:prstClr val="white"/>
              </a:solidFill>
              <a:latin typeface="Segoe UI Semibold" panose="020B0702040204020203" pitchFamily="34" charset="0"/>
              <a:cs typeface="Segoe UI Semibold" panose="020B0702040204020203" pitchFamily="34" charset="0"/>
            </a:endParaRPr>
          </a:p>
          <a:p>
            <a:pPr marL="0" marR="0" lvl="0" indent="0" algn="ctr" defTabSz="533400" eaLnBrk="1" fontAlgn="auto" latinLnBrk="0" hangingPunct="1">
              <a:lnSpc>
                <a:spcPct val="90000"/>
              </a:lnSpc>
              <a:spcBef>
                <a:spcPct val="0"/>
              </a:spcBef>
              <a:spcAft>
                <a:spcPct val="35000"/>
              </a:spcAft>
              <a:buClrTx/>
              <a:buSzTx/>
              <a:buFontTx/>
              <a:buNone/>
              <a:tabLst/>
              <a:defRPr/>
            </a:pPr>
            <a:r>
              <a:rPr lang="tr-TR" sz="1600" kern="0" dirty="0">
                <a:solidFill>
                  <a:prstClr val="white"/>
                </a:solidFill>
                <a:latin typeface="Segoe UI Semibold" panose="020B0702040204020203" pitchFamily="34" charset="0"/>
                <a:cs typeface="Segoe UI Semibold" panose="020B0702040204020203" pitchFamily="34" charset="0"/>
              </a:rPr>
              <a:t>İsim</a:t>
            </a:r>
            <a:endParaRPr lang="en-GB" sz="1600" kern="0" dirty="0">
              <a:solidFill>
                <a:prstClr val="white"/>
              </a:solidFill>
              <a:latin typeface="Segoe UI Semibold" panose="020B0702040204020203" pitchFamily="34" charset="0"/>
              <a:cs typeface="Segoe UI Semibold" panose="020B0702040204020203" pitchFamily="34" charset="0"/>
            </a:endParaRPr>
          </a:p>
        </p:txBody>
      </p:sp>
      <p:sp>
        <p:nvSpPr>
          <p:cNvPr id="39" name="Freeform: Shape 38">
            <a:extLst>
              <a:ext uri="{FF2B5EF4-FFF2-40B4-BE49-F238E27FC236}">
                <a16:creationId xmlns:a16="http://schemas.microsoft.com/office/drawing/2014/main" id="{274C6EB8-0E2C-4A14-856E-FFBE13264DCC}"/>
              </a:ext>
            </a:extLst>
          </p:cNvPr>
          <p:cNvSpPr/>
          <p:nvPr/>
        </p:nvSpPr>
        <p:spPr>
          <a:xfrm>
            <a:off x="2872393" y="4521615"/>
            <a:ext cx="1658293" cy="829146"/>
          </a:xfrm>
          <a:custGeom>
            <a:avLst/>
            <a:gdLst>
              <a:gd name="connsiteX0" fmla="*/ 0 w 1658293"/>
              <a:gd name="connsiteY0" fmla="*/ 0 h 829146"/>
              <a:gd name="connsiteX1" fmla="*/ 1658293 w 1658293"/>
              <a:gd name="connsiteY1" fmla="*/ 0 h 829146"/>
              <a:gd name="connsiteX2" fmla="*/ 1658293 w 1658293"/>
              <a:gd name="connsiteY2" fmla="*/ 829146 h 829146"/>
              <a:gd name="connsiteX3" fmla="*/ 0 w 1658293"/>
              <a:gd name="connsiteY3" fmla="*/ 829146 h 829146"/>
              <a:gd name="connsiteX4" fmla="*/ 0 w 1658293"/>
              <a:gd name="connsiteY4" fmla="*/ 0 h 82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8293" h="829146">
                <a:moveTo>
                  <a:pt x="0" y="0"/>
                </a:moveTo>
                <a:lnTo>
                  <a:pt x="1658293" y="0"/>
                </a:lnTo>
                <a:lnTo>
                  <a:pt x="1658293" y="829146"/>
                </a:lnTo>
                <a:lnTo>
                  <a:pt x="0" y="829146"/>
                </a:lnTo>
                <a:lnTo>
                  <a:pt x="0" y="0"/>
                </a:lnTo>
                <a:close/>
              </a:path>
            </a:pathLst>
          </a:custGeom>
          <a:solidFill>
            <a:srgbClr val="003087"/>
          </a:solidFill>
          <a:ln w="12700" cap="flat" cmpd="sng" algn="ctr">
            <a:noFill/>
            <a:prstDash val="solid"/>
            <a:miter lim="800000"/>
          </a:ln>
          <a:effectLst/>
        </p:spPr>
        <p:txBody>
          <a:bodyPr spcFirstLastPara="0" vert="horz" wrap="square" lIns="7620" tIns="7620" rIns="7620" bIns="7620" numCol="1" spcCol="1270" anchor="ctr" anchorCtr="0">
            <a:noAutofit/>
          </a:bodyPr>
          <a:lstStyle/>
          <a:p>
            <a:pPr algn="ctr" defTabSz="533400">
              <a:lnSpc>
                <a:spcPct val="90000"/>
              </a:lnSpc>
              <a:spcBef>
                <a:spcPct val="0"/>
              </a:spcBef>
              <a:spcAft>
                <a:spcPct val="35000"/>
              </a:spcAft>
              <a:defRPr/>
            </a:pPr>
            <a:r>
              <a:rPr lang="tr-TR" sz="1600" kern="0" dirty="0">
                <a:solidFill>
                  <a:prstClr val="white"/>
                </a:solidFill>
                <a:latin typeface="Segoe UI Semibold" panose="020B0702040204020203" pitchFamily="34" charset="0"/>
                <a:cs typeface="Segoe UI Semibold" panose="020B0702040204020203" pitchFamily="34" charset="0"/>
              </a:rPr>
              <a:t>İş</a:t>
            </a:r>
            <a:r>
              <a:rPr lang="en-GB" sz="1600" kern="0" dirty="0">
                <a:solidFill>
                  <a:prstClr val="white"/>
                </a:solidFill>
                <a:latin typeface="Segoe UI Semibold" panose="020B0702040204020203" pitchFamily="34" charset="0"/>
                <a:cs typeface="Segoe UI Semibold" panose="020B0702040204020203" pitchFamily="34" charset="0"/>
              </a:rPr>
              <a:t>/</a:t>
            </a:r>
            <a:r>
              <a:rPr lang="tr-TR" sz="1600" kern="0" dirty="0">
                <a:solidFill>
                  <a:prstClr val="white"/>
                </a:solidFill>
                <a:latin typeface="Segoe UI Semibold" panose="020B0702040204020203" pitchFamily="34" charset="0"/>
                <a:cs typeface="Segoe UI Semibold" panose="020B0702040204020203" pitchFamily="34" charset="0"/>
              </a:rPr>
              <a:t>Pozisyon</a:t>
            </a:r>
            <a:endParaRPr lang="en-GB" sz="1600" kern="0" dirty="0">
              <a:solidFill>
                <a:prstClr val="white"/>
              </a:solidFill>
              <a:latin typeface="Segoe UI Semibold" panose="020B0702040204020203" pitchFamily="34" charset="0"/>
              <a:cs typeface="Segoe UI Semibold" panose="020B0702040204020203" pitchFamily="34" charset="0"/>
            </a:endParaRPr>
          </a:p>
          <a:p>
            <a:pPr algn="ctr" defTabSz="533400">
              <a:lnSpc>
                <a:spcPct val="90000"/>
              </a:lnSpc>
              <a:spcBef>
                <a:spcPct val="0"/>
              </a:spcBef>
              <a:spcAft>
                <a:spcPct val="35000"/>
              </a:spcAft>
              <a:defRPr/>
            </a:pPr>
            <a:r>
              <a:rPr lang="tr-TR" sz="1600" b="1" kern="0" dirty="0">
                <a:solidFill>
                  <a:prstClr val="white"/>
                </a:solidFill>
                <a:latin typeface="Segoe UI Semibold" panose="020B0702040204020203" pitchFamily="34" charset="0"/>
                <a:cs typeface="Segoe UI Semibold" panose="020B0702040204020203" pitchFamily="34" charset="0"/>
              </a:rPr>
              <a:t>İsim</a:t>
            </a:r>
            <a:endParaRPr lang="en-GB" sz="1600" b="1" kern="0" dirty="0">
              <a:solidFill>
                <a:prstClr val="white"/>
              </a:solidFill>
              <a:latin typeface="Segoe UI Semibold" panose="020B0702040204020203" pitchFamily="34" charset="0"/>
              <a:cs typeface="Segoe UI Semibold" panose="020B0702040204020203" pitchFamily="34" charset="0"/>
            </a:endParaRPr>
          </a:p>
        </p:txBody>
      </p:sp>
      <p:sp>
        <p:nvSpPr>
          <p:cNvPr id="40" name="Freeform: Shape 39">
            <a:extLst>
              <a:ext uri="{FF2B5EF4-FFF2-40B4-BE49-F238E27FC236}">
                <a16:creationId xmlns:a16="http://schemas.microsoft.com/office/drawing/2014/main" id="{D2D4B32D-DBE2-426C-A0EE-103A9732CC02}"/>
              </a:ext>
            </a:extLst>
          </p:cNvPr>
          <p:cNvSpPr/>
          <p:nvPr/>
        </p:nvSpPr>
        <p:spPr>
          <a:xfrm>
            <a:off x="4878928" y="4521615"/>
            <a:ext cx="1658293" cy="829146"/>
          </a:xfrm>
          <a:custGeom>
            <a:avLst/>
            <a:gdLst>
              <a:gd name="connsiteX0" fmla="*/ 0 w 1658293"/>
              <a:gd name="connsiteY0" fmla="*/ 0 h 829146"/>
              <a:gd name="connsiteX1" fmla="*/ 1658293 w 1658293"/>
              <a:gd name="connsiteY1" fmla="*/ 0 h 829146"/>
              <a:gd name="connsiteX2" fmla="*/ 1658293 w 1658293"/>
              <a:gd name="connsiteY2" fmla="*/ 829146 h 829146"/>
              <a:gd name="connsiteX3" fmla="*/ 0 w 1658293"/>
              <a:gd name="connsiteY3" fmla="*/ 829146 h 829146"/>
              <a:gd name="connsiteX4" fmla="*/ 0 w 1658293"/>
              <a:gd name="connsiteY4" fmla="*/ 0 h 82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8293" h="829146">
                <a:moveTo>
                  <a:pt x="0" y="0"/>
                </a:moveTo>
                <a:lnTo>
                  <a:pt x="1658293" y="0"/>
                </a:lnTo>
                <a:lnTo>
                  <a:pt x="1658293" y="829146"/>
                </a:lnTo>
                <a:lnTo>
                  <a:pt x="0" y="829146"/>
                </a:lnTo>
                <a:lnTo>
                  <a:pt x="0" y="0"/>
                </a:lnTo>
                <a:close/>
              </a:path>
            </a:pathLst>
          </a:custGeom>
          <a:solidFill>
            <a:srgbClr val="003087"/>
          </a:solidFill>
          <a:ln w="12700" cap="flat" cmpd="sng" algn="ctr">
            <a:noFill/>
            <a:prstDash val="solid"/>
            <a:miter lim="800000"/>
          </a:ln>
          <a:effectLst/>
        </p:spPr>
        <p:txBody>
          <a:bodyPr spcFirstLastPara="0" vert="horz" wrap="square" lIns="7620" tIns="7620" rIns="7620" bIns="7620" numCol="1" spcCol="1270" anchor="ctr" anchorCtr="0">
            <a:noAutofit/>
          </a:bodyPr>
          <a:lstStyle/>
          <a:p>
            <a:pPr marR="0" lvl="0" indent="0" algn="ctr" defTabSz="533400" fontAlgn="auto">
              <a:lnSpc>
                <a:spcPct val="90000"/>
              </a:lnSpc>
              <a:spcBef>
                <a:spcPct val="0"/>
              </a:spcBef>
              <a:spcAft>
                <a:spcPct val="35000"/>
              </a:spcAft>
              <a:buClrTx/>
              <a:buSzTx/>
              <a:buFontTx/>
              <a:buNone/>
              <a:tabLst/>
              <a:defRPr/>
            </a:pPr>
            <a:r>
              <a:rPr lang="tr-TR" sz="1600" kern="0" dirty="0">
                <a:solidFill>
                  <a:prstClr val="white"/>
                </a:solidFill>
                <a:latin typeface="Segoe UI Semibold" panose="020B0702040204020203" pitchFamily="34" charset="0"/>
                <a:cs typeface="Segoe UI Semibold" panose="020B0702040204020203" pitchFamily="34" charset="0"/>
              </a:rPr>
              <a:t>İş</a:t>
            </a:r>
            <a:r>
              <a:rPr lang="en-GB" sz="1600" kern="0" dirty="0">
                <a:solidFill>
                  <a:prstClr val="white"/>
                </a:solidFill>
                <a:latin typeface="Segoe UI Semibold" panose="020B0702040204020203" pitchFamily="34" charset="0"/>
                <a:cs typeface="Segoe UI Semibold" panose="020B0702040204020203" pitchFamily="34" charset="0"/>
              </a:rPr>
              <a:t>/</a:t>
            </a:r>
            <a:r>
              <a:rPr lang="tr-TR" sz="1600" kern="0" dirty="0">
                <a:solidFill>
                  <a:prstClr val="white"/>
                </a:solidFill>
                <a:latin typeface="Segoe UI Semibold" panose="020B0702040204020203" pitchFamily="34" charset="0"/>
                <a:cs typeface="Segoe UI Semibold" panose="020B0702040204020203" pitchFamily="34" charset="0"/>
              </a:rPr>
              <a:t>Pozisyon</a:t>
            </a:r>
            <a:endParaRPr lang="en-GB" sz="1600" kern="0" dirty="0">
              <a:solidFill>
                <a:prstClr val="white"/>
              </a:solidFill>
              <a:latin typeface="Segoe UI Semibold" panose="020B0702040204020203" pitchFamily="34" charset="0"/>
              <a:cs typeface="Segoe UI Semibold" panose="020B0702040204020203" pitchFamily="34" charset="0"/>
            </a:endParaRPr>
          </a:p>
          <a:p>
            <a:pPr marR="0" lvl="0" indent="0" algn="ctr" defTabSz="533400" fontAlgn="auto">
              <a:lnSpc>
                <a:spcPct val="90000"/>
              </a:lnSpc>
              <a:spcBef>
                <a:spcPct val="0"/>
              </a:spcBef>
              <a:spcAft>
                <a:spcPct val="35000"/>
              </a:spcAft>
              <a:buClrTx/>
              <a:buSzTx/>
              <a:buFontTx/>
              <a:buNone/>
              <a:tabLst/>
              <a:defRPr/>
            </a:pPr>
            <a:r>
              <a:rPr lang="tr-TR" sz="1600" kern="0" dirty="0">
                <a:solidFill>
                  <a:prstClr val="white"/>
                </a:solidFill>
                <a:latin typeface="Segoe UI Semibold" panose="020B0702040204020203" pitchFamily="34" charset="0"/>
                <a:cs typeface="Segoe UI Semibold" panose="020B0702040204020203" pitchFamily="34" charset="0"/>
              </a:rPr>
              <a:t>İsim</a:t>
            </a:r>
            <a:endParaRPr lang="en-GB" sz="1600" kern="0" dirty="0">
              <a:solidFill>
                <a:prstClr val="white"/>
              </a:solidFill>
              <a:latin typeface="Segoe UI Semibold" panose="020B0702040204020203" pitchFamily="34" charset="0"/>
              <a:cs typeface="Segoe UI Semibold" panose="020B0702040204020203" pitchFamily="34" charset="0"/>
            </a:endParaRPr>
          </a:p>
        </p:txBody>
      </p:sp>
      <p:sp>
        <p:nvSpPr>
          <p:cNvPr id="41" name="Freeform: Shape 40">
            <a:extLst>
              <a:ext uri="{FF2B5EF4-FFF2-40B4-BE49-F238E27FC236}">
                <a16:creationId xmlns:a16="http://schemas.microsoft.com/office/drawing/2014/main" id="{2494F0B7-E7D5-412C-B3B1-C35EF5098413}"/>
              </a:ext>
            </a:extLst>
          </p:cNvPr>
          <p:cNvSpPr/>
          <p:nvPr/>
        </p:nvSpPr>
        <p:spPr>
          <a:xfrm>
            <a:off x="6885463" y="4521615"/>
            <a:ext cx="1658293" cy="829146"/>
          </a:xfrm>
          <a:custGeom>
            <a:avLst/>
            <a:gdLst>
              <a:gd name="connsiteX0" fmla="*/ 0 w 1658293"/>
              <a:gd name="connsiteY0" fmla="*/ 0 h 829146"/>
              <a:gd name="connsiteX1" fmla="*/ 1658293 w 1658293"/>
              <a:gd name="connsiteY1" fmla="*/ 0 h 829146"/>
              <a:gd name="connsiteX2" fmla="*/ 1658293 w 1658293"/>
              <a:gd name="connsiteY2" fmla="*/ 829146 h 829146"/>
              <a:gd name="connsiteX3" fmla="*/ 0 w 1658293"/>
              <a:gd name="connsiteY3" fmla="*/ 829146 h 829146"/>
              <a:gd name="connsiteX4" fmla="*/ 0 w 1658293"/>
              <a:gd name="connsiteY4" fmla="*/ 0 h 82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8293" h="829146">
                <a:moveTo>
                  <a:pt x="0" y="0"/>
                </a:moveTo>
                <a:lnTo>
                  <a:pt x="1658293" y="0"/>
                </a:lnTo>
                <a:lnTo>
                  <a:pt x="1658293" y="829146"/>
                </a:lnTo>
                <a:lnTo>
                  <a:pt x="0" y="829146"/>
                </a:lnTo>
                <a:lnTo>
                  <a:pt x="0" y="0"/>
                </a:lnTo>
                <a:close/>
              </a:path>
            </a:pathLst>
          </a:custGeom>
          <a:solidFill>
            <a:srgbClr val="003087"/>
          </a:solidFill>
          <a:ln w="12700" cap="flat" cmpd="sng" algn="ctr">
            <a:noFill/>
            <a:prstDash val="solid"/>
            <a:miter lim="800000"/>
          </a:ln>
          <a:effectLst/>
        </p:spPr>
        <p:txBody>
          <a:bodyPr spcFirstLastPara="0" vert="horz" wrap="square" lIns="7620" tIns="7620" rIns="7620" bIns="7620" numCol="1" spcCol="1270" anchor="ctr" anchorCtr="0">
            <a:noAutofit/>
          </a:bodyPr>
          <a:lstStyle/>
          <a:p>
            <a:pPr algn="ctr" defTabSz="533400">
              <a:lnSpc>
                <a:spcPct val="90000"/>
              </a:lnSpc>
              <a:spcBef>
                <a:spcPct val="0"/>
              </a:spcBef>
              <a:spcAft>
                <a:spcPct val="35000"/>
              </a:spcAft>
              <a:defRPr/>
            </a:pPr>
            <a:r>
              <a:rPr lang="tr-TR" sz="1600" kern="0" dirty="0">
                <a:solidFill>
                  <a:prstClr val="white"/>
                </a:solidFill>
                <a:latin typeface="Segoe UI Semibold" panose="020B0702040204020203" pitchFamily="34" charset="0"/>
                <a:cs typeface="Segoe UI Semibold" panose="020B0702040204020203" pitchFamily="34" charset="0"/>
              </a:rPr>
              <a:t>İş</a:t>
            </a:r>
            <a:r>
              <a:rPr lang="en-GB" sz="1600" kern="0" dirty="0">
                <a:solidFill>
                  <a:prstClr val="white"/>
                </a:solidFill>
                <a:latin typeface="Segoe UI Semibold" panose="020B0702040204020203" pitchFamily="34" charset="0"/>
                <a:cs typeface="Segoe UI Semibold" panose="020B0702040204020203" pitchFamily="34" charset="0"/>
              </a:rPr>
              <a:t>/</a:t>
            </a:r>
            <a:r>
              <a:rPr lang="tr-TR" sz="1600" kern="0" dirty="0">
                <a:solidFill>
                  <a:prstClr val="white"/>
                </a:solidFill>
                <a:latin typeface="Segoe UI Semibold" panose="020B0702040204020203" pitchFamily="34" charset="0"/>
                <a:cs typeface="Segoe UI Semibold" panose="020B0702040204020203" pitchFamily="34" charset="0"/>
              </a:rPr>
              <a:t>Pozisyon</a:t>
            </a:r>
            <a:endParaRPr lang="en-GB" sz="1600" kern="0" dirty="0">
              <a:solidFill>
                <a:prstClr val="white"/>
              </a:solidFill>
              <a:latin typeface="Segoe UI Semibold" panose="020B0702040204020203" pitchFamily="34" charset="0"/>
              <a:cs typeface="Segoe UI Semibold" panose="020B0702040204020203" pitchFamily="34" charset="0"/>
            </a:endParaRPr>
          </a:p>
          <a:p>
            <a:pPr algn="ctr" defTabSz="533400">
              <a:lnSpc>
                <a:spcPct val="90000"/>
              </a:lnSpc>
              <a:spcBef>
                <a:spcPct val="0"/>
              </a:spcBef>
              <a:spcAft>
                <a:spcPct val="35000"/>
              </a:spcAft>
              <a:defRPr/>
            </a:pPr>
            <a:r>
              <a:rPr lang="tr-TR" sz="1600" kern="0" dirty="0">
                <a:solidFill>
                  <a:prstClr val="white"/>
                </a:solidFill>
                <a:latin typeface="Segoe UI Semibold" panose="020B0702040204020203" pitchFamily="34" charset="0"/>
                <a:cs typeface="Segoe UI Semibold" panose="020B0702040204020203" pitchFamily="34" charset="0"/>
              </a:rPr>
              <a:t>İsim</a:t>
            </a:r>
            <a:endParaRPr lang="en-GB" sz="1600" kern="0" dirty="0">
              <a:solidFill>
                <a:prstClr val="white"/>
              </a:solidFill>
              <a:latin typeface="Segoe UI Semibold" panose="020B0702040204020203" pitchFamily="34" charset="0"/>
              <a:cs typeface="Segoe UI Semibold" panose="020B0702040204020203" pitchFamily="34" charset="0"/>
            </a:endParaRPr>
          </a:p>
        </p:txBody>
      </p:sp>
      <p:sp>
        <p:nvSpPr>
          <p:cNvPr id="42" name="Freeform: Shape 41">
            <a:extLst>
              <a:ext uri="{FF2B5EF4-FFF2-40B4-BE49-F238E27FC236}">
                <a16:creationId xmlns:a16="http://schemas.microsoft.com/office/drawing/2014/main" id="{30491472-0FBB-4ED0-94C3-7BF1AA5C5082}"/>
              </a:ext>
            </a:extLst>
          </p:cNvPr>
          <p:cNvSpPr/>
          <p:nvPr/>
        </p:nvSpPr>
        <p:spPr>
          <a:xfrm>
            <a:off x="8891998" y="4521615"/>
            <a:ext cx="1658293" cy="829146"/>
          </a:xfrm>
          <a:custGeom>
            <a:avLst/>
            <a:gdLst>
              <a:gd name="connsiteX0" fmla="*/ 0 w 1658293"/>
              <a:gd name="connsiteY0" fmla="*/ 0 h 829146"/>
              <a:gd name="connsiteX1" fmla="*/ 1658293 w 1658293"/>
              <a:gd name="connsiteY1" fmla="*/ 0 h 829146"/>
              <a:gd name="connsiteX2" fmla="*/ 1658293 w 1658293"/>
              <a:gd name="connsiteY2" fmla="*/ 829146 h 829146"/>
              <a:gd name="connsiteX3" fmla="*/ 0 w 1658293"/>
              <a:gd name="connsiteY3" fmla="*/ 829146 h 829146"/>
              <a:gd name="connsiteX4" fmla="*/ 0 w 1658293"/>
              <a:gd name="connsiteY4" fmla="*/ 0 h 82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8293" h="829146">
                <a:moveTo>
                  <a:pt x="0" y="0"/>
                </a:moveTo>
                <a:lnTo>
                  <a:pt x="1658293" y="0"/>
                </a:lnTo>
                <a:lnTo>
                  <a:pt x="1658293" y="829146"/>
                </a:lnTo>
                <a:lnTo>
                  <a:pt x="0" y="829146"/>
                </a:lnTo>
                <a:lnTo>
                  <a:pt x="0" y="0"/>
                </a:lnTo>
                <a:close/>
              </a:path>
            </a:pathLst>
          </a:custGeom>
          <a:solidFill>
            <a:srgbClr val="003087"/>
          </a:solidFill>
          <a:ln w="12700" cap="flat" cmpd="sng" algn="ctr">
            <a:noFill/>
            <a:prstDash val="solid"/>
            <a:miter lim="800000"/>
          </a:ln>
          <a:effectLst/>
        </p:spPr>
        <p:txBody>
          <a:bodyPr spcFirstLastPara="0" vert="horz" wrap="square" lIns="7620" tIns="7620" rIns="7620" bIns="7620" numCol="1" spcCol="1270" anchor="ctr" anchorCtr="0">
            <a:noAutofit/>
          </a:bodyPr>
          <a:lstStyle/>
          <a:p>
            <a:pPr marR="0" lvl="0" indent="0" algn="ctr" defTabSz="533400" fontAlgn="auto">
              <a:lnSpc>
                <a:spcPct val="90000"/>
              </a:lnSpc>
              <a:spcBef>
                <a:spcPct val="0"/>
              </a:spcBef>
              <a:spcAft>
                <a:spcPct val="35000"/>
              </a:spcAft>
              <a:buClrTx/>
              <a:buSzTx/>
              <a:buFontTx/>
              <a:buNone/>
              <a:tabLst/>
              <a:defRPr/>
            </a:pPr>
            <a:r>
              <a:rPr lang="tr-TR" sz="1600" kern="0" dirty="0">
                <a:solidFill>
                  <a:prstClr val="white"/>
                </a:solidFill>
                <a:latin typeface="Segoe UI Semibold" panose="020B0702040204020203" pitchFamily="34" charset="0"/>
                <a:cs typeface="Segoe UI Semibold" panose="020B0702040204020203" pitchFamily="34" charset="0"/>
              </a:rPr>
              <a:t>İş</a:t>
            </a:r>
            <a:r>
              <a:rPr lang="en-GB" sz="1600" kern="0" dirty="0">
                <a:solidFill>
                  <a:prstClr val="white"/>
                </a:solidFill>
                <a:latin typeface="Segoe UI Semibold" panose="020B0702040204020203" pitchFamily="34" charset="0"/>
                <a:cs typeface="Segoe UI Semibold" panose="020B0702040204020203" pitchFamily="34" charset="0"/>
              </a:rPr>
              <a:t>/</a:t>
            </a:r>
            <a:r>
              <a:rPr lang="tr-TR" sz="1600" kern="0" dirty="0">
                <a:solidFill>
                  <a:prstClr val="white"/>
                </a:solidFill>
                <a:latin typeface="Segoe UI Semibold" panose="020B0702040204020203" pitchFamily="34" charset="0"/>
                <a:cs typeface="Segoe UI Semibold" panose="020B0702040204020203" pitchFamily="34" charset="0"/>
              </a:rPr>
              <a:t>Pozisyon</a:t>
            </a:r>
            <a:endParaRPr lang="en-GB" sz="1600" kern="0" dirty="0">
              <a:solidFill>
                <a:prstClr val="white"/>
              </a:solidFill>
              <a:latin typeface="Segoe UI Semibold" panose="020B0702040204020203" pitchFamily="34" charset="0"/>
              <a:cs typeface="Segoe UI Semibold" panose="020B0702040204020203" pitchFamily="34" charset="0"/>
            </a:endParaRPr>
          </a:p>
          <a:p>
            <a:pPr marR="0" lvl="0" indent="0" algn="ctr" defTabSz="533400" fontAlgn="auto">
              <a:lnSpc>
                <a:spcPct val="90000"/>
              </a:lnSpc>
              <a:spcBef>
                <a:spcPct val="0"/>
              </a:spcBef>
              <a:spcAft>
                <a:spcPct val="35000"/>
              </a:spcAft>
              <a:buClrTx/>
              <a:buSzTx/>
              <a:buFontTx/>
              <a:buNone/>
              <a:tabLst/>
              <a:defRPr/>
            </a:pPr>
            <a:r>
              <a:rPr lang="tr-TR" sz="1600" kern="0" dirty="0">
                <a:solidFill>
                  <a:prstClr val="white"/>
                </a:solidFill>
                <a:latin typeface="Segoe UI Semibold" panose="020B0702040204020203" pitchFamily="34" charset="0"/>
                <a:cs typeface="Segoe UI Semibold" panose="020B0702040204020203" pitchFamily="34" charset="0"/>
              </a:rPr>
              <a:t>İsim</a:t>
            </a:r>
            <a:endParaRPr lang="en-GB" sz="1600" kern="0" dirty="0">
              <a:solidFill>
                <a:prstClr val="white"/>
              </a:solidFill>
              <a:latin typeface="Segoe UI Semibold" panose="020B0702040204020203" pitchFamily="34" charset="0"/>
              <a:cs typeface="Segoe UI Semibold" panose="020B0702040204020203" pitchFamily="34" charset="0"/>
            </a:endParaRPr>
          </a:p>
        </p:txBody>
      </p:sp>
      <p:sp>
        <p:nvSpPr>
          <p:cNvPr id="43" name="Freeform: Shape 42">
            <a:extLst>
              <a:ext uri="{FF2B5EF4-FFF2-40B4-BE49-F238E27FC236}">
                <a16:creationId xmlns:a16="http://schemas.microsoft.com/office/drawing/2014/main" id="{A7996B30-D374-4B9C-AC0D-4F8507DF82C6}"/>
              </a:ext>
            </a:extLst>
          </p:cNvPr>
          <p:cNvSpPr/>
          <p:nvPr/>
        </p:nvSpPr>
        <p:spPr>
          <a:xfrm>
            <a:off x="3875661" y="3344227"/>
            <a:ext cx="1658293" cy="829146"/>
          </a:xfrm>
          <a:custGeom>
            <a:avLst/>
            <a:gdLst>
              <a:gd name="connsiteX0" fmla="*/ 0 w 1658293"/>
              <a:gd name="connsiteY0" fmla="*/ 0 h 829146"/>
              <a:gd name="connsiteX1" fmla="*/ 1658293 w 1658293"/>
              <a:gd name="connsiteY1" fmla="*/ 0 h 829146"/>
              <a:gd name="connsiteX2" fmla="*/ 1658293 w 1658293"/>
              <a:gd name="connsiteY2" fmla="*/ 829146 h 829146"/>
              <a:gd name="connsiteX3" fmla="*/ 0 w 1658293"/>
              <a:gd name="connsiteY3" fmla="*/ 829146 h 829146"/>
              <a:gd name="connsiteX4" fmla="*/ 0 w 1658293"/>
              <a:gd name="connsiteY4" fmla="*/ 0 h 82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8293" h="829146">
                <a:moveTo>
                  <a:pt x="0" y="0"/>
                </a:moveTo>
                <a:lnTo>
                  <a:pt x="1658293" y="0"/>
                </a:lnTo>
                <a:lnTo>
                  <a:pt x="1658293" y="829146"/>
                </a:lnTo>
                <a:lnTo>
                  <a:pt x="0" y="829146"/>
                </a:lnTo>
                <a:lnTo>
                  <a:pt x="0" y="0"/>
                </a:lnTo>
                <a:close/>
              </a:path>
            </a:pathLst>
          </a:custGeom>
          <a:solidFill>
            <a:srgbClr val="E6E7E8"/>
          </a:solidFill>
          <a:ln w="12700" cap="flat" cmpd="sng" algn="ctr">
            <a:noFill/>
            <a:prstDash val="solid"/>
            <a:miter lim="800000"/>
          </a:ln>
          <a:effectLst/>
        </p:spPr>
        <p:txBody>
          <a:bodyPr spcFirstLastPara="0" vert="horz" wrap="square" lIns="7620" tIns="7620" rIns="7620" bIns="7620"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tr-TR" sz="1600" i="0" u="none" strike="noStrike" kern="0" cap="none" spc="0" normalizeH="0" baseline="0" noProof="0" dirty="0">
                <a:ln>
                  <a:noFill/>
                </a:ln>
                <a:solidFill>
                  <a:srgbClr val="004892"/>
                </a:solidFill>
                <a:effectLst/>
                <a:uLnTx/>
                <a:uFillTx/>
                <a:latin typeface="Segoe UI Semibold" panose="020B0702040204020203" pitchFamily="34" charset="0"/>
                <a:cs typeface="Segoe UI Semibold" panose="020B0702040204020203" pitchFamily="34" charset="0"/>
              </a:rPr>
              <a:t>İş</a:t>
            </a:r>
            <a:r>
              <a:rPr kumimoji="0" lang="en-GB" sz="1600" i="0" u="none" strike="noStrike" kern="0" cap="none" spc="0" normalizeH="0" baseline="0" noProof="0" dirty="0">
                <a:ln>
                  <a:noFill/>
                </a:ln>
                <a:solidFill>
                  <a:srgbClr val="004892"/>
                </a:solidFill>
                <a:effectLst/>
                <a:uLnTx/>
                <a:uFillTx/>
                <a:latin typeface="Segoe UI Semibold" panose="020B0702040204020203" pitchFamily="34" charset="0"/>
                <a:cs typeface="Segoe UI Semibold" panose="020B0702040204020203" pitchFamily="34" charset="0"/>
              </a:rPr>
              <a:t>/</a:t>
            </a:r>
            <a:r>
              <a:rPr kumimoji="0" lang="tr-TR" sz="1600" i="0" u="none" strike="noStrike" kern="0" cap="none" spc="0" normalizeH="0" baseline="0" noProof="0" dirty="0">
                <a:ln>
                  <a:noFill/>
                </a:ln>
                <a:solidFill>
                  <a:srgbClr val="004892"/>
                </a:solidFill>
                <a:effectLst/>
                <a:uLnTx/>
                <a:uFillTx/>
                <a:latin typeface="Segoe UI Semibold" panose="020B0702040204020203" pitchFamily="34" charset="0"/>
                <a:cs typeface="Segoe UI Semibold" panose="020B0702040204020203" pitchFamily="34" charset="0"/>
              </a:rPr>
              <a:t>Pozisyon</a:t>
            </a:r>
            <a:endParaRPr kumimoji="0" lang="en-GB" sz="1600" i="0" u="none" strike="noStrike" kern="0" cap="none" spc="0" normalizeH="0" baseline="0" noProof="0" dirty="0">
              <a:ln>
                <a:noFill/>
              </a:ln>
              <a:solidFill>
                <a:srgbClr val="004892"/>
              </a:solidFill>
              <a:effectLst/>
              <a:uLnTx/>
              <a:uFillTx/>
              <a:latin typeface="Segoe UI Semibold" panose="020B0702040204020203" pitchFamily="34" charset="0"/>
              <a:cs typeface="Segoe UI Semibold" panose="020B0702040204020203" pitchFamily="34" charset="0"/>
            </a:endParaRPr>
          </a:p>
          <a:p>
            <a:pPr marL="0" marR="0" lvl="0" indent="0" algn="ctr" defTabSz="533400" eaLnBrk="1" fontAlgn="auto" latinLnBrk="0" hangingPunct="1">
              <a:lnSpc>
                <a:spcPct val="90000"/>
              </a:lnSpc>
              <a:spcBef>
                <a:spcPct val="0"/>
              </a:spcBef>
              <a:spcAft>
                <a:spcPct val="35000"/>
              </a:spcAft>
              <a:buClrTx/>
              <a:buSzTx/>
              <a:buFontTx/>
              <a:buNone/>
              <a:tabLst/>
              <a:defRPr/>
            </a:pPr>
            <a:r>
              <a:rPr kumimoji="0" lang="tr-TR" sz="1600" i="0" u="none" strike="noStrike" kern="0" cap="none" spc="0" normalizeH="0" baseline="0" noProof="0" dirty="0">
                <a:ln>
                  <a:noFill/>
                </a:ln>
                <a:solidFill>
                  <a:srgbClr val="004892"/>
                </a:solidFill>
                <a:effectLst/>
                <a:uLnTx/>
                <a:uFillTx/>
                <a:latin typeface="Segoe UI Semibold" panose="020B0702040204020203" pitchFamily="34" charset="0"/>
                <a:cs typeface="Segoe UI Semibold" panose="020B0702040204020203" pitchFamily="34" charset="0"/>
              </a:rPr>
              <a:t>İsim</a:t>
            </a:r>
            <a:endParaRPr kumimoji="0" lang="en-GB" sz="1600" i="0" u="none" strike="noStrike" kern="0" cap="none" spc="0" normalizeH="0" baseline="0" noProof="0" dirty="0">
              <a:ln>
                <a:noFill/>
              </a:ln>
              <a:solidFill>
                <a:srgbClr val="004892"/>
              </a:solidFill>
              <a:effectLst/>
              <a:uLnTx/>
              <a:uFillTx/>
              <a:latin typeface="Segoe UI Semibold" panose="020B0702040204020203" pitchFamily="34" charset="0"/>
              <a:cs typeface="Segoe UI Semibold" panose="020B0702040204020203" pitchFamily="34" charset="0"/>
            </a:endParaRPr>
          </a:p>
        </p:txBody>
      </p:sp>
      <p:grpSp>
        <p:nvGrpSpPr>
          <p:cNvPr id="26" name="Group 25">
            <a:extLst>
              <a:ext uri="{FF2B5EF4-FFF2-40B4-BE49-F238E27FC236}">
                <a16:creationId xmlns:a16="http://schemas.microsoft.com/office/drawing/2014/main" id="{EC81F3D7-32D2-4C60-8415-04CCD02BF09C}"/>
              </a:ext>
            </a:extLst>
          </p:cNvPr>
          <p:cNvGrpSpPr/>
          <p:nvPr/>
        </p:nvGrpSpPr>
        <p:grpSpPr>
          <a:xfrm rot="5400000">
            <a:off x="9890349" y="1090662"/>
            <a:ext cx="485022" cy="485022"/>
            <a:chOff x="10483697" y="4676399"/>
            <a:chExt cx="485022" cy="485022"/>
          </a:xfrm>
        </p:grpSpPr>
        <p:sp>
          <p:nvSpPr>
            <p:cNvPr id="27" name="Oval 26">
              <a:extLst>
                <a:ext uri="{FF2B5EF4-FFF2-40B4-BE49-F238E27FC236}">
                  <a16:creationId xmlns:a16="http://schemas.microsoft.com/office/drawing/2014/main" id="{14790642-C840-4AD6-AC5A-5B0B66EED798}"/>
                </a:ext>
              </a:extLst>
            </p:cNvPr>
            <p:cNvSpPr/>
            <p:nvPr/>
          </p:nvSpPr>
          <p:spPr>
            <a:xfrm>
              <a:off x="10483697" y="4676399"/>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28" name="Freeform: Shape 36">
              <a:extLst>
                <a:ext uri="{FF2B5EF4-FFF2-40B4-BE49-F238E27FC236}">
                  <a16:creationId xmlns:a16="http://schemas.microsoft.com/office/drawing/2014/main" id="{38F7BED9-32AD-41FA-878E-32D8E6776D4C}"/>
                </a:ext>
              </a:extLst>
            </p:cNvPr>
            <p:cNvSpPr/>
            <p:nvPr/>
          </p:nvSpPr>
          <p:spPr>
            <a:xfrm rot="18883588">
              <a:off x="10616825" y="4806952"/>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black"/>
                </a:solidFill>
                <a:effectLst/>
                <a:uLnTx/>
                <a:uFillTx/>
                <a:latin typeface="Calibri" panose="020F0502020204030204" pitchFamily="34" charset="0"/>
                <a:ea typeface="+mn-ea"/>
                <a:cs typeface="+mn-cs"/>
              </a:endParaRPr>
            </a:p>
          </p:txBody>
        </p:sp>
      </p:grpSp>
      <p:grpSp>
        <p:nvGrpSpPr>
          <p:cNvPr id="44" name="Google Shape;8286;p67">
            <a:extLst>
              <a:ext uri="{FF2B5EF4-FFF2-40B4-BE49-F238E27FC236}">
                <a16:creationId xmlns:a16="http://schemas.microsoft.com/office/drawing/2014/main" id="{438E9393-6142-466F-AF4F-4DC5BAE05DDB}"/>
              </a:ext>
            </a:extLst>
          </p:cNvPr>
          <p:cNvGrpSpPr/>
          <p:nvPr/>
        </p:nvGrpSpPr>
        <p:grpSpPr>
          <a:xfrm>
            <a:off x="9212072" y="1772712"/>
            <a:ext cx="414000" cy="414000"/>
            <a:chOff x="-4570325" y="2405775"/>
            <a:chExt cx="294600" cy="293825"/>
          </a:xfrm>
          <a:solidFill>
            <a:schemeClr val="tx1"/>
          </a:solidFill>
        </p:grpSpPr>
        <p:sp>
          <p:nvSpPr>
            <p:cNvPr id="45" name="Google Shape;8287;p67">
              <a:extLst>
                <a:ext uri="{FF2B5EF4-FFF2-40B4-BE49-F238E27FC236}">
                  <a16:creationId xmlns:a16="http://schemas.microsoft.com/office/drawing/2014/main" id="{C7A39EF4-A8AE-4E72-B9F0-684DB423B399}"/>
                </a:ext>
              </a:extLst>
            </p:cNvPr>
            <p:cNvSpPr/>
            <p:nvPr/>
          </p:nvSpPr>
          <p:spPr>
            <a:xfrm>
              <a:off x="-4570325" y="2405775"/>
              <a:ext cx="294600" cy="293825"/>
            </a:xfrm>
            <a:custGeom>
              <a:avLst/>
              <a:gdLst/>
              <a:ahLst/>
              <a:cxnLst/>
              <a:rect l="l" t="t" r="r" b="b"/>
              <a:pathLst>
                <a:path w="11784" h="11753" extrusionOk="0">
                  <a:moveTo>
                    <a:pt x="5734" y="694"/>
                  </a:moveTo>
                  <a:cubicBezTo>
                    <a:pt x="7624" y="694"/>
                    <a:pt x="9168" y="2238"/>
                    <a:pt x="9168" y="4128"/>
                  </a:cubicBezTo>
                  <a:cubicBezTo>
                    <a:pt x="9168" y="6050"/>
                    <a:pt x="7624" y="7594"/>
                    <a:pt x="5734" y="7594"/>
                  </a:cubicBezTo>
                  <a:cubicBezTo>
                    <a:pt x="3844" y="7594"/>
                    <a:pt x="2332" y="6018"/>
                    <a:pt x="2332" y="4128"/>
                  </a:cubicBezTo>
                  <a:cubicBezTo>
                    <a:pt x="2332" y="2238"/>
                    <a:pt x="3844" y="694"/>
                    <a:pt x="5734" y="694"/>
                  </a:cubicBezTo>
                  <a:close/>
                  <a:moveTo>
                    <a:pt x="977" y="7531"/>
                  </a:moveTo>
                  <a:cubicBezTo>
                    <a:pt x="1166" y="7531"/>
                    <a:pt x="1323" y="7688"/>
                    <a:pt x="1323" y="7909"/>
                  </a:cubicBezTo>
                  <a:cubicBezTo>
                    <a:pt x="1292" y="8129"/>
                    <a:pt x="1134" y="8255"/>
                    <a:pt x="977" y="8255"/>
                  </a:cubicBezTo>
                  <a:cubicBezTo>
                    <a:pt x="788" y="8255"/>
                    <a:pt x="630" y="8098"/>
                    <a:pt x="630" y="7909"/>
                  </a:cubicBezTo>
                  <a:cubicBezTo>
                    <a:pt x="630" y="7688"/>
                    <a:pt x="788" y="7531"/>
                    <a:pt x="977" y="7531"/>
                  </a:cubicBezTo>
                  <a:close/>
                  <a:moveTo>
                    <a:pt x="10586" y="7531"/>
                  </a:moveTo>
                  <a:cubicBezTo>
                    <a:pt x="10775" y="7531"/>
                    <a:pt x="10932" y="7688"/>
                    <a:pt x="10932" y="7909"/>
                  </a:cubicBezTo>
                  <a:cubicBezTo>
                    <a:pt x="10932" y="8129"/>
                    <a:pt x="10775" y="8255"/>
                    <a:pt x="10586" y="8255"/>
                  </a:cubicBezTo>
                  <a:cubicBezTo>
                    <a:pt x="10397" y="8255"/>
                    <a:pt x="10239" y="8098"/>
                    <a:pt x="10239" y="7909"/>
                  </a:cubicBezTo>
                  <a:cubicBezTo>
                    <a:pt x="10239" y="7688"/>
                    <a:pt x="10397" y="7531"/>
                    <a:pt x="10586" y="7531"/>
                  </a:cubicBezTo>
                  <a:close/>
                  <a:moveTo>
                    <a:pt x="3025" y="9641"/>
                  </a:moveTo>
                  <a:cubicBezTo>
                    <a:pt x="3214" y="9641"/>
                    <a:pt x="3371" y="9799"/>
                    <a:pt x="3371" y="9988"/>
                  </a:cubicBezTo>
                  <a:cubicBezTo>
                    <a:pt x="3340" y="10177"/>
                    <a:pt x="3214" y="10335"/>
                    <a:pt x="3025" y="10335"/>
                  </a:cubicBezTo>
                  <a:cubicBezTo>
                    <a:pt x="2836" y="10335"/>
                    <a:pt x="2678" y="10177"/>
                    <a:pt x="2678" y="9988"/>
                  </a:cubicBezTo>
                  <a:cubicBezTo>
                    <a:pt x="2678" y="9799"/>
                    <a:pt x="2836" y="9641"/>
                    <a:pt x="3025" y="9641"/>
                  </a:cubicBezTo>
                  <a:close/>
                  <a:moveTo>
                    <a:pt x="8475" y="9641"/>
                  </a:moveTo>
                  <a:cubicBezTo>
                    <a:pt x="8696" y="9641"/>
                    <a:pt x="8822" y="9799"/>
                    <a:pt x="8822" y="9988"/>
                  </a:cubicBezTo>
                  <a:cubicBezTo>
                    <a:pt x="8822" y="10177"/>
                    <a:pt x="8664" y="10335"/>
                    <a:pt x="8475" y="10335"/>
                  </a:cubicBezTo>
                  <a:cubicBezTo>
                    <a:pt x="8255" y="10335"/>
                    <a:pt x="8128" y="10177"/>
                    <a:pt x="8128" y="9988"/>
                  </a:cubicBezTo>
                  <a:cubicBezTo>
                    <a:pt x="8128" y="9799"/>
                    <a:pt x="8255" y="9641"/>
                    <a:pt x="8475" y="9641"/>
                  </a:cubicBezTo>
                  <a:close/>
                  <a:moveTo>
                    <a:pt x="5734" y="10303"/>
                  </a:moveTo>
                  <a:cubicBezTo>
                    <a:pt x="5955" y="10303"/>
                    <a:pt x="6112" y="10461"/>
                    <a:pt x="6112" y="10650"/>
                  </a:cubicBezTo>
                  <a:cubicBezTo>
                    <a:pt x="6112" y="10839"/>
                    <a:pt x="5955" y="10996"/>
                    <a:pt x="5734" y="10996"/>
                  </a:cubicBezTo>
                  <a:cubicBezTo>
                    <a:pt x="5545" y="10996"/>
                    <a:pt x="5388" y="10839"/>
                    <a:pt x="5388" y="10650"/>
                  </a:cubicBezTo>
                  <a:cubicBezTo>
                    <a:pt x="5388" y="10461"/>
                    <a:pt x="5545" y="10303"/>
                    <a:pt x="5734" y="10303"/>
                  </a:cubicBezTo>
                  <a:close/>
                  <a:moveTo>
                    <a:pt x="5797" y="1"/>
                  </a:moveTo>
                  <a:cubicBezTo>
                    <a:pt x="3497" y="1"/>
                    <a:pt x="1701" y="1860"/>
                    <a:pt x="1701" y="4097"/>
                  </a:cubicBezTo>
                  <a:cubicBezTo>
                    <a:pt x="1701" y="5010"/>
                    <a:pt x="2017" y="5924"/>
                    <a:pt x="2552" y="6617"/>
                  </a:cubicBezTo>
                  <a:lnTo>
                    <a:pt x="1701" y="7153"/>
                  </a:lnTo>
                  <a:cubicBezTo>
                    <a:pt x="1481" y="6995"/>
                    <a:pt x="1260" y="6901"/>
                    <a:pt x="1040" y="6901"/>
                  </a:cubicBezTo>
                  <a:cubicBezTo>
                    <a:pt x="473" y="6901"/>
                    <a:pt x="0" y="7373"/>
                    <a:pt x="0" y="7940"/>
                  </a:cubicBezTo>
                  <a:cubicBezTo>
                    <a:pt x="0" y="8476"/>
                    <a:pt x="473" y="8948"/>
                    <a:pt x="1040" y="8948"/>
                  </a:cubicBezTo>
                  <a:cubicBezTo>
                    <a:pt x="1575" y="8948"/>
                    <a:pt x="2048" y="8476"/>
                    <a:pt x="2048" y="7940"/>
                  </a:cubicBezTo>
                  <a:lnTo>
                    <a:pt x="2048" y="7751"/>
                  </a:lnTo>
                  <a:lnTo>
                    <a:pt x="3088" y="7153"/>
                  </a:lnTo>
                  <a:cubicBezTo>
                    <a:pt x="3340" y="7373"/>
                    <a:pt x="3623" y="7625"/>
                    <a:pt x="3970" y="7783"/>
                  </a:cubicBezTo>
                  <a:lnTo>
                    <a:pt x="3308" y="8948"/>
                  </a:lnTo>
                  <a:lnTo>
                    <a:pt x="3119" y="8948"/>
                  </a:lnTo>
                  <a:cubicBezTo>
                    <a:pt x="2552" y="8948"/>
                    <a:pt x="2080" y="9421"/>
                    <a:pt x="2080" y="9988"/>
                  </a:cubicBezTo>
                  <a:cubicBezTo>
                    <a:pt x="2080" y="10524"/>
                    <a:pt x="2552" y="10996"/>
                    <a:pt x="3119" y="10996"/>
                  </a:cubicBezTo>
                  <a:cubicBezTo>
                    <a:pt x="3655" y="10996"/>
                    <a:pt x="4127" y="10524"/>
                    <a:pt x="4127" y="9988"/>
                  </a:cubicBezTo>
                  <a:cubicBezTo>
                    <a:pt x="4127" y="9736"/>
                    <a:pt x="4064" y="9515"/>
                    <a:pt x="3907" y="9326"/>
                  </a:cubicBezTo>
                  <a:lnTo>
                    <a:pt x="4600" y="8098"/>
                  </a:lnTo>
                  <a:cubicBezTo>
                    <a:pt x="4883" y="8161"/>
                    <a:pt x="5199" y="8255"/>
                    <a:pt x="5514" y="8287"/>
                  </a:cubicBezTo>
                  <a:lnTo>
                    <a:pt x="5514" y="9736"/>
                  </a:lnTo>
                  <a:cubicBezTo>
                    <a:pt x="5136" y="9894"/>
                    <a:pt x="4852" y="10272"/>
                    <a:pt x="4852" y="10713"/>
                  </a:cubicBezTo>
                  <a:cubicBezTo>
                    <a:pt x="4852" y="11280"/>
                    <a:pt x="5325" y="11752"/>
                    <a:pt x="5860" y="11752"/>
                  </a:cubicBezTo>
                  <a:cubicBezTo>
                    <a:pt x="6427" y="11752"/>
                    <a:pt x="6900" y="11280"/>
                    <a:pt x="6900" y="10713"/>
                  </a:cubicBezTo>
                  <a:cubicBezTo>
                    <a:pt x="6900" y="10303"/>
                    <a:pt x="6616" y="9894"/>
                    <a:pt x="6238" y="9736"/>
                  </a:cubicBezTo>
                  <a:lnTo>
                    <a:pt x="6238" y="8287"/>
                  </a:lnTo>
                  <a:cubicBezTo>
                    <a:pt x="6553" y="8255"/>
                    <a:pt x="6868" y="8224"/>
                    <a:pt x="7120" y="8098"/>
                  </a:cubicBezTo>
                  <a:lnTo>
                    <a:pt x="7845" y="9326"/>
                  </a:lnTo>
                  <a:cubicBezTo>
                    <a:pt x="7687" y="9515"/>
                    <a:pt x="7593" y="9736"/>
                    <a:pt x="7593" y="9988"/>
                  </a:cubicBezTo>
                  <a:cubicBezTo>
                    <a:pt x="7593" y="10524"/>
                    <a:pt x="8065" y="10996"/>
                    <a:pt x="8633" y="10996"/>
                  </a:cubicBezTo>
                  <a:cubicBezTo>
                    <a:pt x="9168" y="10996"/>
                    <a:pt x="9641" y="10524"/>
                    <a:pt x="9641" y="9988"/>
                  </a:cubicBezTo>
                  <a:cubicBezTo>
                    <a:pt x="9641" y="9421"/>
                    <a:pt x="9168" y="8948"/>
                    <a:pt x="8633" y="8948"/>
                  </a:cubicBezTo>
                  <a:lnTo>
                    <a:pt x="8444" y="8948"/>
                  </a:lnTo>
                  <a:lnTo>
                    <a:pt x="7750" y="7783"/>
                  </a:lnTo>
                  <a:cubicBezTo>
                    <a:pt x="8065" y="7625"/>
                    <a:pt x="8381" y="7373"/>
                    <a:pt x="8664" y="7153"/>
                  </a:cubicBezTo>
                  <a:lnTo>
                    <a:pt x="9735" y="7751"/>
                  </a:lnTo>
                  <a:lnTo>
                    <a:pt x="9735" y="7940"/>
                  </a:lnTo>
                  <a:cubicBezTo>
                    <a:pt x="9735" y="8476"/>
                    <a:pt x="10208" y="8948"/>
                    <a:pt x="10743" y="8948"/>
                  </a:cubicBezTo>
                  <a:cubicBezTo>
                    <a:pt x="11310" y="8948"/>
                    <a:pt x="11783" y="8476"/>
                    <a:pt x="11783" y="7940"/>
                  </a:cubicBezTo>
                  <a:cubicBezTo>
                    <a:pt x="11626" y="7342"/>
                    <a:pt x="11153" y="6901"/>
                    <a:pt x="10586" y="6901"/>
                  </a:cubicBezTo>
                  <a:cubicBezTo>
                    <a:pt x="10302" y="6901"/>
                    <a:pt x="10082" y="6995"/>
                    <a:pt x="9924" y="7153"/>
                  </a:cubicBezTo>
                  <a:lnTo>
                    <a:pt x="9011" y="6617"/>
                  </a:lnTo>
                  <a:cubicBezTo>
                    <a:pt x="9578" y="5924"/>
                    <a:pt x="9893" y="5010"/>
                    <a:pt x="9893" y="4097"/>
                  </a:cubicBezTo>
                  <a:cubicBezTo>
                    <a:pt x="9893" y="1828"/>
                    <a:pt x="8034" y="1"/>
                    <a:pt x="5797" y="1"/>
                  </a:cubicBezTo>
                  <a:close/>
                </a:path>
              </a:pathLst>
            </a:custGeom>
            <a:grpFill/>
            <a:ln>
              <a:noFill/>
            </a:ln>
          </p:spPr>
          <p:txBody>
            <a:bodyPr spcFirstLastPara="1" wrap="square" lIns="62728" tIns="62728" rIns="62728" bIns="62728" anchor="ctr" anchorCtr="0">
              <a:noAutofit/>
            </a:bodyPr>
            <a:lstStyle/>
            <a:p>
              <a:endParaRPr sz="764"/>
            </a:p>
          </p:txBody>
        </p:sp>
        <p:sp>
          <p:nvSpPr>
            <p:cNvPr id="46" name="Google Shape;8288;p67">
              <a:extLst>
                <a:ext uri="{FF2B5EF4-FFF2-40B4-BE49-F238E27FC236}">
                  <a16:creationId xmlns:a16="http://schemas.microsoft.com/office/drawing/2014/main" id="{994901BC-66F7-4E80-ABBE-8AAA9F702F26}"/>
                </a:ext>
              </a:extLst>
            </p:cNvPr>
            <p:cNvSpPr/>
            <p:nvPr/>
          </p:nvSpPr>
          <p:spPr>
            <a:xfrm>
              <a:off x="-4478175" y="2439650"/>
              <a:ext cx="103975" cy="120525"/>
            </a:xfrm>
            <a:custGeom>
              <a:avLst/>
              <a:gdLst/>
              <a:ahLst/>
              <a:cxnLst/>
              <a:rect l="l" t="t" r="r" b="b"/>
              <a:pathLst>
                <a:path w="4159" h="4821" extrusionOk="0">
                  <a:moveTo>
                    <a:pt x="2048" y="725"/>
                  </a:moveTo>
                  <a:cubicBezTo>
                    <a:pt x="2458" y="725"/>
                    <a:pt x="2741" y="1040"/>
                    <a:pt x="2741" y="1387"/>
                  </a:cubicBezTo>
                  <a:cubicBezTo>
                    <a:pt x="2741" y="1765"/>
                    <a:pt x="2426" y="2049"/>
                    <a:pt x="2048" y="2049"/>
                  </a:cubicBezTo>
                  <a:cubicBezTo>
                    <a:pt x="1702" y="2049"/>
                    <a:pt x="1387" y="1733"/>
                    <a:pt x="1387" y="1387"/>
                  </a:cubicBezTo>
                  <a:cubicBezTo>
                    <a:pt x="1387" y="1040"/>
                    <a:pt x="1702" y="725"/>
                    <a:pt x="2048" y="725"/>
                  </a:cubicBezTo>
                  <a:close/>
                  <a:moveTo>
                    <a:pt x="2363" y="2773"/>
                  </a:moveTo>
                  <a:cubicBezTo>
                    <a:pt x="2930" y="2773"/>
                    <a:pt x="3403" y="3246"/>
                    <a:pt x="3403" y="3781"/>
                  </a:cubicBezTo>
                  <a:lnTo>
                    <a:pt x="3403" y="4128"/>
                  </a:lnTo>
                  <a:lnTo>
                    <a:pt x="630" y="4128"/>
                  </a:lnTo>
                  <a:lnTo>
                    <a:pt x="630" y="3781"/>
                  </a:lnTo>
                  <a:lnTo>
                    <a:pt x="693" y="3781"/>
                  </a:lnTo>
                  <a:cubicBezTo>
                    <a:pt x="693" y="3246"/>
                    <a:pt x="1166" y="2773"/>
                    <a:pt x="1702" y="2773"/>
                  </a:cubicBezTo>
                  <a:close/>
                  <a:moveTo>
                    <a:pt x="2111" y="1"/>
                  </a:moveTo>
                  <a:cubicBezTo>
                    <a:pt x="1355" y="1"/>
                    <a:pt x="725" y="631"/>
                    <a:pt x="725" y="1387"/>
                  </a:cubicBezTo>
                  <a:cubicBezTo>
                    <a:pt x="725" y="1702"/>
                    <a:pt x="851" y="2017"/>
                    <a:pt x="1040" y="2238"/>
                  </a:cubicBezTo>
                  <a:cubicBezTo>
                    <a:pt x="441" y="2521"/>
                    <a:pt x="63" y="3120"/>
                    <a:pt x="63" y="3781"/>
                  </a:cubicBezTo>
                  <a:lnTo>
                    <a:pt x="63" y="4443"/>
                  </a:lnTo>
                  <a:cubicBezTo>
                    <a:pt x="0" y="4663"/>
                    <a:pt x="158" y="4821"/>
                    <a:pt x="378" y="4821"/>
                  </a:cubicBezTo>
                  <a:lnTo>
                    <a:pt x="3781" y="4821"/>
                  </a:lnTo>
                  <a:cubicBezTo>
                    <a:pt x="4001" y="4821"/>
                    <a:pt x="4159" y="4663"/>
                    <a:pt x="4159" y="4443"/>
                  </a:cubicBezTo>
                  <a:lnTo>
                    <a:pt x="4159" y="3781"/>
                  </a:lnTo>
                  <a:cubicBezTo>
                    <a:pt x="4159" y="3120"/>
                    <a:pt x="3749" y="2521"/>
                    <a:pt x="3151" y="2238"/>
                  </a:cubicBezTo>
                  <a:cubicBezTo>
                    <a:pt x="3371" y="2017"/>
                    <a:pt x="3466" y="1733"/>
                    <a:pt x="3466" y="1387"/>
                  </a:cubicBezTo>
                  <a:cubicBezTo>
                    <a:pt x="3466" y="631"/>
                    <a:pt x="2836" y="1"/>
                    <a:pt x="2111" y="1"/>
                  </a:cubicBezTo>
                  <a:close/>
                </a:path>
              </a:pathLst>
            </a:custGeom>
            <a:grpFill/>
            <a:ln>
              <a:noFill/>
            </a:ln>
          </p:spPr>
          <p:txBody>
            <a:bodyPr spcFirstLastPara="1" wrap="square" lIns="62728" tIns="62728" rIns="62728" bIns="62728" anchor="ctr" anchorCtr="0">
              <a:noAutofit/>
            </a:bodyPr>
            <a:lstStyle/>
            <a:p>
              <a:endParaRPr sz="764"/>
            </a:p>
          </p:txBody>
        </p:sp>
      </p:grpSp>
      <p:sp>
        <p:nvSpPr>
          <p:cNvPr id="47" name="Text Placeholder 10">
            <a:extLst>
              <a:ext uri="{FF2B5EF4-FFF2-40B4-BE49-F238E27FC236}">
                <a16:creationId xmlns:a16="http://schemas.microsoft.com/office/drawing/2014/main" id="{DF221ECD-AA5E-4E7B-A7D6-DD9BBF10479D}"/>
              </a:ext>
            </a:extLst>
          </p:cNvPr>
          <p:cNvSpPr txBox="1">
            <a:spLocks/>
          </p:cNvSpPr>
          <p:nvPr/>
        </p:nvSpPr>
        <p:spPr>
          <a:xfrm>
            <a:off x="465667" y="1678185"/>
            <a:ext cx="3649133" cy="4244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tr-TR" sz="1800" b="1" dirty="0">
                <a:solidFill>
                  <a:srgbClr val="043389"/>
                </a:solidFill>
                <a:latin typeface="Segoe UI" panose="020B0502040204020203" pitchFamily="34" charset="0"/>
                <a:ea typeface="Segoe UI Black" panose="020B0A02040204020203" pitchFamily="34" charset="0"/>
                <a:cs typeface="Segoe UI" panose="020B0502040204020203" pitchFamily="34" charset="0"/>
              </a:rPr>
              <a:t>TABLO BAŞLIĞI</a:t>
            </a:r>
            <a:endParaRPr lang="tr-TR" sz="1800" dirty="0">
              <a:solidFill>
                <a:srgbClr val="043389"/>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48" name="Speech Bubble: Rectangle with Corners Rounded 47">
            <a:extLst>
              <a:ext uri="{FF2B5EF4-FFF2-40B4-BE49-F238E27FC236}">
                <a16:creationId xmlns:a16="http://schemas.microsoft.com/office/drawing/2014/main" id="{B320616E-C247-43BB-BD28-4AE9CB6D0DCB}"/>
              </a:ext>
            </a:extLst>
          </p:cNvPr>
          <p:cNvSpPr/>
          <p:nvPr/>
        </p:nvSpPr>
        <p:spPr>
          <a:xfrm>
            <a:off x="5662355" y="940444"/>
            <a:ext cx="1838897" cy="896463"/>
          </a:xfrm>
          <a:prstGeom prst="wedgeRoundRectCallout">
            <a:avLst>
              <a:gd name="adj1" fmla="val -20130"/>
              <a:gd name="adj2" fmla="val 63804"/>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Tabloda</a:t>
            </a:r>
          </a:p>
          <a:p>
            <a:pPr algn="ctr"/>
            <a:r>
              <a:rPr lang="tr-TR" sz="1100" b="1" dirty="0">
                <a:latin typeface="Segoe UI Semibold" panose="020B0702040204020203" pitchFamily="34" charset="0"/>
                <a:cs typeface="Segoe UI Semibold" panose="020B0702040204020203" pitchFamily="34" charset="0"/>
              </a:rPr>
              <a:t>16pt Segoe UI </a:t>
            </a:r>
            <a:r>
              <a:rPr lang="tr-TR" sz="1100" b="1" dirty="0" err="1">
                <a:latin typeface="Segoe UI Semibold" panose="020B0702040204020203" pitchFamily="34" charset="0"/>
                <a:cs typeface="Segoe UI Semibold" panose="020B0702040204020203" pitchFamily="34" charset="0"/>
              </a:rPr>
              <a:t>Semibold</a:t>
            </a:r>
            <a:endParaRPr lang="tr-TR" sz="1100" b="1" dirty="0">
              <a:latin typeface="Segoe UI Semibold" panose="020B0702040204020203" pitchFamily="34" charset="0"/>
              <a:cs typeface="Segoe UI Semibold" panose="020B0702040204020203" pitchFamily="34" charset="0"/>
            </a:endParaRPr>
          </a:p>
        </p:txBody>
      </p:sp>
      <p:sp>
        <p:nvSpPr>
          <p:cNvPr id="50" name="Title 3">
            <a:extLst>
              <a:ext uri="{FF2B5EF4-FFF2-40B4-BE49-F238E27FC236}">
                <a16:creationId xmlns:a16="http://schemas.microsoft.com/office/drawing/2014/main" id="{7059392A-9E16-4961-B6D3-80882F141317}"/>
              </a:ext>
            </a:extLst>
          </p:cNvPr>
          <p:cNvSpPr>
            <a:spLocks noGrp="1"/>
          </p:cNvSpPr>
          <p:nvPr>
            <p:ph type="title"/>
          </p:nvPr>
        </p:nvSpPr>
        <p:spPr>
          <a:xfrm>
            <a:off x="409163" y="360549"/>
            <a:ext cx="6060218" cy="1110111"/>
          </a:xfrm>
        </p:spPr>
        <p:txBody>
          <a:bodyPr/>
          <a:lstStyle/>
          <a:p>
            <a:r>
              <a:rPr lang="tr-TR" b="0" dirty="0">
                <a:latin typeface="Segoe UI Black" panose="020B0A02040204020203" pitchFamily="34" charset="0"/>
                <a:ea typeface="Segoe UI Black" panose="020B0A02040204020203" pitchFamily="34" charset="0"/>
              </a:rPr>
              <a:t>Örnek tablo</a:t>
            </a:r>
            <a:br>
              <a:rPr lang="tr-TR" dirty="0"/>
            </a:br>
            <a:r>
              <a:rPr lang="tr-TR" sz="2400" b="0" dirty="0">
                <a:solidFill>
                  <a:srgbClr val="FF5620"/>
                </a:solidFill>
                <a:latin typeface="Segoe UI Semibold" panose="020B0702040204020203" pitchFamily="34" charset="0"/>
                <a:cs typeface="Segoe UI Semibold" panose="020B0702040204020203" pitchFamily="34" charset="0"/>
              </a:rPr>
              <a:t>ORGANİZASYON</a:t>
            </a:r>
          </a:p>
        </p:txBody>
      </p:sp>
      <p:sp>
        <p:nvSpPr>
          <p:cNvPr id="49" name="TextBox 11">
            <a:extLst>
              <a:ext uri="{FF2B5EF4-FFF2-40B4-BE49-F238E27FC236}">
                <a16:creationId xmlns:a16="http://schemas.microsoft.com/office/drawing/2014/main" id="{FFC73B52-4807-40DF-9D7D-23EB9DADBF4E}"/>
              </a:ext>
            </a:extLst>
          </p:cNvPr>
          <p:cNvSpPr txBox="1"/>
          <p:nvPr/>
        </p:nvSpPr>
        <p:spPr>
          <a:xfrm>
            <a:off x="9183218" y="2315197"/>
            <a:ext cx="2052762" cy="265813"/>
          </a:xfrm>
          <a:prstGeom prst="rect">
            <a:avLst/>
          </a:prstGeom>
          <a:noFill/>
        </p:spPr>
        <p:txBody>
          <a:bodyPr wrap="square" lIns="0" tIns="0" rIns="0" bIns="0" rtlCol="0" anchor="b">
            <a:noAutofit/>
          </a:bodyPr>
          <a:lstStyle/>
          <a:p>
            <a:pPr lvl="0">
              <a:defRPr/>
            </a:pPr>
            <a:r>
              <a:rPr lang="tr-TR" dirty="0">
                <a:solidFill>
                  <a:srgbClr val="4D4D4D"/>
                </a:solidFill>
                <a:latin typeface="Segoe UI Black" panose="020B0A02040204020203" pitchFamily="34" charset="0"/>
                <a:ea typeface="Segoe UI Black" panose="020B0A02040204020203" pitchFamily="34" charset="0"/>
                <a:cs typeface="Poppins" pitchFamily="2" charset="77"/>
              </a:rPr>
              <a:t>BAŞLIK</a:t>
            </a:r>
          </a:p>
        </p:txBody>
      </p:sp>
      <p:sp>
        <p:nvSpPr>
          <p:cNvPr id="51" name="TextBox 12">
            <a:extLst>
              <a:ext uri="{FF2B5EF4-FFF2-40B4-BE49-F238E27FC236}">
                <a16:creationId xmlns:a16="http://schemas.microsoft.com/office/drawing/2014/main" id="{0DEC5C4C-D192-44B7-A29D-AF62F6AD60D9}"/>
              </a:ext>
            </a:extLst>
          </p:cNvPr>
          <p:cNvSpPr txBox="1"/>
          <p:nvPr/>
        </p:nvSpPr>
        <p:spPr>
          <a:xfrm>
            <a:off x="9183218" y="2683148"/>
            <a:ext cx="1539064" cy="951309"/>
          </a:xfrm>
          <a:prstGeom prst="rect">
            <a:avLst/>
          </a:prstGeom>
          <a:noFill/>
        </p:spPr>
        <p:txBody>
          <a:bodyPr wrap="square" lIns="0" tIns="0" rIns="0" bIns="0" rtlCol="0" anchor="t">
            <a:noAutofit/>
          </a:bodyPr>
          <a:lstStyle/>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 </a:t>
            </a:r>
          </a:p>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a:t>
            </a:r>
          </a:p>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a:t>
            </a:r>
            <a:endParaRPr kumimoji="0" lang="en-US" sz="1600" b="0" i="0" u="none" strike="noStrike" kern="1200" cap="none" spc="0" normalizeH="0" baseline="0" noProof="0" dirty="0">
              <a:ln>
                <a:noFill/>
              </a:ln>
              <a:solidFill>
                <a:srgbClr val="4D4D4D"/>
              </a:solidFill>
              <a:effectLst/>
              <a:uLnTx/>
              <a:uFillTx/>
              <a:latin typeface="Calibri" panose="020F0502020204030204" pitchFamily="34" charset="0"/>
              <a:ea typeface="Source Sans Pro" panose="020B0503030403020204" pitchFamily="34" charset="0"/>
              <a:cs typeface="Calibri" panose="020F0502020204030204" pitchFamily="34" charset="0"/>
            </a:endParaRPr>
          </a:p>
        </p:txBody>
      </p:sp>
    </p:spTree>
    <p:extLst>
      <p:ext uri="{BB962C8B-B14F-4D97-AF65-F5344CB8AC3E}">
        <p14:creationId xmlns:p14="http://schemas.microsoft.com/office/powerpoint/2010/main" val="274127076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9">
            <a:extLst>
              <a:ext uri="{FF2B5EF4-FFF2-40B4-BE49-F238E27FC236}">
                <a16:creationId xmlns:a16="http://schemas.microsoft.com/office/drawing/2014/main" id="{02FD9E22-DD56-4FC7-8E7E-5A2B7ED3ED47}"/>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gündem</a:t>
            </a:r>
            <a:endParaRPr lang="tr-TR" sz="2400" b="0" dirty="0">
              <a:solidFill>
                <a:srgbClr val="F7931D"/>
              </a:solidFill>
              <a:latin typeface="Segoe UI Black" panose="020B0A02040204020203" pitchFamily="34" charset="0"/>
              <a:ea typeface="Segoe UI Black" panose="020B0A02040204020203" pitchFamily="34" charset="0"/>
            </a:endParaRPr>
          </a:p>
        </p:txBody>
      </p:sp>
      <p:sp>
        <p:nvSpPr>
          <p:cNvPr id="9" name="Metin kutusu 41">
            <a:extLst>
              <a:ext uri="{FF2B5EF4-FFF2-40B4-BE49-F238E27FC236}">
                <a16:creationId xmlns:a16="http://schemas.microsoft.com/office/drawing/2014/main" id="{F196AC2F-5ADB-4B72-9198-371306562950}"/>
              </a:ext>
            </a:extLst>
          </p:cNvPr>
          <p:cNvSpPr txBox="1"/>
          <p:nvPr/>
        </p:nvSpPr>
        <p:spPr>
          <a:xfrm>
            <a:off x="1047325" y="1782622"/>
            <a:ext cx="7051646" cy="2092881"/>
          </a:xfrm>
          <a:prstGeom prst="rect">
            <a:avLst/>
          </a:prstGeom>
          <a:noFill/>
        </p:spPr>
        <p:txBody>
          <a:bodyPr wrap="square" rtlCol="0">
            <a:spAutoFit/>
          </a:bodyPr>
          <a:lstStyle/>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FONTLAR VE RENKLER</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ÖRNEK SAYFA TASARIMI</a:t>
            </a:r>
          </a:p>
          <a:p>
            <a:pPr>
              <a:spcBef>
                <a:spcPts val="1200"/>
              </a:spcBef>
            </a:pPr>
            <a:r>
              <a:rPr lang="tr-TR" b="1" cap="all" dirty="0">
                <a:solidFill>
                  <a:schemeClr val="bg1">
                    <a:lumMod val="75000"/>
                  </a:schemeClr>
                </a:solidFill>
                <a:latin typeface="Segoe UI" panose="020B0502040204020203" pitchFamily="34" charset="0"/>
                <a:cs typeface="Segoe UI" panose="020B0502040204020203" pitchFamily="34" charset="0"/>
              </a:rPr>
              <a:t>ÖRNEK GRAFİK</a:t>
            </a:r>
          </a:p>
          <a:p>
            <a:pPr>
              <a:spcBef>
                <a:spcPts val="1200"/>
              </a:spcBef>
            </a:pPr>
            <a:r>
              <a:rPr lang="tr-TR" b="1" dirty="0">
                <a:solidFill>
                  <a:srgbClr val="003087"/>
                </a:solidFill>
                <a:latin typeface="Segoe UI" panose="020B0502040204020203" pitchFamily="34" charset="0"/>
                <a:cs typeface="Segoe UI" panose="020B0502040204020203" pitchFamily="34" charset="0"/>
              </a:rPr>
              <a:t>ÖRNEK TABLO</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VİDEO ALANI</a:t>
            </a:r>
          </a:p>
        </p:txBody>
      </p:sp>
      <p:sp>
        <p:nvSpPr>
          <p:cNvPr id="10" name="Oval 9">
            <a:extLst>
              <a:ext uri="{FF2B5EF4-FFF2-40B4-BE49-F238E27FC236}">
                <a16:creationId xmlns:a16="http://schemas.microsoft.com/office/drawing/2014/main" id="{1CFF7D4C-FCC5-4B48-B751-9940FB0FAC15}"/>
              </a:ext>
            </a:extLst>
          </p:cNvPr>
          <p:cNvSpPr/>
          <p:nvPr/>
        </p:nvSpPr>
        <p:spPr>
          <a:xfrm>
            <a:off x="621289" y="3135046"/>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1" name="Oval 10">
            <a:extLst>
              <a:ext uri="{FF2B5EF4-FFF2-40B4-BE49-F238E27FC236}">
                <a16:creationId xmlns:a16="http://schemas.microsoft.com/office/drawing/2014/main" id="{809B2E0E-1864-4DF4-8E68-BF5DFC75B8FE}"/>
              </a:ext>
            </a:extLst>
          </p:cNvPr>
          <p:cNvSpPr/>
          <p:nvPr/>
        </p:nvSpPr>
        <p:spPr>
          <a:xfrm>
            <a:off x="621289" y="3594817"/>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6" name="Oval 15">
            <a:extLst>
              <a:ext uri="{FF2B5EF4-FFF2-40B4-BE49-F238E27FC236}">
                <a16:creationId xmlns:a16="http://schemas.microsoft.com/office/drawing/2014/main" id="{8125ABA5-524D-42C3-AE55-19523E3BD622}"/>
              </a:ext>
            </a:extLst>
          </p:cNvPr>
          <p:cNvSpPr/>
          <p:nvPr/>
        </p:nvSpPr>
        <p:spPr>
          <a:xfrm>
            <a:off x="621289" y="2711846"/>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8" name="Oval 17">
            <a:extLst>
              <a:ext uri="{FF2B5EF4-FFF2-40B4-BE49-F238E27FC236}">
                <a16:creationId xmlns:a16="http://schemas.microsoft.com/office/drawing/2014/main" id="{5D489192-C21B-4B84-BB4C-F19D8DC0EBBD}"/>
              </a:ext>
            </a:extLst>
          </p:cNvPr>
          <p:cNvSpPr/>
          <p:nvPr/>
        </p:nvSpPr>
        <p:spPr>
          <a:xfrm>
            <a:off x="621289" y="2288646"/>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9" name="Oval 18">
            <a:extLst>
              <a:ext uri="{FF2B5EF4-FFF2-40B4-BE49-F238E27FC236}">
                <a16:creationId xmlns:a16="http://schemas.microsoft.com/office/drawing/2014/main" id="{F10D7581-DCBE-41C5-A723-E1DB675D7702}"/>
              </a:ext>
            </a:extLst>
          </p:cNvPr>
          <p:cNvSpPr/>
          <p:nvPr/>
        </p:nvSpPr>
        <p:spPr>
          <a:xfrm>
            <a:off x="621289" y="1853256"/>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Tree>
    <p:extLst>
      <p:ext uri="{BB962C8B-B14F-4D97-AF65-F5344CB8AC3E}">
        <p14:creationId xmlns:p14="http://schemas.microsoft.com/office/powerpoint/2010/main" val="22463567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56EB4C6-6E0A-4FA6-97AC-69C940ABF165}"/>
              </a:ext>
            </a:extLst>
          </p:cNvPr>
          <p:cNvGraphicFramePr>
            <a:graphicFrameLocks noGrp="1"/>
          </p:cNvGraphicFramePr>
          <p:nvPr>
            <p:extLst>
              <p:ext uri="{D42A27DB-BD31-4B8C-83A1-F6EECF244321}">
                <p14:modId xmlns:p14="http://schemas.microsoft.com/office/powerpoint/2010/main" val="3629646515"/>
              </p:ext>
            </p:extLst>
          </p:nvPr>
        </p:nvGraphicFramePr>
        <p:xfrm>
          <a:off x="715119" y="1729178"/>
          <a:ext cx="10196721" cy="4243114"/>
        </p:xfrm>
        <a:graphic>
          <a:graphicData uri="http://schemas.openxmlformats.org/drawingml/2006/table">
            <a:tbl>
              <a:tblPr>
                <a:effectLst>
                  <a:outerShdw blurRad="254000" dist="127000" dir="8100000" algn="tr" rotWithShape="0">
                    <a:prstClr val="black">
                      <a:alpha val="40000"/>
                    </a:prstClr>
                  </a:outerShdw>
                </a:effectLst>
                <a:tableStyleId>{5C22544A-7EE6-4342-B048-85BDC9FD1C3A}</a:tableStyleId>
              </a:tblPr>
              <a:tblGrid>
                <a:gridCol w="473419">
                  <a:extLst>
                    <a:ext uri="{9D8B030D-6E8A-4147-A177-3AD203B41FA5}">
                      <a16:colId xmlns:a16="http://schemas.microsoft.com/office/drawing/2014/main" val="3083924574"/>
                    </a:ext>
                  </a:extLst>
                </a:gridCol>
                <a:gridCol w="3868699">
                  <a:extLst>
                    <a:ext uri="{9D8B030D-6E8A-4147-A177-3AD203B41FA5}">
                      <a16:colId xmlns:a16="http://schemas.microsoft.com/office/drawing/2014/main" val="3876146302"/>
                    </a:ext>
                  </a:extLst>
                </a:gridCol>
                <a:gridCol w="2607106">
                  <a:extLst>
                    <a:ext uri="{9D8B030D-6E8A-4147-A177-3AD203B41FA5}">
                      <a16:colId xmlns:a16="http://schemas.microsoft.com/office/drawing/2014/main" val="1013313486"/>
                    </a:ext>
                  </a:extLst>
                </a:gridCol>
                <a:gridCol w="3247497">
                  <a:extLst>
                    <a:ext uri="{9D8B030D-6E8A-4147-A177-3AD203B41FA5}">
                      <a16:colId xmlns:a16="http://schemas.microsoft.com/office/drawing/2014/main" val="570194213"/>
                    </a:ext>
                  </a:extLst>
                </a:gridCol>
              </a:tblGrid>
              <a:tr h="613190">
                <a:tc>
                  <a:txBody>
                    <a:bodyPr/>
                    <a:lstStyle/>
                    <a:p>
                      <a:pPr algn="ctr" rtl="0" fontAlgn="ctr"/>
                      <a:r>
                        <a:rPr lang="tr-TR" sz="1800" u="none" strike="noStrike" dirty="0">
                          <a:solidFill>
                            <a:schemeClr val="tx1">
                              <a:lumMod val="65000"/>
                              <a:lumOff val="35000"/>
                            </a:schemeClr>
                          </a:solidFill>
                          <a:effectLst/>
                        </a:rPr>
                        <a:t> </a:t>
                      </a:r>
                      <a:endParaRPr lang="tr-TR" sz="1800" b="1" i="0" u="none" strike="noStrike" dirty="0">
                        <a:solidFill>
                          <a:schemeClr val="tx1">
                            <a:lumMod val="65000"/>
                            <a:lumOff val="35000"/>
                          </a:schemeClr>
                        </a:solidFill>
                        <a:effectLst/>
                        <a:latin typeface="Trebuchet MS" panose="020B0603020202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3087"/>
                    </a:solidFill>
                  </a:tcPr>
                </a:tc>
                <a:tc>
                  <a:txBody>
                    <a:bodyPr/>
                    <a:lstStyle/>
                    <a:p>
                      <a:pPr algn="r" rtl="0" fontAlgn="ctr"/>
                      <a:r>
                        <a:rPr lang="tr-TR" sz="1600" b="1" u="none" strike="noStrike" dirty="0">
                          <a:solidFill>
                            <a:schemeClr val="bg1"/>
                          </a:solidFill>
                          <a:effectLst/>
                          <a:latin typeface="Segoe UI" panose="020B0502040204020203" pitchFamily="34" charset="0"/>
                          <a:cs typeface="Segoe UI" panose="020B0502040204020203" pitchFamily="34" charset="0"/>
                        </a:rPr>
                        <a:t>ÖZKAYNAKLI PROJE ADI</a:t>
                      </a:r>
                      <a:endParaRPr lang="tr-TR" sz="1600" b="1" i="0" u="none" strike="noStrike" dirty="0">
                        <a:solidFill>
                          <a:schemeClr val="bg1"/>
                        </a:solidFill>
                        <a:effectLst/>
                        <a:latin typeface="Segoe UI" panose="020B0502040204020203" pitchFamily="34" charset="0"/>
                        <a:cs typeface="Segoe UI" panose="020B0502040204020203"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3087"/>
                    </a:solidFill>
                  </a:tcPr>
                </a:tc>
                <a:tc>
                  <a:txBody>
                    <a:bodyPr/>
                    <a:lstStyle/>
                    <a:p>
                      <a:pPr algn="ctr" rtl="0" fontAlgn="ctr"/>
                      <a:r>
                        <a:rPr lang="tr-TR" sz="1600" b="1" u="none" strike="noStrike" dirty="0">
                          <a:solidFill>
                            <a:schemeClr val="bg1"/>
                          </a:solidFill>
                          <a:effectLst/>
                          <a:latin typeface="Segoe UI" panose="020B0502040204020203" pitchFamily="34" charset="0"/>
                          <a:cs typeface="Segoe UI" panose="020B0502040204020203" pitchFamily="34" charset="0"/>
                        </a:rPr>
                        <a:t>PROJE DURUMU</a:t>
                      </a:r>
                      <a:endParaRPr lang="tr-TR" sz="1600" b="1" i="0" u="none" strike="noStrike" dirty="0">
                        <a:solidFill>
                          <a:schemeClr val="bg1"/>
                        </a:solidFill>
                        <a:effectLst/>
                        <a:latin typeface="Segoe UI" panose="020B0502040204020203" pitchFamily="34" charset="0"/>
                        <a:cs typeface="Segoe UI" panose="020B0502040204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3087"/>
                    </a:solidFill>
                  </a:tcPr>
                </a:tc>
                <a:tc>
                  <a:txBody>
                    <a:bodyPr/>
                    <a:lstStyle/>
                    <a:p>
                      <a:pPr algn="r" rtl="0" fontAlgn="ctr"/>
                      <a:r>
                        <a:rPr lang="tr-TR" sz="1600" b="1" u="none" strike="noStrike" dirty="0">
                          <a:solidFill>
                            <a:schemeClr val="bg1"/>
                          </a:solidFill>
                          <a:effectLst/>
                          <a:latin typeface="Segoe UI" panose="020B0502040204020203" pitchFamily="34" charset="0"/>
                          <a:cs typeface="Segoe UI" panose="020B0502040204020203" pitchFamily="34" charset="0"/>
                        </a:rPr>
                        <a:t>ÖZKAYNAK TUTARI </a:t>
                      </a:r>
                      <a:r>
                        <a:rPr lang="tr-TR" sz="1600" b="0" u="none" strike="noStrike" dirty="0">
                          <a:solidFill>
                            <a:schemeClr val="bg1"/>
                          </a:solidFill>
                          <a:effectLst/>
                          <a:latin typeface="Segoe UI" panose="020B0502040204020203" pitchFamily="34" charset="0"/>
                          <a:cs typeface="Segoe UI" panose="020B0502040204020203" pitchFamily="34" charset="0"/>
                        </a:rPr>
                        <a:t>(USD)</a:t>
                      </a:r>
                      <a:endParaRPr lang="tr-TR" sz="1600" b="0" i="0" u="none" strike="noStrike" dirty="0">
                        <a:solidFill>
                          <a:schemeClr val="bg1"/>
                        </a:solidFill>
                        <a:effectLst/>
                        <a:latin typeface="Segoe UI" panose="020B0502040204020203" pitchFamily="34" charset="0"/>
                        <a:cs typeface="Segoe UI" panose="020B0502040204020203" pitchFamily="34" charset="0"/>
                      </a:endParaRP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3087"/>
                    </a:solidFill>
                  </a:tcPr>
                </a:tc>
                <a:extLst>
                  <a:ext uri="{0D108BD9-81ED-4DB2-BD59-A6C34878D82A}">
                    <a16:rowId xmlns:a16="http://schemas.microsoft.com/office/drawing/2014/main" val="263621758"/>
                  </a:ext>
                </a:extLst>
              </a:tr>
              <a:tr h="276890">
                <a:tc>
                  <a:txBody>
                    <a:bodyPr/>
                    <a:lstStyle/>
                    <a:p>
                      <a:pPr algn="ctr" rtl="0" fontAlgn="b"/>
                      <a:r>
                        <a:rPr lang="tr-TR" sz="1600" u="none" strike="noStrike" dirty="0">
                          <a:solidFill>
                            <a:srgbClr val="4D4D4D"/>
                          </a:solidFill>
                          <a:effectLst/>
                          <a:latin typeface="+mn-lt"/>
                        </a:rPr>
                        <a:t>1</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A Geliştirme Projesi</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Yeni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tr-TR" sz="1600" u="none" strike="noStrike" dirty="0">
                          <a:solidFill>
                            <a:srgbClr val="4D4D4D"/>
                          </a:solidFill>
                          <a:effectLst/>
                          <a:latin typeface="Calibri" panose="020F0502020204030204" pitchFamily="34" charset="0"/>
                          <a:cs typeface="Calibri" panose="020F0502020204030204" pitchFamily="34" charset="0"/>
                        </a:rPr>
                        <a:t>100.000</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41743379"/>
                  </a:ext>
                </a:extLst>
              </a:tr>
              <a:tr h="276890">
                <a:tc>
                  <a:txBody>
                    <a:bodyPr/>
                    <a:lstStyle/>
                    <a:p>
                      <a:pPr algn="ctr" rtl="0" fontAlgn="b"/>
                      <a:r>
                        <a:rPr lang="tr-TR" sz="1600" u="none" strike="noStrike" dirty="0">
                          <a:solidFill>
                            <a:srgbClr val="4D4D4D"/>
                          </a:solidFill>
                          <a:effectLst/>
                          <a:latin typeface="+mn-lt"/>
                        </a:rPr>
                        <a:t>2</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B Geliştirme Projesi</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Yeni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r" rtl="0" fontAlgn="ctr"/>
                      <a:r>
                        <a:rPr lang="tr-TR" sz="1600" u="none" strike="noStrike" dirty="0">
                          <a:solidFill>
                            <a:srgbClr val="4D4D4D"/>
                          </a:solidFill>
                          <a:effectLst/>
                          <a:latin typeface="Calibri" panose="020F0502020204030204" pitchFamily="34" charset="0"/>
                          <a:cs typeface="Calibri" panose="020F0502020204030204" pitchFamily="34" charset="0"/>
                        </a:rPr>
                        <a:t>100.000</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87734935"/>
                  </a:ext>
                </a:extLst>
              </a:tr>
              <a:tr h="276890">
                <a:tc>
                  <a:txBody>
                    <a:bodyPr/>
                    <a:lstStyle/>
                    <a:p>
                      <a:pPr algn="ctr" rtl="0" fontAlgn="b"/>
                      <a:r>
                        <a:rPr lang="tr-TR" sz="1600" u="none" strike="noStrike" dirty="0">
                          <a:solidFill>
                            <a:srgbClr val="4D4D4D"/>
                          </a:solidFill>
                          <a:effectLst/>
                          <a:latin typeface="+mn-lt"/>
                        </a:rPr>
                        <a:t>3</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Geliştirme Projesi</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Yeni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tr-TR" sz="1600" u="none" strike="noStrike" dirty="0">
                          <a:solidFill>
                            <a:srgbClr val="4D4D4D"/>
                          </a:solidFill>
                          <a:effectLst/>
                          <a:latin typeface="Calibri" panose="020F0502020204030204" pitchFamily="34" charset="0"/>
                          <a:cs typeface="Calibri" panose="020F0502020204030204" pitchFamily="34" charset="0"/>
                        </a:rPr>
                        <a:t>100.000</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60794926"/>
                  </a:ext>
                </a:extLst>
              </a:tr>
              <a:tr h="327807">
                <a:tc>
                  <a:txBody>
                    <a:bodyPr/>
                    <a:lstStyle/>
                    <a:p>
                      <a:pPr algn="ctr" rtl="0" fontAlgn="b"/>
                      <a:r>
                        <a:rPr lang="tr-TR" sz="1600" u="none" strike="noStrike" dirty="0">
                          <a:solidFill>
                            <a:srgbClr val="4D4D4D"/>
                          </a:solidFill>
                          <a:effectLst/>
                          <a:latin typeface="+mn-lt"/>
                        </a:rPr>
                        <a:t>4</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Çözüm Geliştirme Çalışmaları-2022</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Yeni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r" rtl="0" fontAlgn="ctr"/>
                      <a:r>
                        <a:rPr lang="tr-TR" sz="1600" u="none" strike="noStrike" dirty="0">
                          <a:solidFill>
                            <a:srgbClr val="4D4D4D"/>
                          </a:solidFill>
                          <a:effectLst/>
                          <a:latin typeface="Calibri" panose="020F0502020204030204" pitchFamily="34" charset="0"/>
                          <a:cs typeface="Calibri" panose="020F0502020204030204" pitchFamily="34" charset="0"/>
                        </a:rPr>
                        <a:t>100.000</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305485757"/>
                  </a:ext>
                </a:extLst>
              </a:tr>
              <a:tr h="278675">
                <a:tc>
                  <a:txBody>
                    <a:bodyPr/>
                    <a:lstStyle/>
                    <a:p>
                      <a:pPr algn="ctr" rtl="0" fontAlgn="b"/>
                      <a:r>
                        <a:rPr lang="tr-TR" sz="1600" u="none" strike="noStrike" dirty="0">
                          <a:solidFill>
                            <a:srgbClr val="4D4D4D"/>
                          </a:solidFill>
                          <a:effectLst/>
                          <a:latin typeface="+mn-lt"/>
                        </a:rPr>
                        <a:t>5</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Çözüm Geliştirme Çalışmaları-2022</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Yeni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tr-TR" sz="1600" u="none" strike="noStrike" dirty="0">
                          <a:solidFill>
                            <a:srgbClr val="4D4D4D"/>
                          </a:solidFill>
                          <a:effectLst/>
                          <a:latin typeface="Calibri" panose="020F0502020204030204" pitchFamily="34" charset="0"/>
                          <a:cs typeface="Calibri" panose="020F0502020204030204" pitchFamily="34" charset="0"/>
                        </a:rPr>
                        <a:t>100.000</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1024384"/>
                  </a:ext>
                </a:extLst>
              </a:tr>
              <a:tr h="276890">
                <a:tc>
                  <a:txBody>
                    <a:bodyPr/>
                    <a:lstStyle/>
                    <a:p>
                      <a:pPr algn="ctr" rtl="0" fontAlgn="b"/>
                      <a:r>
                        <a:rPr lang="tr-TR" sz="1600" u="none" strike="noStrike" dirty="0">
                          <a:solidFill>
                            <a:srgbClr val="4D4D4D"/>
                          </a:solidFill>
                          <a:effectLst/>
                          <a:latin typeface="+mn-lt"/>
                        </a:rPr>
                        <a:t>6</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Geliştirme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Devam Eden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tr-TR" sz="1600" u="none" strike="noStrike" dirty="0">
                          <a:solidFill>
                            <a:srgbClr val="4D4D4D"/>
                          </a:solidFill>
                          <a:effectLst/>
                          <a:latin typeface="Calibri" panose="020F0502020204030204" pitchFamily="34" charset="0"/>
                          <a:cs typeface="Calibri" panose="020F0502020204030204" pitchFamily="34" charset="0"/>
                        </a:rPr>
                        <a:t>100.000</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41493227"/>
                  </a:ext>
                </a:extLst>
              </a:tr>
              <a:tr h="276890">
                <a:tc>
                  <a:txBody>
                    <a:bodyPr/>
                    <a:lstStyle/>
                    <a:p>
                      <a:pPr algn="ctr" rtl="0" fontAlgn="b"/>
                      <a:r>
                        <a:rPr lang="tr-TR" sz="1600" u="none" strike="noStrike" dirty="0">
                          <a:solidFill>
                            <a:srgbClr val="4D4D4D"/>
                          </a:solidFill>
                          <a:effectLst/>
                          <a:latin typeface="+mn-lt"/>
                        </a:rPr>
                        <a:t>7</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Uygulamaları Projesi</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Devam Eden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tr-TR" sz="1600" b="0" i="0" u="none" strike="noStrike" kern="1200" cap="none" spc="0" normalizeH="0" baseline="0" noProof="0" dirty="0">
                          <a:ln>
                            <a:noFill/>
                          </a:ln>
                          <a:solidFill>
                            <a:srgbClr val="4D4D4D"/>
                          </a:solidFill>
                          <a:effectLst/>
                          <a:uLnTx/>
                          <a:uFillTx/>
                          <a:latin typeface="Calibri" panose="020F0502020204030204" pitchFamily="34" charset="0"/>
                          <a:ea typeface="+mn-ea"/>
                          <a:cs typeface="Calibri" panose="020F0502020204030204" pitchFamily="34" charset="0"/>
                        </a:rPr>
                        <a:t>250.000</a:t>
                      </a: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81044135"/>
                  </a:ext>
                </a:extLst>
              </a:tr>
              <a:tr h="276890">
                <a:tc>
                  <a:txBody>
                    <a:bodyPr/>
                    <a:lstStyle/>
                    <a:p>
                      <a:pPr algn="ctr" rtl="0" fontAlgn="b"/>
                      <a:r>
                        <a:rPr lang="tr-TR" sz="1600" u="none" strike="noStrike" dirty="0">
                          <a:solidFill>
                            <a:srgbClr val="4D4D4D"/>
                          </a:solidFill>
                          <a:effectLst/>
                          <a:latin typeface="+mn-lt"/>
                        </a:rPr>
                        <a:t>8</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Geliştirme Projesi</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Devam Eden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tr-TR" sz="1600" b="0" i="0" u="none" strike="noStrike" kern="1200" cap="none" spc="0" normalizeH="0" baseline="0" noProof="0" dirty="0">
                          <a:ln>
                            <a:noFill/>
                          </a:ln>
                          <a:solidFill>
                            <a:srgbClr val="4D4D4D"/>
                          </a:solidFill>
                          <a:effectLst/>
                          <a:uLnTx/>
                          <a:uFillTx/>
                          <a:latin typeface="Calibri" panose="020F0502020204030204" pitchFamily="34" charset="0"/>
                          <a:ea typeface="+mn-ea"/>
                          <a:cs typeface="Calibri" panose="020F0502020204030204" pitchFamily="34" charset="0"/>
                        </a:rPr>
                        <a:t>100.000</a:t>
                      </a: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13410042"/>
                  </a:ext>
                </a:extLst>
              </a:tr>
              <a:tr h="276890">
                <a:tc>
                  <a:txBody>
                    <a:bodyPr/>
                    <a:lstStyle/>
                    <a:p>
                      <a:pPr algn="ctr" rtl="0" fontAlgn="b"/>
                      <a:r>
                        <a:rPr lang="tr-TR" sz="1600" u="none" strike="noStrike" dirty="0">
                          <a:solidFill>
                            <a:srgbClr val="4D4D4D"/>
                          </a:solidFill>
                          <a:effectLst/>
                          <a:latin typeface="+mn-lt"/>
                        </a:rPr>
                        <a:t>9</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Geliştirme Projesi</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Devam Eden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tr-TR" sz="1600" b="0" i="0" u="none" strike="noStrike" kern="1200" cap="none" spc="0" normalizeH="0" baseline="0" noProof="0" dirty="0">
                          <a:ln>
                            <a:noFill/>
                          </a:ln>
                          <a:solidFill>
                            <a:srgbClr val="4D4D4D"/>
                          </a:solidFill>
                          <a:effectLst/>
                          <a:uLnTx/>
                          <a:uFillTx/>
                          <a:latin typeface="Calibri" panose="020F0502020204030204" pitchFamily="34" charset="0"/>
                          <a:ea typeface="+mn-ea"/>
                          <a:cs typeface="Calibri" panose="020F0502020204030204" pitchFamily="34" charset="0"/>
                        </a:rPr>
                        <a:t>100.000</a:t>
                      </a: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47654761"/>
                  </a:ext>
                </a:extLst>
              </a:tr>
              <a:tr h="276890">
                <a:tc>
                  <a:txBody>
                    <a:bodyPr/>
                    <a:lstStyle/>
                    <a:p>
                      <a:pPr algn="ctr" rtl="0" fontAlgn="b"/>
                      <a:r>
                        <a:rPr lang="tr-TR" sz="1600" u="none" strike="noStrike" dirty="0">
                          <a:solidFill>
                            <a:srgbClr val="4D4D4D"/>
                          </a:solidFill>
                          <a:effectLst/>
                          <a:latin typeface="+mn-lt"/>
                        </a:rPr>
                        <a:t>10</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Geliştirme Projesi</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Devam Eden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tr-TR" sz="1600" b="0" i="0" u="none" strike="noStrike" kern="1200" cap="none" spc="0" normalizeH="0" baseline="0" noProof="0" dirty="0">
                          <a:ln>
                            <a:noFill/>
                          </a:ln>
                          <a:solidFill>
                            <a:srgbClr val="4D4D4D"/>
                          </a:solidFill>
                          <a:effectLst/>
                          <a:uLnTx/>
                          <a:uFillTx/>
                          <a:latin typeface="Calibri" panose="020F0502020204030204" pitchFamily="34" charset="0"/>
                          <a:ea typeface="+mn-ea"/>
                          <a:cs typeface="Calibri" panose="020F0502020204030204" pitchFamily="34" charset="0"/>
                        </a:rPr>
                        <a:t>800.000</a:t>
                      </a: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10410313"/>
                  </a:ext>
                </a:extLst>
              </a:tr>
              <a:tr h="276890">
                <a:tc>
                  <a:txBody>
                    <a:bodyPr/>
                    <a:lstStyle/>
                    <a:p>
                      <a:pPr algn="ctr" rtl="0" fontAlgn="b"/>
                      <a:r>
                        <a:rPr lang="tr-TR" sz="1600" u="none" strike="noStrike" dirty="0">
                          <a:solidFill>
                            <a:srgbClr val="4D4D4D"/>
                          </a:solidFill>
                          <a:effectLst/>
                          <a:latin typeface="+mn-lt"/>
                        </a:rPr>
                        <a:t>11</a:t>
                      </a:r>
                      <a:endParaRPr lang="tr-TR" sz="1600" b="0" i="0" u="none" strike="noStrike" dirty="0">
                        <a:solidFill>
                          <a:srgbClr val="4D4D4D"/>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r" rtl="0" fontAlgn="b"/>
                      <a:r>
                        <a:rPr lang="tr-TR" sz="1600" u="none" strike="noStrike" dirty="0">
                          <a:solidFill>
                            <a:srgbClr val="4D4D4D"/>
                          </a:solidFill>
                          <a:effectLst/>
                          <a:latin typeface="Calibri" panose="020F0502020204030204" pitchFamily="34" charset="0"/>
                          <a:cs typeface="Calibri" panose="020F0502020204030204" pitchFamily="34" charset="0"/>
                        </a:rPr>
                        <a:t>Geliştirme  – Faz1</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61319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rtl="0" fontAlgn="b"/>
                      <a:r>
                        <a:rPr lang="tr-TR" sz="1600" u="none" strike="noStrike" dirty="0">
                          <a:solidFill>
                            <a:srgbClr val="4D4D4D"/>
                          </a:solidFill>
                          <a:effectLst/>
                          <a:latin typeface="Calibri" panose="020F0502020204030204" pitchFamily="34" charset="0"/>
                          <a:cs typeface="Calibri" panose="020F0502020204030204" pitchFamily="34" charset="0"/>
                        </a:rPr>
                        <a:t>Devam Eden Proje</a:t>
                      </a:r>
                      <a:endParaRPr lang="tr-TR" sz="1600" b="0" i="0" u="none" strike="noStrike" dirty="0">
                        <a:solidFill>
                          <a:srgbClr val="4D4D4D"/>
                        </a:solidFill>
                        <a:effectLst/>
                        <a:latin typeface="Calibri" panose="020F0502020204030204" pitchFamily="34" charset="0"/>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tr-TR" sz="1600" b="0" i="0" u="none" strike="noStrike" kern="1200" cap="none" spc="0" normalizeH="0" baseline="0" noProof="0" dirty="0">
                          <a:ln>
                            <a:noFill/>
                          </a:ln>
                          <a:solidFill>
                            <a:srgbClr val="4D4D4D"/>
                          </a:solidFill>
                          <a:effectLst/>
                          <a:uLnTx/>
                          <a:uFillTx/>
                          <a:latin typeface="Calibri" panose="020F0502020204030204" pitchFamily="34" charset="0"/>
                          <a:ea typeface="+mn-ea"/>
                          <a:cs typeface="Calibri" panose="020F0502020204030204" pitchFamily="34" charset="0"/>
                        </a:rPr>
                        <a:t>100.000</a:t>
                      </a: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17504818"/>
                  </a:ext>
                </a:extLst>
              </a:tr>
              <a:tr h="531432">
                <a:tc>
                  <a:txBody>
                    <a:bodyPr/>
                    <a:lstStyle/>
                    <a:p>
                      <a:pPr algn="ctr" rtl="0" fontAlgn="ctr"/>
                      <a:r>
                        <a:rPr lang="tr-TR" sz="1800" u="none" strike="noStrike" dirty="0">
                          <a:solidFill>
                            <a:srgbClr val="003087"/>
                          </a:solidFill>
                          <a:effectLst/>
                        </a:rPr>
                        <a:t> </a:t>
                      </a:r>
                      <a:endParaRPr lang="tr-TR" sz="1800" b="1" i="0" u="none" strike="noStrike" dirty="0">
                        <a:solidFill>
                          <a:srgbClr val="003087"/>
                        </a:solidFill>
                        <a:effectLst/>
                        <a:latin typeface="Trebuchet MS" panose="020B0603020202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5620"/>
                    </a:solidFill>
                  </a:tcPr>
                </a:tc>
                <a:tc gridSpan="2">
                  <a:txBody>
                    <a:bodyPr/>
                    <a:lstStyle/>
                    <a:p>
                      <a:pPr algn="ctr" rtl="0" fontAlgn="ctr"/>
                      <a:r>
                        <a:rPr lang="tr-TR" sz="1800" b="1" u="none" strike="noStrike" dirty="0">
                          <a:solidFill>
                            <a:srgbClr val="003087"/>
                          </a:solidFill>
                          <a:effectLst/>
                          <a:latin typeface="Segoe UI Black" panose="020B0A02040204020203" pitchFamily="34" charset="0"/>
                          <a:ea typeface="Segoe UI Black" panose="020B0A02040204020203" pitchFamily="34" charset="0"/>
                        </a:rPr>
                        <a:t>                                                                   TOPLAM</a:t>
                      </a:r>
                      <a:endParaRPr lang="tr-TR" sz="1800" b="1" i="0" u="none" strike="noStrike" dirty="0">
                        <a:solidFill>
                          <a:srgbClr val="003087"/>
                        </a:solidFill>
                        <a:effectLst/>
                        <a:latin typeface="Segoe UI Black" panose="020B0A02040204020203" pitchFamily="34" charset="0"/>
                        <a:ea typeface="Segoe UI Black" panose="020B0A02040204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5620"/>
                    </a:solidFill>
                  </a:tcPr>
                </a:tc>
                <a:tc hMerge="1">
                  <a:txBody>
                    <a:bodyPr/>
                    <a:lstStyle/>
                    <a:p>
                      <a:pPr algn="ctr" rtl="0" fontAlgn="ctr"/>
                      <a:endParaRPr lang="tr-TR" sz="1400" b="1" i="0" u="none" strike="noStrike" dirty="0">
                        <a:solidFill>
                          <a:srgbClr val="003087"/>
                        </a:solidFill>
                        <a:effectLst/>
                        <a:latin typeface="Trebuchet MS" panose="020B0603020202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algn="r" rtl="0" fontAlgn="ctr"/>
                      <a:r>
                        <a:rPr lang="tr-TR" sz="1800" b="1" u="none" strike="noStrike" dirty="0">
                          <a:solidFill>
                            <a:srgbClr val="003087"/>
                          </a:solidFill>
                          <a:effectLst/>
                          <a:latin typeface="Segoe UI Black" panose="020B0A02040204020203" pitchFamily="34" charset="0"/>
                          <a:ea typeface="Segoe UI Black" panose="020B0A02040204020203" pitchFamily="34" charset="0"/>
                        </a:rPr>
                        <a:t>1.950.000</a:t>
                      </a:r>
                      <a:endParaRPr lang="tr-TR" sz="1800" b="1" i="0" u="none" strike="noStrike" dirty="0">
                        <a:solidFill>
                          <a:srgbClr val="003087"/>
                        </a:solidFill>
                        <a:effectLst/>
                        <a:latin typeface="Segoe UI Black" panose="020B0A02040204020203" pitchFamily="34" charset="0"/>
                        <a:ea typeface="Segoe UI Black" panose="020B0A02040204020203" pitchFamily="34" charset="0"/>
                      </a:endParaRPr>
                    </a:p>
                  </a:txBody>
                  <a:tcPr marL="0" marR="57231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5620"/>
                    </a:solidFill>
                  </a:tcPr>
                </a:tc>
                <a:extLst>
                  <a:ext uri="{0D108BD9-81ED-4DB2-BD59-A6C34878D82A}">
                    <a16:rowId xmlns:a16="http://schemas.microsoft.com/office/drawing/2014/main" val="483573211"/>
                  </a:ext>
                </a:extLst>
              </a:tr>
            </a:tbl>
          </a:graphicData>
        </a:graphic>
      </p:graphicFrame>
      <p:sp>
        <p:nvSpPr>
          <p:cNvPr id="17" name="Title 9">
            <a:extLst>
              <a:ext uri="{FF2B5EF4-FFF2-40B4-BE49-F238E27FC236}">
                <a16:creationId xmlns:a16="http://schemas.microsoft.com/office/drawing/2014/main" id="{C15499B6-EA57-4382-A3A2-075508602111}"/>
              </a:ext>
            </a:extLst>
          </p:cNvPr>
          <p:cNvSpPr txBox="1">
            <a:spLocks/>
          </p:cNvSpPr>
          <p:nvPr/>
        </p:nvSpPr>
        <p:spPr>
          <a:xfrm>
            <a:off x="583334" y="391555"/>
            <a:ext cx="5946550" cy="1208921"/>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ÖRNEK TABLO</a:t>
            </a:r>
            <a:br>
              <a:rPr lang="tr-TR" dirty="0"/>
            </a:br>
            <a:r>
              <a:rPr lang="tr-TR" sz="2400" b="0" dirty="0">
                <a:solidFill>
                  <a:srgbClr val="FF5620"/>
                </a:solidFill>
                <a:latin typeface="Segoe UI Semibold" panose="020B0702040204020203" pitchFamily="34" charset="0"/>
                <a:cs typeface="Segoe UI Semibold" panose="020B0702040204020203" pitchFamily="34" charset="0"/>
              </a:rPr>
              <a:t>TABLO BAŞLIĞI</a:t>
            </a:r>
          </a:p>
        </p:txBody>
      </p:sp>
      <p:sp>
        <p:nvSpPr>
          <p:cNvPr id="20" name="Speech Bubble: Rectangle with Corners Rounded 19">
            <a:extLst>
              <a:ext uri="{FF2B5EF4-FFF2-40B4-BE49-F238E27FC236}">
                <a16:creationId xmlns:a16="http://schemas.microsoft.com/office/drawing/2014/main" id="{0E211437-D1A0-41A4-BBE1-CA009EB75553}"/>
              </a:ext>
            </a:extLst>
          </p:cNvPr>
          <p:cNvSpPr/>
          <p:nvPr/>
        </p:nvSpPr>
        <p:spPr>
          <a:xfrm>
            <a:off x="8071618" y="547783"/>
            <a:ext cx="1821318" cy="896463"/>
          </a:xfrm>
          <a:prstGeom prst="wedgeRoundRectCallout">
            <a:avLst>
              <a:gd name="adj1" fmla="val -19357"/>
              <a:gd name="adj2" fmla="val 6522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Başlık</a:t>
            </a:r>
          </a:p>
          <a:p>
            <a:pPr algn="ctr"/>
            <a:r>
              <a:rPr lang="tr-TR" sz="1100" b="1" dirty="0">
                <a:latin typeface="Segoe UI Semibold" panose="020B0702040204020203" pitchFamily="34" charset="0"/>
                <a:cs typeface="Segoe UI Semibold" panose="020B0702040204020203" pitchFamily="34" charset="0"/>
              </a:rPr>
              <a:t>16pt Segoe UI (</a:t>
            </a:r>
            <a:r>
              <a:rPr lang="tr-TR" sz="1100" b="1" dirty="0" err="1">
                <a:latin typeface="Segoe UI Semibold" panose="020B0702040204020203" pitchFamily="34" charset="0"/>
                <a:cs typeface="Segoe UI Semibold" panose="020B0702040204020203" pitchFamily="34" charset="0"/>
              </a:rPr>
              <a:t>Bold</a:t>
            </a:r>
            <a:r>
              <a:rPr lang="tr-TR" sz="1100" b="1" dirty="0">
                <a:latin typeface="Segoe UI Semibold" panose="020B0702040204020203" pitchFamily="34" charset="0"/>
                <a:cs typeface="Segoe UI Semibold" panose="020B0702040204020203" pitchFamily="34" charset="0"/>
              </a:rPr>
              <a:t>)</a:t>
            </a:r>
          </a:p>
          <a:p>
            <a:pPr algn="ctr"/>
            <a:r>
              <a:rPr lang="tr-TR" sz="1100" b="1" dirty="0">
                <a:latin typeface="Segoe UI Semibold" panose="020B0702040204020203" pitchFamily="34" charset="0"/>
                <a:cs typeface="Segoe UI Semibold" panose="020B0702040204020203" pitchFamily="34" charset="0"/>
              </a:rPr>
              <a:t>Metin </a:t>
            </a:r>
          </a:p>
          <a:p>
            <a:pPr algn="ctr"/>
            <a:r>
              <a:rPr lang="tr-TR" sz="1100" b="1" dirty="0">
                <a:latin typeface="Segoe UI Semibold" panose="020B0702040204020203" pitchFamily="34" charset="0"/>
                <a:cs typeface="Segoe UI Semibold" panose="020B0702040204020203" pitchFamily="34" charset="0"/>
              </a:rPr>
              <a:t>16pt </a:t>
            </a:r>
            <a:r>
              <a:rPr lang="tr-TR" sz="1100" b="1" dirty="0" err="1">
                <a:latin typeface="Segoe UI Semibold" panose="020B0702040204020203" pitchFamily="34" charset="0"/>
                <a:cs typeface="Segoe UI Semibold" panose="020B0702040204020203" pitchFamily="34" charset="0"/>
              </a:rPr>
              <a:t>Calibri</a:t>
            </a:r>
            <a:endParaRPr lang="tr-TR" sz="1100" b="1"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53944152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etin kutusu 41">
            <a:extLst>
              <a:ext uri="{FF2B5EF4-FFF2-40B4-BE49-F238E27FC236}">
                <a16:creationId xmlns:a16="http://schemas.microsoft.com/office/drawing/2014/main" id="{3ADF1C07-BE85-46EF-8364-B1AB60C7522E}"/>
              </a:ext>
            </a:extLst>
          </p:cNvPr>
          <p:cNvSpPr txBox="1"/>
          <p:nvPr/>
        </p:nvSpPr>
        <p:spPr>
          <a:xfrm>
            <a:off x="1047325" y="1782622"/>
            <a:ext cx="7206129" cy="2092881"/>
          </a:xfrm>
          <a:prstGeom prst="rect">
            <a:avLst/>
          </a:prstGeom>
          <a:noFill/>
        </p:spPr>
        <p:txBody>
          <a:bodyPr wrap="square" rtlCol="0">
            <a:spAutoFit/>
          </a:bodyPr>
          <a:lstStyle/>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FONTLAR VE RENKLER</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ÖRNEK SAYFA TASARIMI</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ÖRNEK GRAFİK</a:t>
            </a:r>
          </a:p>
          <a:p>
            <a:pPr>
              <a:spcBef>
                <a:spcPts val="1200"/>
              </a:spcBef>
            </a:pPr>
            <a:r>
              <a:rPr lang="tr-TR" b="1" dirty="0">
                <a:solidFill>
                  <a:schemeClr val="bg1">
                    <a:lumMod val="75000"/>
                  </a:schemeClr>
                </a:solidFill>
                <a:latin typeface="Segoe UI" panose="020B0502040204020203" pitchFamily="34" charset="0"/>
                <a:cs typeface="Segoe UI" panose="020B0502040204020203" pitchFamily="34" charset="0"/>
              </a:rPr>
              <a:t>ÖRNEK TABLO</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VİDEO ALANI</a:t>
            </a:r>
          </a:p>
        </p:txBody>
      </p:sp>
      <p:sp>
        <p:nvSpPr>
          <p:cNvPr id="8" name="Oval 7">
            <a:extLst>
              <a:ext uri="{FF2B5EF4-FFF2-40B4-BE49-F238E27FC236}">
                <a16:creationId xmlns:a16="http://schemas.microsoft.com/office/drawing/2014/main" id="{BB502744-EDCA-4768-A3B5-B3401F023670}"/>
              </a:ext>
            </a:extLst>
          </p:cNvPr>
          <p:cNvSpPr/>
          <p:nvPr/>
        </p:nvSpPr>
        <p:spPr>
          <a:xfrm>
            <a:off x="621289" y="2726387"/>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2" name="Oval 11">
            <a:extLst>
              <a:ext uri="{FF2B5EF4-FFF2-40B4-BE49-F238E27FC236}">
                <a16:creationId xmlns:a16="http://schemas.microsoft.com/office/drawing/2014/main" id="{B367841E-60BF-44EA-A0AE-B3B973DAAF3D}"/>
              </a:ext>
            </a:extLst>
          </p:cNvPr>
          <p:cNvSpPr/>
          <p:nvPr/>
        </p:nvSpPr>
        <p:spPr>
          <a:xfrm>
            <a:off x="621289" y="3546795"/>
            <a:ext cx="234431" cy="234431"/>
          </a:xfrm>
          <a:prstGeom prst="ellipse">
            <a:avLst/>
          </a:prstGeom>
          <a:solidFill>
            <a:srgbClr val="FF5620"/>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3" name="Oval 12">
            <a:extLst>
              <a:ext uri="{FF2B5EF4-FFF2-40B4-BE49-F238E27FC236}">
                <a16:creationId xmlns:a16="http://schemas.microsoft.com/office/drawing/2014/main" id="{13E71E64-10DC-4DA4-BCBD-64E14C2F1B62}"/>
              </a:ext>
            </a:extLst>
          </p:cNvPr>
          <p:cNvSpPr/>
          <p:nvPr/>
        </p:nvSpPr>
        <p:spPr>
          <a:xfrm>
            <a:off x="621289" y="3139190"/>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5" name="Oval 14">
            <a:extLst>
              <a:ext uri="{FF2B5EF4-FFF2-40B4-BE49-F238E27FC236}">
                <a16:creationId xmlns:a16="http://schemas.microsoft.com/office/drawing/2014/main" id="{425BED29-687A-4AFC-A8B2-8A7340C6841A}"/>
              </a:ext>
            </a:extLst>
          </p:cNvPr>
          <p:cNvSpPr/>
          <p:nvPr/>
        </p:nvSpPr>
        <p:spPr>
          <a:xfrm>
            <a:off x="621289" y="2294834"/>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7" name="Oval 16">
            <a:extLst>
              <a:ext uri="{FF2B5EF4-FFF2-40B4-BE49-F238E27FC236}">
                <a16:creationId xmlns:a16="http://schemas.microsoft.com/office/drawing/2014/main" id="{0D57A849-B001-4A68-8A41-489ACD0E0CCA}"/>
              </a:ext>
            </a:extLst>
          </p:cNvPr>
          <p:cNvSpPr/>
          <p:nvPr/>
        </p:nvSpPr>
        <p:spPr>
          <a:xfrm>
            <a:off x="621289" y="1858082"/>
            <a:ext cx="234431" cy="234431"/>
          </a:xfrm>
          <a:prstGeom prst="ellipse">
            <a:avLst/>
          </a:prstGeom>
          <a:solidFill>
            <a:srgbClr val="BFBFBF"/>
          </a:solidFill>
          <a:ln w="28575">
            <a:solidFill>
              <a:schemeClr val="bg1">
                <a:lumMod val="50000"/>
              </a:schemeClr>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4" name="Title 9">
            <a:extLst>
              <a:ext uri="{FF2B5EF4-FFF2-40B4-BE49-F238E27FC236}">
                <a16:creationId xmlns:a16="http://schemas.microsoft.com/office/drawing/2014/main" id="{CB33DF2F-8E16-4568-8F57-64B0D4CE9F29}"/>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b="0" dirty="0">
                <a:latin typeface="Segoe UI Black" panose="020B0A02040204020203" pitchFamily="34" charset="0"/>
                <a:ea typeface="Segoe UI Black" panose="020B0A02040204020203" pitchFamily="34" charset="0"/>
              </a:rPr>
              <a:t>gündem</a:t>
            </a:r>
            <a:endParaRPr lang="tr-TR" sz="2400" b="0" dirty="0">
              <a:solidFill>
                <a:srgbClr val="F7931D"/>
              </a:solidFill>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155106235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E05C9-0E54-472C-B847-C25E37DB2B36}"/>
              </a:ext>
            </a:extLst>
          </p:cNvPr>
          <p:cNvSpPr>
            <a:spLocks noGrp="1"/>
          </p:cNvSpPr>
          <p:nvPr>
            <p:ph type="title"/>
          </p:nvPr>
        </p:nvSpPr>
        <p:spPr/>
        <p:txBody>
          <a:bodyPr/>
          <a:lstStyle/>
          <a:p>
            <a:r>
              <a:rPr lang="tr-TR" b="0" dirty="0">
                <a:latin typeface="Segoe UI Black" panose="020B0A02040204020203" pitchFamily="34" charset="0"/>
                <a:ea typeface="Segoe UI Black" panose="020B0A02040204020203" pitchFamily="34" charset="0"/>
              </a:rPr>
              <a:t>Video başlığı</a:t>
            </a:r>
          </a:p>
        </p:txBody>
      </p:sp>
      <p:sp>
        <p:nvSpPr>
          <p:cNvPr id="16" name="Rectangle 15">
            <a:extLst>
              <a:ext uri="{FF2B5EF4-FFF2-40B4-BE49-F238E27FC236}">
                <a16:creationId xmlns:a16="http://schemas.microsoft.com/office/drawing/2014/main" id="{5D248796-460A-4503-9CC9-E4C8DA71C9F8}"/>
              </a:ext>
            </a:extLst>
          </p:cNvPr>
          <p:cNvSpPr/>
          <p:nvPr/>
        </p:nvSpPr>
        <p:spPr>
          <a:xfrm>
            <a:off x="909310" y="1756811"/>
            <a:ext cx="7330606" cy="41053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2">
            <a:extLst>
              <a:ext uri="{FF2B5EF4-FFF2-40B4-BE49-F238E27FC236}">
                <a16:creationId xmlns:a16="http://schemas.microsoft.com/office/drawing/2014/main" id="{D8B3528F-6A66-41E8-9941-04344D9A6B50}"/>
              </a:ext>
            </a:extLst>
          </p:cNvPr>
          <p:cNvSpPr txBox="1">
            <a:spLocks/>
          </p:cNvSpPr>
          <p:nvPr/>
        </p:nvSpPr>
        <p:spPr bwMode="auto">
          <a:xfrm>
            <a:off x="2242438" y="3665126"/>
            <a:ext cx="4226943" cy="432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tabLst>
                <a:tab pos="0" algn="l"/>
              </a:tabLst>
              <a:defRPr sz="3200">
                <a:solidFill>
                  <a:schemeClr val="tx1"/>
                </a:solidFill>
                <a:latin typeface="Trebuchet MS" panose="020B0603020202020204" pitchFamily="34" charset="0"/>
              </a:defRPr>
            </a:lvl1pPr>
            <a:lvl2pPr marL="742950" indent="-285750">
              <a:spcBef>
                <a:spcPct val="20000"/>
              </a:spcBef>
              <a:buFont typeface="Arial" panose="020B0604020202020204" pitchFamily="34" charset="0"/>
              <a:buChar char="–"/>
              <a:tabLst>
                <a:tab pos="0" algn="l"/>
              </a:tabLst>
              <a:defRPr sz="2800">
                <a:solidFill>
                  <a:schemeClr val="tx1"/>
                </a:solidFill>
                <a:latin typeface="Trebuchet MS" panose="020B0603020202020204" pitchFamily="34" charset="0"/>
              </a:defRPr>
            </a:lvl2pPr>
            <a:lvl3pPr marL="1143000" indent="-228600">
              <a:spcBef>
                <a:spcPct val="20000"/>
              </a:spcBef>
              <a:buFont typeface="Arial" panose="020B0604020202020204" pitchFamily="34" charset="0"/>
              <a:buChar char="•"/>
              <a:tabLst>
                <a:tab pos="0" algn="l"/>
              </a:tabLst>
              <a:defRPr sz="2400">
                <a:solidFill>
                  <a:schemeClr val="tx1"/>
                </a:solidFill>
                <a:latin typeface="Trebuchet MS" panose="020B0603020202020204" pitchFamily="34" charset="0"/>
              </a:defRPr>
            </a:lvl3pPr>
            <a:lvl4pPr marL="1600200" indent="-228600">
              <a:spcBef>
                <a:spcPct val="20000"/>
              </a:spcBef>
              <a:buFont typeface="Arial" panose="020B0604020202020204" pitchFamily="34" charset="0"/>
              <a:buChar char="–"/>
              <a:tabLst>
                <a:tab pos="0" algn="l"/>
              </a:tabLst>
              <a:defRPr sz="2000">
                <a:solidFill>
                  <a:schemeClr val="tx1"/>
                </a:solidFill>
                <a:latin typeface="Trebuchet MS" panose="020B0603020202020204" pitchFamily="34" charset="0"/>
              </a:defRPr>
            </a:lvl4pPr>
            <a:lvl5pPr marL="2057400" indent="-228600">
              <a:spcBef>
                <a:spcPct val="20000"/>
              </a:spcBef>
              <a:buFont typeface="Arial" panose="020B0604020202020204" pitchFamily="34" charset="0"/>
              <a:buChar char="»"/>
              <a:tabLst>
                <a:tab pos="0" algn="l"/>
              </a:tabLst>
              <a:defRPr sz="2000">
                <a:solidFill>
                  <a:schemeClr val="tx1"/>
                </a:solidFill>
                <a:latin typeface="Trebuchet MS" panose="020B0603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Lst>
              <a:defRPr sz="2000">
                <a:solidFill>
                  <a:schemeClr val="tx1"/>
                </a:solidFill>
                <a:latin typeface="Trebuchet MS" panose="020B0603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Lst>
              <a:defRPr sz="2000">
                <a:solidFill>
                  <a:schemeClr val="tx1"/>
                </a:solidFill>
                <a:latin typeface="Trebuchet MS" panose="020B0603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Lst>
              <a:defRPr sz="2000">
                <a:solidFill>
                  <a:schemeClr val="tx1"/>
                </a:solidFill>
                <a:latin typeface="Trebuchet MS" panose="020B0603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Lst>
              <a:defRPr sz="2000">
                <a:solidFill>
                  <a:schemeClr val="tx1"/>
                </a:solidFill>
                <a:latin typeface="Trebuchet MS" panose="020B0603020202020204" pitchFamily="34" charset="0"/>
              </a:defRPr>
            </a:lvl9pPr>
          </a:lstStyle>
          <a:p>
            <a:pPr algn="ctr">
              <a:buNone/>
            </a:pPr>
            <a:r>
              <a:rPr lang="tr-TR" sz="1600" dirty="0">
                <a:solidFill>
                  <a:schemeClr val="bg1"/>
                </a:solidFill>
                <a:latin typeface="Calibri" panose="020F0502020204030204" pitchFamily="34" charset="0"/>
                <a:cs typeface="Calibri" panose="020F0502020204030204" pitchFamily="34" charset="0"/>
              </a:rPr>
              <a:t>Video Alanı</a:t>
            </a:r>
            <a:endParaRPr lang="en-GB" sz="1600" dirty="0">
              <a:solidFill>
                <a:schemeClr val="bg1"/>
              </a:solidFill>
              <a:latin typeface="Calibri" panose="020F0502020204030204" pitchFamily="34" charset="0"/>
              <a:cs typeface="Calibri" panose="020F0502020204030204" pitchFamily="34" charset="0"/>
            </a:endParaRPr>
          </a:p>
        </p:txBody>
      </p:sp>
      <p:sp>
        <p:nvSpPr>
          <p:cNvPr id="8" name="Speech Bubble: Rectangle with Corners Rounded 7">
            <a:extLst>
              <a:ext uri="{FF2B5EF4-FFF2-40B4-BE49-F238E27FC236}">
                <a16:creationId xmlns:a16="http://schemas.microsoft.com/office/drawing/2014/main" id="{50C09CE3-BFE9-4FB5-8285-1B200ACD4F86}"/>
              </a:ext>
            </a:extLst>
          </p:cNvPr>
          <p:cNvSpPr/>
          <p:nvPr/>
        </p:nvSpPr>
        <p:spPr>
          <a:xfrm>
            <a:off x="3822579" y="860348"/>
            <a:ext cx="1774334" cy="896463"/>
          </a:xfrm>
          <a:prstGeom prst="wedgeRoundRectCallout">
            <a:avLst>
              <a:gd name="adj1" fmla="val -19357"/>
              <a:gd name="adj2" fmla="val 6522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dirty="0">
                <a:latin typeface="Segoe UI Semibold" panose="020B0702040204020203" pitchFamily="34" charset="0"/>
                <a:cs typeface="Segoe UI Semibold" panose="020B0702040204020203" pitchFamily="34" charset="0"/>
              </a:rPr>
              <a:t>Video tam sayfa gösterilmeyecek ise aşağıdaki alan içerisine yerleştirilmelidir.</a:t>
            </a:r>
          </a:p>
        </p:txBody>
      </p:sp>
      <p:sp>
        <p:nvSpPr>
          <p:cNvPr id="6" name="Speech Bubble: Rectangle with Corners Rounded 5">
            <a:extLst>
              <a:ext uri="{FF2B5EF4-FFF2-40B4-BE49-F238E27FC236}">
                <a16:creationId xmlns:a16="http://schemas.microsoft.com/office/drawing/2014/main" id="{F9634DDB-C1EF-4B84-96F8-6848E8A4296E}"/>
              </a:ext>
            </a:extLst>
          </p:cNvPr>
          <p:cNvSpPr/>
          <p:nvPr/>
        </p:nvSpPr>
        <p:spPr>
          <a:xfrm>
            <a:off x="5884772" y="860347"/>
            <a:ext cx="1641516" cy="896463"/>
          </a:xfrm>
          <a:prstGeom prst="wedgeRoundRectCallout">
            <a:avLst>
              <a:gd name="adj1" fmla="val -21586"/>
              <a:gd name="adj2" fmla="val 70661"/>
              <a:gd name="adj3" fmla="val 16667"/>
            </a:avLst>
          </a:prstGeom>
          <a:solidFill>
            <a:srgbClr val="FFC000"/>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solidFill>
                  <a:schemeClr val="tx1"/>
                </a:solidFill>
                <a:latin typeface="Segoe UI Semibold" panose="020B0702040204020203" pitchFamily="34" charset="0"/>
                <a:cs typeface="Segoe UI Semibold" panose="020B0702040204020203" pitchFamily="34" charset="0"/>
              </a:rPr>
              <a:t>Sunumlarda görsel ve video kullanımının artırılması önerilmektedir.</a:t>
            </a:r>
          </a:p>
        </p:txBody>
      </p:sp>
      <p:sp>
        <p:nvSpPr>
          <p:cNvPr id="12" name="Rounded Rectangle 10">
            <a:extLst>
              <a:ext uri="{FF2B5EF4-FFF2-40B4-BE49-F238E27FC236}">
                <a16:creationId xmlns:a16="http://schemas.microsoft.com/office/drawing/2014/main" id="{C92DD482-282E-4F18-8648-EAF676E9F230}"/>
              </a:ext>
            </a:extLst>
          </p:cNvPr>
          <p:cNvSpPr/>
          <p:nvPr/>
        </p:nvSpPr>
        <p:spPr>
          <a:xfrm>
            <a:off x="8841759" y="2859749"/>
            <a:ext cx="2086316" cy="1813971"/>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grpSp>
        <p:nvGrpSpPr>
          <p:cNvPr id="13" name="Group 12">
            <a:extLst>
              <a:ext uri="{FF2B5EF4-FFF2-40B4-BE49-F238E27FC236}">
                <a16:creationId xmlns:a16="http://schemas.microsoft.com/office/drawing/2014/main" id="{A11623B0-BD80-4007-B7CD-ADE44E112F40}"/>
              </a:ext>
            </a:extLst>
          </p:cNvPr>
          <p:cNvGrpSpPr/>
          <p:nvPr/>
        </p:nvGrpSpPr>
        <p:grpSpPr>
          <a:xfrm rot="5400000">
            <a:off x="9665109" y="2717236"/>
            <a:ext cx="439615" cy="401551"/>
            <a:chOff x="10483697" y="4676399"/>
            <a:chExt cx="485022" cy="485022"/>
          </a:xfrm>
        </p:grpSpPr>
        <p:sp>
          <p:nvSpPr>
            <p:cNvPr id="14" name="Oval 13">
              <a:extLst>
                <a:ext uri="{FF2B5EF4-FFF2-40B4-BE49-F238E27FC236}">
                  <a16:creationId xmlns:a16="http://schemas.microsoft.com/office/drawing/2014/main" id="{A3BD6093-A795-46E4-99E7-59C2D6C24554}"/>
                </a:ext>
              </a:extLst>
            </p:cNvPr>
            <p:cNvSpPr/>
            <p:nvPr/>
          </p:nvSpPr>
          <p:spPr>
            <a:xfrm>
              <a:off x="10483697" y="4676399"/>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15" name="Freeform: Shape 36">
              <a:extLst>
                <a:ext uri="{FF2B5EF4-FFF2-40B4-BE49-F238E27FC236}">
                  <a16:creationId xmlns:a16="http://schemas.microsoft.com/office/drawing/2014/main" id="{66E7C549-D981-4C28-9100-89E04A0BF0EC}"/>
                </a:ext>
              </a:extLst>
            </p:cNvPr>
            <p:cNvSpPr/>
            <p:nvPr/>
          </p:nvSpPr>
          <p:spPr>
            <a:xfrm rot="18883588">
              <a:off x="10616825" y="4806952"/>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black"/>
                </a:solidFill>
                <a:effectLst/>
                <a:uLnTx/>
                <a:uFillTx/>
                <a:latin typeface="Calibri" panose="020F0502020204030204" pitchFamily="34" charset="0"/>
                <a:ea typeface="+mn-ea"/>
                <a:cs typeface="+mn-cs"/>
              </a:endParaRPr>
            </a:p>
          </p:txBody>
        </p:sp>
      </p:grpSp>
      <p:sp>
        <p:nvSpPr>
          <p:cNvPr id="18" name="TextBox 12">
            <a:extLst>
              <a:ext uri="{FF2B5EF4-FFF2-40B4-BE49-F238E27FC236}">
                <a16:creationId xmlns:a16="http://schemas.microsoft.com/office/drawing/2014/main" id="{DE9B8A6D-8D0D-410F-9EE3-3FAB6AE82D0B}"/>
              </a:ext>
            </a:extLst>
          </p:cNvPr>
          <p:cNvSpPr txBox="1"/>
          <p:nvPr/>
        </p:nvSpPr>
        <p:spPr>
          <a:xfrm>
            <a:off x="9073038" y="3811471"/>
            <a:ext cx="1274196" cy="862249"/>
          </a:xfrm>
          <a:prstGeom prst="rect">
            <a:avLst/>
          </a:prstGeom>
          <a:noFill/>
        </p:spPr>
        <p:txBody>
          <a:bodyPr wrap="square" lIns="0" tIns="0" rIns="0" bIns="0" rtlCol="0" anchor="t">
            <a:noAutofit/>
          </a:bodyPr>
          <a:lstStyle/>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 </a:t>
            </a:r>
          </a:p>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a:t>
            </a:r>
          </a:p>
          <a:p>
            <a:pPr lvl="0">
              <a:defRPr/>
            </a:pPr>
            <a:r>
              <a:rPr lang="tr-TR" sz="1600" dirty="0">
                <a:solidFill>
                  <a:srgbClr val="4D4D4D"/>
                </a:solidFill>
                <a:latin typeface="Calibri" panose="020F0502020204030204" pitchFamily="34" charset="0"/>
                <a:ea typeface="Source Sans Pro" panose="020B0503030403020204" pitchFamily="34" charset="0"/>
                <a:cs typeface="Calibri" panose="020F0502020204030204" pitchFamily="34" charset="0"/>
              </a:rPr>
              <a:t>Örnek metin.</a:t>
            </a:r>
            <a:endParaRPr kumimoji="0" lang="en-US" sz="1600" b="0" i="0" u="none" strike="noStrike" kern="1200" cap="none" spc="0" normalizeH="0" baseline="0" noProof="0" dirty="0">
              <a:ln>
                <a:noFill/>
              </a:ln>
              <a:solidFill>
                <a:srgbClr val="4D4D4D"/>
              </a:solidFill>
              <a:effectLst/>
              <a:uLnTx/>
              <a:uFillTx/>
              <a:latin typeface="Calibri" panose="020F0502020204030204" pitchFamily="34" charset="0"/>
              <a:ea typeface="Source Sans Pro" panose="020B0503030403020204" pitchFamily="34" charset="0"/>
              <a:cs typeface="Calibri" panose="020F0502020204030204" pitchFamily="34" charset="0"/>
            </a:endParaRPr>
          </a:p>
        </p:txBody>
      </p:sp>
      <p:sp>
        <p:nvSpPr>
          <p:cNvPr id="19" name="TextBox 11">
            <a:extLst>
              <a:ext uri="{FF2B5EF4-FFF2-40B4-BE49-F238E27FC236}">
                <a16:creationId xmlns:a16="http://schemas.microsoft.com/office/drawing/2014/main" id="{293BAEC2-0E48-49E2-9358-6B4B31691066}"/>
              </a:ext>
            </a:extLst>
          </p:cNvPr>
          <p:cNvSpPr txBox="1"/>
          <p:nvPr/>
        </p:nvSpPr>
        <p:spPr>
          <a:xfrm>
            <a:off x="9073038" y="3415890"/>
            <a:ext cx="2052762" cy="265813"/>
          </a:xfrm>
          <a:prstGeom prst="rect">
            <a:avLst/>
          </a:prstGeom>
          <a:noFill/>
        </p:spPr>
        <p:txBody>
          <a:bodyPr wrap="square" lIns="0" tIns="0" rIns="0" bIns="0" rtlCol="0" anchor="b">
            <a:noAutofit/>
          </a:bodyPr>
          <a:lstStyle/>
          <a:p>
            <a:pPr lvl="0">
              <a:defRPr/>
            </a:pPr>
            <a:r>
              <a:rPr lang="tr-TR" dirty="0">
                <a:solidFill>
                  <a:srgbClr val="4D4D4D"/>
                </a:solidFill>
                <a:latin typeface="Segoe UI Black" panose="020B0A02040204020203" pitchFamily="34" charset="0"/>
                <a:ea typeface="Segoe UI Black" panose="020B0A02040204020203" pitchFamily="34" charset="0"/>
                <a:cs typeface="Poppins" pitchFamily="2" charset="77"/>
              </a:rPr>
              <a:t>BAŞLIK</a:t>
            </a:r>
          </a:p>
        </p:txBody>
      </p:sp>
      <p:sp>
        <p:nvSpPr>
          <p:cNvPr id="20" name="Speech Bubble: Rectangle with Corners Rounded 19">
            <a:extLst>
              <a:ext uri="{FF2B5EF4-FFF2-40B4-BE49-F238E27FC236}">
                <a16:creationId xmlns:a16="http://schemas.microsoft.com/office/drawing/2014/main" id="{6EC25236-851E-4D55-A02C-816A13D44F86}"/>
              </a:ext>
            </a:extLst>
          </p:cNvPr>
          <p:cNvSpPr/>
          <p:nvPr/>
        </p:nvSpPr>
        <p:spPr>
          <a:xfrm>
            <a:off x="9081747" y="1673690"/>
            <a:ext cx="1641516" cy="896463"/>
          </a:xfrm>
          <a:prstGeom prst="wedgeRoundRectCallout">
            <a:avLst>
              <a:gd name="adj1" fmla="val -19357"/>
              <a:gd name="adj2" fmla="val 6522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Kutu içi başlık</a:t>
            </a:r>
          </a:p>
          <a:p>
            <a:pPr algn="ctr"/>
            <a:r>
              <a:rPr lang="tr-TR" sz="1100" b="1" dirty="0">
                <a:latin typeface="Segoe UI Semibold" panose="020B0702040204020203" pitchFamily="34" charset="0"/>
                <a:cs typeface="Segoe UI Semibold" panose="020B0702040204020203" pitchFamily="34" charset="0"/>
              </a:rPr>
              <a:t>18pt Segoe UI Black</a:t>
            </a:r>
          </a:p>
          <a:p>
            <a:pPr algn="ctr"/>
            <a:r>
              <a:rPr lang="tr-TR" sz="1100" b="1" dirty="0">
                <a:latin typeface="Segoe UI Semibold" panose="020B0702040204020203" pitchFamily="34" charset="0"/>
                <a:cs typeface="Segoe UI Semibold" panose="020B0702040204020203" pitchFamily="34" charset="0"/>
              </a:rPr>
              <a:t>Metin </a:t>
            </a:r>
          </a:p>
          <a:p>
            <a:pPr algn="ctr"/>
            <a:r>
              <a:rPr lang="tr-TR" sz="1100" b="1" dirty="0">
                <a:latin typeface="Segoe UI Semibold" panose="020B0702040204020203" pitchFamily="34" charset="0"/>
                <a:cs typeface="Segoe UI Semibold" panose="020B0702040204020203" pitchFamily="34" charset="0"/>
              </a:rPr>
              <a:t>16pt </a:t>
            </a:r>
            <a:r>
              <a:rPr lang="tr-TR" sz="1100" b="1" dirty="0" err="1">
                <a:latin typeface="Segoe UI Semibold" panose="020B0702040204020203" pitchFamily="34" charset="0"/>
                <a:cs typeface="Segoe UI Semibold" panose="020B0702040204020203" pitchFamily="34" charset="0"/>
              </a:rPr>
              <a:t>Calibri</a:t>
            </a:r>
            <a:endParaRPr lang="tr-TR" sz="1100" b="1" dirty="0">
              <a:latin typeface="Segoe UI Semibold" panose="020B0702040204020203" pitchFamily="34" charset="0"/>
              <a:cs typeface="Segoe UI Semibold" panose="020B0702040204020203" pitchFamily="34" charset="0"/>
            </a:endParaRPr>
          </a:p>
        </p:txBody>
      </p:sp>
      <p:sp>
        <p:nvSpPr>
          <p:cNvPr id="21" name="Speech Bubble: Rectangle with Corners Rounded 20">
            <a:extLst>
              <a:ext uri="{FF2B5EF4-FFF2-40B4-BE49-F238E27FC236}">
                <a16:creationId xmlns:a16="http://schemas.microsoft.com/office/drawing/2014/main" id="{C89529AC-D83F-4C3A-8FBC-9D4B107E6763}"/>
              </a:ext>
            </a:extLst>
          </p:cNvPr>
          <p:cNvSpPr/>
          <p:nvPr/>
        </p:nvSpPr>
        <p:spPr>
          <a:xfrm>
            <a:off x="8937539" y="4951791"/>
            <a:ext cx="1785724" cy="896463"/>
          </a:xfrm>
          <a:prstGeom prst="wedgeRoundRectCallout">
            <a:avLst>
              <a:gd name="adj1" fmla="val -20843"/>
              <a:gd name="adj2" fmla="val -65340"/>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latin typeface="Segoe UI Semibold" panose="020B0702040204020203" pitchFamily="34" charset="0"/>
                <a:cs typeface="Segoe UI Semibold" panose="020B0702040204020203" pitchFamily="34" charset="0"/>
              </a:rPr>
              <a:t>Beyaz kutu, video hakkında açıklayıcı ek bilgiler vermek ve dikkat çekmek için kullanılabilir.</a:t>
            </a:r>
          </a:p>
        </p:txBody>
      </p:sp>
    </p:spTree>
    <p:extLst>
      <p:ext uri="{BB962C8B-B14F-4D97-AF65-F5344CB8AC3E}">
        <p14:creationId xmlns:p14="http://schemas.microsoft.com/office/powerpoint/2010/main" val="3714302800"/>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E05C9-0E54-472C-B847-C25E37DB2B36}"/>
              </a:ext>
            </a:extLst>
          </p:cNvPr>
          <p:cNvSpPr>
            <a:spLocks noGrp="1"/>
          </p:cNvSpPr>
          <p:nvPr>
            <p:ph type="title"/>
          </p:nvPr>
        </p:nvSpPr>
        <p:spPr/>
        <p:txBody>
          <a:bodyPr/>
          <a:lstStyle/>
          <a:p>
            <a:r>
              <a:rPr lang="tr-TR" b="0" dirty="0">
                <a:latin typeface="Segoe UI Black" panose="020B0A02040204020203" pitchFamily="34" charset="0"/>
                <a:ea typeface="Segoe UI Black" panose="020B0A02040204020203" pitchFamily="34" charset="0"/>
              </a:rPr>
              <a:t>Video başlığı</a:t>
            </a:r>
          </a:p>
        </p:txBody>
      </p:sp>
      <p:sp>
        <p:nvSpPr>
          <p:cNvPr id="16" name="Rectangle 15">
            <a:extLst>
              <a:ext uri="{FF2B5EF4-FFF2-40B4-BE49-F238E27FC236}">
                <a16:creationId xmlns:a16="http://schemas.microsoft.com/office/drawing/2014/main" id="{5D248796-460A-4503-9CC9-E4C8DA71C9F8}"/>
              </a:ext>
            </a:extLst>
          </p:cNvPr>
          <p:cNvSpPr/>
          <p:nvPr/>
        </p:nvSpPr>
        <p:spPr>
          <a:xfrm>
            <a:off x="2430697" y="1592456"/>
            <a:ext cx="7330606" cy="41053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2">
            <a:extLst>
              <a:ext uri="{FF2B5EF4-FFF2-40B4-BE49-F238E27FC236}">
                <a16:creationId xmlns:a16="http://schemas.microsoft.com/office/drawing/2014/main" id="{D8B3528F-6A66-41E8-9941-04344D9A6B50}"/>
              </a:ext>
            </a:extLst>
          </p:cNvPr>
          <p:cNvSpPr txBox="1">
            <a:spLocks/>
          </p:cNvSpPr>
          <p:nvPr/>
        </p:nvSpPr>
        <p:spPr bwMode="auto">
          <a:xfrm>
            <a:off x="3982528" y="3428998"/>
            <a:ext cx="4226943" cy="432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tabLst>
                <a:tab pos="0" algn="l"/>
              </a:tabLst>
              <a:defRPr sz="3200">
                <a:solidFill>
                  <a:schemeClr val="tx1"/>
                </a:solidFill>
                <a:latin typeface="Trebuchet MS" panose="020B0603020202020204" pitchFamily="34" charset="0"/>
              </a:defRPr>
            </a:lvl1pPr>
            <a:lvl2pPr marL="742950" indent="-285750">
              <a:spcBef>
                <a:spcPct val="20000"/>
              </a:spcBef>
              <a:buFont typeface="Arial" panose="020B0604020202020204" pitchFamily="34" charset="0"/>
              <a:buChar char="–"/>
              <a:tabLst>
                <a:tab pos="0" algn="l"/>
              </a:tabLst>
              <a:defRPr sz="2800">
                <a:solidFill>
                  <a:schemeClr val="tx1"/>
                </a:solidFill>
                <a:latin typeface="Trebuchet MS" panose="020B0603020202020204" pitchFamily="34" charset="0"/>
              </a:defRPr>
            </a:lvl2pPr>
            <a:lvl3pPr marL="1143000" indent="-228600">
              <a:spcBef>
                <a:spcPct val="20000"/>
              </a:spcBef>
              <a:buFont typeface="Arial" panose="020B0604020202020204" pitchFamily="34" charset="0"/>
              <a:buChar char="•"/>
              <a:tabLst>
                <a:tab pos="0" algn="l"/>
              </a:tabLst>
              <a:defRPr sz="2400">
                <a:solidFill>
                  <a:schemeClr val="tx1"/>
                </a:solidFill>
                <a:latin typeface="Trebuchet MS" panose="020B0603020202020204" pitchFamily="34" charset="0"/>
              </a:defRPr>
            </a:lvl3pPr>
            <a:lvl4pPr marL="1600200" indent="-228600">
              <a:spcBef>
                <a:spcPct val="20000"/>
              </a:spcBef>
              <a:buFont typeface="Arial" panose="020B0604020202020204" pitchFamily="34" charset="0"/>
              <a:buChar char="–"/>
              <a:tabLst>
                <a:tab pos="0" algn="l"/>
              </a:tabLst>
              <a:defRPr sz="2000">
                <a:solidFill>
                  <a:schemeClr val="tx1"/>
                </a:solidFill>
                <a:latin typeface="Trebuchet MS" panose="020B0603020202020204" pitchFamily="34" charset="0"/>
              </a:defRPr>
            </a:lvl4pPr>
            <a:lvl5pPr marL="2057400" indent="-228600">
              <a:spcBef>
                <a:spcPct val="20000"/>
              </a:spcBef>
              <a:buFont typeface="Arial" panose="020B0604020202020204" pitchFamily="34" charset="0"/>
              <a:buChar char="»"/>
              <a:tabLst>
                <a:tab pos="0" algn="l"/>
              </a:tabLst>
              <a:defRPr sz="2000">
                <a:solidFill>
                  <a:schemeClr val="tx1"/>
                </a:solidFill>
                <a:latin typeface="Trebuchet MS" panose="020B0603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Lst>
              <a:defRPr sz="2000">
                <a:solidFill>
                  <a:schemeClr val="tx1"/>
                </a:solidFill>
                <a:latin typeface="Trebuchet MS" panose="020B0603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Lst>
              <a:defRPr sz="2000">
                <a:solidFill>
                  <a:schemeClr val="tx1"/>
                </a:solidFill>
                <a:latin typeface="Trebuchet MS" panose="020B0603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Lst>
              <a:defRPr sz="2000">
                <a:solidFill>
                  <a:schemeClr val="tx1"/>
                </a:solidFill>
                <a:latin typeface="Trebuchet MS" panose="020B0603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Lst>
              <a:defRPr sz="2000">
                <a:solidFill>
                  <a:schemeClr val="tx1"/>
                </a:solidFill>
                <a:latin typeface="Trebuchet MS" panose="020B0603020202020204" pitchFamily="34" charset="0"/>
              </a:defRPr>
            </a:lvl9pPr>
          </a:lstStyle>
          <a:p>
            <a:pPr algn="ctr">
              <a:buNone/>
            </a:pPr>
            <a:r>
              <a:rPr lang="tr-TR" sz="1600" dirty="0">
                <a:solidFill>
                  <a:schemeClr val="bg1"/>
                </a:solidFill>
                <a:latin typeface="Calibri" panose="020F0502020204030204" pitchFamily="34" charset="0"/>
                <a:cs typeface="Calibri" panose="020F0502020204030204" pitchFamily="34" charset="0"/>
              </a:rPr>
              <a:t>Video Alanı</a:t>
            </a:r>
            <a:endParaRPr lang="en-GB" sz="1600" dirty="0">
              <a:solidFill>
                <a:schemeClr val="bg1"/>
              </a:solidFill>
              <a:latin typeface="Calibri" panose="020F0502020204030204" pitchFamily="34" charset="0"/>
              <a:cs typeface="Calibri" panose="020F0502020204030204" pitchFamily="34" charset="0"/>
            </a:endParaRPr>
          </a:p>
        </p:txBody>
      </p:sp>
      <p:sp>
        <p:nvSpPr>
          <p:cNvPr id="8" name="Speech Bubble: Rectangle with Corners Rounded 7">
            <a:extLst>
              <a:ext uri="{FF2B5EF4-FFF2-40B4-BE49-F238E27FC236}">
                <a16:creationId xmlns:a16="http://schemas.microsoft.com/office/drawing/2014/main" id="{50C09CE3-BFE9-4FB5-8285-1B200ACD4F86}"/>
              </a:ext>
            </a:extLst>
          </p:cNvPr>
          <p:cNvSpPr/>
          <p:nvPr/>
        </p:nvSpPr>
        <p:spPr>
          <a:xfrm>
            <a:off x="4406482" y="695991"/>
            <a:ext cx="1774334" cy="896463"/>
          </a:xfrm>
          <a:prstGeom prst="wedgeRoundRectCallout">
            <a:avLst>
              <a:gd name="adj1" fmla="val -19357"/>
              <a:gd name="adj2" fmla="val 65221"/>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dirty="0">
                <a:latin typeface="Segoe UI Semibold" panose="020B0702040204020203" pitchFamily="34" charset="0"/>
                <a:cs typeface="Segoe UI Semibold" panose="020B0702040204020203" pitchFamily="34" charset="0"/>
              </a:rPr>
              <a:t>Video tam sayfa gösterilecek ise aşağıdaki alan içerisine yerleştirilmelidir.</a:t>
            </a:r>
          </a:p>
        </p:txBody>
      </p:sp>
      <p:sp>
        <p:nvSpPr>
          <p:cNvPr id="6" name="Speech Bubble: Rectangle with Corners Rounded 5">
            <a:extLst>
              <a:ext uri="{FF2B5EF4-FFF2-40B4-BE49-F238E27FC236}">
                <a16:creationId xmlns:a16="http://schemas.microsoft.com/office/drawing/2014/main" id="{F9634DDB-C1EF-4B84-96F8-6848E8A4296E}"/>
              </a:ext>
            </a:extLst>
          </p:cNvPr>
          <p:cNvSpPr/>
          <p:nvPr/>
        </p:nvSpPr>
        <p:spPr>
          <a:xfrm>
            <a:off x="6567955" y="695990"/>
            <a:ext cx="1641516" cy="896463"/>
          </a:xfrm>
          <a:prstGeom prst="wedgeRoundRectCallout">
            <a:avLst>
              <a:gd name="adj1" fmla="val -21586"/>
              <a:gd name="adj2" fmla="val 70661"/>
              <a:gd name="adj3" fmla="val 16667"/>
            </a:avLst>
          </a:prstGeom>
          <a:solidFill>
            <a:srgbClr val="FFC000"/>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b="1" dirty="0">
                <a:solidFill>
                  <a:schemeClr val="tx1"/>
                </a:solidFill>
                <a:latin typeface="Segoe UI Semibold" panose="020B0702040204020203" pitchFamily="34" charset="0"/>
                <a:cs typeface="Segoe UI Semibold" panose="020B0702040204020203" pitchFamily="34" charset="0"/>
              </a:rPr>
              <a:t>Sunumlarda görsel ve video kullanımının artırılması önerilmektedir.</a:t>
            </a:r>
          </a:p>
        </p:txBody>
      </p:sp>
    </p:spTree>
    <p:extLst>
      <p:ext uri="{BB962C8B-B14F-4D97-AF65-F5344CB8AC3E}">
        <p14:creationId xmlns:p14="http://schemas.microsoft.com/office/powerpoint/2010/main" val="61870084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ech Bubble: Rectangle with Corners Rounded 1">
            <a:extLst>
              <a:ext uri="{FF2B5EF4-FFF2-40B4-BE49-F238E27FC236}">
                <a16:creationId xmlns:a16="http://schemas.microsoft.com/office/drawing/2014/main" id="{CFDE95C6-F6CE-4AAD-A50F-8C9D95E70832}"/>
              </a:ext>
            </a:extLst>
          </p:cNvPr>
          <p:cNvSpPr/>
          <p:nvPr/>
        </p:nvSpPr>
        <p:spPr>
          <a:xfrm>
            <a:off x="8415608" y="2443071"/>
            <a:ext cx="1641516" cy="896463"/>
          </a:xfrm>
          <a:prstGeom prst="wedgeRoundRectCallout">
            <a:avLst>
              <a:gd name="adj1" fmla="val -57952"/>
              <a:gd name="adj2" fmla="val 22964"/>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tr-TR" sz="1100" dirty="0">
                <a:latin typeface="Segoe UI Semibold" panose="020B0702040204020203" pitchFamily="34" charset="0"/>
                <a:cs typeface="Segoe UI Semibold" panose="020B0702040204020203" pitchFamily="34" charset="0"/>
              </a:rPr>
              <a:t>Teşekkürler veya </a:t>
            </a:r>
          </a:p>
          <a:p>
            <a:pPr algn="ctr"/>
            <a:r>
              <a:rPr lang="tr-TR" sz="1100" dirty="0">
                <a:latin typeface="Segoe UI Semibold" panose="020B0702040204020203" pitchFamily="34" charset="0"/>
                <a:cs typeface="Segoe UI Semibold" panose="020B0702040204020203" pitchFamily="34" charset="0"/>
              </a:rPr>
              <a:t>Arz Ederiz seçeneklerinden birisi kullanılmalıdır</a:t>
            </a:r>
            <a:r>
              <a:rPr lang="tr-TR" sz="1100" b="1" dirty="0">
                <a:latin typeface="Segoe UI Semibold" panose="020B0702040204020203" pitchFamily="34" charset="0"/>
                <a:cs typeface="Segoe UI Semibold" panose="020B0702040204020203" pitchFamily="34" charset="0"/>
              </a:rPr>
              <a:t>.</a:t>
            </a:r>
          </a:p>
        </p:txBody>
      </p:sp>
      <p:sp>
        <p:nvSpPr>
          <p:cNvPr id="3" name="Dikdörtgen 10">
            <a:extLst>
              <a:ext uri="{FF2B5EF4-FFF2-40B4-BE49-F238E27FC236}">
                <a16:creationId xmlns:a16="http://schemas.microsoft.com/office/drawing/2014/main" id="{A60DAAB4-D7C7-4D39-B5C0-C991D9698E89}"/>
              </a:ext>
            </a:extLst>
          </p:cNvPr>
          <p:cNvSpPr txBox="1"/>
          <p:nvPr/>
        </p:nvSpPr>
        <p:spPr>
          <a:xfrm>
            <a:off x="3196311" y="2004552"/>
            <a:ext cx="5799378" cy="2660964"/>
          </a:xfrm>
          <a:prstGeom prst="rect">
            <a:avLst/>
          </a:prstGeom>
          <a:noFill/>
        </p:spPr>
        <p:txBody>
          <a:bodyPr wrap="square" lIns="360000" rtlCol="0" anchor="ctr" anchorCtr="0">
            <a:noAutofit/>
          </a:bodyPr>
          <a:lstStyle/>
          <a:p>
            <a:pPr algn="ctr">
              <a:lnSpc>
                <a:spcPts val="4500"/>
              </a:lnSpc>
            </a:pPr>
            <a:r>
              <a:rPr lang="tr-TR" sz="4400" cap="all" dirty="0">
                <a:solidFill>
                  <a:srgbClr val="003087"/>
                </a:solidFill>
                <a:latin typeface="Segoe UI Black" panose="020B0A02040204020203" pitchFamily="34" charset="0"/>
                <a:ea typeface="Segoe UI Black" panose="020B0A02040204020203" pitchFamily="34" charset="0"/>
                <a:cs typeface="Posterama" panose="020B0504020200020000" pitchFamily="34" charset="0"/>
              </a:rPr>
              <a:t>TEŞEKKÜRLER</a:t>
            </a:r>
          </a:p>
        </p:txBody>
      </p:sp>
      <p:grpSp>
        <p:nvGrpSpPr>
          <p:cNvPr id="28" name="Group 27">
            <a:extLst>
              <a:ext uri="{FF2B5EF4-FFF2-40B4-BE49-F238E27FC236}">
                <a16:creationId xmlns:a16="http://schemas.microsoft.com/office/drawing/2014/main" id="{0DC78FF3-615B-4D31-932C-8ACC1FFDB17F}"/>
              </a:ext>
            </a:extLst>
          </p:cNvPr>
          <p:cNvGrpSpPr/>
          <p:nvPr/>
        </p:nvGrpSpPr>
        <p:grpSpPr>
          <a:xfrm>
            <a:off x="2814206" y="5991497"/>
            <a:ext cx="6563587" cy="496389"/>
            <a:chOff x="2814206" y="5991497"/>
            <a:chExt cx="6563587" cy="496389"/>
          </a:xfrm>
        </p:grpSpPr>
        <p:sp>
          <p:nvSpPr>
            <p:cNvPr id="4" name="Rectangle: Rounded Corners 3">
              <a:extLst>
                <a:ext uri="{FF2B5EF4-FFF2-40B4-BE49-F238E27FC236}">
                  <a16:creationId xmlns:a16="http://schemas.microsoft.com/office/drawing/2014/main" id="{327970B7-7EB9-431D-BEED-59F137A6FE21}"/>
                </a:ext>
              </a:extLst>
            </p:cNvPr>
            <p:cNvSpPr/>
            <p:nvPr/>
          </p:nvSpPr>
          <p:spPr>
            <a:xfrm>
              <a:off x="2814206" y="5991497"/>
              <a:ext cx="6435074" cy="496389"/>
            </a:xfrm>
            <a:prstGeom prst="roundRect">
              <a:avLst/>
            </a:prstGeom>
            <a:solidFill>
              <a:srgbClr val="FF5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22">
              <a:extLst>
                <a:ext uri="{FF2B5EF4-FFF2-40B4-BE49-F238E27FC236}">
                  <a16:creationId xmlns:a16="http://schemas.microsoft.com/office/drawing/2014/main" id="{AD2AC26D-DE1A-4CEB-BCA6-276B701657A5}"/>
                </a:ext>
              </a:extLst>
            </p:cNvPr>
            <p:cNvSpPr txBox="1"/>
            <p:nvPr/>
          </p:nvSpPr>
          <p:spPr>
            <a:xfrm>
              <a:off x="3033864" y="6046316"/>
              <a:ext cx="1780820" cy="338554"/>
            </a:xfrm>
            <a:prstGeom prst="rect">
              <a:avLst/>
            </a:prstGeom>
            <a:noFill/>
          </p:spPr>
          <p:txBody>
            <a:bodyPr wrap="square" rtlCol="0">
              <a:spAutoFit/>
            </a:bodyPr>
            <a:lstStyle/>
            <a:p>
              <a:r>
                <a:rPr lang="tr-TR" sz="1600" b="1"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www.aselsan.com</a:t>
              </a:r>
            </a:p>
          </p:txBody>
        </p:sp>
        <p:cxnSp>
          <p:nvCxnSpPr>
            <p:cNvPr id="10" name="Straight Connector 9">
              <a:extLst>
                <a:ext uri="{FF2B5EF4-FFF2-40B4-BE49-F238E27FC236}">
                  <a16:creationId xmlns:a16="http://schemas.microsoft.com/office/drawing/2014/main" id="{CBEF8130-B0F1-45AB-A075-8ACA270B6FDF}"/>
                </a:ext>
              </a:extLst>
            </p:cNvPr>
            <p:cNvCxnSpPr/>
            <p:nvPr/>
          </p:nvCxnSpPr>
          <p:spPr>
            <a:xfrm>
              <a:off x="4804887" y="6124767"/>
              <a:ext cx="0" cy="216000"/>
            </a:xfrm>
            <a:prstGeom prst="line">
              <a:avLst/>
            </a:prstGeom>
            <a:ln>
              <a:solidFill>
                <a:schemeClr val="bg1"/>
              </a:solidFill>
            </a:ln>
          </p:spPr>
          <p:style>
            <a:lnRef idx="3">
              <a:schemeClr val="accent4"/>
            </a:lnRef>
            <a:fillRef idx="0">
              <a:schemeClr val="accent4"/>
            </a:fillRef>
            <a:effectRef idx="2">
              <a:schemeClr val="accent4"/>
            </a:effectRef>
            <a:fontRef idx="minor">
              <a:schemeClr val="tx1"/>
            </a:fontRef>
          </p:style>
        </p:cxnSp>
        <p:pic>
          <p:nvPicPr>
            <p:cNvPr id="24" name="Picture 23">
              <a:extLst>
                <a:ext uri="{FF2B5EF4-FFF2-40B4-BE49-F238E27FC236}">
                  <a16:creationId xmlns:a16="http://schemas.microsoft.com/office/drawing/2014/main" id="{120ACF76-FC65-4512-B95A-C9800745D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2529" y="6115242"/>
              <a:ext cx="232526" cy="217118"/>
            </a:xfrm>
            <a:prstGeom prst="rect">
              <a:avLst/>
            </a:prstGeom>
          </p:spPr>
        </p:pic>
        <p:grpSp>
          <p:nvGrpSpPr>
            <p:cNvPr id="11" name="成组">
              <a:extLst>
                <a:ext uri="{FF2B5EF4-FFF2-40B4-BE49-F238E27FC236}">
                  <a16:creationId xmlns:a16="http://schemas.microsoft.com/office/drawing/2014/main" id="{60F83EC0-E54C-4939-BB0C-095EB427309F}"/>
                </a:ext>
              </a:extLst>
            </p:cNvPr>
            <p:cNvGrpSpPr/>
            <p:nvPr/>
          </p:nvGrpSpPr>
          <p:grpSpPr>
            <a:xfrm>
              <a:off x="5382375" y="6069216"/>
              <a:ext cx="299769" cy="299769"/>
              <a:chOff x="0" y="0"/>
              <a:chExt cx="457200" cy="457200"/>
            </a:xfrm>
          </p:grpSpPr>
          <p:sp>
            <p:nvSpPr>
              <p:cNvPr id="12" name="任意形状 741">
                <a:extLst>
                  <a:ext uri="{FF2B5EF4-FFF2-40B4-BE49-F238E27FC236}">
                    <a16:creationId xmlns:a16="http://schemas.microsoft.com/office/drawing/2014/main" id="{B588F2B4-ECA2-49BB-A64E-148239F23290}"/>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3" name="任意形状 742">
                <a:extLst>
                  <a:ext uri="{FF2B5EF4-FFF2-40B4-BE49-F238E27FC236}">
                    <a16:creationId xmlns:a16="http://schemas.microsoft.com/office/drawing/2014/main" id="{B7F8CFB0-6DDE-4E85-844B-38E2D5BD183A}"/>
                  </a:ext>
                </a:extLst>
              </p:cNvPr>
              <p:cNvSpPr/>
              <p:nvPr/>
            </p:nvSpPr>
            <p:spPr>
              <a:xfrm>
                <a:off x="133350" y="38100"/>
                <a:ext cx="200027" cy="381000"/>
              </a:xfrm>
              <a:custGeom>
                <a:avLst/>
                <a:gdLst/>
                <a:ahLst/>
                <a:cxnLst>
                  <a:cxn ang="0">
                    <a:pos x="wd2" y="hd2"/>
                  </a:cxn>
                  <a:cxn ang="5400000">
                    <a:pos x="wd2" y="hd2"/>
                  </a:cxn>
                  <a:cxn ang="10800000">
                    <a:pos x="wd2" y="hd2"/>
                  </a:cxn>
                  <a:cxn ang="16200000">
                    <a:pos x="wd2" y="hd2"/>
                  </a:cxn>
                </a:cxnLst>
                <a:rect l="0" t="0" r="r" b="b"/>
                <a:pathLst>
                  <a:path w="21600" h="21600" extrusionOk="0">
                    <a:moveTo>
                      <a:pt x="14400" y="12420"/>
                    </a:moveTo>
                    <a:lnTo>
                      <a:pt x="19543" y="12420"/>
                    </a:lnTo>
                    <a:lnTo>
                      <a:pt x="21600" y="8100"/>
                    </a:lnTo>
                    <a:lnTo>
                      <a:pt x="14400" y="8100"/>
                    </a:lnTo>
                    <a:lnTo>
                      <a:pt x="14400" y="5940"/>
                    </a:lnTo>
                    <a:cubicBezTo>
                      <a:pt x="14400" y="4828"/>
                      <a:pt x="14400" y="3780"/>
                      <a:pt x="18514" y="3780"/>
                    </a:cubicBezTo>
                    <a:lnTo>
                      <a:pt x="21600" y="3780"/>
                    </a:lnTo>
                    <a:lnTo>
                      <a:pt x="21600" y="151"/>
                    </a:lnTo>
                    <a:cubicBezTo>
                      <a:pt x="20929" y="105"/>
                      <a:pt x="18397" y="0"/>
                      <a:pt x="15723" y="0"/>
                    </a:cubicBezTo>
                    <a:cubicBezTo>
                      <a:pt x="10138" y="0"/>
                      <a:pt x="6171" y="1790"/>
                      <a:pt x="6171" y="5076"/>
                    </a:cubicBezTo>
                    <a:lnTo>
                      <a:pt x="6171" y="8100"/>
                    </a:lnTo>
                    <a:lnTo>
                      <a:pt x="0" y="8100"/>
                    </a:lnTo>
                    <a:lnTo>
                      <a:pt x="0" y="12420"/>
                    </a:lnTo>
                    <a:lnTo>
                      <a:pt x="6171" y="12420"/>
                    </a:lnTo>
                    <a:lnTo>
                      <a:pt x="6171" y="21600"/>
                    </a:lnTo>
                    <a:lnTo>
                      <a:pt x="14400" y="21600"/>
                    </a:lnTo>
                    <a:lnTo>
                      <a:pt x="14400" y="12420"/>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4" name="成组">
              <a:extLst>
                <a:ext uri="{FF2B5EF4-FFF2-40B4-BE49-F238E27FC236}">
                  <a16:creationId xmlns:a16="http://schemas.microsoft.com/office/drawing/2014/main" id="{CBEFBE6A-608E-4EFC-A897-55949B18421A}"/>
                </a:ext>
              </a:extLst>
            </p:cNvPr>
            <p:cNvGrpSpPr/>
            <p:nvPr/>
          </p:nvGrpSpPr>
          <p:grpSpPr>
            <a:xfrm>
              <a:off x="6239215" y="6054525"/>
              <a:ext cx="342674" cy="342674"/>
              <a:chOff x="0" y="0"/>
              <a:chExt cx="457200" cy="457200"/>
            </a:xfrm>
          </p:grpSpPr>
          <p:sp>
            <p:nvSpPr>
              <p:cNvPr id="15" name="任意形状 780">
                <a:extLst>
                  <a:ext uri="{FF2B5EF4-FFF2-40B4-BE49-F238E27FC236}">
                    <a16:creationId xmlns:a16="http://schemas.microsoft.com/office/drawing/2014/main" id="{9DE2F884-69BF-4C08-BA37-28627F4C82DC}"/>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6" name="任意形状 781">
                <a:extLst>
                  <a:ext uri="{FF2B5EF4-FFF2-40B4-BE49-F238E27FC236}">
                    <a16:creationId xmlns:a16="http://schemas.microsoft.com/office/drawing/2014/main" id="{6B82C8F1-99D8-46D1-AB19-DFAF42942A4B}"/>
                  </a:ext>
                </a:extLst>
              </p:cNvPr>
              <p:cNvSpPr/>
              <p:nvPr/>
            </p:nvSpPr>
            <p:spPr>
              <a:xfrm>
                <a:off x="38100" y="38100"/>
                <a:ext cx="381000" cy="381000"/>
              </a:xfrm>
              <a:custGeom>
                <a:avLst/>
                <a:gdLst/>
                <a:ahLst/>
                <a:cxnLst>
                  <a:cxn ang="0">
                    <a:pos x="wd2" y="hd2"/>
                  </a:cxn>
                  <a:cxn ang="5400000">
                    <a:pos x="wd2" y="hd2"/>
                  </a:cxn>
                  <a:cxn ang="10800000">
                    <a:pos x="wd2" y="hd2"/>
                  </a:cxn>
                  <a:cxn ang="16200000">
                    <a:pos x="wd2" y="hd2"/>
                  </a:cxn>
                </a:cxnLst>
                <a:rect l="0" t="0" r="r" b="b"/>
                <a:pathLst>
                  <a:path w="21600" h="21600" extrusionOk="0">
                    <a:moveTo>
                      <a:pt x="10800" y="7560"/>
                    </a:moveTo>
                    <a:cubicBezTo>
                      <a:pt x="9011" y="7560"/>
                      <a:pt x="7560" y="9011"/>
                      <a:pt x="7560" y="10800"/>
                    </a:cubicBezTo>
                    <a:cubicBezTo>
                      <a:pt x="7560" y="12589"/>
                      <a:pt x="9011" y="14040"/>
                      <a:pt x="10800" y="14040"/>
                    </a:cubicBezTo>
                    <a:cubicBezTo>
                      <a:pt x="12589" y="14040"/>
                      <a:pt x="14040" y="12589"/>
                      <a:pt x="14040" y="10800"/>
                    </a:cubicBezTo>
                    <a:cubicBezTo>
                      <a:pt x="14040" y="9011"/>
                      <a:pt x="12589" y="7560"/>
                      <a:pt x="10800" y="7560"/>
                    </a:cubicBezTo>
                    <a:close/>
                    <a:moveTo>
                      <a:pt x="10800" y="5400"/>
                    </a:moveTo>
                    <a:cubicBezTo>
                      <a:pt x="13782" y="5400"/>
                      <a:pt x="16200" y="7818"/>
                      <a:pt x="16200" y="10800"/>
                    </a:cubicBezTo>
                    <a:cubicBezTo>
                      <a:pt x="16200" y="13782"/>
                      <a:pt x="13782" y="16200"/>
                      <a:pt x="10800" y="16200"/>
                    </a:cubicBezTo>
                    <a:cubicBezTo>
                      <a:pt x="7818" y="16200"/>
                      <a:pt x="5400" y="13782"/>
                      <a:pt x="5400" y="10800"/>
                    </a:cubicBezTo>
                    <a:cubicBezTo>
                      <a:pt x="5400" y="7818"/>
                      <a:pt x="7818" y="5400"/>
                      <a:pt x="10800" y="5400"/>
                    </a:cubicBezTo>
                    <a:close/>
                    <a:moveTo>
                      <a:pt x="17820" y="5130"/>
                    </a:moveTo>
                    <a:cubicBezTo>
                      <a:pt x="17820" y="5876"/>
                      <a:pt x="17216" y="6480"/>
                      <a:pt x="16470" y="6480"/>
                    </a:cubicBezTo>
                    <a:cubicBezTo>
                      <a:pt x="15724" y="6480"/>
                      <a:pt x="15120" y="5876"/>
                      <a:pt x="15120" y="5130"/>
                    </a:cubicBezTo>
                    <a:cubicBezTo>
                      <a:pt x="15120" y="4384"/>
                      <a:pt x="15724" y="3780"/>
                      <a:pt x="16470" y="3780"/>
                    </a:cubicBezTo>
                    <a:cubicBezTo>
                      <a:pt x="17216" y="3780"/>
                      <a:pt x="17820" y="4384"/>
                      <a:pt x="17820" y="5130"/>
                    </a:cubicBezTo>
                    <a:close/>
                    <a:moveTo>
                      <a:pt x="10800" y="2160"/>
                    </a:moveTo>
                    <a:cubicBezTo>
                      <a:pt x="8128" y="2160"/>
                      <a:pt x="7692" y="2168"/>
                      <a:pt x="6449" y="2223"/>
                    </a:cubicBezTo>
                    <a:cubicBezTo>
                      <a:pt x="5602" y="2263"/>
                      <a:pt x="5034" y="2376"/>
                      <a:pt x="4507" y="2581"/>
                    </a:cubicBezTo>
                    <a:cubicBezTo>
                      <a:pt x="4038" y="2763"/>
                      <a:pt x="3700" y="2980"/>
                      <a:pt x="3340" y="3340"/>
                    </a:cubicBezTo>
                    <a:cubicBezTo>
                      <a:pt x="3002" y="3667"/>
                      <a:pt x="2742" y="4066"/>
                      <a:pt x="2580" y="4507"/>
                    </a:cubicBezTo>
                    <a:cubicBezTo>
                      <a:pt x="2375" y="5036"/>
                      <a:pt x="2261" y="5603"/>
                      <a:pt x="2223" y="6449"/>
                    </a:cubicBezTo>
                    <a:cubicBezTo>
                      <a:pt x="2166" y="7641"/>
                      <a:pt x="2160" y="8058"/>
                      <a:pt x="2160" y="10800"/>
                    </a:cubicBezTo>
                    <a:cubicBezTo>
                      <a:pt x="2160" y="13472"/>
                      <a:pt x="2168" y="13908"/>
                      <a:pt x="2223" y="15151"/>
                    </a:cubicBezTo>
                    <a:cubicBezTo>
                      <a:pt x="2263" y="15997"/>
                      <a:pt x="2376" y="16566"/>
                      <a:pt x="2580" y="17092"/>
                    </a:cubicBezTo>
                    <a:cubicBezTo>
                      <a:pt x="2764" y="17562"/>
                      <a:pt x="2980" y="17900"/>
                      <a:pt x="3338" y="18259"/>
                    </a:cubicBezTo>
                    <a:cubicBezTo>
                      <a:pt x="3702" y="18621"/>
                      <a:pt x="4040" y="18838"/>
                      <a:pt x="4505" y="19018"/>
                    </a:cubicBezTo>
                    <a:cubicBezTo>
                      <a:pt x="5038" y="19224"/>
                      <a:pt x="5606" y="19339"/>
                      <a:pt x="6449" y="19377"/>
                    </a:cubicBezTo>
                    <a:cubicBezTo>
                      <a:pt x="7641" y="19434"/>
                      <a:pt x="8058" y="19440"/>
                      <a:pt x="10800" y="19440"/>
                    </a:cubicBezTo>
                    <a:cubicBezTo>
                      <a:pt x="13472" y="19440"/>
                      <a:pt x="13908" y="19432"/>
                      <a:pt x="15151" y="19377"/>
                    </a:cubicBezTo>
                    <a:cubicBezTo>
                      <a:pt x="15996" y="19337"/>
                      <a:pt x="16565" y="19224"/>
                      <a:pt x="17092" y="19020"/>
                    </a:cubicBezTo>
                    <a:cubicBezTo>
                      <a:pt x="17560" y="18837"/>
                      <a:pt x="17900" y="18620"/>
                      <a:pt x="18259" y="18262"/>
                    </a:cubicBezTo>
                    <a:cubicBezTo>
                      <a:pt x="18622" y="17898"/>
                      <a:pt x="18840" y="17560"/>
                      <a:pt x="19019" y="17095"/>
                    </a:cubicBezTo>
                    <a:cubicBezTo>
                      <a:pt x="19224" y="16563"/>
                      <a:pt x="19339" y="15994"/>
                      <a:pt x="19377" y="15151"/>
                    </a:cubicBezTo>
                    <a:cubicBezTo>
                      <a:pt x="19434" y="13959"/>
                      <a:pt x="19440" y="13542"/>
                      <a:pt x="19440" y="10800"/>
                    </a:cubicBezTo>
                    <a:cubicBezTo>
                      <a:pt x="19440" y="8128"/>
                      <a:pt x="19432" y="7692"/>
                      <a:pt x="19377" y="6449"/>
                    </a:cubicBezTo>
                    <a:cubicBezTo>
                      <a:pt x="19337" y="5604"/>
                      <a:pt x="19224" y="5034"/>
                      <a:pt x="19019" y="4507"/>
                    </a:cubicBezTo>
                    <a:cubicBezTo>
                      <a:pt x="18856" y="4066"/>
                      <a:pt x="18597" y="3668"/>
                      <a:pt x="18260" y="3340"/>
                    </a:cubicBezTo>
                    <a:cubicBezTo>
                      <a:pt x="17933" y="3002"/>
                      <a:pt x="17534" y="2742"/>
                      <a:pt x="17093" y="2580"/>
                    </a:cubicBezTo>
                    <a:cubicBezTo>
                      <a:pt x="16564" y="2375"/>
                      <a:pt x="15996" y="2261"/>
                      <a:pt x="15151" y="2223"/>
                    </a:cubicBezTo>
                    <a:cubicBezTo>
                      <a:pt x="13959" y="2166"/>
                      <a:pt x="13542" y="2160"/>
                      <a:pt x="10800" y="2160"/>
                    </a:cubicBezTo>
                    <a:close/>
                    <a:moveTo>
                      <a:pt x="10800" y="0"/>
                    </a:moveTo>
                    <a:cubicBezTo>
                      <a:pt x="13734" y="0"/>
                      <a:pt x="14100" y="11"/>
                      <a:pt x="15252" y="65"/>
                    </a:cubicBezTo>
                    <a:cubicBezTo>
                      <a:pt x="16402" y="119"/>
                      <a:pt x="17185" y="299"/>
                      <a:pt x="17874" y="567"/>
                    </a:cubicBezTo>
                    <a:cubicBezTo>
                      <a:pt x="18587" y="841"/>
                      <a:pt x="19187" y="1213"/>
                      <a:pt x="19788" y="1812"/>
                    </a:cubicBezTo>
                    <a:cubicBezTo>
                      <a:pt x="20337" y="2352"/>
                      <a:pt x="20762" y="3005"/>
                      <a:pt x="21033" y="3726"/>
                    </a:cubicBezTo>
                    <a:cubicBezTo>
                      <a:pt x="21300" y="4414"/>
                      <a:pt x="21481" y="5198"/>
                      <a:pt x="21535" y="6348"/>
                    </a:cubicBezTo>
                    <a:cubicBezTo>
                      <a:pt x="21586" y="7500"/>
                      <a:pt x="21600" y="7866"/>
                      <a:pt x="21600" y="10800"/>
                    </a:cubicBezTo>
                    <a:cubicBezTo>
                      <a:pt x="21600" y="13734"/>
                      <a:pt x="21589" y="14100"/>
                      <a:pt x="21535" y="15252"/>
                    </a:cubicBezTo>
                    <a:cubicBezTo>
                      <a:pt x="21481" y="16402"/>
                      <a:pt x="21300" y="17185"/>
                      <a:pt x="21033" y="17874"/>
                    </a:cubicBezTo>
                    <a:cubicBezTo>
                      <a:pt x="20763" y="18595"/>
                      <a:pt x="20338" y="19248"/>
                      <a:pt x="19788" y="19788"/>
                    </a:cubicBezTo>
                    <a:cubicBezTo>
                      <a:pt x="19248" y="20337"/>
                      <a:pt x="18595" y="20762"/>
                      <a:pt x="17874" y="21033"/>
                    </a:cubicBezTo>
                    <a:cubicBezTo>
                      <a:pt x="17186" y="21300"/>
                      <a:pt x="16402" y="21481"/>
                      <a:pt x="15252" y="21535"/>
                    </a:cubicBezTo>
                    <a:cubicBezTo>
                      <a:pt x="14100" y="21586"/>
                      <a:pt x="13734" y="21600"/>
                      <a:pt x="10800" y="21600"/>
                    </a:cubicBezTo>
                    <a:cubicBezTo>
                      <a:pt x="7866" y="21600"/>
                      <a:pt x="7500" y="21589"/>
                      <a:pt x="6348" y="21535"/>
                    </a:cubicBezTo>
                    <a:cubicBezTo>
                      <a:pt x="5198" y="21481"/>
                      <a:pt x="4415" y="21300"/>
                      <a:pt x="3726" y="21033"/>
                    </a:cubicBezTo>
                    <a:cubicBezTo>
                      <a:pt x="3005" y="20762"/>
                      <a:pt x="2352" y="20337"/>
                      <a:pt x="1812" y="19788"/>
                    </a:cubicBezTo>
                    <a:cubicBezTo>
                      <a:pt x="1263" y="19248"/>
                      <a:pt x="838" y="18595"/>
                      <a:pt x="567" y="17874"/>
                    </a:cubicBezTo>
                    <a:cubicBezTo>
                      <a:pt x="299" y="17186"/>
                      <a:pt x="119" y="16402"/>
                      <a:pt x="65" y="15252"/>
                    </a:cubicBezTo>
                    <a:cubicBezTo>
                      <a:pt x="14" y="14100"/>
                      <a:pt x="0" y="13734"/>
                      <a:pt x="0" y="10800"/>
                    </a:cubicBezTo>
                    <a:cubicBezTo>
                      <a:pt x="0" y="7866"/>
                      <a:pt x="11" y="7500"/>
                      <a:pt x="65" y="6348"/>
                    </a:cubicBezTo>
                    <a:cubicBezTo>
                      <a:pt x="119" y="5197"/>
                      <a:pt x="299" y="4415"/>
                      <a:pt x="567" y="3726"/>
                    </a:cubicBezTo>
                    <a:cubicBezTo>
                      <a:pt x="837" y="3005"/>
                      <a:pt x="1262" y="2352"/>
                      <a:pt x="1812" y="1812"/>
                    </a:cubicBezTo>
                    <a:cubicBezTo>
                      <a:pt x="2352" y="1263"/>
                      <a:pt x="3005" y="838"/>
                      <a:pt x="3726" y="567"/>
                    </a:cubicBezTo>
                    <a:cubicBezTo>
                      <a:pt x="4415" y="299"/>
                      <a:pt x="5197" y="119"/>
                      <a:pt x="6348" y="65"/>
                    </a:cubicBezTo>
                    <a:cubicBezTo>
                      <a:pt x="7500" y="14"/>
                      <a:pt x="7866" y="0"/>
                      <a:pt x="10800" y="0"/>
                    </a:cubicBez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7" name="成组">
              <a:extLst>
                <a:ext uri="{FF2B5EF4-FFF2-40B4-BE49-F238E27FC236}">
                  <a16:creationId xmlns:a16="http://schemas.microsoft.com/office/drawing/2014/main" id="{FC31723D-28CC-4550-B846-02F84D98A140}"/>
                </a:ext>
              </a:extLst>
            </p:cNvPr>
            <p:cNvGrpSpPr/>
            <p:nvPr/>
          </p:nvGrpSpPr>
          <p:grpSpPr>
            <a:xfrm>
              <a:off x="5789464" y="6048085"/>
              <a:ext cx="338555" cy="338555"/>
              <a:chOff x="0" y="0"/>
              <a:chExt cx="457200" cy="457200"/>
            </a:xfrm>
          </p:grpSpPr>
          <p:sp>
            <p:nvSpPr>
              <p:cNvPr id="18" name="任意形状 801">
                <a:extLst>
                  <a:ext uri="{FF2B5EF4-FFF2-40B4-BE49-F238E27FC236}">
                    <a16:creationId xmlns:a16="http://schemas.microsoft.com/office/drawing/2014/main" id="{11DFE674-8B96-4ACE-98B6-587213F72CD8}"/>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9" name="任意形状 802">
                <a:extLst>
                  <a:ext uri="{FF2B5EF4-FFF2-40B4-BE49-F238E27FC236}">
                    <a16:creationId xmlns:a16="http://schemas.microsoft.com/office/drawing/2014/main" id="{76033BCF-7D42-441A-871C-81671DB7C658}"/>
                  </a:ext>
                </a:extLst>
              </p:cNvPr>
              <p:cNvSpPr/>
              <p:nvPr/>
            </p:nvSpPr>
            <p:spPr>
              <a:xfrm>
                <a:off x="56005" y="57130"/>
                <a:ext cx="363095" cy="342921"/>
              </a:xfrm>
              <a:custGeom>
                <a:avLst/>
                <a:gdLst/>
                <a:ahLst/>
                <a:cxnLst>
                  <a:cxn ang="0">
                    <a:pos x="wd2" y="hd2"/>
                  </a:cxn>
                  <a:cxn ang="5400000">
                    <a:pos x="wd2" y="hd2"/>
                  </a:cxn>
                  <a:cxn ang="10800000">
                    <a:pos x="wd2" y="hd2"/>
                  </a:cxn>
                  <a:cxn ang="16200000">
                    <a:pos x="wd2" y="hd2"/>
                  </a:cxn>
                </a:cxnLst>
                <a:rect l="0" t="0" r="r" b="b"/>
                <a:pathLst>
                  <a:path w="21599" h="21599" extrusionOk="0">
                    <a:moveTo>
                      <a:pt x="4533" y="2401"/>
                    </a:moveTo>
                    <a:cubicBezTo>
                      <a:pt x="4532" y="3726"/>
                      <a:pt x="3517" y="4800"/>
                      <a:pt x="2265" y="4799"/>
                    </a:cubicBezTo>
                    <a:cubicBezTo>
                      <a:pt x="1013" y="4799"/>
                      <a:pt x="-1" y="3724"/>
                      <a:pt x="0" y="2398"/>
                    </a:cubicBezTo>
                    <a:cubicBezTo>
                      <a:pt x="0" y="1073"/>
                      <a:pt x="1016" y="-1"/>
                      <a:pt x="2267" y="0"/>
                    </a:cubicBezTo>
                    <a:cubicBezTo>
                      <a:pt x="3519" y="0"/>
                      <a:pt x="4533" y="1075"/>
                      <a:pt x="4533" y="2401"/>
                    </a:cubicBezTo>
                    <a:close/>
                    <a:moveTo>
                      <a:pt x="4601" y="6576"/>
                    </a:moveTo>
                    <a:lnTo>
                      <a:pt x="68" y="6576"/>
                    </a:lnTo>
                    <a:lnTo>
                      <a:pt x="68" y="21599"/>
                    </a:lnTo>
                    <a:lnTo>
                      <a:pt x="4601" y="21599"/>
                    </a:lnTo>
                    <a:lnTo>
                      <a:pt x="4601" y="6576"/>
                    </a:lnTo>
                    <a:close/>
                    <a:moveTo>
                      <a:pt x="11763" y="6576"/>
                    </a:moveTo>
                    <a:lnTo>
                      <a:pt x="7252" y="6576"/>
                    </a:lnTo>
                    <a:lnTo>
                      <a:pt x="7252" y="21599"/>
                    </a:lnTo>
                    <a:lnTo>
                      <a:pt x="11717" y="21599"/>
                    </a:lnTo>
                    <a:lnTo>
                      <a:pt x="11717" y="13716"/>
                    </a:lnTo>
                    <a:cubicBezTo>
                      <a:pt x="11717" y="9324"/>
                      <a:pt x="17123" y="8916"/>
                      <a:pt x="17123" y="13716"/>
                    </a:cubicBezTo>
                    <a:lnTo>
                      <a:pt x="17123" y="21599"/>
                    </a:lnTo>
                    <a:lnTo>
                      <a:pt x="21599" y="21599"/>
                    </a:lnTo>
                    <a:lnTo>
                      <a:pt x="21599" y="12084"/>
                    </a:lnTo>
                    <a:cubicBezTo>
                      <a:pt x="21599" y="4680"/>
                      <a:pt x="13598" y="4956"/>
                      <a:pt x="11717" y="8592"/>
                    </a:cubicBezTo>
                    <a:lnTo>
                      <a:pt x="11763" y="6576"/>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20" name="成组">
              <a:extLst>
                <a:ext uri="{FF2B5EF4-FFF2-40B4-BE49-F238E27FC236}">
                  <a16:creationId xmlns:a16="http://schemas.microsoft.com/office/drawing/2014/main" id="{B63B867D-5FC1-48FB-A286-ECD16B6A7598}"/>
                </a:ext>
              </a:extLst>
            </p:cNvPr>
            <p:cNvGrpSpPr/>
            <p:nvPr/>
          </p:nvGrpSpPr>
          <p:grpSpPr>
            <a:xfrm>
              <a:off x="7636350" y="6054524"/>
              <a:ext cx="338555" cy="338555"/>
              <a:chOff x="0" y="0"/>
              <a:chExt cx="457200" cy="457200"/>
            </a:xfrm>
          </p:grpSpPr>
          <p:sp>
            <p:nvSpPr>
              <p:cNvPr id="21" name="任意形状 948">
                <a:extLst>
                  <a:ext uri="{FF2B5EF4-FFF2-40B4-BE49-F238E27FC236}">
                    <a16:creationId xmlns:a16="http://schemas.microsoft.com/office/drawing/2014/main" id="{1A83EFD6-C859-41C3-9A3F-4905AB36368B}"/>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22" name="任意形状 949">
                <a:extLst>
                  <a:ext uri="{FF2B5EF4-FFF2-40B4-BE49-F238E27FC236}">
                    <a16:creationId xmlns:a16="http://schemas.microsoft.com/office/drawing/2014/main" id="{3D671CC7-A4CA-428D-B847-0BB65DA92B29}"/>
                  </a:ext>
                </a:extLst>
              </p:cNvPr>
              <p:cNvSpPr/>
              <p:nvPr/>
            </p:nvSpPr>
            <p:spPr>
              <a:xfrm>
                <a:off x="38100" y="76200"/>
                <a:ext cx="381000" cy="304800"/>
              </a:xfrm>
              <a:custGeom>
                <a:avLst/>
                <a:gdLst/>
                <a:ahLst/>
                <a:cxnLst>
                  <a:cxn ang="0">
                    <a:pos x="wd2" y="hd2"/>
                  </a:cxn>
                  <a:cxn ang="5400000">
                    <a:pos x="wd2" y="hd2"/>
                  </a:cxn>
                  <a:cxn ang="10800000">
                    <a:pos x="wd2" y="hd2"/>
                  </a:cxn>
                  <a:cxn ang="16200000">
                    <a:pos x="wd2" y="hd2"/>
                  </a:cxn>
                </a:cxnLst>
                <a:rect l="0" t="0" r="r" b="b"/>
                <a:pathLst>
                  <a:path w="21600" h="21600" extrusionOk="0">
                    <a:moveTo>
                      <a:pt x="19014" y="4043"/>
                    </a:moveTo>
                    <a:cubicBezTo>
                      <a:pt x="18932" y="3641"/>
                      <a:pt x="18699" y="3337"/>
                      <a:pt x="18432" y="3244"/>
                    </a:cubicBezTo>
                    <a:cubicBezTo>
                      <a:pt x="17960" y="3078"/>
                      <a:pt x="15660" y="2700"/>
                      <a:pt x="10800" y="2700"/>
                    </a:cubicBezTo>
                    <a:cubicBezTo>
                      <a:pt x="5940" y="2700"/>
                      <a:pt x="3642" y="3078"/>
                      <a:pt x="3166" y="3244"/>
                    </a:cubicBezTo>
                    <a:cubicBezTo>
                      <a:pt x="2902" y="3336"/>
                      <a:pt x="2669" y="3640"/>
                      <a:pt x="2586" y="4043"/>
                    </a:cubicBezTo>
                    <a:cubicBezTo>
                      <a:pt x="2468" y="4616"/>
                      <a:pt x="2160" y="7015"/>
                      <a:pt x="2160" y="10800"/>
                    </a:cubicBezTo>
                    <a:cubicBezTo>
                      <a:pt x="2160" y="14585"/>
                      <a:pt x="2468" y="16983"/>
                      <a:pt x="2586" y="17558"/>
                    </a:cubicBezTo>
                    <a:cubicBezTo>
                      <a:pt x="2668" y="17959"/>
                      <a:pt x="2901" y="18263"/>
                      <a:pt x="3167" y="18355"/>
                    </a:cubicBezTo>
                    <a:cubicBezTo>
                      <a:pt x="3642" y="18522"/>
                      <a:pt x="5940" y="18900"/>
                      <a:pt x="10800" y="18900"/>
                    </a:cubicBezTo>
                    <a:cubicBezTo>
                      <a:pt x="15660" y="18900"/>
                      <a:pt x="17959" y="18522"/>
                      <a:pt x="18434" y="18356"/>
                    </a:cubicBezTo>
                    <a:cubicBezTo>
                      <a:pt x="18698" y="18264"/>
                      <a:pt x="18931" y="17960"/>
                      <a:pt x="19014" y="17557"/>
                    </a:cubicBezTo>
                    <a:cubicBezTo>
                      <a:pt x="19132" y="16984"/>
                      <a:pt x="19440" y="14580"/>
                      <a:pt x="19440" y="10800"/>
                    </a:cubicBezTo>
                    <a:cubicBezTo>
                      <a:pt x="19440" y="7020"/>
                      <a:pt x="19132" y="4617"/>
                      <a:pt x="19014" y="4043"/>
                    </a:cubicBezTo>
                    <a:close/>
                    <a:moveTo>
                      <a:pt x="21106" y="3372"/>
                    </a:moveTo>
                    <a:cubicBezTo>
                      <a:pt x="21600" y="5778"/>
                      <a:pt x="21600" y="10800"/>
                      <a:pt x="21600" y="10800"/>
                    </a:cubicBezTo>
                    <a:cubicBezTo>
                      <a:pt x="21600" y="10800"/>
                      <a:pt x="21600" y="15822"/>
                      <a:pt x="21106" y="18228"/>
                    </a:cubicBezTo>
                    <a:cubicBezTo>
                      <a:pt x="20832" y="19557"/>
                      <a:pt x="20030" y="20604"/>
                      <a:pt x="19013" y="20957"/>
                    </a:cubicBezTo>
                    <a:cubicBezTo>
                      <a:pt x="17168" y="21600"/>
                      <a:pt x="10800" y="21600"/>
                      <a:pt x="10800" y="21600"/>
                    </a:cubicBezTo>
                    <a:cubicBezTo>
                      <a:pt x="10800" y="21600"/>
                      <a:pt x="4436" y="21600"/>
                      <a:pt x="2587" y="20957"/>
                    </a:cubicBezTo>
                    <a:cubicBezTo>
                      <a:pt x="1566" y="20598"/>
                      <a:pt x="765" y="19553"/>
                      <a:pt x="494" y="18228"/>
                    </a:cubicBezTo>
                    <a:cubicBezTo>
                      <a:pt x="0" y="15822"/>
                      <a:pt x="0" y="10800"/>
                      <a:pt x="0" y="10800"/>
                    </a:cubicBezTo>
                    <a:cubicBezTo>
                      <a:pt x="0" y="10800"/>
                      <a:pt x="0" y="5778"/>
                      <a:pt x="494" y="3372"/>
                    </a:cubicBezTo>
                    <a:cubicBezTo>
                      <a:pt x="768" y="2043"/>
                      <a:pt x="1570" y="996"/>
                      <a:pt x="2587" y="643"/>
                    </a:cubicBezTo>
                    <a:cubicBezTo>
                      <a:pt x="4436" y="0"/>
                      <a:pt x="10800" y="0"/>
                      <a:pt x="10800" y="0"/>
                    </a:cubicBezTo>
                    <a:cubicBezTo>
                      <a:pt x="10800" y="0"/>
                      <a:pt x="17168" y="0"/>
                      <a:pt x="19013" y="643"/>
                    </a:cubicBezTo>
                    <a:cubicBezTo>
                      <a:pt x="20034" y="1002"/>
                      <a:pt x="20835" y="2047"/>
                      <a:pt x="21106" y="3372"/>
                    </a:cubicBezTo>
                    <a:close/>
                    <a:moveTo>
                      <a:pt x="8640" y="15525"/>
                    </a:moveTo>
                    <a:lnTo>
                      <a:pt x="8640" y="6075"/>
                    </a:lnTo>
                    <a:lnTo>
                      <a:pt x="15120" y="10800"/>
                    </a:lnTo>
                    <a:lnTo>
                      <a:pt x="8640" y="15525"/>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sp>
          <p:nvSpPr>
            <p:cNvPr id="25" name="Metin kutusu 22">
              <a:extLst>
                <a:ext uri="{FF2B5EF4-FFF2-40B4-BE49-F238E27FC236}">
                  <a16:creationId xmlns:a16="http://schemas.microsoft.com/office/drawing/2014/main" id="{C748A148-B949-4311-A66B-8EC60E011977}"/>
                </a:ext>
              </a:extLst>
            </p:cNvPr>
            <p:cNvSpPr txBox="1"/>
            <p:nvPr/>
          </p:nvSpPr>
          <p:spPr>
            <a:xfrm>
              <a:off x="6597611" y="6044369"/>
              <a:ext cx="1158646"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sp>
          <p:nvSpPr>
            <p:cNvPr id="26" name="Metin kutusu 22">
              <a:extLst>
                <a:ext uri="{FF2B5EF4-FFF2-40B4-BE49-F238E27FC236}">
                  <a16:creationId xmlns:a16="http://schemas.microsoft.com/office/drawing/2014/main" id="{7BA1B2C0-BDF4-4CE1-B2A8-469125958CF8}"/>
                </a:ext>
              </a:extLst>
            </p:cNvPr>
            <p:cNvSpPr txBox="1"/>
            <p:nvPr/>
          </p:nvSpPr>
          <p:spPr>
            <a:xfrm>
              <a:off x="7935260" y="6044369"/>
              <a:ext cx="1442533"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aselsantv</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grpSp>
    </p:spTree>
    <p:extLst>
      <p:ext uri="{BB962C8B-B14F-4D97-AF65-F5344CB8AC3E}">
        <p14:creationId xmlns:p14="http://schemas.microsoft.com/office/powerpoint/2010/main" val="16560051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8681;p68">
            <a:extLst>
              <a:ext uri="{FF2B5EF4-FFF2-40B4-BE49-F238E27FC236}">
                <a16:creationId xmlns:a16="http://schemas.microsoft.com/office/drawing/2014/main" id="{01492C09-7285-4351-B550-021707AD4289}"/>
              </a:ext>
            </a:extLst>
          </p:cNvPr>
          <p:cNvGrpSpPr/>
          <p:nvPr/>
        </p:nvGrpSpPr>
        <p:grpSpPr>
          <a:xfrm>
            <a:off x="526638" y="4139747"/>
            <a:ext cx="229399" cy="225777"/>
            <a:chOff x="683125" y="1955275"/>
            <a:chExt cx="299325" cy="294600"/>
          </a:xfrm>
          <a:solidFill>
            <a:schemeClr val="tx1"/>
          </a:solidFill>
        </p:grpSpPr>
        <p:sp>
          <p:nvSpPr>
            <p:cNvPr id="164" name="Google Shape;8682;p68">
              <a:extLst>
                <a:ext uri="{FF2B5EF4-FFF2-40B4-BE49-F238E27FC236}">
                  <a16:creationId xmlns:a16="http://schemas.microsoft.com/office/drawing/2014/main" id="{0B0D0282-8ACB-4E43-8063-A8E4AF290AA0}"/>
                </a:ext>
              </a:extLst>
            </p:cNvPr>
            <p:cNvSpPr/>
            <p:nvPr/>
          </p:nvSpPr>
          <p:spPr>
            <a:xfrm>
              <a:off x="876875" y="1989925"/>
              <a:ext cx="52800" cy="63825"/>
            </a:xfrm>
            <a:custGeom>
              <a:avLst/>
              <a:gdLst/>
              <a:ahLst/>
              <a:cxnLst/>
              <a:rect l="l" t="t" r="r" b="b"/>
              <a:pathLst>
                <a:path w="2112" h="2553" extrusionOk="0">
                  <a:moveTo>
                    <a:pt x="1072" y="0"/>
                  </a:moveTo>
                  <a:cubicBezTo>
                    <a:pt x="473" y="0"/>
                    <a:pt x="64" y="473"/>
                    <a:pt x="64" y="1009"/>
                  </a:cubicBezTo>
                  <a:cubicBezTo>
                    <a:pt x="1" y="1229"/>
                    <a:pt x="158" y="1324"/>
                    <a:pt x="379" y="1324"/>
                  </a:cubicBezTo>
                  <a:cubicBezTo>
                    <a:pt x="568" y="1324"/>
                    <a:pt x="725" y="1166"/>
                    <a:pt x="725" y="977"/>
                  </a:cubicBezTo>
                  <a:cubicBezTo>
                    <a:pt x="725" y="788"/>
                    <a:pt x="883" y="631"/>
                    <a:pt x="1072" y="631"/>
                  </a:cubicBezTo>
                  <a:cubicBezTo>
                    <a:pt x="1261" y="631"/>
                    <a:pt x="1418" y="788"/>
                    <a:pt x="1418" y="977"/>
                  </a:cubicBezTo>
                  <a:cubicBezTo>
                    <a:pt x="1418" y="1103"/>
                    <a:pt x="1355" y="1198"/>
                    <a:pt x="1229" y="1292"/>
                  </a:cubicBezTo>
                  <a:cubicBezTo>
                    <a:pt x="914" y="1450"/>
                    <a:pt x="725" y="1796"/>
                    <a:pt x="725" y="2206"/>
                  </a:cubicBezTo>
                  <a:cubicBezTo>
                    <a:pt x="725" y="2395"/>
                    <a:pt x="883" y="2552"/>
                    <a:pt x="1072" y="2552"/>
                  </a:cubicBezTo>
                  <a:cubicBezTo>
                    <a:pt x="1261" y="2552"/>
                    <a:pt x="1418" y="2395"/>
                    <a:pt x="1418" y="2206"/>
                  </a:cubicBezTo>
                  <a:cubicBezTo>
                    <a:pt x="1418" y="2080"/>
                    <a:pt x="1481" y="1954"/>
                    <a:pt x="1544" y="1922"/>
                  </a:cubicBezTo>
                  <a:cubicBezTo>
                    <a:pt x="1891" y="1733"/>
                    <a:pt x="2111" y="1355"/>
                    <a:pt x="2111" y="1009"/>
                  </a:cubicBezTo>
                  <a:cubicBezTo>
                    <a:pt x="2111" y="410"/>
                    <a:pt x="1639"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165" name="Google Shape;8683;p68">
              <a:extLst>
                <a:ext uri="{FF2B5EF4-FFF2-40B4-BE49-F238E27FC236}">
                  <a16:creationId xmlns:a16="http://schemas.microsoft.com/office/drawing/2014/main" id="{86C6500D-5AE6-4915-AEA2-71ED76F406F6}"/>
                </a:ext>
              </a:extLst>
            </p:cNvPr>
            <p:cNvSpPr/>
            <p:nvPr/>
          </p:nvSpPr>
          <p:spPr>
            <a:xfrm>
              <a:off x="683125" y="2058450"/>
              <a:ext cx="159900" cy="191425"/>
            </a:xfrm>
            <a:custGeom>
              <a:avLst/>
              <a:gdLst/>
              <a:ahLst/>
              <a:cxnLst/>
              <a:rect l="l" t="t" r="r" b="b"/>
              <a:pathLst>
                <a:path w="6396" h="7657" extrusionOk="0">
                  <a:moveTo>
                    <a:pt x="3245" y="693"/>
                  </a:moveTo>
                  <a:cubicBezTo>
                    <a:pt x="3812" y="693"/>
                    <a:pt x="4285" y="1166"/>
                    <a:pt x="4285" y="1702"/>
                  </a:cubicBezTo>
                  <a:cubicBezTo>
                    <a:pt x="4285" y="2269"/>
                    <a:pt x="3812" y="2710"/>
                    <a:pt x="3245" y="2710"/>
                  </a:cubicBezTo>
                  <a:cubicBezTo>
                    <a:pt x="2647" y="2710"/>
                    <a:pt x="2174" y="2269"/>
                    <a:pt x="2174" y="1702"/>
                  </a:cubicBezTo>
                  <a:cubicBezTo>
                    <a:pt x="2174" y="1166"/>
                    <a:pt x="2678" y="693"/>
                    <a:pt x="3245" y="693"/>
                  </a:cubicBezTo>
                  <a:close/>
                  <a:moveTo>
                    <a:pt x="3245" y="3434"/>
                  </a:moveTo>
                  <a:cubicBezTo>
                    <a:pt x="4569" y="3434"/>
                    <a:pt x="5671" y="4537"/>
                    <a:pt x="5671" y="5892"/>
                  </a:cubicBezTo>
                  <a:lnTo>
                    <a:pt x="5671" y="6994"/>
                  </a:lnTo>
                  <a:lnTo>
                    <a:pt x="788" y="6994"/>
                  </a:lnTo>
                  <a:lnTo>
                    <a:pt x="788" y="5892"/>
                  </a:lnTo>
                  <a:cubicBezTo>
                    <a:pt x="788" y="4537"/>
                    <a:pt x="1891" y="3434"/>
                    <a:pt x="3245" y="3434"/>
                  </a:cubicBezTo>
                  <a:close/>
                  <a:moveTo>
                    <a:pt x="3182" y="0"/>
                  </a:moveTo>
                  <a:cubicBezTo>
                    <a:pt x="2237" y="0"/>
                    <a:pt x="1418" y="788"/>
                    <a:pt x="1418" y="1733"/>
                  </a:cubicBezTo>
                  <a:cubicBezTo>
                    <a:pt x="1418" y="2206"/>
                    <a:pt x="1607" y="2678"/>
                    <a:pt x="1985" y="2993"/>
                  </a:cubicBezTo>
                  <a:cubicBezTo>
                    <a:pt x="819" y="3466"/>
                    <a:pt x="0" y="4569"/>
                    <a:pt x="0" y="5892"/>
                  </a:cubicBezTo>
                  <a:lnTo>
                    <a:pt x="0" y="7309"/>
                  </a:lnTo>
                  <a:cubicBezTo>
                    <a:pt x="126" y="7499"/>
                    <a:pt x="284" y="7656"/>
                    <a:pt x="441" y="7656"/>
                  </a:cubicBezTo>
                  <a:lnTo>
                    <a:pt x="6018" y="7656"/>
                  </a:lnTo>
                  <a:cubicBezTo>
                    <a:pt x="6238" y="7656"/>
                    <a:pt x="6396" y="7499"/>
                    <a:pt x="6396" y="7309"/>
                  </a:cubicBezTo>
                  <a:lnTo>
                    <a:pt x="6396" y="5892"/>
                  </a:lnTo>
                  <a:cubicBezTo>
                    <a:pt x="6396" y="4569"/>
                    <a:pt x="5545" y="3466"/>
                    <a:pt x="4411" y="2993"/>
                  </a:cubicBezTo>
                  <a:cubicBezTo>
                    <a:pt x="4758" y="2647"/>
                    <a:pt x="4978" y="2206"/>
                    <a:pt x="4978" y="1733"/>
                  </a:cubicBezTo>
                  <a:cubicBezTo>
                    <a:pt x="4978" y="788"/>
                    <a:pt x="4190" y="0"/>
                    <a:pt x="3182" y="0"/>
                  </a:cubicBezTo>
                  <a:close/>
                </a:path>
              </a:pathLst>
            </a:custGeom>
            <a:grpFill/>
            <a:ln>
              <a:noFill/>
            </a:ln>
          </p:spPr>
          <p:txBody>
            <a:bodyPr spcFirstLastPara="1" wrap="square" lIns="62728" tIns="62728" rIns="62728" bIns="62728" anchor="ctr" anchorCtr="0">
              <a:noAutofit/>
            </a:bodyPr>
            <a:lstStyle/>
            <a:p>
              <a:endParaRPr sz="764"/>
            </a:p>
          </p:txBody>
        </p:sp>
        <p:sp>
          <p:nvSpPr>
            <p:cNvPr id="166" name="Google Shape;8684;p68">
              <a:extLst>
                <a:ext uri="{FF2B5EF4-FFF2-40B4-BE49-F238E27FC236}">
                  <a16:creationId xmlns:a16="http://schemas.microsoft.com/office/drawing/2014/main" id="{408127F1-D2D6-462D-9504-2713988E61BA}"/>
                </a:ext>
              </a:extLst>
            </p:cNvPr>
            <p:cNvSpPr/>
            <p:nvPr/>
          </p:nvSpPr>
          <p:spPr>
            <a:xfrm>
              <a:off x="824900" y="1955275"/>
              <a:ext cx="157550" cy="155975"/>
            </a:xfrm>
            <a:custGeom>
              <a:avLst/>
              <a:gdLst/>
              <a:ahLst/>
              <a:cxnLst/>
              <a:rect l="l" t="t" r="r" b="b"/>
              <a:pathLst>
                <a:path w="6302" h="6239" extrusionOk="0">
                  <a:moveTo>
                    <a:pt x="3151" y="662"/>
                  </a:moveTo>
                  <a:cubicBezTo>
                    <a:pt x="4505" y="662"/>
                    <a:pt x="5608" y="1765"/>
                    <a:pt x="5608" y="3119"/>
                  </a:cubicBezTo>
                  <a:cubicBezTo>
                    <a:pt x="5608" y="4442"/>
                    <a:pt x="4505" y="5545"/>
                    <a:pt x="3151" y="5545"/>
                  </a:cubicBezTo>
                  <a:cubicBezTo>
                    <a:pt x="2710" y="5545"/>
                    <a:pt x="2332" y="5451"/>
                    <a:pt x="1954" y="5230"/>
                  </a:cubicBezTo>
                  <a:cubicBezTo>
                    <a:pt x="1890" y="5199"/>
                    <a:pt x="1796" y="5199"/>
                    <a:pt x="1733" y="5199"/>
                  </a:cubicBezTo>
                  <a:lnTo>
                    <a:pt x="945" y="5388"/>
                  </a:lnTo>
                  <a:lnTo>
                    <a:pt x="1166" y="4694"/>
                  </a:lnTo>
                  <a:cubicBezTo>
                    <a:pt x="1229" y="4568"/>
                    <a:pt x="1166" y="4505"/>
                    <a:pt x="1134" y="4411"/>
                  </a:cubicBezTo>
                  <a:cubicBezTo>
                    <a:pt x="914" y="4033"/>
                    <a:pt x="756" y="3592"/>
                    <a:pt x="756" y="3119"/>
                  </a:cubicBezTo>
                  <a:cubicBezTo>
                    <a:pt x="725" y="1733"/>
                    <a:pt x="1827" y="662"/>
                    <a:pt x="3151" y="662"/>
                  </a:cubicBezTo>
                  <a:close/>
                  <a:moveTo>
                    <a:pt x="3182" y="0"/>
                  </a:moveTo>
                  <a:cubicBezTo>
                    <a:pt x="1449" y="0"/>
                    <a:pt x="95" y="1418"/>
                    <a:pt x="95" y="3119"/>
                  </a:cubicBezTo>
                  <a:cubicBezTo>
                    <a:pt x="95" y="3655"/>
                    <a:pt x="189" y="4190"/>
                    <a:pt x="473" y="4663"/>
                  </a:cubicBezTo>
                  <a:lnTo>
                    <a:pt x="32" y="5766"/>
                  </a:lnTo>
                  <a:cubicBezTo>
                    <a:pt x="0" y="5860"/>
                    <a:pt x="32" y="5986"/>
                    <a:pt x="126" y="6112"/>
                  </a:cubicBezTo>
                  <a:cubicBezTo>
                    <a:pt x="189" y="6175"/>
                    <a:pt x="315" y="6238"/>
                    <a:pt x="473" y="6238"/>
                  </a:cubicBezTo>
                  <a:lnTo>
                    <a:pt x="1764" y="5923"/>
                  </a:lnTo>
                  <a:cubicBezTo>
                    <a:pt x="2206" y="6144"/>
                    <a:pt x="2678" y="6238"/>
                    <a:pt x="3182" y="6238"/>
                  </a:cubicBezTo>
                  <a:cubicBezTo>
                    <a:pt x="4915" y="6238"/>
                    <a:pt x="6301" y="4820"/>
                    <a:pt x="6301" y="3119"/>
                  </a:cubicBezTo>
                  <a:cubicBezTo>
                    <a:pt x="6301" y="1386"/>
                    <a:pt x="4883" y="0"/>
                    <a:pt x="3182" y="0"/>
                  </a:cubicBezTo>
                  <a:close/>
                </a:path>
              </a:pathLst>
            </a:custGeom>
            <a:grpFill/>
            <a:ln>
              <a:noFill/>
            </a:ln>
          </p:spPr>
          <p:txBody>
            <a:bodyPr spcFirstLastPara="1" wrap="square" lIns="62728" tIns="62728" rIns="62728" bIns="62728" anchor="ctr" anchorCtr="0">
              <a:noAutofit/>
            </a:bodyPr>
            <a:lstStyle/>
            <a:p>
              <a:endParaRPr sz="764"/>
            </a:p>
          </p:txBody>
        </p:sp>
        <p:sp>
          <p:nvSpPr>
            <p:cNvPr id="167" name="Google Shape;8685;p68">
              <a:extLst>
                <a:ext uri="{FF2B5EF4-FFF2-40B4-BE49-F238E27FC236}">
                  <a16:creationId xmlns:a16="http://schemas.microsoft.com/office/drawing/2014/main" id="{AEDA86DF-6965-4CD2-85F7-32101CBECA41}"/>
                </a:ext>
              </a:extLst>
            </p:cNvPr>
            <p:cNvSpPr/>
            <p:nvPr/>
          </p:nvSpPr>
          <p:spPr>
            <a:xfrm>
              <a:off x="895000" y="2058450"/>
              <a:ext cx="17350" cy="18125"/>
            </a:xfrm>
            <a:custGeom>
              <a:avLst/>
              <a:gdLst/>
              <a:ahLst/>
              <a:cxnLst/>
              <a:rect l="l" t="t" r="r" b="b"/>
              <a:pathLst>
                <a:path w="694" h="725" extrusionOk="0">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 name="Google Shape;8686;p68">
            <a:extLst>
              <a:ext uri="{FF2B5EF4-FFF2-40B4-BE49-F238E27FC236}">
                <a16:creationId xmlns:a16="http://schemas.microsoft.com/office/drawing/2014/main" id="{562D254F-D13B-44A3-8CB5-76D4ED5259EA}"/>
              </a:ext>
            </a:extLst>
          </p:cNvPr>
          <p:cNvGrpSpPr/>
          <p:nvPr/>
        </p:nvGrpSpPr>
        <p:grpSpPr>
          <a:xfrm>
            <a:off x="527243" y="4408050"/>
            <a:ext cx="228192" cy="227003"/>
            <a:chOff x="685475" y="2318350"/>
            <a:chExt cx="297750" cy="296200"/>
          </a:xfrm>
          <a:solidFill>
            <a:schemeClr val="tx1"/>
          </a:solidFill>
        </p:grpSpPr>
        <p:sp>
          <p:nvSpPr>
            <p:cNvPr id="161" name="Google Shape;8687;p68">
              <a:extLst>
                <a:ext uri="{FF2B5EF4-FFF2-40B4-BE49-F238E27FC236}">
                  <a16:creationId xmlns:a16="http://schemas.microsoft.com/office/drawing/2014/main" id="{A9836055-F414-45F0-9705-34E23236AF71}"/>
                </a:ext>
              </a:extLst>
            </p:cNvPr>
            <p:cNvSpPr/>
            <p:nvPr/>
          </p:nvSpPr>
          <p:spPr>
            <a:xfrm>
              <a:off x="685475" y="2371925"/>
              <a:ext cx="142600" cy="241975"/>
            </a:xfrm>
            <a:custGeom>
              <a:avLst/>
              <a:gdLst/>
              <a:ahLst/>
              <a:cxnLst/>
              <a:rect l="l" t="t" r="r" b="b"/>
              <a:pathLst>
                <a:path w="5704" h="9679" extrusionOk="0">
                  <a:moveTo>
                    <a:pt x="2080" y="662"/>
                  </a:moveTo>
                  <a:cubicBezTo>
                    <a:pt x="2458" y="662"/>
                    <a:pt x="2773" y="977"/>
                    <a:pt x="2773" y="1387"/>
                  </a:cubicBezTo>
                  <a:cubicBezTo>
                    <a:pt x="2773" y="1765"/>
                    <a:pt x="2458" y="2080"/>
                    <a:pt x="2080" y="2080"/>
                  </a:cubicBezTo>
                  <a:cubicBezTo>
                    <a:pt x="1671" y="2080"/>
                    <a:pt x="1356" y="1765"/>
                    <a:pt x="1356" y="1387"/>
                  </a:cubicBezTo>
                  <a:cubicBezTo>
                    <a:pt x="1356" y="977"/>
                    <a:pt x="1734" y="662"/>
                    <a:pt x="2080" y="662"/>
                  </a:cubicBezTo>
                  <a:close/>
                  <a:moveTo>
                    <a:pt x="2962" y="6900"/>
                  </a:moveTo>
                  <a:lnTo>
                    <a:pt x="3120" y="7593"/>
                  </a:lnTo>
                  <a:lnTo>
                    <a:pt x="1135" y="7593"/>
                  </a:lnTo>
                  <a:lnTo>
                    <a:pt x="1293" y="6900"/>
                  </a:lnTo>
                  <a:close/>
                  <a:moveTo>
                    <a:pt x="1742" y="2767"/>
                  </a:moveTo>
                  <a:cubicBezTo>
                    <a:pt x="1866" y="2767"/>
                    <a:pt x="1991" y="2831"/>
                    <a:pt x="2049" y="2962"/>
                  </a:cubicBezTo>
                  <a:lnTo>
                    <a:pt x="2553" y="3938"/>
                  </a:lnTo>
                  <a:cubicBezTo>
                    <a:pt x="2584" y="4064"/>
                    <a:pt x="2742" y="4127"/>
                    <a:pt x="2868" y="4127"/>
                  </a:cubicBezTo>
                  <a:lnTo>
                    <a:pt x="3813" y="4127"/>
                  </a:lnTo>
                  <a:cubicBezTo>
                    <a:pt x="4002" y="4127"/>
                    <a:pt x="4159" y="4285"/>
                    <a:pt x="4159" y="4474"/>
                  </a:cubicBezTo>
                  <a:cubicBezTo>
                    <a:pt x="4159" y="4695"/>
                    <a:pt x="4002" y="4852"/>
                    <a:pt x="3813" y="4852"/>
                  </a:cubicBezTo>
                  <a:lnTo>
                    <a:pt x="2427" y="4852"/>
                  </a:lnTo>
                  <a:cubicBezTo>
                    <a:pt x="2301" y="4852"/>
                    <a:pt x="2175" y="4758"/>
                    <a:pt x="2112" y="4631"/>
                  </a:cubicBezTo>
                  <a:cubicBezTo>
                    <a:pt x="2042" y="4515"/>
                    <a:pt x="1919" y="4450"/>
                    <a:pt x="1784" y="4450"/>
                  </a:cubicBezTo>
                  <a:cubicBezTo>
                    <a:pt x="1737" y="4450"/>
                    <a:pt x="1688" y="4458"/>
                    <a:pt x="1639" y="4474"/>
                  </a:cubicBezTo>
                  <a:cubicBezTo>
                    <a:pt x="1482" y="4568"/>
                    <a:pt x="1387" y="4758"/>
                    <a:pt x="1482" y="4947"/>
                  </a:cubicBezTo>
                  <a:cubicBezTo>
                    <a:pt x="1671" y="5325"/>
                    <a:pt x="2017" y="5545"/>
                    <a:pt x="2427" y="5545"/>
                  </a:cubicBezTo>
                  <a:lnTo>
                    <a:pt x="3813" y="5545"/>
                  </a:lnTo>
                  <a:cubicBezTo>
                    <a:pt x="3970" y="5545"/>
                    <a:pt x="4128" y="5671"/>
                    <a:pt x="4159" y="5829"/>
                  </a:cubicBezTo>
                  <a:lnTo>
                    <a:pt x="4853" y="8570"/>
                  </a:lnTo>
                  <a:cubicBezTo>
                    <a:pt x="4916" y="8790"/>
                    <a:pt x="4790" y="8979"/>
                    <a:pt x="4632" y="9011"/>
                  </a:cubicBezTo>
                  <a:cubicBezTo>
                    <a:pt x="4608" y="9015"/>
                    <a:pt x="4584" y="9017"/>
                    <a:pt x="4560" y="9017"/>
                  </a:cubicBezTo>
                  <a:cubicBezTo>
                    <a:pt x="4403" y="9017"/>
                    <a:pt x="4273" y="8927"/>
                    <a:pt x="4191" y="8790"/>
                  </a:cubicBezTo>
                  <a:lnTo>
                    <a:pt x="3655" y="6522"/>
                  </a:lnTo>
                  <a:cubicBezTo>
                    <a:pt x="3592" y="6364"/>
                    <a:pt x="3498" y="6270"/>
                    <a:pt x="3277" y="6270"/>
                  </a:cubicBezTo>
                  <a:lnTo>
                    <a:pt x="1040" y="6270"/>
                  </a:lnTo>
                  <a:cubicBezTo>
                    <a:pt x="914" y="6270"/>
                    <a:pt x="851" y="6207"/>
                    <a:pt x="757" y="6144"/>
                  </a:cubicBezTo>
                  <a:cubicBezTo>
                    <a:pt x="694" y="5986"/>
                    <a:pt x="694" y="5892"/>
                    <a:pt x="694" y="5797"/>
                  </a:cubicBezTo>
                  <a:lnTo>
                    <a:pt x="1419" y="3025"/>
                  </a:lnTo>
                  <a:cubicBezTo>
                    <a:pt x="1453" y="2855"/>
                    <a:pt x="1597" y="2767"/>
                    <a:pt x="1742" y="2767"/>
                  </a:cubicBezTo>
                  <a:close/>
                  <a:moveTo>
                    <a:pt x="2143" y="0"/>
                  </a:moveTo>
                  <a:cubicBezTo>
                    <a:pt x="1419" y="0"/>
                    <a:pt x="788" y="630"/>
                    <a:pt x="788" y="1387"/>
                  </a:cubicBezTo>
                  <a:cubicBezTo>
                    <a:pt x="788" y="1733"/>
                    <a:pt x="946" y="2080"/>
                    <a:pt x="1135" y="2332"/>
                  </a:cubicBezTo>
                  <a:cubicBezTo>
                    <a:pt x="977" y="2426"/>
                    <a:pt x="851" y="2647"/>
                    <a:pt x="788" y="2867"/>
                  </a:cubicBezTo>
                  <a:lnTo>
                    <a:pt x="64" y="5640"/>
                  </a:lnTo>
                  <a:cubicBezTo>
                    <a:pt x="1" y="5955"/>
                    <a:pt x="64" y="6270"/>
                    <a:pt x="253" y="6522"/>
                  </a:cubicBezTo>
                  <a:cubicBezTo>
                    <a:pt x="347" y="6648"/>
                    <a:pt x="473" y="6774"/>
                    <a:pt x="631" y="6805"/>
                  </a:cubicBezTo>
                  <a:lnTo>
                    <a:pt x="32" y="9263"/>
                  </a:lnTo>
                  <a:cubicBezTo>
                    <a:pt x="1" y="9452"/>
                    <a:pt x="95" y="9609"/>
                    <a:pt x="253" y="9672"/>
                  </a:cubicBezTo>
                  <a:cubicBezTo>
                    <a:pt x="281" y="9676"/>
                    <a:pt x="309" y="9678"/>
                    <a:pt x="335" y="9678"/>
                  </a:cubicBezTo>
                  <a:cubicBezTo>
                    <a:pt x="513" y="9678"/>
                    <a:pt x="639" y="9589"/>
                    <a:pt x="694" y="9452"/>
                  </a:cubicBezTo>
                  <a:lnTo>
                    <a:pt x="977" y="8318"/>
                  </a:lnTo>
                  <a:lnTo>
                    <a:pt x="3372" y="8318"/>
                  </a:lnTo>
                  <a:lnTo>
                    <a:pt x="3529" y="8885"/>
                  </a:lnTo>
                  <a:cubicBezTo>
                    <a:pt x="3661" y="9359"/>
                    <a:pt x="4079" y="9679"/>
                    <a:pt x="4526" y="9679"/>
                  </a:cubicBezTo>
                  <a:cubicBezTo>
                    <a:pt x="4613" y="9679"/>
                    <a:pt x="4702" y="9667"/>
                    <a:pt x="4790" y="9641"/>
                  </a:cubicBezTo>
                  <a:cubicBezTo>
                    <a:pt x="5357" y="9483"/>
                    <a:pt x="5703" y="8916"/>
                    <a:pt x="5546" y="8381"/>
                  </a:cubicBezTo>
                  <a:lnTo>
                    <a:pt x="4821" y="5640"/>
                  </a:lnTo>
                  <a:cubicBezTo>
                    <a:pt x="4790" y="5482"/>
                    <a:pt x="4727" y="5325"/>
                    <a:pt x="4601" y="5199"/>
                  </a:cubicBezTo>
                  <a:cubicBezTo>
                    <a:pt x="4758" y="5010"/>
                    <a:pt x="4884" y="4758"/>
                    <a:pt x="4884" y="4474"/>
                  </a:cubicBezTo>
                  <a:cubicBezTo>
                    <a:pt x="4884" y="3907"/>
                    <a:pt x="4412" y="3466"/>
                    <a:pt x="3844" y="3466"/>
                  </a:cubicBezTo>
                  <a:lnTo>
                    <a:pt x="3088" y="3466"/>
                  </a:lnTo>
                  <a:lnTo>
                    <a:pt x="2710" y="2647"/>
                  </a:lnTo>
                  <a:cubicBezTo>
                    <a:pt x="3183" y="2395"/>
                    <a:pt x="3529" y="1922"/>
                    <a:pt x="3529" y="1387"/>
                  </a:cubicBezTo>
                  <a:cubicBezTo>
                    <a:pt x="3529" y="630"/>
                    <a:pt x="2899" y="0"/>
                    <a:pt x="2143" y="0"/>
                  </a:cubicBezTo>
                  <a:close/>
                </a:path>
              </a:pathLst>
            </a:custGeom>
            <a:grpFill/>
            <a:ln>
              <a:noFill/>
            </a:ln>
          </p:spPr>
          <p:txBody>
            <a:bodyPr spcFirstLastPara="1" wrap="square" lIns="62728" tIns="62728" rIns="62728" bIns="62728" anchor="ctr" anchorCtr="0">
              <a:noAutofit/>
            </a:bodyPr>
            <a:lstStyle/>
            <a:p>
              <a:endParaRPr sz="764"/>
            </a:p>
          </p:txBody>
        </p:sp>
        <p:sp>
          <p:nvSpPr>
            <p:cNvPr id="162" name="Google Shape;8688;p68">
              <a:extLst>
                <a:ext uri="{FF2B5EF4-FFF2-40B4-BE49-F238E27FC236}">
                  <a16:creationId xmlns:a16="http://schemas.microsoft.com/office/drawing/2014/main" id="{86155103-6DCD-4AEC-979A-3D453215219D}"/>
                </a:ext>
              </a:extLst>
            </p:cNvPr>
            <p:cNvSpPr/>
            <p:nvPr/>
          </p:nvSpPr>
          <p:spPr>
            <a:xfrm>
              <a:off x="839850" y="2371925"/>
              <a:ext cx="143375" cy="242625"/>
            </a:xfrm>
            <a:custGeom>
              <a:avLst/>
              <a:gdLst/>
              <a:ahLst/>
              <a:cxnLst/>
              <a:rect l="l" t="t" r="r" b="b"/>
              <a:pathLst>
                <a:path w="5735" h="9705" extrusionOk="0">
                  <a:moveTo>
                    <a:pt x="3624" y="662"/>
                  </a:moveTo>
                  <a:cubicBezTo>
                    <a:pt x="4002" y="662"/>
                    <a:pt x="4317" y="977"/>
                    <a:pt x="4317" y="1355"/>
                  </a:cubicBezTo>
                  <a:cubicBezTo>
                    <a:pt x="4317" y="1765"/>
                    <a:pt x="4002" y="2080"/>
                    <a:pt x="3624" y="2080"/>
                  </a:cubicBezTo>
                  <a:cubicBezTo>
                    <a:pt x="3214" y="2080"/>
                    <a:pt x="2899" y="1765"/>
                    <a:pt x="2899" y="1355"/>
                  </a:cubicBezTo>
                  <a:cubicBezTo>
                    <a:pt x="2899" y="977"/>
                    <a:pt x="3214" y="662"/>
                    <a:pt x="3624" y="662"/>
                  </a:cubicBezTo>
                  <a:close/>
                  <a:moveTo>
                    <a:pt x="4317" y="6900"/>
                  </a:moveTo>
                  <a:lnTo>
                    <a:pt x="4474" y="7593"/>
                  </a:lnTo>
                  <a:lnTo>
                    <a:pt x="2490" y="7593"/>
                  </a:lnTo>
                  <a:lnTo>
                    <a:pt x="2647" y="6900"/>
                  </a:lnTo>
                  <a:close/>
                  <a:moveTo>
                    <a:pt x="3962" y="2731"/>
                  </a:moveTo>
                  <a:cubicBezTo>
                    <a:pt x="4108" y="2731"/>
                    <a:pt x="4250" y="2818"/>
                    <a:pt x="4285" y="2993"/>
                  </a:cubicBezTo>
                  <a:lnTo>
                    <a:pt x="4979" y="5734"/>
                  </a:lnTo>
                  <a:cubicBezTo>
                    <a:pt x="5010" y="6018"/>
                    <a:pt x="4853" y="6207"/>
                    <a:pt x="4632" y="6207"/>
                  </a:cubicBezTo>
                  <a:lnTo>
                    <a:pt x="2395" y="6207"/>
                  </a:lnTo>
                  <a:cubicBezTo>
                    <a:pt x="2238" y="6207"/>
                    <a:pt x="2080" y="6333"/>
                    <a:pt x="2049" y="6490"/>
                  </a:cubicBezTo>
                  <a:lnTo>
                    <a:pt x="1482" y="8727"/>
                  </a:lnTo>
                  <a:cubicBezTo>
                    <a:pt x="1456" y="8883"/>
                    <a:pt x="1323" y="8996"/>
                    <a:pt x="1154" y="8996"/>
                  </a:cubicBezTo>
                  <a:cubicBezTo>
                    <a:pt x="1118" y="8996"/>
                    <a:pt x="1080" y="8990"/>
                    <a:pt x="1040" y="8979"/>
                  </a:cubicBezTo>
                  <a:cubicBezTo>
                    <a:pt x="851" y="8916"/>
                    <a:pt x="725" y="8727"/>
                    <a:pt x="820" y="8538"/>
                  </a:cubicBezTo>
                  <a:lnTo>
                    <a:pt x="1513" y="5766"/>
                  </a:lnTo>
                  <a:cubicBezTo>
                    <a:pt x="1576" y="5608"/>
                    <a:pt x="1671" y="5514"/>
                    <a:pt x="1891" y="5514"/>
                  </a:cubicBezTo>
                  <a:lnTo>
                    <a:pt x="3246" y="5514"/>
                  </a:lnTo>
                  <a:cubicBezTo>
                    <a:pt x="3655" y="5514"/>
                    <a:pt x="4002" y="5262"/>
                    <a:pt x="4222" y="4915"/>
                  </a:cubicBezTo>
                  <a:cubicBezTo>
                    <a:pt x="4285" y="4758"/>
                    <a:pt x="4222" y="4537"/>
                    <a:pt x="4033" y="4442"/>
                  </a:cubicBezTo>
                  <a:cubicBezTo>
                    <a:pt x="3993" y="4426"/>
                    <a:pt x="3948" y="4418"/>
                    <a:pt x="3902" y="4418"/>
                  </a:cubicBezTo>
                  <a:cubicBezTo>
                    <a:pt x="3770" y="4418"/>
                    <a:pt x="3631" y="4483"/>
                    <a:pt x="3561" y="4600"/>
                  </a:cubicBezTo>
                  <a:cubicBezTo>
                    <a:pt x="3529" y="4726"/>
                    <a:pt x="3372" y="4789"/>
                    <a:pt x="3246" y="4789"/>
                  </a:cubicBezTo>
                  <a:lnTo>
                    <a:pt x="1891" y="4789"/>
                  </a:lnTo>
                  <a:cubicBezTo>
                    <a:pt x="1671" y="4789"/>
                    <a:pt x="1513" y="4631"/>
                    <a:pt x="1513" y="4442"/>
                  </a:cubicBezTo>
                  <a:cubicBezTo>
                    <a:pt x="1513" y="4253"/>
                    <a:pt x="1671" y="4096"/>
                    <a:pt x="1891" y="4096"/>
                  </a:cubicBezTo>
                  <a:lnTo>
                    <a:pt x="2836" y="4096"/>
                  </a:lnTo>
                  <a:cubicBezTo>
                    <a:pt x="2931" y="4096"/>
                    <a:pt x="3057" y="4001"/>
                    <a:pt x="3151" y="3907"/>
                  </a:cubicBezTo>
                  <a:cubicBezTo>
                    <a:pt x="3151" y="3844"/>
                    <a:pt x="3655" y="2899"/>
                    <a:pt x="3655" y="2899"/>
                  </a:cubicBezTo>
                  <a:cubicBezTo>
                    <a:pt x="3725" y="2787"/>
                    <a:pt x="3845" y="2731"/>
                    <a:pt x="3962" y="2731"/>
                  </a:cubicBezTo>
                  <a:close/>
                  <a:moveTo>
                    <a:pt x="3529" y="0"/>
                  </a:moveTo>
                  <a:cubicBezTo>
                    <a:pt x="2805" y="0"/>
                    <a:pt x="2175" y="630"/>
                    <a:pt x="2175" y="1355"/>
                  </a:cubicBezTo>
                  <a:cubicBezTo>
                    <a:pt x="2175" y="1922"/>
                    <a:pt x="2490" y="2395"/>
                    <a:pt x="2994" y="2615"/>
                  </a:cubicBezTo>
                  <a:lnTo>
                    <a:pt x="2584" y="3466"/>
                  </a:lnTo>
                  <a:lnTo>
                    <a:pt x="1860" y="3466"/>
                  </a:lnTo>
                  <a:cubicBezTo>
                    <a:pt x="1261" y="3466"/>
                    <a:pt x="820" y="3938"/>
                    <a:pt x="820" y="4474"/>
                  </a:cubicBezTo>
                  <a:cubicBezTo>
                    <a:pt x="820" y="4758"/>
                    <a:pt x="946" y="4978"/>
                    <a:pt x="1103" y="5199"/>
                  </a:cubicBezTo>
                  <a:cubicBezTo>
                    <a:pt x="977" y="5325"/>
                    <a:pt x="914" y="5451"/>
                    <a:pt x="851" y="5608"/>
                  </a:cubicBezTo>
                  <a:lnTo>
                    <a:pt x="158" y="8381"/>
                  </a:lnTo>
                  <a:cubicBezTo>
                    <a:pt x="1" y="8916"/>
                    <a:pt x="347" y="9483"/>
                    <a:pt x="914" y="9641"/>
                  </a:cubicBezTo>
                  <a:cubicBezTo>
                    <a:pt x="1002" y="9667"/>
                    <a:pt x="1091" y="9679"/>
                    <a:pt x="1178" y="9679"/>
                  </a:cubicBezTo>
                  <a:cubicBezTo>
                    <a:pt x="1624" y="9679"/>
                    <a:pt x="2038" y="9359"/>
                    <a:pt x="2143" y="8885"/>
                  </a:cubicBezTo>
                  <a:lnTo>
                    <a:pt x="2332" y="8286"/>
                  </a:lnTo>
                  <a:lnTo>
                    <a:pt x="4695" y="8286"/>
                  </a:lnTo>
                  <a:lnTo>
                    <a:pt x="4947" y="9452"/>
                  </a:lnTo>
                  <a:cubicBezTo>
                    <a:pt x="4995" y="9597"/>
                    <a:pt x="5118" y="9704"/>
                    <a:pt x="5257" y="9704"/>
                  </a:cubicBezTo>
                  <a:cubicBezTo>
                    <a:pt x="5300" y="9704"/>
                    <a:pt x="5344" y="9694"/>
                    <a:pt x="5388" y="9672"/>
                  </a:cubicBezTo>
                  <a:cubicBezTo>
                    <a:pt x="5577" y="9641"/>
                    <a:pt x="5703" y="9452"/>
                    <a:pt x="5609" y="9231"/>
                  </a:cubicBezTo>
                  <a:lnTo>
                    <a:pt x="5042" y="6805"/>
                  </a:lnTo>
                  <a:cubicBezTo>
                    <a:pt x="5514" y="6616"/>
                    <a:pt x="5735" y="6144"/>
                    <a:pt x="5640" y="5640"/>
                  </a:cubicBezTo>
                  <a:lnTo>
                    <a:pt x="4916" y="2867"/>
                  </a:lnTo>
                  <a:cubicBezTo>
                    <a:pt x="4884" y="2647"/>
                    <a:pt x="4758" y="2489"/>
                    <a:pt x="4569" y="2332"/>
                  </a:cubicBezTo>
                  <a:cubicBezTo>
                    <a:pt x="4790" y="2080"/>
                    <a:pt x="4916" y="1733"/>
                    <a:pt x="4916" y="1355"/>
                  </a:cubicBezTo>
                  <a:cubicBezTo>
                    <a:pt x="4916" y="630"/>
                    <a:pt x="4285" y="0"/>
                    <a:pt x="3529" y="0"/>
                  </a:cubicBezTo>
                  <a:close/>
                </a:path>
              </a:pathLst>
            </a:custGeom>
            <a:grpFill/>
            <a:ln>
              <a:noFill/>
            </a:ln>
          </p:spPr>
          <p:txBody>
            <a:bodyPr spcFirstLastPara="1" wrap="square" lIns="62728" tIns="62728" rIns="62728" bIns="62728" anchor="ctr" anchorCtr="0">
              <a:noAutofit/>
            </a:bodyPr>
            <a:lstStyle/>
            <a:p>
              <a:endParaRPr sz="764"/>
            </a:p>
          </p:txBody>
        </p:sp>
        <p:sp>
          <p:nvSpPr>
            <p:cNvPr id="163" name="Google Shape;8689;p68">
              <a:extLst>
                <a:ext uri="{FF2B5EF4-FFF2-40B4-BE49-F238E27FC236}">
                  <a16:creationId xmlns:a16="http://schemas.microsoft.com/office/drawing/2014/main" id="{B8194C97-253A-44EF-B488-3C877675274B}"/>
                </a:ext>
              </a:extLst>
            </p:cNvPr>
            <p:cNvSpPr/>
            <p:nvPr/>
          </p:nvSpPr>
          <p:spPr>
            <a:xfrm>
              <a:off x="772900" y="2318350"/>
              <a:ext cx="122125" cy="105075"/>
            </a:xfrm>
            <a:custGeom>
              <a:avLst/>
              <a:gdLst/>
              <a:ahLst/>
              <a:cxnLst/>
              <a:rect l="l" t="t" r="r" b="b"/>
              <a:pathLst>
                <a:path w="4885" h="4203" extrusionOk="0">
                  <a:moveTo>
                    <a:pt x="3844" y="631"/>
                  </a:moveTo>
                  <a:cubicBezTo>
                    <a:pt x="4034" y="631"/>
                    <a:pt x="4223" y="789"/>
                    <a:pt x="4223" y="978"/>
                  </a:cubicBezTo>
                  <a:lnTo>
                    <a:pt x="4223" y="1734"/>
                  </a:lnTo>
                  <a:cubicBezTo>
                    <a:pt x="4223" y="1923"/>
                    <a:pt x="4034" y="2112"/>
                    <a:pt x="3844" y="2112"/>
                  </a:cubicBezTo>
                  <a:cubicBezTo>
                    <a:pt x="3655" y="2143"/>
                    <a:pt x="3498" y="2301"/>
                    <a:pt x="3498" y="2458"/>
                  </a:cubicBezTo>
                  <a:lnTo>
                    <a:pt x="3498" y="2994"/>
                  </a:lnTo>
                  <a:lnTo>
                    <a:pt x="2679" y="2206"/>
                  </a:lnTo>
                  <a:cubicBezTo>
                    <a:pt x="2584" y="2143"/>
                    <a:pt x="2521" y="2112"/>
                    <a:pt x="2427" y="2112"/>
                  </a:cubicBezTo>
                  <a:lnTo>
                    <a:pt x="1009" y="2112"/>
                  </a:lnTo>
                  <a:cubicBezTo>
                    <a:pt x="820" y="2112"/>
                    <a:pt x="662" y="1923"/>
                    <a:pt x="662" y="1734"/>
                  </a:cubicBezTo>
                  <a:lnTo>
                    <a:pt x="662" y="978"/>
                  </a:lnTo>
                  <a:cubicBezTo>
                    <a:pt x="662" y="789"/>
                    <a:pt x="820" y="631"/>
                    <a:pt x="1009" y="631"/>
                  </a:cubicBezTo>
                  <a:close/>
                  <a:moveTo>
                    <a:pt x="1009" y="1"/>
                  </a:moveTo>
                  <a:cubicBezTo>
                    <a:pt x="442" y="1"/>
                    <a:pt x="1" y="474"/>
                    <a:pt x="1" y="1041"/>
                  </a:cubicBezTo>
                  <a:lnTo>
                    <a:pt x="1" y="1765"/>
                  </a:lnTo>
                  <a:cubicBezTo>
                    <a:pt x="1" y="2364"/>
                    <a:pt x="473" y="2805"/>
                    <a:pt x="1009" y="2805"/>
                  </a:cubicBezTo>
                  <a:lnTo>
                    <a:pt x="2269" y="2805"/>
                  </a:lnTo>
                  <a:lnTo>
                    <a:pt x="3592" y="4097"/>
                  </a:lnTo>
                  <a:cubicBezTo>
                    <a:pt x="3663" y="4167"/>
                    <a:pt x="3770" y="4203"/>
                    <a:pt x="3872" y="4203"/>
                  </a:cubicBezTo>
                  <a:cubicBezTo>
                    <a:pt x="3906" y="4203"/>
                    <a:pt x="3939" y="4199"/>
                    <a:pt x="3970" y="4191"/>
                  </a:cubicBezTo>
                  <a:cubicBezTo>
                    <a:pt x="4097" y="4160"/>
                    <a:pt x="4160" y="4002"/>
                    <a:pt x="4160" y="3876"/>
                  </a:cubicBezTo>
                  <a:lnTo>
                    <a:pt x="4160" y="2773"/>
                  </a:lnTo>
                  <a:cubicBezTo>
                    <a:pt x="4569" y="2616"/>
                    <a:pt x="4884" y="2238"/>
                    <a:pt x="4884" y="1765"/>
                  </a:cubicBezTo>
                  <a:lnTo>
                    <a:pt x="4884" y="1041"/>
                  </a:lnTo>
                  <a:cubicBezTo>
                    <a:pt x="4884" y="442"/>
                    <a:pt x="4412" y="1"/>
                    <a:pt x="3844" y="1"/>
                  </a:cubicBezTo>
                  <a:close/>
                </a:path>
              </a:pathLst>
            </a:custGeom>
            <a:grpFill/>
            <a:ln>
              <a:noFill/>
            </a:ln>
          </p:spPr>
          <p:txBody>
            <a:bodyPr spcFirstLastPara="1" wrap="square" lIns="62728" tIns="62728" rIns="62728" bIns="62728" anchor="ctr" anchorCtr="0">
              <a:noAutofit/>
            </a:bodyPr>
            <a:lstStyle/>
            <a:p>
              <a:endParaRPr sz="764"/>
            </a:p>
          </p:txBody>
        </p:sp>
      </p:grpSp>
      <p:sp>
        <p:nvSpPr>
          <p:cNvPr id="5" name="Google Shape;8690;p68">
            <a:extLst>
              <a:ext uri="{FF2B5EF4-FFF2-40B4-BE49-F238E27FC236}">
                <a16:creationId xmlns:a16="http://schemas.microsoft.com/office/drawing/2014/main" id="{278A5877-AEC3-49C8-9586-7FCCD3A82126}"/>
              </a:ext>
            </a:extLst>
          </p:cNvPr>
          <p:cNvSpPr/>
          <p:nvPr/>
        </p:nvSpPr>
        <p:spPr>
          <a:xfrm>
            <a:off x="528148" y="4699915"/>
            <a:ext cx="226371" cy="226966"/>
          </a:xfrm>
          <a:custGeom>
            <a:avLst/>
            <a:gdLst/>
            <a:ahLst/>
            <a:cxnLst/>
            <a:rect l="l" t="t" r="r" b="b"/>
            <a:pathLst>
              <a:path w="11815" h="11846" extrusionOk="0">
                <a:moveTo>
                  <a:pt x="5829" y="693"/>
                </a:moveTo>
                <a:cubicBezTo>
                  <a:pt x="6238" y="693"/>
                  <a:pt x="6553" y="1008"/>
                  <a:pt x="6553" y="1418"/>
                </a:cubicBezTo>
                <a:cubicBezTo>
                  <a:pt x="6553" y="1796"/>
                  <a:pt x="6238" y="2111"/>
                  <a:pt x="5829" y="2111"/>
                </a:cubicBezTo>
                <a:cubicBezTo>
                  <a:pt x="5451" y="2111"/>
                  <a:pt x="5136" y="1796"/>
                  <a:pt x="5136" y="1418"/>
                </a:cubicBezTo>
                <a:cubicBezTo>
                  <a:pt x="5136" y="1008"/>
                  <a:pt x="5482" y="693"/>
                  <a:pt x="5829" y="693"/>
                </a:cubicBezTo>
                <a:close/>
                <a:moveTo>
                  <a:pt x="5829" y="2773"/>
                </a:moveTo>
                <a:cubicBezTo>
                  <a:pt x="6774" y="2773"/>
                  <a:pt x="7562" y="3560"/>
                  <a:pt x="7562" y="4568"/>
                </a:cubicBezTo>
                <a:lnTo>
                  <a:pt x="7562" y="4915"/>
                </a:lnTo>
                <a:lnTo>
                  <a:pt x="4096" y="4915"/>
                </a:lnTo>
                <a:lnTo>
                  <a:pt x="4096" y="4568"/>
                </a:lnTo>
                <a:cubicBezTo>
                  <a:pt x="4096" y="3560"/>
                  <a:pt x="4884" y="2773"/>
                  <a:pt x="5829" y="2773"/>
                </a:cubicBezTo>
                <a:close/>
                <a:moveTo>
                  <a:pt x="2363" y="6963"/>
                </a:moveTo>
                <a:cubicBezTo>
                  <a:pt x="2773" y="6963"/>
                  <a:pt x="3088" y="7278"/>
                  <a:pt x="3088" y="7656"/>
                </a:cubicBezTo>
                <a:cubicBezTo>
                  <a:pt x="3088" y="8065"/>
                  <a:pt x="2773" y="8380"/>
                  <a:pt x="2363" y="8380"/>
                </a:cubicBezTo>
                <a:cubicBezTo>
                  <a:pt x="1985" y="8380"/>
                  <a:pt x="1670" y="8065"/>
                  <a:pt x="1670" y="7656"/>
                </a:cubicBezTo>
                <a:cubicBezTo>
                  <a:pt x="1670" y="7278"/>
                  <a:pt x="1985" y="6963"/>
                  <a:pt x="2363" y="6963"/>
                </a:cubicBezTo>
                <a:close/>
                <a:moveTo>
                  <a:pt x="9357" y="6963"/>
                </a:moveTo>
                <a:cubicBezTo>
                  <a:pt x="9735" y="6963"/>
                  <a:pt x="10050" y="7278"/>
                  <a:pt x="10050" y="7656"/>
                </a:cubicBezTo>
                <a:cubicBezTo>
                  <a:pt x="10050" y="8065"/>
                  <a:pt x="9735" y="8380"/>
                  <a:pt x="9357" y="8380"/>
                </a:cubicBezTo>
                <a:cubicBezTo>
                  <a:pt x="8948" y="8380"/>
                  <a:pt x="8633" y="8065"/>
                  <a:pt x="8633" y="7656"/>
                </a:cubicBezTo>
                <a:cubicBezTo>
                  <a:pt x="8633" y="7278"/>
                  <a:pt x="8948" y="6963"/>
                  <a:pt x="9357" y="6963"/>
                </a:cubicBezTo>
                <a:close/>
                <a:moveTo>
                  <a:pt x="2363" y="9042"/>
                </a:moveTo>
                <a:cubicBezTo>
                  <a:pt x="3308" y="9042"/>
                  <a:pt x="4096" y="9830"/>
                  <a:pt x="4096" y="10806"/>
                </a:cubicBezTo>
                <a:lnTo>
                  <a:pt x="4096" y="11184"/>
                </a:lnTo>
                <a:lnTo>
                  <a:pt x="630" y="11184"/>
                </a:lnTo>
                <a:lnTo>
                  <a:pt x="630" y="10806"/>
                </a:lnTo>
                <a:cubicBezTo>
                  <a:pt x="630" y="9830"/>
                  <a:pt x="1418" y="9042"/>
                  <a:pt x="2363" y="9042"/>
                </a:cubicBezTo>
                <a:close/>
                <a:moveTo>
                  <a:pt x="9357" y="9042"/>
                </a:moveTo>
                <a:cubicBezTo>
                  <a:pt x="10302" y="9042"/>
                  <a:pt x="11090" y="9830"/>
                  <a:pt x="11090" y="10806"/>
                </a:cubicBezTo>
                <a:lnTo>
                  <a:pt x="11090" y="11184"/>
                </a:lnTo>
                <a:lnTo>
                  <a:pt x="7625" y="11184"/>
                </a:lnTo>
                <a:lnTo>
                  <a:pt x="7625" y="10806"/>
                </a:lnTo>
                <a:cubicBezTo>
                  <a:pt x="7625" y="9830"/>
                  <a:pt x="8412" y="9042"/>
                  <a:pt x="9357" y="9042"/>
                </a:cubicBezTo>
                <a:close/>
                <a:moveTo>
                  <a:pt x="5892" y="0"/>
                </a:moveTo>
                <a:cubicBezTo>
                  <a:pt x="5136" y="0"/>
                  <a:pt x="4506" y="630"/>
                  <a:pt x="4506" y="1355"/>
                </a:cubicBezTo>
                <a:cubicBezTo>
                  <a:pt x="4506" y="1733"/>
                  <a:pt x="4632" y="2016"/>
                  <a:pt x="4852" y="2300"/>
                </a:cubicBezTo>
                <a:cubicBezTo>
                  <a:pt x="4033" y="2710"/>
                  <a:pt x="3466" y="3529"/>
                  <a:pt x="3466" y="4505"/>
                </a:cubicBezTo>
                <a:lnTo>
                  <a:pt x="3466" y="5230"/>
                </a:lnTo>
                <a:cubicBezTo>
                  <a:pt x="3466" y="5419"/>
                  <a:pt x="3623" y="5577"/>
                  <a:pt x="3844" y="5577"/>
                </a:cubicBezTo>
                <a:lnTo>
                  <a:pt x="5577" y="5577"/>
                </a:lnTo>
                <a:lnTo>
                  <a:pt x="5577" y="7152"/>
                </a:lnTo>
                <a:lnTo>
                  <a:pt x="3875" y="8822"/>
                </a:lnTo>
                <a:cubicBezTo>
                  <a:pt x="3749" y="8696"/>
                  <a:pt x="3592" y="8601"/>
                  <a:pt x="3434" y="8569"/>
                </a:cubicBezTo>
                <a:cubicBezTo>
                  <a:pt x="3686" y="8349"/>
                  <a:pt x="3781" y="8034"/>
                  <a:pt x="3781" y="7624"/>
                </a:cubicBezTo>
                <a:cubicBezTo>
                  <a:pt x="3781" y="6868"/>
                  <a:pt x="3151" y="6238"/>
                  <a:pt x="2426" y="6238"/>
                </a:cubicBezTo>
                <a:cubicBezTo>
                  <a:pt x="1670" y="6238"/>
                  <a:pt x="1040" y="6868"/>
                  <a:pt x="1040" y="7624"/>
                </a:cubicBezTo>
                <a:cubicBezTo>
                  <a:pt x="1040" y="7971"/>
                  <a:pt x="1166" y="8286"/>
                  <a:pt x="1387" y="8569"/>
                </a:cubicBezTo>
                <a:cubicBezTo>
                  <a:pt x="567" y="8979"/>
                  <a:pt x="0" y="9798"/>
                  <a:pt x="0" y="10775"/>
                </a:cubicBezTo>
                <a:lnTo>
                  <a:pt x="0" y="11499"/>
                </a:lnTo>
                <a:cubicBezTo>
                  <a:pt x="0" y="11688"/>
                  <a:pt x="158" y="11846"/>
                  <a:pt x="378" y="11846"/>
                </a:cubicBezTo>
                <a:lnTo>
                  <a:pt x="4474" y="11846"/>
                </a:lnTo>
                <a:cubicBezTo>
                  <a:pt x="4663" y="11846"/>
                  <a:pt x="4821" y="11688"/>
                  <a:pt x="4821" y="11499"/>
                </a:cubicBezTo>
                <a:lnTo>
                  <a:pt x="4821" y="10775"/>
                </a:lnTo>
                <a:cubicBezTo>
                  <a:pt x="4821" y="10239"/>
                  <a:pt x="4632" y="9704"/>
                  <a:pt x="4348" y="9326"/>
                </a:cubicBezTo>
                <a:lnTo>
                  <a:pt x="5860" y="7782"/>
                </a:lnTo>
                <a:lnTo>
                  <a:pt x="7404" y="9326"/>
                </a:lnTo>
                <a:cubicBezTo>
                  <a:pt x="7089" y="9704"/>
                  <a:pt x="6931" y="10239"/>
                  <a:pt x="6931" y="10775"/>
                </a:cubicBezTo>
                <a:lnTo>
                  <a:pt x="6931" y="11499"/>
                </a:lnTo>
                <a:cubicBezTo>
                  <a:pt x="6931" y="11688"/>
                  <a:pt x="7089" y="11846"/>
                  <a:pt x="7309" y="11846"/>
                </a:cubicBezTo>
                <a:lnTo>
                  <a:pt x="11468" y="11846"/>
                </a:lnTo>
                <a:cubicBezTo>
                  <a:pt x="11657" y="11846"/>
                  <a:pt x="11815" y="11688"/>
                  <a:pt x="11815" y="11499"/>
                </a:cubicBezTo>
                <a:lnTo>
                  <a:pt x="11815" y="10775"/>
                </a:lnTo>
                <a:cubicBezTo>
                  <a:pt x="11783" y="9830"/>
                  <a:pt x="11185" y="8979"/>
                  <a:pt x="10365" y="8569"/>
                </a:cubicBezTo>
                <a:cubicBezTo>
                  <a:pt x="10586" y="8349"/>
                  <a:pt x="10712" y="8034"/>
                  <a:pt x="10712" y="7624"/>
                </a:cubicBezTo>
                <a:cubicBezTo>
                  <a:pt x="10712" y="6868"/>
                  <a:pt x="10082" y="6238"/>
                  <a:pt x="9357" y="6238"/>
                </a:cubicBezTo>
                <a:cubicBezTo>
                  <a:pt x="8601" y="6238"/>
                  <a:pt x="7971" y="6868"/>
                  <a:pt x="7971" y="7624"/>
                </a:cubicBezTo>
                <a:cubicBezTo>
                  <a:pt x="7971" y="7971"/>
                  <a:pt x="8097" y="8286"/>
                  <a:pt x="8318" y="8569"/>
                </a:cubicBezTo>
                <a:cubicBezTo>
                  <a:pt x="8160" y="8664"/>
                  <a:pt x="8034" y="8727"/>
                  <a:pt x="7877" y="8822"/>
                </a:cubicBezTo>
                <a:lnTo>
                  <a:pt x="6207" y="7152"/>
                </a:lnTo>
                <a:lnTo>
                  <a:pt x="6207" y="5577"/>
                </a:lnTo>
                <a:lnTo>
                  <a:pt x="7940" y="5577"/>
                </a:lnTo>
                <a:cubicBezTo>
                  <a:pt x="8129" y="5577"/>
                  <a:pt x="8286" y="5419"/>
                  <a:pt x="8286" y="5230"/>
                </a:cubicBezTo>
                <a:lnTo>
                  <a:pt x="8286" y="4505"/>
                </a:lnTo>
                <a:cubicBezTo>
                  <a:pt x="8286" y="3529"/>
                  <a:pt x="7688" y="2710"/>
                  <a:pt x="6900" y="2300"/>
                </a:cubicBezTo>
                <a:cubicBezTo>
                  <a:pt x="7152" y="2080"/>
                  <a:pt x="7246" y="1764"/>
                  <a:pt x="7246" y="1355"/>
                </a:cubicBezTo>
                <a:cubicBezTo>
                  <a:pt x="7246" y="630"/>
                  <a:pt x="6616" y="0"/>
                  <a:pt x="5892"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6" name="Google Shape;8691;p68">
            <a:extLst>
              <a:ext uri="{FF2B5EF4-FFF2-40B4-BE49-F238E27FC236}">
                <a16:creationId xmlns:a16="http://schemas.microsoft.com/office/drawing/2014/main" id="{8A8117BC-26EE-4806-A05A-8E12669DE8A6}"/>
              </a:ext>
            </a:extLst>
          </p:cNvPr>
          <p:cNvGrpSpPr/>
          <p:nvPr/>
        </p:nvGrpSpPr>
        <p:grpSpPr>
          <a:xfrm>
            <a:off x="1974510" y="4139595"/>
            <a:ext cx="201042" cy="226084"/>
            <a:chOff x="2523000" y="1954875"/>
            <a:chExt cx="262325" cy="295000"/>
          </a:xfrm>
          <a:solidFill>
            <a:schemeClr val="tx1"/>
          </a:solidFill>
        </p:grpSpPr>
        <p:sp>
          <p:nvSpPr>
            <p:cNvPr id="159" name="Google Shape;8692;p68">
              <a:extLst>
                <a:ext uri="{FF2B5EF4-FFF2-40B4-BE49-F238E27FC236}">
                  <a16:creationId xmlns:a16="http://schemas.microsoft.com/office/drawing/2014/main" id="{B7CBE758-4216-42CB-9886-AAAFAD969047}"/>
                </a:ext>
              </a:extLst>
            </p:cNvPr>
            <p:cNvSpPr/>
            <p:nvPr/>
          </p:nvSpPr>
          <p:spPr>
            <a:xfrm>
              <a:off x="2523000" y="1954875"/>
              <a:ext cx="262325" cy="295000"/>
            </a:xfrm>
            <a:custGeom>
              <a:avLst/>
              <a:gdLst/>
              <a:ahLst/>
              <a:cxnLst/>
              <a:rect l="l" t="t" r="r" b="b"/>
              <a:pathLst>
                <a:path w="10493" h="11800" extrusionOk="0">
                  <a:moveTo>
                    <a:pt x="5294" y="709"/>
                  </a:moveTo>
                  <a:cubicBezTo>
                    <a:pt x="6350" y="1316"/>
                    <a:pt x="7422" y="1602"/>
                    <a:pt x="8487" y="1602"/>
                  </a:cubicBezTo>
                  <a:cubicBezTo>
                    <a:pt x="8915" y="1602"/>
                    <a:pt x="9343" y="1556"/>
                    <a:pt x="9767" y="1465"/>
                  </a:cubicBezTo>
                  <a:lnTo>
                    <a:pt x="9767" y="5026"/>
                  </a:lnTo>
                  <a:cubicBezTo>
                    <a:pt x="9767" y="7798"/>
                    <a:pt x="7940" y="10287"/>
                    <a:pt x="5294" y="11137"/>
                  </a:cubicBezTo>
                  <a:cubicBezTo>
                    <a:pt x="2647" y="10350"/>
                    <a:pt x="789" y="7798"/>
                    <a:pt x="789" y="5026"/>
                  </a:cubicBezTo>
                  <a:lnTo>
                    <a:pt x="789" y="1465"/>
                  </a:lnTo>
                  <a:cubicBezTo>
                    <a:pt x="1222" y="1556"/>
                    <a:pt x="1654" y="1602"/>
                    <a:pt x="2084" y="1602"/>
                  </a:cubicBezTo>
                  <a:cubicBezTo>
                    <a:pt x="3153" y="1602"/>
                    <a:pt x="4215" y="1316"/>
                    <a:pt x="5294" y="709"/>
                  </a:cubicBezTo>
                  <a:close/>
                  <a:moveTo>
                    <a:pt x="5266" y="0"/>
                  </a:moveTo>
                  <a:cubicBezTo>
                    <a:pt x="5207" y="0"/>
                    <a:pt x="5152" y="16"/>
                    <a:pt x="5105" y="48"/>
                  </a:cubicBezTo>
                  <a:cubicBezTo>
                    <a:pt x="4065" y="646"/>
                    <a:pt x="3057" y="930"/>
                    <a:pt x="2017" y="930"/>
                  </a:cubicBezTo>
                  <a:cubicBezTo>
                    <a:pt x="1513" y="930"/>
                    <a:pt x="1009" y="835"/>
                    <a:pt x="473" y="678"/>
                  </a:cubicBezTo>
                  <a:cubicBezTo>
                    <a:pt x="440" y="669"/>
                    <a:pt x="408" y="665"/>
                    <a:pt x="378" y="665"/>
                  </a:cubicBezTo>
                  <a:cubicBezTo>
                    <a:pt x="297" y="665"/>
                    <a:pt x="228" y="695"/>
                    <a:pt x="158" y="741"/>
                  </a:cubicBezTo>
                  <a:cubicBezTo>
                    <a:pt x="95" y="804"/>
                    <a:pt x="1" y="898"/>
                    <a:pt x="1" y="993"/>
                  </a:cubicBezTo>
                  <a:lnTo>
                    <a:pt x="1" y="4994"/>
                  </a:lnTo>
                  <a:cubicBezTo>
                    <a:pt x="127" y="8176"/>
                    <a:pt x="2206" y="10917"/>
                    <a:pt x="5199" y="11799"/>
                  </a:cubicBezTo>
                  <a:lnTo>
                    <a:pt x="5357" y="11799"/>
                  </a:lnTo>
                  <a:cubicBezTo>
                    <a:pt x="8350" y="10917"/>
                    <a:pt x="10492" y="8176"/>
                    <a:pt x="10492" y="5026"/>
                  </a:cubicBezTo>
                  <a:lnTo>
                    <a:pt x="10492" y="1056"/>
                  </a:lnTo>
                  <a:cubicBezTo>
                    <a:pt x="10492" y="930"/>
                    <a:pt x="10429" y="835"/>
                    <a:pt x="10335" y="772"/>
                  </a:cubicBezTo>
                  <a:cubicBezTo>
                    <a:pt x="10282" y="720"/>
                    <a:pt x="10230" y="697"/>
                    <a:pt x="10173" y="697"/>
                  </a:cubicBezTo>
                  <a:cubicBezTo>
                    <a:pt x="10126" y="697"/>
                    <a:pt x="10076" y="713"/>
                    <a:pt x="10019" y="741"/>
                  </a:cubicBezTo>
                  <a:cubicBezTo>
                    <a:pt x="9509" y="876"/>
                    <a:pt x="9006" y="946"/>
                    <a:pt x="8504" y="946"/>
                  </a:cubicBezTo>
                  <a:cubicBezTo>
                    <a:pt x="7490" y="946"/>
                    <a:pt x="6485" y="659"/>
                    <a:pt x="5451" y="48"/>
                  </a:cubicBezTo>
                  <a:cubicBezTo>
                    <a:pt x="5388" y="16"/>
                    <a:pt x="5325" y="0"/>
                    <a:pt x="5266" y="0"/>
                  </a:cubicBezTo>
                  <a:close/>
                </a:path>
              </a:pathLst>
            </a:custGeom>
            <a:grpFill/>
            <a:ln>
              <a:noFill/>
            </a:ln>
          </p:spPr>
          <p:txBody>
            <a:bodyPr spcFirstLastPara="1" wrap="square" lIns="62728" tIns="62728" rIns="62728" bIns="62728" anchor="ctr" anchorCtr="0">
              <a:noAutofit/>
            </a:bodyPr>
            <a:lstStyle/>
            <a:p>
              <a:endParaRPr sz="764"/>
            </a:p>
          </p:txBody>
        </p:sp>
        <p:sp>
          <p:nvSpPr>
            <p:cNvPr id="160" name="Google Shape;8693;p68">
              <a:extLst>
                <a:ext uri="{FF2B5EF4-FFF2-40B4-BE49-F238E27FC236}">
                  <a16:creationId xmlns:a16="http://schemas.microsoft.com/office/drawing/2014/main" id="{A8DB2B78-26A2-4148-86D0-7DC8EFF386DC}"/>
                </a:ext>
              </a:extLst>
            </p:cNvPr>
            <p:cNvSpPr/>
            <p:nvPr/>
          </p:nvSpPr>
          <p:spPr>
            <a:xfrm>
              <a:off x="2595475" y="2024575"/>
              <a:ext cx="122100" cy="138650"/>
            </a:xfrm>
            <a:custGeom>
              <a:avLst/>
              <a:gdLst/>
              <a:ahLst/>
              <a:cxnLst/>
              <a:rect l="l" t="t" r="r" b="b"/>
              <a:pathLst>
                <a:path w="4884" h="5546" extrusionOk="0">
                  <a:moveTo>
                    <a:pt x="2426" y="694"/>
                  </a:moveTo>
                  <a:cubicBezTo>
                    <a:pt x="2836" y="694"/>
                    <a:pt x="3151" y="1009"/>
                    <a:pt x="3151" y="1418"/>
                  </a:cubicBezTo>
                  <a:cubicBezTo>
                    <a:pt x="3151" y="1796"/>
                    <a:pt x="2836" y="2111"/>
                    <a:pt x="2426" y="2111"/>
                  </a:cubicBezTo>
                  <a:cubicBezTo>
                    <a:pt x="2048" y="2111"/>
                    <a:pt x="1733" y="1796"/>
                    <a:pt x="1733" y="1418"/>
                  </a:cubicBezTo>
                  <a:cubicBezTo>
                    <a:pt x="1733" y="1009"/>
                    <a:pt x="2048" y="694"/>
                    <a:pt x="2426" y="694"/>
                  </a:cubicBezTo>
                  <a:close/>
                  <a:moveTo>
                    <a:pt x="2426" y="2742"/>
                  </a:moveTo>
                  <a:cubicBezTo>
                    <a:pt x="3371" y="2742"/>
                    <a:pt x="4159" y="3529"/>
                    <a:pt x="4159" y="4474"/>
                  </a:cubicBezTo>
                  <a:lnTo>
                    <a:pt x="4159" y="4821"/>
                  </a:lnTo>
                  <a:lnTo>
                    <a:pt x="693" y="4821"/>
                  </a:lnTo>
                  <a:lnTo>
                    <a:pt x="693" y="4474"/>
                  </a:lnTo>
                  <a:cubicBezTo>
                    <a:pt x="693" y="3529"/>
                    <a:pt x="1481" y="2742"/>
                    <a:pt x="2426" y="2742"/>
                  </a:cubicBezTo>
                  <a:close/>
                  <a:moveTo>
                    <a:pt x="2458" y="1"/>
                  </a:moveTo>
                  <a:cubicBezTo>
                    <a:pt x="1733" y="1"/>
                    <a:pt x="1103" y="599"/>
                    <a:pt x="1103" y="1355"/>
                  </a:cubicBezTo>
                  <a:cubicBezTo>
                    <a:pt x="1103" y="1733"/>
                    <a:pt x="1198" y="2048"/>
                    <a:pt x="1450" y="2269"/>
                  </a:cubicBezTo>
                  <a:cubicBezTo>
                    <a:pt x="630" y="2647"/>
                    <a:pt x="63" y="3498"/>
                    <a:pt x="63" y="4474"/>
                  </a:cubicBezTo>
                  <a:lnTo>
                    <a:pt x="63" y="5199"/>
                  </a:lnTo>
                  <a:cubicBezTo>
                    <a:pt x="0" y="5388"/>
                    <a:pt x="158" y="5546"/>
                    <a:pt x="347" y="5546"/>
                  </a:cubicBezTo>
                  <a:lnTo>
                    <a:pt x="4506" y="5546"/>
                  </a:lnTo>
                  <a:cubicBezTo>
                    <a:pt x="4726" y="5546"/>
                    <a:pt x="4884" y="5388"/>
                    <a:pt x="4884" y="5199"/>
                  </a:cubicBezTo>
                  <a:lnTo>
                    <a:pt x="4884" y="4474"/>
                  </a:lnTo>
                  <a:cubicBezTo>
                    <a:pt x="4884" y="3498"/>
                    <a:pt x="4317" y="2647"/>
                    <a:pt x="3497" y="2269"/>
                  </a:cubicBezTo>
                  <a:cubicBezTo>
                    <a:pt x="3718" y="2048"/>
                    <a:pt x="3844" y="1702"/>
                    <a:pt x="3844" y="1355"/>
                  </a:cubicBezTo>
                  <a:cubicBezTo>
                    <a:pt x="3844" y="599"/>
                    <a:pt x="3214" y="1"/>
                    <a:pt x="245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 name="Google Shape;8694;p68">
            <a:extLst>
              <a:ext uri="{FF2B5EF4-FFF2-40B4-BE49-F238E27FC236}">
                <a16:creationId xmlns:a16="http://schemas.microsoft.com/office/drawing/2014/main" id="{6BC3CADB-824C-4219-A5B7-98B4BDDBB9EA}"/>
              </a:ext>
            </a:extLst>
          </p:cNvPr>
          <p:cNvGrpSpPr/>
          <p:nvPr/>
        </p:nvGrpSpPr>
        <p:grpSpPr>
          <a:xfrm>
            <a:off x="1960935" y="4408356"/>
            <a:ext cx="228192" cy="226391"/>
            <a:chOff x="2508825" y="2318350"/>
            <a:chExt cx="297750" cy="295400"/>
          </a:xfrm>
          <a:solidFill>
            <a:schemeClr val="tx1"/>
          </a:solidFill>
        </p:grpSpPr>
        <p:sp>
          <p:nvSpPr>
            <p:cNvPr id="157" name="Google Shape;8695;p68">
              <a:extLst>
                <a:ext uri="{FF2B5EF4-FFF2-40B4-BE49-F238E27FC236}">
                  <a16:creationId xmlns:a16="http://schemas.microsoft.com/office/drawing/2014/main" id="{5139450D-B713-4F43-8C29-280F21AFC44A}"/>
                </a:ext>
              </a:extLst>
            </p:cNvPr>
            <p:cNvSpPr/>
            <p:nvPr/>
          </p:nvSpPr>
          <p:spPr>
            <a:xfrm>
              <a:off x="2508825" y="2318350"/>
              <a:ext cx="297750" cy="295400"/>
            </a:xfrm>
            <a:custGeom>
              <a:avLst/>
              <a:gdLst/>
              <a:ahLst/>
              <a:cxnLst/>
              <a:rect l="l" t="t" r="r" b="b"/>
              <a:pathLst>
                <a:path w="11910" h="11816" extrusionOk="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grpFill/>
            <a:ln>
              <a:noFill/>
            </a:ln>
          </p:spPr>
          <p:txBody>
            <a:bodyPr spcFirstLastPara="1" wrap="square" lIns="62728" tIns="62728" rIns="62728" bIns="62728" anchor="ctr" anchorCtr="0">
              <a:noAutofit/>
            </a:bodyPr>
            <a:lstStyle/>
            <a:p>
              <a:endParaRPr sz="764"/>
            </a:p>
          </p:txBody>
        </p:sp>
        <p:sp>
          <p:nvSpPr>
            <p:cNvPr id="158" name="Google Shape;8696;p68">
              <a:extLst>
                <a:ext uri="{FF2B5EF4-FFF2-40B4-BE49-F238E27FC236}">
                  <a16:creationId xmlns:a16="http://schemas.microsoft.com/office/drawing/2014/main" id="{58FC0F55-46F3-441C-AAF8-178CCF77A366}"/>
                </a:ext>
              </a:extLst>
            </p:cNvPr>
            <p:cNvSpPr/>
            <p:nvPr/>
          </p:nvSpPr>
          <p:spPr>
            <a:xfrm>
              <a:off x="2629350" y="2353025"/>
              <a:ext cx="54350" cy="121300"/>
            </a:xfrm>
            <a:custGeom>
              <a:avLst/>
              <a:gdLst/>
              <a:ahLst/>
              <a:cxnLst/>
              <a:rect l="l" t="t" r="r" b="b"/>
              <a:pathLst>
                <a:path w="2174" h="4852" extrusionOk="0">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grpFill/>
            <a:ln>
              <a:noFill/>
            </a:ln>
          </p:spPr>
          <p:txBody>
            <a:bodyPr spcFirstLastPara="1" wrap="square" lIns="62728" tIns="62728" rIns="62728" bIns="62728" anchor="ctr" anchorCtr="0">
              <a:noAutofit/>
            </a:bodyPr>
            <a:lstStyle/>
            <a:p>
              <a:endParaRPr sz="764"/>
            </a:p>
          </p:txBody>
        </p:sp>
      </p:grpSp>
      <p:sp>
        <p:nvSpPr>
          <p:cNvPr id="8" name="Google Shape;8697;p68">
            <a:extLst>
              <a:ext uri="{FF2B5EF4-FFF2-40B4-BE49-F238E27FC236}">
                <a16:creationId xmlns:a16="http://schemas.microsoft.com/office/drawing/2014/main" id="{0208ECCF-DA26-4935-ABC0-8DBDE2ABD176}"/>
              </a:ext>
            </a:extLst>
          </p:cNvPr>
          <p:cNvSpPr/>
          <p:nvPr/>
        </p:nvSpPr>
        <p:spPr>
          <a:xfrm>
            <a:off x="1961524" y="4699915"/>
            <a:ext cx="226984" cy="226966"/>
          </a:xfrm>
          <a:custGeom>
            <a:avLst/>
            <a:gdLst/>
            <a:ahLst/>
            <a:cxnLst/>
            <a:rect l="l" t="t" r="r" b="b"/>
            <a:pathLst>
              <a:path w="11847" h="11846" extrusionOk="0">
                <a:moveTo>
                  <a:pt x="10744" y="3718"/>
                </a:moveTo>
                <a:lnTo>
                  <a:pt x="10428" y="4348"/>
                </a:lnTo>
                <a:cubicBezTo>
                  <a:pt x="10397" y="4442"/>
                  <a:pt x="10397" y="4568"/>
                  <a:pt x="10428" y="4663"/>
                </a:cubicBezTo>
                <a:lnTo>
                  <a:pt x="10744" y="5293"/>
                </a:lnTo>
                <a:lnTo>
                  <a:pt x="9483" y="4915"/>
                </a:lnTo>
                <a:lnTo>
                  <a:pt x="9105" y="4505"/>
                </a:lnTo>
                <a:lnTo>
                  <a:pt x="9483" y="4127"/>
                </a:lnTo>
                <a:lnTo>
                  <a:pt x="10744" y="3718"/>
                </a:lnTo>
                <a:close/>
                <a:moveTo>
                  <a:pt x="4443" y="3497"/>
                </a:moveTo>
                <a:cubicBezTo>
                  <a:pt x="4884" y="3497"/>
                  <a:pt x="5262" y="3781"/>
                  <a:pt x="5419" y="4190"/>
                </a:cubicBezTo>
                <a:lnTo>
                  <a:pt x="4443" y="4190"/>
                </a:lnTo>
                <a:cubicBezTo>
                  <a:pt x="4253" y="4190"/>
                  <a:pt x="4096" y="4348"/>
                  <a:pt x="4096" y="4568"/>
                </a:cubicBezTo>
                <a:cubicBezTo>
                  <a:pt x="4096" y="4663"/>
                  <a:pt x="4253" y="4820"/>
                  <a:pt x="4443" y="4820"/>
                </a:cubicBezTo>
                <a:lnTo>
                  <a:pt x="5419" y="4820"/>
                </a:lnTo>
                <a:cubicBezTo>
                  <a:pt x="5262" y="5230"/>
                  <a:pt x="4915" y="5545"/>
                  <a:pt x="4443" y="5545"/>
                </a:cubicBezTo>
                <a:cubicBezTo>
                  <a:pt x="3844" y="5545"/>
                  <a:pt x="3434" y="5072"/>
                  <a:pt x="3434" y="4505"/>
                </a:cubicBezTo>
                <a:cubicBezTo>
                  <a:pt x="3434" y="3970"/>
                  <a:pt x="3907" y="3497"/>
                  <a:pt x="4443" y="3497"/>
                </a:cubicBezTo>
                <a:close/>
                <a:moveTo>
                  <a:pt x="4443" y="2080"/>
                </a:moveTo>
                <a:cubicBezTo>
                  <a:pt x="5671" y="2080"/>
                  <a:pt x="6679" y="2993"/>
                  <a:pt x="6837" y="4159"/>
                </a:cubicBezTo>
                <a:lnTo>
                  <a:pt x="6144" y="4159"/>
                </a:lnTo>
                <a:cubicBezTo>
                  <a:pt x="5986" y="3371"/>
                  <a:pt x="5262" y="2773"/>
                  <a:pt x="4443" y="2773"/>
                </a:cubicBezTo>
                <a:cubicBezTo>
                  <a:pt x="3497" y="2773"/>
                  <a:pt x="2710" y="3560"/>
                  <a:pt x="2710" y="4505"/>
                </a:cubicBezTo>
                <a:cubicBezTo>
                  <a:pt x="2710" y="5451"/>
                  <a:pt x="3497" y="6238"/>
                  <a:pt x="4443" y="6238"/>
                </a:cubicBezTo>
                <a:cubicBezTo>
                  <a:pt x="5262" y="6238"/>
                  <a:pt x="5986" y="5671"/>
                  <a:pt x="6144" y="4883"/>
                </a:cubicBezTo>
                <a:lnTo>
                  <a:pt x="6837" y="4883"/>
                </a:lnTo>
                <a:cubicBezTo>
                  <a:pt x="6679" y="6049"/>
                  <a:pt x="5671" y="6963"/>
                  <a:pt x="4443" y="6963"/>
                </a:cubicBezTo>
                <a:cubicBezTo>
                  <a:pt x="3119" y="6963"/>
                  <a:pt x="2017" y="5860"/>
                  <a:pt x="2017" y="4505"/>
                </a:cubicBezTo>
                <a:cubicBezTo>
                  <a:pt x="2017" y="3182"/>
                  <a:pt x="3119" y="2080"/>
                  <a:pt x="4443" y="2080"/>
                </a:cubicBezTo>
                <a:close/>
                <a:moveTo>
                  <a:pt x="4474" y="662"/>
                </a:moveTo>
                <a:cubicBezTo>
                  <a:pt x="6459" y="662"/>
                  <a:pt x="8097" y="2206"/>
                  <a:pt x="8255" y="4127"/>
                </a:cubicBezTo>
                <a:lnTo>
                  <a:pt x="7562" y="4127"/>
                </a:lnTo>
                <a:cubicBezTo>
                  <a:pt x="7372" y="2584"/>
                  <a:pt x="6049" y="1355"/>
                  <a:pt x="4443" y="1355"/>
                </a:cubicBezTo>
                <a:cubicBezTo>
                  <a:pt x="2710" y="1355"/>
                  <a:pt x="1324" y="2773"/>
                  <a:pt x="1324" y="4474"/>
                </a:cubicBezTo>
                <a:cubicBezTo>
                  <a:pt x="1324" y="6175"/>
                  <a:pt x="2741" y="7593"/>
                  <a:pt x="4443" y="7593"/>
                </a:cubicBezTo>
                <a:cubicBezTo>
                  <a:pt x="6049" y="7593"/>
                  <a:pt x="7372" y="6364"/>
                  <a:pt x="7562" y="4820"/>
                </a:cubicBezTo>
                <a:lnTo>
                  <a:pt x="8255" y="4820"/>
                </a:lnTo>
                <a:cubicBezTo>
                  <a:pt x="8097" y="6774"/>
                  <a:pt x="6459" y="8286"/>
                  <a:pt x="4474" y="8286"/>
                </a:cubicBezTo>
                <a:cubicBezTo>
                  <a:pt x="2395" y="8286"/>
                  <a:pt x="662" y="6616"/>
                  <a:pt x="662" y="4474"/>
                </a:cubicBezTo>
                <a:cubicBezTo>
                  <a:pt x="662" y="2363"/>
                  <a:pt x="2363" y="662"/>
                  <a:pt x="4474" y="662"/>
                </a:cubicBezTo>
                <a:close/>
                <a:moveTo>
                  <a:pt x="5734" y="8822"/>
                </a:moveTo>
                <a:lnTo>
                  <a:pt x="6049" y="9767"/>
                </a:lnTo>
                <a:lnTo>
                  <a:pt x="2836" y="9767"/>
                </a:lnTo>
                <a:lnTo>
                  <a:pt x="3151" y="8822"/>
                </a:lnTo>
                <a:cubicBezTo>
                  <a:pt x="3529" y="8916"/>
                  <a:pt x="4001" y="9011"/>
                  <a:pt x="4443" y="9011"/>
                </a:cubicBezTo>
                <a:cubicBezTo>
                  <a:pt x="4884" y="9011"/>
                  <a:pt x="5356" y="8916"/>
                  <a:pt x="5734" y="8822"/>
                </a:cubicBezTo>
                <a:close/>
                <a:moveTo>
                  <a:pt x="6522" y="10428"/>
                </a:moveTo>
                <a:cubicBezTo>
                  <a:pt x="6963" y="10428"/>
                  <a:pt x="7372" y="10680"/>
                  <a:pt x="7530" y="11121"/>
                </a:cubicBezTo>
                <a:lnTo>
                  <a:pt x="1418" y="11121"/>
                </a:lnTo>
                <a:cubicBezTo>
                  <a:pt x="1576" y="10743"/>
                  <a:pt x="1922" y="10428"/>
                  <a:pt x="2395" y="10428"/>
                </a:cubicBezTo>
                <a:close/>
                <a:moveTo>
                  <a:pt x="4474" y="0"/>
                </a:moveTo>
                <a:cubicBezTo>
                  <a:pt x="1985" y="0"/>
                  <a:pt x="0" y="1985"/>
                  <a:pt x="0" y="4474"/>
                </a:cubicBezTo>
                <a:cubicBezTo>
                  <a:pt x="0" y="6238"/>
                  <a:pt x="1040" y="7813"/>
                  <a:pt x="2552" y="8538"/>
                </a:cubicBezTo>
                <a:lnTo>
                  <a:pt x="2143" y="9767"/>
                </a:lnTo>
                <a:cubicBezTo>
                  <a:pt x="1324" y="9861"/>
                  <a:pt x="693" y="10586"/>
                  <a:pt x="693" y="11499"/>
                </a:cubicBezTo>
                <a:cubicBezTo>
                  <a:pt x="693" y="11688"/>
                  <a:pt x="851" y="11846"/>
                  <a:pt x="1040" y="11846"/>
                </a:cubicBezTo>
                <a:lnTo>
                  <a:pt x="7971" y="11846"/>
                </a:lnTo>
                <a:cubicBezTo>
                  <a:pt x="8192" y="11846"/>
                  <a:pt x="8349" y="11688"/>
                  <a:pt x="8349" y="11499"/>
                </a:cubicBezTo>
                <a:cubicBezTo>
                  <a:pt x="8349" y="10617"/>
                  <a:pt x="7719" y="9924"/>
                  <a:pt x="6900" y="9767"/>
                </a:cubicBezTo>
                <a:lnTo>
                  <a:pt x="6490" y="8538"/>
                </a:lnTo>
                <a:cubicBezTo>
                  <a:pt x="7782" y="7908"/>
                  <a:pt x="8727" y="6679"/>
                  <a:pt x="8979" y="5230"/>
                </a:cubicBezTo>
                <a:lnTo>
                  <a:pt x="9137" y="5388"/>
                </a:lnTo>
                <a:cubicBezTo>
                  <a:pt x="9168" y="5419"/>
                  <a:pt x="9200" y="5451"/>
                  <a:pt x="9263" y="5451"/>
                </a:cubicBezTo>
                <a:lnTo>
                  <a:pt x="11374" y="6175"/>
                </a:lnTo>
                <a:cubicBezTo>
                  <a:pt x="11403" y="6183"/>
                  <a:pt x="11435" y="6186"/>
                  <a:pt x="11466" y="6186"/>
                </a:cubicBezTo>
                <a:cubicBezTo>
                  <a:pt x="11569" y="6186"/>
                  <a:pt x="11672" y="6145"/>
                  <a:pt x="11720" y="6049"/>
                </a:cubicBezTo>
                <a:cubicBezTo>
                  <a:pt x="11815" y="5923"/>
                  <a:pt x="11846" y="5766"/>
                  <a:pt x="11783" y="5671"/>
                </a:cubicBezTo>
                <a:lnTo>
                  <a:pt x="11153" y="4442"/>
                </a:lnTo>
                <a:lnTo>
                  <a:pt x="11783" y="3214"/>
                </a:lnTo>
                <a:cubicBezTo>
                  <a:pt x="11815" y="3151"/>
                  <a:pt x="11783" y="2993"/>
                  <a:pt x="11689" y="2899"/>
                </a:cubicBezTo>
                <a:cubicBezTo>
                  <a:pt x="11641" y="2802"/>
                  <a:pt x="11519" y="2761"/>
                  <a:pt x="11422" y="2761"/>
                </a:cubicBezTo>
                <a:cubicBezTo>
                  <a:pt x="11392" y="2761"/>
                  <a:pt x="11364" y="2765"/>
                  <a:pt x="11342" y="2773"/>
                </a:cubicBezTo>
                <a:lnTo>
                  <a:pt x="9200" y="3497"/>
                </a:lnTo>
                <a:cubicBezTo>
                  <a:pt x="9168" y="3497"/>
                  <a:pt x="9105" y="3529"/>
                  <a:pt x="9105" y="3560"/>
                </a:cubicBezTo>
                <a:lnTo>
                  <a:pt x="8916" y="3718"/>
                </a:lnTo>
                <a:cubicBezTo>
                  <a:pt x="8570" y="1607"/>
                  <a:pt x="6742" y="0"/>
                  <a:pt x="447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 name="Google Shape;8698;p68">
            <a:extLst>
              <a:ext uri="{FF2B5EF4-FFF2-40B4-BE49-F238E27FC236}">
                <a16:creationId xmlns:a16="http://schemas.microsoft.com/office/drawing/2014/main" id="{D8A524EC-63D0-46F9-AD36-4CC6AF25BB4B}"/>
              </a:ext>
            </a:extLst>
          </p:cNvPr>
          <p:cNvGrpSpPr/>
          <p:nvPr/>
        </p:nvGrpSpPr>
        <p:grpSpPr>
          <a:xfrm>
            <a:off x="3405636" y="4139451"/>
            <a:ext cx="225777" cy="226371"/>
            <a:chOff x="4321150" y="1946600"/>
            <a:chExt cx="294600" cy="295375"/>
          </a:xfrm>
          <a:solidFill>
            <a:schemeClr val="tx1"/>
          </a:solidFill>
        </p:grpSpPr>
        <p:sp>
          <p:nvSpPr>
            <p:cNvPr id="154" name="Google Shape;8699;p68">
              <a:extLst>
                <a:ext uri="{FF2B5EF4-FFF2-40B4-BE49-F238E27FC236}">
                  <a16:creationId xmlns:a16="http://schemas.microsoft.com/office/drawing/2014/main" id="{84E6965B-23E2-4D41-81E4-C67AF2F9BCC6}"/>
                </a:ext>
              </a:extLst>
            </p:cNvPr>
            <p:cNvSpPr/>
            <p:nvPr/>
          </p:nvSpPr>
          <p:spPr>
            <a:xfrm>
              <a:off x="4321150" y="1946600"/>
              <a:ext cx="294600" cy="295375"/>
            </a:xfrm>
            <a:custGeom>
              <a:avLst/>
              <a:gdLst/>
              <a:ahLst/>
              <a:cxnLst/>
              <a:rect l="l" t="t" r="r" b="b"/>
              <a:pathLst>
                <a:path w="11784" h="11815" extrusionOk="0">
                  <a:moveTo>
                    <a:pt x="9043" y="662"/>
                  </a:moveTo>
                  <a:lnTo>
                    <a:pt x="9043" y="2080"/>
                  </a:lnTo>
                  <a:lnTo>
                    <a:pt x="2742" y="2080"/>
                  </a:lnTo>
                  <a:lnTo>
                    <a:pt x="2742" y="662"/>
                  </a:lnTo>
                  <a:close/>
                  <a:moveTo>
                    <a:pt x="10775" y="2742"/>
                  </a:moveTo>
                  <a:cubicBezTo>
                    <a:pt x="10996" y="2742"/>
                    <a:pt x="11153" y="2899"/>
                    <a:pt x="11153" y="3120"/>
                  </a:cubicBezTo>
                  <a:lnTo>
                    <a:pt x="11153" y="6554"/>
                  </a:lnTo>
                  <a:cubicBezTo>
                    <a:pt x="11153" y="6774"/>
                    <a:pt x="10996" y="6932"/>
                    <a:pt x="10775" y="6932"/>
                  </a:cubicBezTo>
                  <a:lnTo>
                    <a:pt x="9767" y="6932"/>
                  </a:lnTo>
                  <a:lnTo>
                    <a:pt x="9767" y="4474"/>
                  </a:lnTo>
                  <a:cubicBezTo>
                    <a:pt x="9767" y="4285"/>
                    <a:pt x="9610" y="4128"/>
                    <a:pt x="9421" y="4128"/>
                  </a:cubicBezTo>
                  <a:lnTo>
                    <a:pt x="2427" y="4128"/>
                  </a:lnTo>
                  <a:cubicBezTo>
                    <a:pt x="2238" y="4128"/>
                    <a:pt x="2080" y="4285"/>
                    <a:pt x="2080" y="4474"/>
                  </a:cubicBezTo>
                  <a:lnTo>
                    <a:pt x="2080" y="6932"/>
                  </a:lnTo>
                  <a:lnTo>
                    <a:pt x="1009" y="6932"/>
                  </a:lnTo>
                  <a:cubicBezTo>
                    <a:pt x="820" y="6932"/>
                    <a:pt x="662" y="6774"/>
                    <a:pt x="662" y="6554"/>
                  </a:cubicBezTo>
                  <a:lnTo>
                    <a:pt x="662" y="3120"/>
                  </a:lnTo>
                  <a:cubicBezTo>
                    <a:pt x="662" y="2899"/>
                    <a:pt x="820" y="2742"/>
                    <a:pt x="1009" y="2742"/>
                  </a:cubicBezTo>
                  <a:close/>
                  <a:moveTo>
                    <a:pt x="9011" y="4821"/>
                  </a:moveTo>
                  <a:lnTo>
                    <a:pt x="9011" y="11090"/>
                  </a:lnTo>
                  <a:lnTo>
                    <a:pt x="2710" y="11090"/>
                  </a:lnTo>
                  <a:lnTo>
                    <a:pt x="2710" y="4821"/>
                  </a:lnTo>
                  <a:close/>
                  <a:moveTo>
                    <a:pt x="2395" y="1"/>
                  </a:moveTo>
                  <a:cubicBezTo>
                    <a:pt x="2206" y="1"/>
                    <a:pt x="2049" y="158"/>
                    <a:pt x="2049" y="347"/>
                  </a:cubicBezTo>
                  <a:lnTo>
                    <a:pt x="2049" y="2112"/>
                  </a:lnTo>
                  <a:lnTo>
                    <a:pt x="1009" y="2112"/>
                  </a:lnTo>
                  <a:cubicBezTo>
                    <a:pt x="442" y="2112"/>
                    <a:pt x="1" y="2584"/>
                    <a:pt x="1" y="3151"/>
                  </a:cubicBezTo>
                  <a:lnTo>
                    <a:pt x="1" y="6617"/>
                  </a:lnTo>
                  <a:cubicBezTo>
                    <a:pt x="1" y="7215"/>
                    <a:pt x="473" y="7625"/>
                    <a:pt x="1009" y="7625"/>
                  </a:cubicBezTo>
                  <a:lnTo>
                    <a:pt x="2049" y="7625"/>
                  </a:lnTo>
                  <a:lnTo>
                    <a:pt x="2049" y="11468"/>
                  </a:lnTo>
                  <a:cubicBezTo>
                    <a:pt x="2049" y="11657"/>
                    <a:pt x="2206" y="11815"/>
                    <a:pt x="2395" y="11815"/>
                  </a:cubicBezTo>
                  <a:lnTo>
                    <a:pt x="9358" y="11815"/>
                  </a:lnTo>
                  <a:cubicBezTo>
                    <a:pt x="9578" y="11815"/>
                    <a:pt x="9736" y="11657"/>
                    <a:pt x="9736" y="11468"/>
                  </a:cubicBezTo>
                  <a:lnTo>
                    <a:pt x="9736" y="7625"/>
                  </a:lnTo>
                  <a:lnTo>
                    <a:pt x="10744" y="7625"/>
                  </a:lnTo>
                  <a:cubicBezTo>
                    <a:pt x="11343" y="7625"/>
                    <a:pt x="11784" y="7152"/>
                    <a:pt x="11784" y="6617"/>
                  </a:cubicBezTo>
                  <a:lnTo>
                    <a:pt x="11784" y="3151"/>
                  </a:lnTo>
                  <a:cubicBezTo>
                    <a:pt x="11784" y="2553"/>
                    <a:pt x="11311" y="2112"/>
                    <a:pt x="10744" y="2112"/>
                  </a:cubicBezTo>
                  <a:lnTo>
                    <a:pt x="9736" y="2112"/>
                  </a:lnTo>
                  <a:lnTo>
                    <a:pt x="9736" y="347"/>
                  </a:lnTo>
                  <a:cubicBezTo>
                    <a:pt x="9736" y="158"/>
                    <a:pt x="9578" y="1"/>
                    <a:pt x="9358" y="1"/>
                  </a:cubicBezTo>
                  <a:close/>
                </a:path>
              </a:pathLst>
            </a:custGeom>
            <a:grpFill/>
            <a:ln>
              <a:noFill/>
            </a:ln>
          </p:spPr>
          <p:txBody>
            <a:bodyPr spcFirstLastPara="1" wrap="square" lIns="62728" tIns="62728" rIns="62728" bIns="62728" anchor="ctr" anchorCtr="0">
              <a:noAutofit/>
            </a:bodyPr>
            <a:lstStyle/>
            <a:p>
              <a:endParaRPr sz="764"/>
            </a:p>
          </p:txBody>
        </p:sp>
        <p:sp>
          <p:nvSpPr>
            <p:cNvPr id="155" name="Google Shape;8700;p68">
              <a:extLst>
                <a:ext uri="{FF2B5EF4-FFF2-40B4-BE49-F238E27FC236}">
                  <a16:creationId xmlns:a16="http://schemas.microsoft.com/office/drawing/2014/main" id="{DFD4EF90-914D-4686-B149-6C9B3F57CA21}"/>
                </a:ext>
              </a:extLst>
            </p:cNvPr>
            <p:cNvSpPr/>
            <p:nvPr/>
          </p:nvSpPr>
          <p:spPr>
            <a:xfrm>
              <a:off x="4564525" y="2031675"/>
              <a:ext cx="17350" cy="18125"/>
            </a:xfrm>
            <a:custGeom>
              <a:avLst/>
              <a:gdLst/>
              <a:ahLst/>
              <a:cxnLst/>
              <a:rect l="l" t="t" r="r" b="b"/>
              <a:pathLst>
                <a:path w="694" h="725" extrusionOk="0">
                  <a:moveTo>
                    <a:pt x="347" y="0"/>
                  </a:moveTo>
                  <a:cubicBezTo>
                    <a:pt x="158" y="0"/>
                    <a:pt x="1" y="189"/>
                    <a:pt x="1" y="378"/>
                  </a:cubicBezTo>
                  <a:cubicBezTo>
                    <a:pt x="1" y="599"/>
                    <a:pt x="158" y="725"/>
                    <a:pt x="347" y="725"/>
                  </a:cubicBezTo>
                  <a:cubicBezTo>
                    <a:pt x="536" y="725"/>
                    <a:pt x="694" y="567"/>
                    <a:pt x="694" y="378"/>
                  </a:cubicBezTo>
                  <a:cubicBezTo>
                    <a:pt x="694" y="189"/>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156" name="Google Shape;8701;p68">
              <a:extLst>
                <a:ext uri="{FF2B5EF4-FFF2-40B4-BE49-F238E27FC236}">
                  <a16:creationId xmlns:a16="http://schemas.microsoft.com/office/drawing/2014/main" id="{A9EF6BF9-551A-4408-97B5-B44E8F669FB4}"/>
                </a:ext>
              </a:extLst>
            </p:cNvPr>
            <p:cNvSpPr/>
            <p:nvPr/>
          </p:nvSpPr>
          <p:spPr>
            <a:xfrm>
              <a:off x="4414100" y="2084450"/>
              <a:ext cx="106350" cy="122100"/>
            </a:xfrm>
            <a:custGeom>
              <a:avLst/>
              <a:gdLst/>
              <a:ahLst/>
              <a:cxnLst/>
              <a:rect l="l" t="t" r="r" b="b"/>
              <a:pathLst>
                <a:path w="4254" h="4884" extrusionOk="0">
                  <a:moveTo>
                    <a:pt x="2174" y="693"/>
                  </a:moveTo>
                  <a:cubicBezTo>
                    <a:pt x="2584" y="693"/>
                    <a:pt x="2899" y="1008"/>
                    <a:pt x="2899" y="1418"/>
                  </a:cubicBezTo>
                  <a:cubicBezTo>
                    <a:pt x="2899" y="1796"/>
                    <a:pt x="2584" y="2111"/>
                    <a:pt x="2174" y="2111"/>
                  </a:cubicBezTo>
                  <a:cubicBezTo>
                    <a:pt x="1796" y="2111"/>
                    <a:pt x="1481" y="1796"/>
                    <a:pt x="1481" y="1418"/>
                  </a:cubicBezTo>
                  <a:cubicBezTo>
                    <a:pt x="1481" y="1008"/>
                    <a:pt x="1796" y="693"/>
                    <a:pt x="2174" y="693"/>
                  </a:cubicBezTo>
                  <a:close/>
                  <a:moveTo>
                    <a:pt x="2174" y="2804"/>
                  </a:moveTo>
                  <a:cubicBezTo>
                    <a:pt x="2930" y="2804"/>
                    <a:pt x="3592" y="3403"/>
                    <a:pt x="3592" y="4190"/>
                  </a:cubicBezTo>
                  <a:lnTo>
                    <a:pt x="756" y="4190"/>
                  </a:lnTo>
                  <a:cubicBezTo>
                    <a:pt x="756" y="3403"/>
                    <a:pt x="1387" y="2804"/>
                    <a:pt x="2174" y="2804"/>
                  </a:cubicBezTo>
                  <a:close/>
                  <a:moveTo>
                    <a:pt x="2143" y="0"/>
                  </a:moveTo>
                  <a:cubicBezTo>
                    <a:pt x="1387" y="0"/>
                    <a:pt x="725" y="630"/>
                    <a:pt x="725" y="1386"/>
                  </a:cubicBezTo>
                  <a:cubicBezTo>
                    <a:pt x="725" y="1733"/>
                    <a:pt x="882" y="2079"/>
                    <a:pt x="1103" y="2331"/>
                  </a:cubicBezTo>
                  <a:cubicBezTo>
                    <a:pt x="473" y="2678"/>
                    <a:pt x="0" y="3340"/>
                    <a:pt x="0" y="4159"/>
                  </a:cubicBezTo>
                  <a:lnTo>
                    <a:pt x="0" y="4537"/>
                  </a:lnTo>
                  <a:cubicBezTo>
                    <a:pt x="63" y="4726"/>
                    <a:pt x="221" y="4883"/>
                    <a:pt x="410" y="4883"/>
                  </a:cubicBezTo>
                  <a:lnTo>
                    <a:pt x="3907" y="4883"/>
                  </a:lnTo>
                  <a:cubicBezTo>
                    <a:pt x="4127" y="4883"/>
                    <a:pt x="4253" y="4726"/>
                    <a:pt x="4253" y="4537"/>
                  </a:cubicBezTo>
                  <a:lnTo>
                    <a:pt x="4253" y="4159"/>
                  </a:lnTo>
                  <a:cubicBezTo>
                    <a:pt x="4253" y="3371"/>
                    <a:pt x="3844" y="2709"/>
                    <a:pt x="3151" y="2331"/>
                  </a:cubicBezTo>
                  <a:cubicBezTo>
                    <a:pt x="3403" y="2048"/>
                    <a:pt x="3560" y="1733"/>
                    <a:pt x="3560" y="1386"/>
                  </a:cubicBezTo>
                  <a:cubicBezTo>
                    <a:pt x="3560" y="599"/>
                    <a:pt x="2930" y="0"/>
                    <a:pt x="2143" y="0"/>
                  </a:cubicBezTo>
                  <a:close/>
                </a:path>
              </a:pathLst>
            </a:custGeom>
            <a:grpFill/>
            <a:ln>
              <a:noFill/>
            </a:ln>
          </p:spPr>
          <p:txBody>
            <a:bodyPr spcFirstLastPara="1" wrap="square" lIns="62728" tIns="62728" rIns="62728" bIns="62728" anchor="ctr" anchorCtr="0">
              <a:noAutofit/>
            </a:bodyPr>
            <a:lstStyle/>
            <a:p>
              <a:endParaRPr sz="764"/>
            </a:p>
          </p:txBody>
        </p:sp>
      </p:grpSp>
      <p:sp>
        <p:nvSpPr>
          <p:cNvPr id="10" name="Google Shape;8702;p68">
            <a:extLst>
              <a:ext uri="{FF2B5EF4-FFF2-40B4-BE49-F238E27FC236}">
                <a16:creationId xmlns:a16="http://schemas.microsoft.com/office/drawing/2014/main" id="{60E84130-1CF0-41EC-9AD9-B34BC2399C92}"/>
              </a:ext>
            </a:extLst>
          </p:cNvPr>
          <p:cNvSpPr/>
          <p:nvPr/>
        </p:nvSpPr>
        <p:spPr>
          <a:xfrm>
            <a:off x="3403492" y="4415597"/>
            <a:ext cx="230012" cy="211906"/>
          </a:xfrm>
          <a:custGeom>
            <a:avLst/>
            <a:gdLst/>
            <a:ahLst/>
            <a:cxnLst/>
            <a:rect l="l" t="t" r="r" b="b"/>
            <a:pathLst>
              <a:path w="12005" h="11060" extrusionOk="0">
                <a:moveTo>
                  <a:pt x="2049" y="2049"/>
                </a:moveTo>
                <a:cubicBezTo>
                  <a:pt x="2238" y="2049"/>
                  <a:pt x="2395" y="2206"/>
                  <a:pt x="2395" y="2395"/>
                </a:cubicBezTo>
                <a:cubicBezTo>
                  <a:pt x="2395" y="2584"/>
                  <a:pt x="2238" y="2742"/>
                  <a:pt x="2049" y="2742"/>
                </a:cubicBezTo>
                <a:cubicBezTo>
                  <a:pt x="1860" y="2742"/>
                  <a:pt x="1702" y="2584"/>
                  <a:pt x="1702" y="2395"/>
                </a:cubicBezTo>
                <a:cubicBezTo>
                  <a:pt x="1734" y="2206"/>
                  <a:pt x="1860" y="2049"/>
                  <a:pt x="2049" y="2049"/>
                </a:cubicBezTo>
                <a:close/>
                <a:moveTo>
                  <a:pt x="9736" y="2049"/>
                </a:moveTo>
                <a:cubicBezTo>
                  <a:pt x="9925" y="2049"/>
                  <a:pt x="10082" y="2206"/>
                  <a:pt x="10082" y="2395"/>
                </a:cubicBezTo>
                <a:cubicBezTo>
                  <a:pt x="10082" y="2584"/>
                  <a:pt x="9925" y="2742"/>
                  <a:pt x="9736" y="2742"/>
                </a:cubicBezTo>
                <a:cubicBezTo>
                  <a:pt x="9515" y="2742"/>
                  <a:pt x="9358" y="2584"/>
                  <a:pt x="9358" y="2395"/>
                </a:cubicBezTo>
                <a:cubicBezTo>
                  <a:pt x="9358" y="2206"/>
                  <a:pt x="9515" y="2049"/>
                  <a:pt x="9736" y="2049"/>
                </a:cubicBezTo>
                <a:close/>
                <a:moveTo>
                  <a:pt x="2049" y="3719"/>
                </a:moveTo>
                <a:lnTo>
                  <a:pt x="3151" y="5514"/>
                </a:lnTo>
                <a:lnTo>
                  <a:pt x="946" y="5514"/>
                </a:lnTo>
                <a:lnTo>
                  <a:pt x="2049" y="3719"/>
                </a:lnTo>
                <a:close/>
                <a:moveTo>
                  <a:pt x="9736" y="3719"/>
                </a:moveTo>
                <a:lnTo>
                  <a:pt x="10838" y="5514"/>
                </a:lnTo>
                <a:lnTo>
                  <a:pt x="8633" y="5514"/>
                </a:lnTo>
                <a:lnTo>
                  <a:pt x="9736" y="3719"/>
                </a:lnTo>
                <a:close/>
                <a:moveTo>
                  <a:pt x="3435" y="6207"/>
                </a:moveTo>
                <a:cubicBezTo>
                  <a:pt x="3466" y="6964"/>
                  <a:pt x="2836" y="7594"/>
                  <a:pt x="2049" y="7594"/>
                </a:cubicBezTo>
                <a:cubicBezTo>
                  <a:pt x="1292" y="7594"/>
                  <a:pt x="662" y="6964"/>
                  <a:pt x="662" y="6207"/>
                </a:cubicBezTo>
                <a:close/>
                <a:moveTo>
                  <a:pt x="11090" y="6207"/>
                </a:moveTo>
                <a:cubicBezTo>
                  <a:pt x="11090" y="6964"/>
                  <a:pt x="10460" y="7594"/>
                  <a:pt x="9736" y="7594"/>
                </a:cubicBezTo>
                <a:cubicBezTo>
                  <a:pt x="8980" y="7594"/>
                  <a:pt x="8350" y="6964"/>
                  <a:pt x="8350" y="6207"/>
                </a:cubicBezTo>
                <a:close/>
                <a:moveTo>
                  <a:pt x="5892" y="663"/>
                </a:moveTo>
                <a:cubicBezTo>
                  <a:pt x="6113" y="663"/>
                  <a:pt x="6270" y="820"/>
                  <a:pt x="6270" y="1009"/>
                </a:cubicBezTo>
                <a:lnTo>
                  <a:pt x="6270" y="8980"/>
                </a:lnTo>
                <a:lnTo>
                  <a:pt x="5546" y="8980"/>
                </a:lnTo>
                <a:lnTo>
                  <a:pt x="5546" y="1009"/>
                </a:lnTo>
                <a:cubicBezTo>
                  <a:pt x="5546" y="820"/>
                  <a:pt x="5703" y="663"/>
                  <a:pt x="5892" y="663"/>
                </a:cubicBezTo>
                <a:close/>
                <a:moveTo>
                  <a:pt x="8003" y="9673"/>
                </a:moveTo>
                <a:cubicBezTo>
                  <a:pt x="8192" y="9673"/>
                  <a:pt x="8350" y="9830"/>
                  <a:pt x="8350" y="10020"/>
                </a:cubicBezTo>
                <a:lnTo>
                  <a:pt x="8350" y="10398"/>
                </a:lnTo>
                <a:lnTo>
                  <a:pt x="3466" y="10398"/>
                </a:lnTo>
                <a:lnTo>
                  <a:pt x="3466" y="10020"/>
                </a:lnTo>
                <a:cubicBezTo>
                  <a:pt x="3466" y="9830"/>
                  <a:pt x="3624" y="9673"/>
                  <a:pt x="3813" y="9673"/>
                </a:cubicBezTo>
                <a:close/>
                <a:moveTo>
                  <a:pt x="5955" y="1"/>
                </a:moveTo>
                <a:cubicBezTo>
                  <a:pt x="5357" y="1"/>
                  <a:pt x="4916" y="474"/>
                  <a:pt x="4916" y="1009"/>
                </a:cubicBezTo>
                <a:lnTo>
                  <a:pt x="4916" y="1167"/>
                </a:lnTo>
                <a:cubicBezTo>
                  <a:pt x="3970" y="1671"/>
                  <a:pt x="3655" y="1891"/>
                  <a:pt x="3057" y="1954"/>
                </a:cubicBezTo>
                <a:cubicBezTo>
                  <a:pt x="2899" y="1608"/>
                  <a:pt x="2553" y="1324"/>
                  <a:pt x="2112" y="1324"/>
                </a:cubicBezTo>
                <a:cubicBezTo>
                  <a:pt x="1734" y="1324"/>
                  <a:pt x="1387" y="1576"/>
                  <a:pt x="1166" y="1923"/>
                </a:cubicBezTo>
                <a:cubicBezTo>
                  <a:pt x="946" y="1891"/>
                  <a:pt x="694" y="1797"/>
                  <a:pt x="505" y="1734"/>
                </a:cubicBezTo>
                <a:cubicBezTo>
                  <a:pt x="454" y="1708"/>
                  <a:pt x="404" y="1697"/>
                  <a:pt x="355" y="1697"/>
                </a:cubicBezTo>
                <a:cubicBezTo>
                  <a:pt x="224" y="1697"/>
                  <a:pt x="110" y="1784"/>
                  <a:pt x="64" y="1923"/>
                </a:cubicBezTo>
                <a:cubicBezTo>
                  <a:pt x="1" y="2112"/>
                  <a:pt x="64" y="2301"/>
                  <a:pt x="284" y="2364"/>
                </a:cubicBezTo>
                <a:cubicBezTo>
                  <a:pt x="536" y="2458"/>
                  <a:pt x="820" y="2553"/>
                  <a:pt x="1135" y="2616"/>
                </a:cubicBezTo>
                <a:cubicBezTo>
                  <a:pt x="1229" y="2899"/>
                  <a:pt x="1387" y="3151"/>
                  <a:pt x="1607" y="3277"/>
                </a:cubicBezTo>
                <a:lnTo>
                  <a:pt x="127" y="5703"/>
                </a:lnTo>
                <a:cubicBezTo>
                  <a:pt x="64" y="5735"/>
                  <a:pt x="64" y="5829"/>
                  <a:pt x="64" y="5892"/>
                </a:cubicBezTo>
                <a:lnTo>
                  <a:pt x="64" y="6239"/>
                </a:lnTo>
                <a:cubicBezTo>
                  <a:pt x="64" y="7405"/>
                  <a:pt x="1009" y="8350"/>
                  <a:pt x="2175" y="8350"/>
                </a:cubicBezTo>
                <a:cubicBezTo>
                  <a:pt x="3309" y="8350"/>
                  <a:pt x="4254" y="7405"/>
                  <a:pt x="4254" y="6239"/>
                </a:cubicBezTo>
                <a:lnTo>
                  <a:pt x="4254" y="5892"/>
                </a:lnTo>
                <a:cubicBezTo>
                  <a:pt x="4254" y="5829"/>
                  <a:pt x="4254" y="5766"/>
                  <a:pt x="4222" y="5703"/>
                </a:cubicBezTo>
                <a:lnTo>
                  <a:pt x="2710" y="3277"/>
                </a:lnTo>
                <a:cubicBezTo>
                  <a:pt x="2962" y="3183"/>
                  <a:pt x="3120" y="2931"/>
                  <a:pt x="3183" y="2647"/>
                </a:cubicBezTo>
                <a:cubicBezTo>
                  <a:pt x="3844" y="2553"/>
                  <a:pt x="4222" y="2332"/>
                  <a:pt x="4947" y="1954"/>
                </a:cubicBezTo>
                <a:lnTo>
                  <a:pt x="4947" y="8980"/>
                </a:lnTo>
                <a:lnTo>
                  <a:pt x="3939" y="8980"/>
                </a:lnTo>
                <a:cubicBezTo>
                  <a:pt x="3340" y="8980"/>
                  <a:pt x="2899" y="9421"/>
                  <a:pt x="2899" y="9988"/>
                </a:cubicBezTo>
                <a:lnTo>
                  <a:pt x="2899" y="10713"/>
                </a:lnTo>
                <a:cubicBezTo>
                  <a:pt x="2899" y="10902"/>
                  <a:pt x="3057" y="11059"/>
                  <a:pt x="3246" y="11059"/>
                </a:cubicBezTo>
                <a:lnTo>
                  <a:pt x="8822" y="11059"/>
                </a:lnTo>
                <a:cubicBezTo>
                  <a:pt x="9011" y="11059"/>
                  <a:pt x="9169" y="10902"/>
                  <a:pt x="9169" y="10713"/>
                </a:cubicBezTo>
                <a:lnTo>
                  <a:pt x="9169" y="9988"/>
                </a:lnTo>
                <a:cubicBezTo>
                  <a:pt x="9169" y="9389"/>
                  <a:pt x="8696" y="8980"/>
                  <a:pt x="8129" y="8980"/>
                </a:cubicBezTo>
                <a:lnTo>
                  <a:pt x="7089" y="8980"/>
                </a:lnTo>
                <a:lnTo>
                  <a:pt x="7089" y="1954"/>
                </a:lnTo>
                <a:cubicBezTo>
                  <a:pt x="7814" y="2332"/>
                  <a:pt x="8224" y="2553"/>
                  <a:pt x="8885" y="2647"/>
                </a:cubicBezTo>
                <a:cubicBezTo>
                  <a:pt x="8980" y="2931"/>
                  <a:pt x="9137" y="3120"/>
                  <a:pt x="9358" y="3277"/>
                </a:cubicBezTo>
                <a:lnTo>
                  <a:pt x="7877" y="5703"/>
                </a:lnTo>
                <a:cubicBezTo>
                  <a:pt x="7814" y="5735"/>
                  <a:pt x="7814" y="5829"/>
                  <a:pt x="7814" y="5892"/>
                </a:cubicBezTo>
                <a:lnTo>
                  <a:pt x="7814" y="6239"/>
                </a:lnTo>
                <a:cubicBezTo>
                  <a:pt x="7814" y="7405"/>
                  <a:pt x="8759" y="8350"/>
                  <a:pt x="9925" y="8350"/>
                </a:cubicBezTo>
                <a:cubicBezTo>
                  <a:pt x="11059" y="8350"/>
                  <a:pt x="12004" y="7405"/>
                  <a:pt x="12004" y="6239"/>
                </a:cubicBezTo>
                <a:lnTo>
                  <a:pt x="12004" y="5892"/>
                </a:lnTo>
                <a:cubicBezTo>
                  <a:pt x="12004" y="5829"/>
                  <a:pt x="12004" y="5766"/>
                  <a:pt x="11973" y="5703"/>
                </a:cubicBezTo>
                <a:lnTo>
                  <a:pt x="10460" y="3277"/>
                </a:lnTo>
                <a:cubicBezTo>
                  <a:pt x="10523" y="3151"/>
                  <a:pt x="10681" y="2899"/>
                  <a:pt x="10744" y="2616"/>
                </a:cubicBezTo>
                <a:cubicBezTo>
                  <a:pt x="11027" y="2553"/>
                  <a:pt x="11343" y="2458"/>
                  <a:pt x="11626" y="2364"/>
                </a:cubicBezTo>
                <a:cubicBezTo>
                  <a:pt x="11815" y="2269"/>
                  <a:pt x="11878" y="2080"/>
                  <a:pt x="11815" y="1923"/>
                </a:cubicBezTo>
                <a:cubicBezTo>
                  <a:pt x="11746" y="1784"/>
                  <a:pt x="11626" y="1697"/>
                  <a:pt x="11505" y="1697"/>
                </a:cubicBezTo>
                <a:cubicBezTo>
                  <a:pt x="11461" y="1697"/>
                  <a:pt x="11416" y="1708"/>
                  <a:pt x="11374" y="1734"/>
                </a:cubicBezTo>
                <a:cubicBezTo>
                  <a:pt x="11122" y="1797"/>
                  <a:pt x="10933" y="1891"/>
                  <a:pt x="10712" y="1923"/>
                </a:cubicBezTo>
                <a:cubicBezTo>
                  <a:pt x="10555" y="1576"/>
                  <a:pt x="10208" y="1324"/>
                  <a:pt x="9767" y="1324"/>
                </a:cubicBezTo>
                <a:cubicBezTo>
                  <a:pt x="9326" y="1324"/>
                  <a:pt x="8980" y="1576"/>
                  <a:pt x="8822" y="1954"/>
                </a:cubicBezTo>
                <a:cubicBezTo>
                  <a:pt x="8224" y="1828"/>
                  <a:pt x="7908" y="1639"/>
                  <a:pt x="6963" y="1167"/>
                </a:cubicBezTo>
                <a:lnTo>
                  <a:pt x="6963" y="1009"/>
                </a:lnTo>
                <a:cubicBezTo>
                  <a:pt x="6963" y="411"/>
                  <a:pt x="6491" y="1"/>
                  <a:pt x="595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1" name="Google Shape;8703;p68">
            <a:extLst>
              <a:ext uri="{FF2B5EF4-FFF2-40B4-BE49-F238E27FC236}">
                <a16:creationId xmlns:a16="http://schemas.microsoft.com/office/drawing/2014/main" id="{252A8E98-0331-44D6-A127-EA072FA059F9}"/>
              </a:ext>
            </a:extLst>
          </p:cNvPr>
          <p:cNvSpPr/>
          <p:nvPr/>
        </p:nvSpPr>
        <p:spPr>
          <a:xfrm>
            <a:off x="3403799" y="4700213"/>
            <a:ext cx="229399" cy="226371"/>
          </a:xfrm>
          <a:custGeom>
            <a:avLst/>
            <a:gdLst/>
            <a:ahLst/>
            <a:cxnLst/>
            <a:rect l="l" t="t" r="r" b="b"/>
            <a:pathLst>
              <a:path w="11973" h="11815" extrusionOk="0">
                <a:moveTo>
                  <a:pt x="5986" y="631"/>
                </a:moveTo>
                <a:cubicBezTo>
                  <a:pt x="6396" y="631"/>
                  <a:pt x="6711" y="946"/>
                  <a:pt x="6711" y="1324"/>
                </a:cubicBezTo>
                <a:cubicBezTo>
                  <a:pt x="6711" y="1733"/>
                  <a:pt x="6396" y="2048"/>
                  <a:pt x="5986" y="2048"/>
                </a:cubicBezTo>
                <a:cubicBezTo>
                  <a:pt x="5608" y="2048"/>
                  <a:pt x="5293" y="1733"/>
                  <a:pt x="5293" y="1324"/>
                </a:cubicBezTo>
                <a:cubicBezTo>
                  <a:pt x="5293" y="946"/>
                  <a:pt x="5608" y="631"/>
                  <a:pt x="5986" y="631"/>
                </a:cubicBezTo>
                <a:close/>
                <a:moveTo>
                  <a:pt x="5986" y="2710"/>
                </a:moveTo>
                <a:cubicBezTo>
                  <a:pt x="6931" y="2710"/>
                  <a:pt x="7719" y="3498"/>
                  <a:pt x="7719" y="4443"/>
                </a:cubicBezTo>
                <a:lnTo>
                  <a:pt x="7719" y="4789"/>
                </a:lnTo>
                <a:lnTo>
                  <a:pt x="4253" y="4789"/>
                </a:lnTo>
                <a:lnTo>
                  <a:pt x="4253" y="4443"/>
                </a:lnTo>
                <a:cubicBezTo>
                  <a:pt x="4253" y="3498"/>
                  <a:pt x="5041" y="2710"/>
                  <a:pt x="5986" y="2710"/>
                </a:cubicBezTo>
                <a:close/>
                <a:moveTo>
                  <a:pt x="3245" y="6900"/>
                </a:moveTo>
                <a:cubicBezTo>
                  <a:pt x="3623" y="6900"/>
                  <a:pt x="3938" y="7215"/>
                  <a:pt x="3938" y="7593"/>
                </a:cubicBezTo>
                <a:cubicBezTo>
                  <a:pt x="3938" y="8003"/>
                  <a:pt x="3623" y="8318"/>
                  <a:pt x="3245" y="8318"/>
                </a:cubicBezTo>
                <a:cubicBezTo>
                  <a:pt x="2836" y="8255"/>
                  <a:pt x="2521" y="7940"/>
                  <a:pt x="2521" y="7593"/>
                </a:cubicBezTo>
                <a:cubicBezTo>
                  <a:pt x="2521" y="7215"/>
                  <a:pt x="2836" y="6900"/>
                  <a:pt x="3245" y="6900"/>
                </a:cubicBezTo>
                <a:close/>
                <a:moveTo>
                  <a:pt x="8759" y="6900"/>
                </a:moveTo>
                <a:cubicBezTo>
                  <a:pt x="9137" y="6900"/>
                  <a:pt x="9452" y="7215"/>
                  <a:pt x="9452" y="7593"/>
                </a:cubicBezTo>
                <a:cubicBezTo>
                  <a:pt x="9452" y="8003"/>
                  <a:pt x="9137" y="8318"/>
                  <a:pt x="8759" y="8318"/>
                </a:cubicBezTo>
                <a:cubicBezTo>
                  <a:pt x="8349" y="8318"/>
                  <a:pt x="8034" y="7940"/>
                  <a:pt x="8034" y="7593"/>
                </a:cubicBezTo>
                <a:cubicBezTo>
                  <a:pt x="8034" y="7215"/>
                  <a:pt x="8349" y="6900"/>
                  <a:pt x="8759" y="6900"/>
                </a:cubicBezTo>
                <a:close/>
                <a:moveTo>
                  <a:pt x="10365" y="5545"/>
                </a:moveTo>
                <a:cubicBezTo>
                  <a:pt x="10523" y="5545"/>
                  <a:pt x="10680" y="5672"/>
                  <a:pt x="10712" y="5829"/>
                </a:cubicBezTo>
                <a:lnTo>
                  <a:pt x="11216" y="8570"/>
                </a:lnTo>
                <a:cubicBezTo>
                  <a:pt x="11247" y="8790"/>
                  <a:pt x="11027" y="8980"/>
                  <a:pt x="10838" y="8980"/>
                </a:cubicBezTo>
                <a:lnTo>
                  <a:pt x="10460" y="8980"/>
                </a:lnTo>
                <a:cubicBezTo>
                  <a:pt x="10239" y="8790"/>
                  <a:pt x="10019" y="8633"/>
                  <a:pt x="9767" y="8507"/>
                </a:cubicBezTo>
                <a:cubicBezTo>
                  <a:pt x="10019" y="8255"/>
                  <a:pt x="10145" y="7940"/>
                  <a:pt x="10145" y="7562"/>
                </a:cubicBezTo>
                <a:cubicBezTo>
                  <a:pt x="10145" y="6806"/>
                  <a:pt x="9515" y="6176"/>
                  <a:pt x="8759" y="6176"/>
                </a:cubicBezTo>
                <a:cubicBezTo>
                  <a:pt x="8002" y="6176"/>
                  <a:pt x="7372" y="6806"/>
                  <a:pt x="7372" y="7562"/>
                </a:cubicBezTo>
                <a:cubicBezTo>
                  <a:pt x="7372" y="7908"/>
                  <a:pt x="7498" y="8223"/>
                  <a:pt x="7719" y="8507"/>
                </a:cubicBezTo>
                <a:cubicBezTo>
                  <a:pt x="7498" y="8633"/>
                  <a:pt x="7246" y="8790"/>
                  <a:pt x="7057" y="8980"/>
                </a:cubicBezTo>
                <a:lnTo>
                  <a:pt x="4883" y="8980"/>
                </a:lnTo>
                <a:cubicBezTo>
                  <a:pt x="4694" y="8790"/>
                  <a:pt x="4442" y="8633"/>
                  <a:pt x="4222" y="8507"/>
                </a:cubicBezTo>
                <a:cubicBezTo>
                  <a:pt x="4474" y="8255"/>
                  <a:pt x="4568" y="7940"/>
                  <a:pt x="4568" y="7562"/>
                </a:cubicBezTo>
                <a:cubicBezTo>
                  <a:pt x="4568" y="6806"/>
                  <a:pt x="3938" y="6176"/>
                  <a:pt x="3214" y="6176"/>
                </a:cubicBezTo>
                <a:cubicBezTo>
                  <a:pt x="2458" y="6176"/>
                  <a:pt x="1828" y="6806"/>
                  <a:pt x="1828" y="7562"/>
                </a:cubicBezTo>
                <a:cubicBezTo>
                  <a:pt x="1828" y="7908"/>
                  <a:pt x="1954" y="8223"/>
                  <a:pt x="2174" y="8507"/>
                </a:cubicBezTo>
                <a:cubicBezTo>
                  <a:pt x="1922" y="8633"/>
                  <a:pt x="1701" y="8790"/>
                  <a:pt x="1512" y="8980"/>
                </a:cubicBezTo>
                <a:lnTo>
                  <a:pt x="1103" y="8980"/>
                </a:lnTo>
                <a:cubicBezTo>
                  <a:pt x="882" y="8980"/>
                  <a:pt x="725" y="8790"/>
                  <a:pt x="756" y="8570"/>
                </a:cubicBezTo>
                <a:lnTo>
                  <a:pt x="1260" y="5829"/>
                </a:lnTo>
                <a:cubicBezTo>
                  <a:pt x="1323" y="5672"/>
                  <a:pt x="1418" y="5545"/>
                  <a:pt x="1638" y="5545"/>
                </a:cubicBezTo>
                <a:close/>
                <a:moveTo>
                  <a:pt x="3214" y="8948"/>
                </a:moveTo>
                <a:cubicBezTo>
                  <a:pt x="4127" y="8948"/>
                  <a:pt x="4915" y="9736"/>
                  <a:pt x="4915" y="10712"/>
                </a:cubicBezTo>
                <a:lnTo>
                  <a:pt x="4915" y="11059"/>
                </a:lnTo>
                <a:lnTo>
                  <a:pt x="1481" y="11059"/>
                </a:lnTo>
                <a:lnTo>
                  <a:pt x="1481" y="10712"/>
                </a:lnTo>
                <a:cubicBezTo>
                  <a:pt x="1481" y="9736"/>
                  <a:pt x="2269" y="8948"/>
                  <a:pt x="3214" y="8948"/>
                </a:cubicBezTo>
                <a:close/>
                <a:moveTo>
                  <a:pt x="8759" y="8948"/>
                </a:moveTo>
                <a:cubicBezTo>
                  <a:pt x="9704" y="8948"/>
                  <a:pt x="10491" y="9736"/>
                  <a:pt x="10491" y="10712"/>
                </a:cubicBezTo>
                <a:lnTo>
                  <a:pt x="10491" y="11059"/>
                </a:lnTo>
                <a:lnTo>
                  <a:pt x="7026" y="11059"/>
                </a:lnTo>
                <a:lnTo>
                  <a:pt x="7026" y="10712"/>
                </a:lnTo>
                <a:cubicBezTo>
                  <a:pt x="7026" y="9736"/>
                  <a:pt x="7813" y="8948"/>
                  <a:pt x="8759" y="8948"/>
                </a:cubicBezTo>
                <a:close/>
                <a:moveTo>
                  <a:pt x="5986" y="1"/>
                </a:moveTo>
                <a:cubicBezTo>
                  <a:pt x="5262" y="1"/>
                  <a:pt x="4631" y="631"/>
                  <a:pt x="4631" y="1387"/>
                </a:cubicBezTo>
                <a:cubicBezTo>
                  <a:pt x="4631" y="1733"/>
                  <a:pt x="4726" y="2048"/>
                  <a:pt x="4978" y="2269"/>
                </a:cubicBezTo>
                <a:cubicBezTo>
                  <a:pt x="4127" y="2679"/>
                  <a:pt x="3592" y="3498"/>
                  <a:pt x="3592" y="4474"/>
                </a:cubicBezTo>
                <a:lnTo>
                  <a:pt x="3592" y="4852"/>
                </a:lnTo>
                <a:lnTo>
                  <a:pt x="1670" y="4852"/>
                </a:lnTo>
                <a:cubicBezTo>
                  <a:pt x="1166" y="4852"/>
                  <a:pt x="725" y="5199"/>
                  <a:pt x="630" y="5703"/>
                </a:cubicBezTo>
                <a:lnTo>
                  <a:pt x="126" y="8475"/>
                </a:lnTo>
                <a:cubicBezTo>
                  <a:pt x="0" y="9043"/>
                  <a:pt x="473" y="9610"/>
                  <a:pt x="1071" y="9673"/>
                </a:cubicBezTo>
                <a:cubicBezTo>
                  <a:pt x="914" y="9988"/>
                  <a:pt x="819" y="10366"/>
                  <a:pt x="819" y="10744"/>
                </a:cubicBezTo>
                <a:lnTo>
                  <a:pt x="819" y="11468"/>
                </a:lnTo>
                <a:cubicBezTo>
                  <a:pt x="819" y="11657"/>
                  <a:pt x="977" y="11815"/>
                  <a:pt x="1197" y="11815"/>
                </a:cubicBezTo>
                <a:lnTo>
                  <a:pt x="5356" y="11815"/>
                </a:lnTo>
                <a:cubicBezTo>
                  <a:pt x="5545" y="11815"/>
                  <a:pt x="5703" y="11657"/>
                  <a:pt x="5703" y="11468"/>
                </a:cubicBezTo>
                <a:lnTo>
                  <a:pt x="5703" y="10744"/>
                </a:lnTo>
                <a:cubicBezTo>
                  <a:pt x="5703" y="10366"/>
                  <a:pt x="5640" y="9988"/>
                  <a:pt x="5482" y="9673"/>
                </a:cubicBezTo>
                <a:lnTo>
                  <a:pt x="6648" y="9673"/>
                </a:lnTo>
                <a:cubicBezTo>
                  <a:pt x="6490" y="9988"/>
                  <a:pt x="6427" y="10366"/>
                  <a:pt x="6427" y="10744"/>
                </a:cubicBezTo>
                <a:lnTo>
                  <a:pt x="6427" y="11468"/>
                </a:lnTo>
                <a:cubicBezTo>
                  <a:pt x="6427" y="11657"/>
                  <a:pt x="6585" y="11815"/>
                  <a:pt x="6774" y="11815"/>
                </a:cubicBezTo>
                <a:lnTo>
                  <a:pt x="10838" y="11815"/>
                </a:lnTo>
                <a:cubicBezTo>
                  <a:pt x="11027" y="11815"/>
                  <a:pt x="11184" y="11657"/>
                  <a:pt x="11184" y="11468"/>
                </a:cubicBezTo>
                <a:lnTo>
                  <a:pt x="11184" y="10744"/>
                </a:lnTo>
                <a:cubicBezTo>
                  <a:pt x="11184" y="10366"/>
                  <a:pt x="11121" y="9988"/>
                  <a:pt x="10964" y="9673"/>
                </a:cubicBezTo>
                <a:cubicBezTo>
                  <a:pt x="11563" y="9610"/>
                  <a:pt x="11972" y="9043"/>
                  <a:pt x="11878" y="8475"/>
                </a:cubicBezTo>
                <a:lnTo>
                  <a:pt x="11342" y="5703"/>
                </a:lnTo>
                <a:cubicBezTo>
                  <a:pt x="11279" y="5199"/>
                  <a:pt x="10838" y="4852"/>
                  <a:pt x="10334" y="4852"/>
                </a:cubicBezTo>
                <a:lnTo>
                  <a:pt x="8412" y="4852"/>
                </a:lnTo>
                <a:lnTo>
                  <a:pt x="8412" y="4474"/>
                </a:lnTo>
                <a:cubicBezTo>
                  <a:pt x="8412" y="3498"/>
                  <a:pt x="7845" y="2679"/>
                  <a:pt x="7026" y="2269"/>
                </a:cubicBezTo>
                <a:cubicBezTo>
                  <a:pt x="7246" y="2048"/>
                  <a:pt x="7372" y="1733"/>
                  <a:pt x="7372" y="1387"/>
                </a:cubicBezTo>
                <a:cubicBezTo>
                  <a:pt x="7372" y="631"/>
                  <a:pt x="6742" y="1"/>
                  <a:pt x="5986"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2" name="Google Shape;8704;p68">
            <a:extLst>
              <a:ext uri="{FF2B5EF4-FFF2-40B4-BE49-F238E27FC236}">
                <a16:creationId xmlns:a16="http://schemas.microsoft.com/office/drawing/2014/main" id="{DFA72FF3-293A-4114-9462-D13555BF81C7}"/>
              </a:ext>
            </a:extLst>
          </p:cNvPr>
          <p:cNvSpPr/>
          <p:nvPr/>
        </p:nvSpPr>
        <p:spPr>
          <a:xfrm>
            <a:off x="4881918" y="4140052"/>
            <a:ext cx="145498" cy="225165"/>
          </a:xfrm>
          <a:custGeom>
            <a:avLst/>
            <a:gdLst/>
            <a:ahLst/>
            <a:cxnLst/>
            <a:rect l="l" t="t" r="r" b="b"/>
            <a:pathLst>
              <a:path w="7594" h="11752" extrusionOk="0">
                <a:moveTo>
                  <a:pt x="6585" y="662"/>
                </a:moveTo>
                <a:cubicBezTo>
                  <a:pt x="6774" y="662"/>
                  <a:pt x="6932" y="819"/>
                  <a:pt x="6932" y="1008"/>
                </a:cubicBezTo>
                <a:cubicBezTo>
                  <a:pt x="6932" y="1197"/>
                  <a:pt x="6774" y="1355"/>
                  <a:pt x="6585" y="1355"/>
                </a:cubicBezTo>
                <a:lnTo>
                  <a:pt x="1040" y="1355"/>
                </a:lnTo>
                <a:cubicBezTo>
                  <a:pt x="820" y="1355"/>
                  <a:pt x="662" y="1197"/>
                  <a:pt x="662" y="1008"/>
                </a:cubicBezTo>
                <a:cubicBezTo>
                  <a:pt x="662" y="819"/>
                  <a:pt x="820" y="662"/>
                  <a:pt x="1040" y="662"/>
                </a:cubicBezTo>
                <a:close/>
                <a:moveTo>
                  <a:pt x="6175" y="2048"/>
                </a:moveTo>
                <a:lnTo>
                  <a:pt x="6175" y="2867"/>
                </a:lnTo>
                <a:cubicBezTo>
                  <a:pt x="5435" y="3277"/>
                  <a:pt x="4600" y="3481"/>
                  <a:pt x="3765" y="3481"/>
                </a:cubicBezTo>
                <a:cubicBezTo>
                  <a:pt x="2930" y="3481"/>
                  <a:pt x="2096" y="3277"/>
                  <a:pt x="1355" y="2867"/>
                </a:cubicBezTo>
                <a:lnTo>
                  <a:pt x="1355" y="2048"/>
                </a:lnTo>
                <a:close/>
                <a:moveTo>
                  <a:pt x="1418" y="3686"/>
                </a:moveTo>
                <a:lnTo>
                  <a:pt x="1418" y="3686"/>
                </a:lnTo>
                <a:cubicBezTo>
                  <a:pt x="2174" y="4001"/>
                  <a:pt x="2962" y="4190"/>
                  <a:pt x="3781" y="4190"/>
                </a:cubicBezTo>
                <a:cubicBezTo>
                  <a:pt x="4600" y="4190"/>
                  <a:pt x="5388" y="4033"/>
                  <a:pt x="6144" y="3686"/>
                </a:cubicBezTo>
                <a:lnTo>
                  <a:pt x="6144" y="3686"/>
                </a:lnTo>
                <a:cubicBezTo>
                  <a:pt x="5860" y="4757"/>
                  <a:pt x="4915" y="5545"/>
                  <a:pt x="3781" y="5545"/>
                </a:cubicBezTo>
                <a:cubicBezTo>
                  <a:pt x="2647" y="5545"/>
                  <a:pt x="1702" y="4757"/>
                  <a:pt x="1418" y="3686"/>
                </a:cubicBezTo>
                <a:close/>
                <a:moveTo>
                  <a:pt x="3435" y="6238"/>
                </a:moveTo>
                <a:lnTo>
                  <a:pt x="3435" y="7813"/>
                </a:lnTo>
                <a:lnTo>
                  <a:pt x="1544" y="9704"/>
                </a:lnTo>
                <a:lnTo>
                  <a:pt x="1355" y="9704"/>
                </a:lnTo>
                <a:lnTo>
                  <a:pt x="1355" y="8695"/>
                </a:lnTo>
                <a:cubicBezTo>
                  <a:pt x="1355" y="7467"/>
                  <a:pt x="2237" y="6427"/>
                  <a:pt x="3435" y="6238"/>
                </a:cubicBezTo>
                <a:close/>
                <a:moveTo>
                  <a:pt x="3781" y="8443"/>
                </a:moveTo>
                <a:lnTo>
                  <a:pt x="5041" y="9704"/>
                </a:lnTo>
                <a:lnTo>
                  <a:pt x="2552" y="9704"/>
                </a:lnTo>
                <a:lnTo>
                  <a:pt x="3781" y="8443"/>
                </a:lnTo>
                <a:close/>
                <a:moveTo>
                  <a:pt x="4128" y="6238"/>
                </a:moveTo>
                <a:cubicBezTo>
                  <a:pt x="5325" y="6396"/>
                  <a:pt x="6207" y="7435"/>
                  <a:pt x="6207" y="8695"/>
                </a:cubicBezTo>
                <a:lnTo>
                  <a:pt x="6207" y="9704"/>
                </a:lnTo>
                <a:lnTo>
                  <a:pt x="6018" y="9704"/>
                </a:lnTo>
                <a:lnTo>
                  <a:pt x="4128" y="7813"/>
                </a:lnTo>
                <a:lnTo>
                  <a:pt x="4128" y="6238"/>
                </a:lnTo>
                <a:close/>
                <a:moveTo>
                  <a:pt x="6553" y="10397"/>
                </a:moveTo>
                <a:cubicBezTo>
                  <a:pt x="6743" y="10428"/>
                  <a:pt x="6900" y="10586"/>
                  <a:pt x="6900" y="10743"/>
                </a:cubicBezTo>
                <a:cubicBezTo>
                  <a:pt x="6900" y="10932"/>
                  <a:pt x="6743" y="11090"/>
                  <a:pt x="6553" y="11090"/>
                </a:cubicBezTo>
                <a:lnTo>
                  <a:pt x="977" y="11090"/>
                </a:lnTo>
                <a:cubicBezTo>
                  <a:pt x="788" y="11090"/>
                  <a:pt x="631" y="10932"/>
                  <a:pt x="631" y="10743"/>
                </a:cubicBezTo>
                <a:cubicBezTo>
                  <a:pt x="631" y="10554"/>
                  <a:pt x="788" y="10397"/>
                  <a:pt x="977" y="10397"/>
                </a:cubicBezTo>
                <a:close/>
                <a:moveTo>
                  <a:pt x="1009" y="0"/>
                </a:moveTo>
                <a:cubicBezTo>
                  <a:pt x="442" y="0"/>
                  <a:pt x="0" y="473"/>
                  <a:pt x="0" y="1008"/>
                </a:cubicBezTo>
                <a:cubicBezTo>
                  <a:pt x="0" y="1449"/>
                  <a:pt x="284" y="1827"/>
                  <a:pt x="694" y="1985"/>
                </a:cubicBezTo>
                <a:lnTo>
                  <a:pt x="694" y="3088"/>
                </a:lnTo>
                <a:cubicBezTo>
                  <a:pt x="694" y="4316"/>
                  <a:pt x="1387" y="5356"/>
                  <a:pt x="2395" y="5860"/>
                </a:cubicBezTo>
                <a:cubicBezTo>
                  <a:pt x="1387" y="6364"/>
                  <a:pt x="694" y="7435"/>
                  <a:pt x="694" y="8664"/>
                </a:cubicBezTo>
                <a:lnTo>
                  <a:pt x="694" y="9767"/>
                </a:lnTo>
                <a:cubicBezTo>
                  <a:pt x="316" y="9924"/>
                  <a:pt x="0" y="10271"/>
                  <a:pt x="0" y="10743"/>
                </a:cubicBezTo>
                <a:cubicBezTo>
                  <a:pt x="0" y="11342"/>
                  <a:pt x="473" y="11751"/>
                  <a:pt x="1009" y="11751"/>
                </a:cubicBezTo>
                <a:lnTo>
                  <a:pt x="6585" y="11751"/>
                </a:lnTo>
                <a:cubicBezTo>
                  <a:pt x="7152" y="11751"/>
                  <a:pt x="7593" y="11279"/>
                  <a:pt x="7593" y="10743"/>
                </a:cubicBezTo>
                <a:cubicBezTo>
                  <a:pt x="7593" y="10302"/>
                  <a:pt x="7310" y="9924"/>
                  <a:pt x="6900" y="9767"/>
                </a:cubicBezTo>
                <a:lnTo>
                  <a:pt x="6900" y="8664"/>
                </a:lnTo>
                <a:cubicBezTo>
                  <a:pt x="6900" y="7435"/>
                  <a:pt x="6207" y="6364"/>
                  <a:pt x="5199" y="5860"/>
                </a:cubicBezTo>
                <a:cubicBezTo>
                  <a:pt x="6207" y="5387"/>
                  <a:pt x="6900" y="4316"/>
                  <a:pt x="6900" y="3088"/>
                </a:cubicBezTo>
                <a:lnTo>
                  <a:pt x="6900" y="1985"/>
                </a:lnTo>
                <a:cubicBezTo>
                  <a:pt x="7278" y="1827"/>
                  <a:pt x="7593" y="1481"/>
                  <a:pt x="7593" y="1008"/>
                </a:cubicBezTo>
                <a:cubicBezTo>
                  <a:pt x="7593" y="410"/>
                  <a:pt x="7121" y="0"/>
                  <a:pt x="6585"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3" name="Google Shape;8705;p68">
            <a:extLst>
              <a:ext uri="{FF2B5EF4-FFF2-40B4-BE49-F238E27FC236}">
                <a16:creationId xmlns:a16="http://schemas.microsoft.com/office/drawing/2014/main" id="{1A110E3B-803B-456C-B538-9D88C84BB30E}"/>
              </a:ext>
            </a:extLst>
          </p:cNvPr>
          <p:cNvSpPr/>
          <p:nvPr/>
        </p:nvSpPr>
        <p:spPr>
          <a:xfrm>
            <a:off x="815535" y="4139143"/>
            <a:ext cx="228172" cy="226984"/>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4" name="Google Shape;8706;p68">
            <a:extLst>
              <a:ext uri="{FF2B5EF4-FFF2-40B4-BE49-F238E27FC236}">
                <a16:creationId xmlns:a16="http://schemas.microsoft.com/office/drawing/2014/main" id="{7A9998F6-4CF5-4998-AC41-C3A83A193389}"/>
              </a:ext>
            </a:extLst>
          </p:cNvPr>
          <p:cNvGrpSpPr/>
          <p:nvPr/>
        </p:nvGrpSpPr>
        <p:grpSpPr>
          <a:xfrm>
            <a:off x="815234" y="4408356"/>
            <a:ext cx="228785" cy="226391"/>
            <a:chOff x="1049375" y="2318350"/>
            <a:chExt cx="298525" cy="295400"/>
          </a:xfrm>
          <a:solidFill>
            <a:schemeClr val="tx1"/>
          </a:solidFill>
        </p:grpSpPr>
        <p:sp>
          <p:nvSpPr>
            <p:cNvPr id="150" name="Google Shape;8707;p68">
              <a:extLst>
                <a:ext uri="{FF2B5EF4-FFF2-40B4-BE49-F238E27FC236}">
                  <a16:creationId xmlns:a16="http://schemas.microsoft.com/office/drawing/2014/main" id="{73D7565C-D945-42B3-A683-29A27AA9EDE8}"/>
                </a:ext>
              </a:extLst>
            </p:cNvPr>
            <p:cNvSpPr/>
            <p:nvPr/>
          </p:nvSpPr>
          <p:spPr>
            <a:xfrm>
              <a:off x="1101350" y="2492325"/>
              <a:ext cx="70125" cy="50525"/>
            </a:xfrm>
            <a:custGeom>
              <a:avLst/>
              <a:gdLst/>
              <a:ahLst/>
              <a:cxnLst/>
              <a:rect l="l" t="t" r="r" b="b"/>
              <a:pathLst>
                <a:path w="2805" h="2021" extrusionOk="0">
                  <a:moveTo>
                    <a:pt x="2473" y="0"/>
                  </a:moveTo>
                  <a:cubicBezTo>
                    <a:pt x="2377" y="0"/>
                    <a:pt x="2273" y="32"/>
                    <a:pt x="2206" y="99"/>
                  </a:cubicBezTo>
                  <a:lnTo>
                    <a:pt x="1072" y="1233"/>
                  </a:lnTo>
                  <a:lnTo>
                    <a:pt x="599" y="761"/>
                  </a:lnTo>
                  <a:cubicBezTo>
                    <a:pt x="536" y="713"/>
                    <a:pt x="449" y="690"/>
                    <a:pt x="363" y="690"/>
                  </a:cubicBezTo>
                  <a:cubicBezTo>
                    <a:pt x="276" y="690"/>
                    <a:pt x="189" y="713"/>
                    <a:pt x="126" y="761"/>
                  </a:cubicBezTo>
                  <a:cubicBezTo>
                    <a:pt x="0" y="887"/>
                    <a:pt x="0" y="1139"/>
                    <a:pt x="126" y="1233"/>
                  </a:cubicBezTo>
                  <a:lnTo>
                    <a:pt x="820" y="1958"/>
                  </a:lnTo>
                  <a:cubicBezTo>
                    <a:pt x="914" y="2021"/>
                    <a:pt x="977" y="2021"/>
                    <a:pt x="1072" y="2021"/>
                  </a:cubicBezTo>
                  <a:cubicBezTo>
                    <a:pt x="1135" y="2021"/>
                    <a:pt x="1261" y="1989"/>
                    <a:pt x="1292" y="1926"/>
                  </a:cubicBezTo>
                  <a:lnTo>
                    <a:pt x="2678" y="540"/>
                  </a:lnTo>
                  <a:cubicBezTo>
                    <a:pt x="2804" y="414"/>
                    <a:pt x="2804" y="162"/>
                    <a:pt x="2678" y="68"/>
                  </a:cubicBezTo>
                  <a:cubicBezTo>
                    <a:pt x="2634" y="24"/>
                    <a:pt x="2557" y="0"/>
                    <a:pt x="2473" y="0"/>
                  </a:cubicBezTo>
                  <a:close/>
                </a:path>
              </a:pathLst>
            </a:custGeom>
            <a:grpFill/>
            <a:ln>
              <a:noFill/>
            </a:ln>
          </p:spPr>
          <p:txBody>
            <a:bodyPr spcFirstLastPara="1" wrap="square" lIns="62728" tIns="62728" rIns="62728" bIns="62728" anchor="ctr" anchorCtr="0">
              <a:noAutofit/>
            </a:bodyPr>
            <a:lstStyle/>
            <a:p>
              <a:endParaRPr sz="764"/>
            </a:p>
          </p:txBody>
        </p:sp>
        <p:sp>
          <p:nvSpPr>
            <p:cNvPr id="151" name="Google Shape;8708;p68">
              <a:extLst>
                <a:ext uri="{FF2B5EF4-FFF2-40B4-BE49-F238E27FC236}">
                  <a16:creationId xmlns:a16="http://schemas.microsoft.com/office/drawing/2014/main" id="{0214625A-76B1-4446-8A30-F37061118E06}"/>
                </a:ext>
              </a:extLst>
            </p:cNvPr>
            <p:cNvSpPr/>
            <p:nvPr/>
          </p:nvSpPr>
          <p:spPr>
            <a:xfrm>
              <a:off x="1101350" y="2440525"/>
              <a:ext cx="70125" cy="51150"/>
            </a:xfrm>
            <a:custGeom>
              <a:avLst/>
              <a:gdLst/>
              <a:ahLst/>
              <a:cxnLst/>
              <a:rect l="l" t="t" r="r" b="b"/>
              <a:pathLst>
                <a:path w="2805" h="2046" extrusionOk="0">
                  <a:moveTo>
                    <a:pt x="2469" y="1"/>
                  </a:moveTo>
                  <a:cubicBezTo>
                    <a:pt x="2374" y="1"/>
                    <a:pt x="2272" y="40"/>
                    <a:pt x="2206" y="123"/>
                  </a:cubicBezTo>
                  <a:lnTo>
                    <a:pt x="1072" y="1257"/>
                  </a:lnTo>
                  <a:lnTo>
                    <a:pt x="599" y="785"/>
                  </a:lnTo>
                  <a:cubicBezTo>
                    <a:pt x="536" y="738"/>
                    <a:pt x="449" y="714"/>
                    <a:pt x="363" y="714"/>
                  </a:cubicBezTo>
                  <a:cubicBezTo>
                    <a:pt x="276" y="714"/>
                    <a:pt x="189" y="738"/>
                    <a:pt x="126" y="785"/>
                  </a:cubicBezTo>
                  <a:cubicBezTo>
                    <a:pt x="0" y="911"/>
                    <a:pt x="0" y="1163"/>
                    <a:pt x="126" y="1257"/>
                  </a:cubicBezTo>
                  <a:lnTo>
                    <a:pt x="820" y="1982"/>
                  </a:lnTo>
                  <a:cubicBezTo>
                    <a:pt x="914" y="2045"/>
                    <a:pt x="977" y="2045"/>
                    <a:pt x="1072" y="2045"/>
                  </a:cubicBezTo>
                  <a:cubicBezTo>
                    <a:pt x="1135" y="2045"/>
                    <a:pt x="1261" y="2014"/>
                    <a:pt x="1292" y="1951"/>
                  </a:cubicBezTo>
                  <a:lnTo>
                    <a:pt x="2678" y="564"/>
                  </a:lnTo>
                  <a:cubicBezTo>
                    <a:pt x="2804" y="438"/>
                    <a:pt x="2804" y="186"/>
                    <a:pt x="2678" y="92"/>
                  </a:cubicBezTo>
                  <a:cubicBezTo>
                    <a:pt x="2634" y="32"/>
                    <a:pt x="2554" y="1"/>
                    <a:pt x="2469" y="1"/>
                  </a:cubicBezTo>
                  <a:close/>
                </a:path>
              </a:pathLst>
            </a:custGeom>
            <a:grpFill/>
            <a:ln>
              <a:noFill/>
            </a:ln>
          </p:spPr>
          <p:txBody>
            <a:bodyPr spcFirstLastPara="1" wrap="square" lIns="62728" tIns="62728" rIns="62728" bIns="62728" anchor="ctr" anchorCtr="0">
              <a:noAutofit/>
            </a:bodyPr>
            <a:lstStyle/>
            <a:p>
              <a:endParaRPr sz="764"/>
            </a:p>
          </p:txBody>
        </p:sp>
        <p:sp>
          <p:nvSpPr>
            <p:cNvPr id="152" name="Google Shape;8709;p68">
              <a:extLst>
                <a:ext uri="{FF2B5EF4-FFF2-40B4-BE49-F238E27FC236}">
                  <a16:creationId xmlns:a16="http://schemas.microsoft.com/office/drawing/2014/main" id="{3DFFB8A3-AA72-4008-A8C6-E904964E9086}"/>
                </a:ext>
              </a:extLst>
            </p:cNvPr>
            <p:cNvSpPr/>
            <p:nvPr/>
          </p:nvSpPr>
          <p:spPr>
            <a:xfrm>
              <a:off x="1101350" y="2388550"/>
              <a:ext cx="70125" cy="51125"/>
            </a:xfrm>
            <a:custGeom>
              <a:avLst/>
              <a:gdLst/>
              <a:ahLst/>
              <a:cxnLst/>
              <a:rect l="l" t="t" r="r" b="b"/>
              <a:pathLst>
                <a:path w="2805" h="2045" extrusionOk="0">
                  <a:moveTo>
                    <a:pt x="2469" y="1"/>
                  </a:moveTo>
                  <a:cubicBezTo>
                    <a:pt x="2374" y="1"/>
                    <a:pt x="2272" y="40"/>
                    <a:pt x="2206" y="123"/>
                  </a:cubicBezTo>
                  <a:lnTo>
                    <a:pt x="1072" y="1257"/>
                  </a:lnTo>
                  <a:lnTo>
                    <a:pt x="599" y="785"/>
                  </a:lnTo>
                  <a:cubicBezTo>
                    <a:pt x="536" y="722"/>
                    <a:pt x="449" y="690"/>
                    <a:pt x="363" y="690"/>
                  </a:cubicBezTo>
                  <a:cubicBezTo>
                    <a:pt x="276" y="690"/>
                    <a:pt x="189" y="722"/>
                    <a:pt x="126" y="785"/>
                  </a:cubicBezTo>
                  <a:cubicBezTo>
                    <a:pt x="0" y="911"/>
                    <a:pt x="0" y="1131"/>
                    <a:pt x="126" y="1257"/>
                  </a:cubicBezTo>
                  <a:lnTo>
                    <a:pt x="820" y="1982"/>
                  </a:lnTo>
                  <a:cubicBezTo>
                    <a:pt x="914" y="2045"/>
                    <a:pt x="977" y="2045"/>
                    <a:pt x="1072" y="2045"/>
                  </a:cubicBezTo>
                  <a:cubicBezTo>
                    <a:pt x="1135" y="2045"/>
                    <a:pt x="1261" y="2013"/>
                    <a:pt x="1292" y="1919"/>
                  </a:cubicBezTo>
                  <a:lnTo>
                    <a:pt x="2678" y="532"/>
                  </a:lnTo>
                  <a:cubicBezTo>
                    <a:pt x="2804" y="438"/>
                    <a:pt x="2804" y="186"/>
                    <a:pt x="2678" y="91"/>
                  </a:cubicBezTo>
                  <a:cubicBezTo>
                    <a:pt x="2634" y="32"/>
                    <a:pt x="2554" y="1"/>
                    <a:pt x="2469" y="1"/>
                  </a:cubicBezTo>
                  <a:close/>
                </a:path>
              </a:pathLst>
            </a:custGeom>
            <a:grpFill/>
            <a:ln>
              <a:noFill/>
            </a:ln>
          </p:spPr>
          <p:txBody>
            <a:bodyPr spcFirstLastPara="1" wrap="square" lIns="62728" tIns="62728" rIns="62728" bIns="62728" anchor="ctr" anchorCtr="0">
              <a:noAutofit/>
            </a:bodyPr>
            <a:lstStyle/>
            <a:p>
              <a:endParaRPr sz="764"/>
            </a:p>
          </p:txBody>
        </p:sp>
        <p:sp>
          <p:nvSpPr>
            <p:cNvPr id="153" name="Google Shape;8710;p68">
              <a:extLst>
                <a:ext uri="{FF2B5EF4-FFF2-40B4-BE49-F238E27FC236}">
                  <a16:creationId xmlns:a16="http://schemas.microsoft.com/office/drawing/2014/main" id="{2D266C41-9883-48C1-AC8E-2693962CA91C}"/>
                </a:ext>
              </a:extLst>
            </p:cNvPr>
            <p:cNvSpPr/>
            <p:nvPr/>
          </p:nvSpPr>
          <p:spPr>
            <a:xfrm>
              <a:off x="1049375" y="2318350"/>
              <a:ext cx="298525" cy="295400"/>
            </a:xfrm>
            <a:custGeom>
              <a:avLst/>
              <a:gdLst/>
              <a:ahLst/>
              <a:cxnLst/>
              <a:rect l="l" t="t" r="r" b="b"/>
              <a:pathLst>
                <a:path w="11941" h="11816" extrusionOk="0">
                  <a:moveTo>
                    <a:pt x="6963" y="1198"/>
                  </a:moveTo>
                  <a:lnTo>
                    <a:pt x="7876" y="2143"/>
                  </a:lnTo>
                  <a:lnTo>
                    <a:pt x="6963" y="2143"/>
                  </a:lnTo>
                  <a:lnTo>
                    <a:pt x="6963" y="1198"/>
                  </a:lnTo>
                  <a:close/>
                  <a:moveTo>
                    <a:pt x="10286" y="3498"/>
                  </a:moveTo>
                  <a:cubicBezTo>
                    <a:pt x="10373" y="3498"/>
                    <a:pt x="10460" y="3530"/>
                    <a:pt x="10523" y="3593"/>
                  </a:cubicBezTo>
                  <a:lnTo>
                    <a:pt x="10995" y="4065"/>
                  </a:lnTo>
                  <a:cubicBezTo>
                    <a:pt x="11184" y="4223"/>
                    <a:pt x="11184" y="4475"/>
                    <a:pt x="11027" y="4569"/>
                  </a:cubicBezTo>
                  <a:lnTo>
                    <a:pt x="10806" y="4821"/>
                  </a:lnTo>
                  <a:lnTo>
                    <a:pt x="9798" y="3845"/>
                  </a:lnTo>
                  <a:lnTo>
                    <a:pt x="10050" y="3593"/>
                  </a:lnTo>
                  <a:cubicBezTo>
                    <a:pt x="10113" y="3530"/>
                    <a:pt x="10200" y="3498"/>
                    <a:pt x="10286" y="3498"/>
                  </a:cubicBezTo>
                  <a:close/>
                  <a:moveTo>
                    <a:pt x="9294" y="4349"/>
                  </a:moveTo>
                  <a:lnTo>
                    <a:pt x="10271" y="5325"/>
                  </a:lnTo>
                  <a:lnTo>
                    <a:pt x="7845" y="7783"/>
                  </a:lnTo>
                  <a:lnTo>
                    <a:pt x="6868" y="6774"/>
                  </a:lnTo>
                  <a:lnTo>
                    <a:pt x="9294" y="4349"/>
                  </a:lnTo>
                  <a:close/>
                  <a:moveTo>
                    <a:pt x="6585" y="7499"/>
                  </a:moveTo>
                  <a:lnTo>
                    <a:pt x="7183" y="8098"/>
                  </a:lnTo>
                  <a:lnTo>
                    <a:pt x="6427" y="8255"/>
                  </a:lnTo>
                  <a:lnTo>
                    <a:pt x="6585" y="7499"/>
                  </a:lnTo>
                  <a:close/>
                  <a:moveTo>
                    <a:pt x="6994" y="10398"/>
                  </a:moveTo>
                  <a:lnTo>
                    <a:pt x="6994" y="10776"/>
                  </a:lnTo>
                  <a:cubicBezTo>
                    <a:pt x="6994" y="10870"/>
                    <a:pt x="7057" y="10996"/>
                    <a:pt x="7089" y="11122"/>
                  </a:cubicBezTo>
                  <a:lnTo>
                    <a:pt x="1071" y="11122"/>
                  </a:lnTo>
                  <a:cubicBezTo>
                    <a:pt x="882" y="11122"/>
                    <a:pt x="693" y="10965"/>
                    <a:pt x="693" y="10776"/>
                  </a:cubicBezTo>
                  <a:lnTo>
                    <a:pt x="693" y="10398"/>
                  </a:lnTo>
                  <a:close/>
                  <a:moveTo>
                    <a:pt x="6270" y="663"/>
                  </a:moveTo>
                  <a:lnTo>
                    <a:pt x="6270" y="2458"/>
                  </a:lnTo>
                  <a:cubicBezTo>
                    <a:pt x="6270" y="2647"/>
                    <a:pt x="6427" y="2805"/>
                    <a:pt x="6616" y="2805"/>
                  </a:cubicBezTo>
                  <a:lnTo>
                    <a:pt x="8349" y="2805"/>
                  </a:lnTo>
                  <a:lnTo>
                    <a:pt x="8349" y="4286"/>
                  </a:lnTo>
                  <a:lnTo>
                    <a:pt x="6112" y="6554"/>
                  </a:lnTo>
                  <a:cubicBezTo>
                    <a:pt x="6081" y="6585"/>
                    <a:pt x="6018" y="6680"/>
                    <a:pt x="6018" y="6711"/>
                  </a:cubicBezTo>
                  <a:lnTo>
                    <a:pt x="5608" y="8633"/>
                  </a:lnTo>
                  <a:cubicBezTo>
                    <a:pt x="5545" y="8759"/>
                    <a:pt x="5608" y="8885"/>
                    <a:pt x="5671" y="8948"/>
                  </a:cubicBezTo>
                  <a:cubicBezTo>
                    <a:pt x="5742" y="9019"/>
                    <a:pt x="5813" y="9055"/>
                    <a:pt x="5897" y="9055"/>
                  </a:cubicBezTo>
                  <a:cubicBezTo>
                    <a:pt x="5925" y="9055"/>
                    <a:pt x="5955" y="9051"/>
                    <a:pt x="5986" y="9043"/>
                  </a:cubicBezTo>
                  <a:lnTo>
                    <a:pt x="7908" y="8602"/>
                  </a:lnTo>
                  <a:cubicBezTo>
                    <a:pt x="8002" y="8602"/>
                    <a:pt x="8034" y="8570"/>
                    <a:pt x="8065" y="8507"/>
                  </a:cubicBezTo>
                  <a:lnTo>
                    <a:pt x="8349" y="8255"/>
                  </a:lnTo>
                  <a:lnTo>
                    <a:pt x="8349" y="10807"/>
                  </a:lnTo>
                  <a:lnTo>
                    <a:pt x="8380" y="10807"/>
                  </a:lnTo>
                  <a:cubicBezTo>
                    <a:pt x="8380" y="10996"/>
                    <a:pt x="8223" y="11154"/>
                    <a:pt x="8034" y="11154"/>
                  </a:cubicBezTo>
                  <a:cubicBezTo>
                    <a:pt x="7845" y="11154"/>
                    <a:pt x="7687" y="10996"/>
                    <a:pt x="7687" y="10807"/>
                  </a:cubicBezTo>
                  <a:lnTo>
                    <a:pt x="7687" y="10083"/>
                  </a:lnTo>
                  <a:cubicBezTo>
                    <a:pt x="7687" y="9893"/>
                    <a:pt x="7530" y="9736"/>
                    <a:pt x="7309" y="9736"/>
                  </a:cubicBezTo>
                  <a:lnTo>
                    <a:pt x="1386" y="9736"/>
                  </a:lnTo>
                  <a:lnTo>
                    <a:pt x="1386" y="663"/>
                  </a:lnTo>
                  <a:close/>
                  <a:moveTo>
                    <a:pt x="1071" y="1"/>
                  </a:moveTo>
                  <a:cubicBezTo>
                    <a:pt x="882" y="1"/>
                    <a:pt x="693" y="158"/>
                    <a:pt x="693" y="379"/>
                  </a:cubicBezTo>
                  <a:lnTo>
                    <a:pt x="693" y="9736"/>
                  </a:lnTo>
                  <a:lnTo>
                    <a:pt x="347" y="9736"/>
                  </a:lnTo>
                  <a:cubicBezTo>
                    <a:pt x="158" y="9736"/>
                    <a:pt x="0" y="9893"/>
                    <a:pt x="0" y="10083"/>
                  </a:cubicBezTo>
                  <a:lnTo>
                    <a:pt x="0" y="10807"/>
                  </a:lnTo>
                  <a:cubicBezTo>
                    <a:pt x="0" y="11406"/>
                    <a:pt x="473" y="11815"/>
                    <a:pt x="1008" y="11815"/>
                  </a:cubicBezTo>
                  <a:lnTo>
                    <a:pt x="8002" y="11815"/>
                  </a:lnTo>
                  <a:cubicBezTo>
                    <a:pt x="8569" y="11815"/>
                    <a:pt x="9011" y="11343"/>
                    <a:pt x="9011" y="10807"/>
                  </a:cubicBezTo>
                  <a:lnTo>
                    <a:pt x="9011" y="7562"/>
                  </a:lnTo>
                  <a:lnTo>
                    <a:pt x="11499" y="5105"/>
                  </a:lnTo>
                  <a:cubicBezTo>
                    <a:pt x="11940" y="4664"/>
                    <a:pt x="11940" y="4034"/>
                    <a:pt x="11531" y="3593"/>
                  </a:cubicBezTo>
                  <a:lnTo>
                    <a:pt x="11058" y="3120"/>
                  </a:lnTo>
                  <a:cubicBezTo>
                    <a:pt x="10869" y="2931"/>
                    <a:pt x="10609" y="2836"/>
                    <a:pt x="10346" y="2836"/>
                  </a:cubicBezTo>
                  <a:cubicBezTo>
                    <a:pt x="10082" y="2836"/>
                    <a:pt x="9814" y="2931"/>
                    <a:pt x="9609" y="3120"/>
                  </a:cubicBezTo>
                  <a:lnTo>
                    <a:pt x="9105" y="3624"/>
                  </a:lnTo>
                  <a:lnTo>
                    <a:pt x="9105" y="2490"/>
                  </a:lnTo>
                  <a:cubicBezTo>
                    <a:pt x="9105" y="2427"/>
                    <a:pt x="9074" y="2332"/>
                    <a:pt x="8979" y="2269"/>
                  </a:cubicBezTo>
                  <a:lnTo>
                    <a:pt x="6900" y="127"/>
                  </a:lnTo>
                  <a:cubicBezTo>
                    <a:pt x="6805" y="64"/>
                    <a:pt x="6742" y="1"/>
                    <a:pt x="664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5" name="Google Shape;8711;p68">
            <a:extLst>
              <a:ext uri="{FF2B5EF4-FFF2-40B4-BE49-F238E27FC236}">
                <a16:creationId xmlns:a16="http://schemas.microsoft.com/office/drawing/2014/main" id="{39DC2001-DD8D-4918-8D42-6C19984AF48F}"/>
              </a:ext>
            </a:extLst>
          </p:cNvPr>
          <p:cNvGrpSpPr/>
          <p:nvPr/>
        </p:nvGrpSpPr>
        <p:grpSpPr>
          <a:xfrm>
            <a:off x="815541" y="4699315"/>
            <a:ext cx="228172" cy="228172"/>
            <a:chOff x="1049375" y="2680675"/>
            <a:chExt cx="297725" cy="297725"/>
          </a:xfrm>
          <a:solidFill>
            <a:schemeClr val="tx1"/>
          </a:solidFill>
        </p:grpSpPr>
        <p:sp>
          <p:nvSpPr>
            <p:cNvPr id="148" name="Google Shape;8712;p68">
              <a:extLst>
                <a:ext uri="{FF2B5EF4-FFF2-40B4-BE49-F238E27FC236}">
                  <a16:creationId xmlns:a16="http://schemas.microsoft.com/office/drawing/2014/main" id="{22E4AF52-CADF-403A-9A73-AA46313A216F}"/>
                </a:ext>
              </a:extLst>
            </p:cNvPr>
            <p:cNvSpPr/>
            <p:nvPr/>
          </p:nvSpPr>
          <p:spPr>
            <a:xfrm>
              <a:off x="1113175" y="2752350"/>
              <a:ext cx="161475" cy="155975"/>
            </a:xfrm>
            <a:custGeom>
              <a:avLst/>
              <a:gdLst/>
              <a:ahLst/>
              <a:cxnLst/>
              <a:rect l="l" t="t" r="r" b="b"/>
              <a:pathLst>
                <a:path w="6459" h="6239" extrusionOk="0">
                  <a:moveTo>
                    <a:pt x="3403" y="2079"/>
                  </a:moveTo>
                  <a:cubicBezTo>
                    <a:pt x="3781" y="2079"/>
                    <a:pt x="4096" y="2394"/>
                    <a:pt x="4096" y="2773"/>
                  </a:cubicBezTo>
                  <a:cubicBezTo>
                    <a:pt x="4096" y="3182"/>
                    <a:pt x="3781" y="3497"/>
                    <a:pt x="3403" y="3497"/>
                  </a:cubicBezTo>
                  <a:cubicBezTo>
                    <a:pt x="2993" y="3434"/>
                    <a:pt x="2678" y="3119"/>
                    <a:pt x="2678" y="2773"/>
                  </a:cubicBezTo>
                  <a:cubicBezTo>
                    <a:pt x="2678" y="2394"/>
                    <a:pt x="2993" y="2079"/>
                    <a:pt x="3403" y="2079"/>
                  </a:cubicBezTo>
                  <a:close/>
                  <a:moveTo>
                    <a:pt x="3371" y="693"/>
                  </a:moveTo>
                  <a:cubicBezTo>
                    <a:pt x="4694" y="693"/>
                    <a:pt x="5765" y="1796"/>
                    <a:pt x="5765" y="3119"/>
                  </a:cubicBezTo>
                  <a:cubicBezTo>
                    <a:pt x="5765" y="3686"/>
                    <a:pt x="5545" y="4222"/>
                    <a:pt x="5198" y="4663"/>
                  </a:cubicBezTo>
                  <a:cubicBezTo>
                    <a:pt x="5072" y="4442"/>
                    <a:pt x="4915" y="4190"/>
                    <a:pt x="4694" y="4001"/>
                  </a:cubicBezTo>
                  <a:cubicBezTo>
                    <a:pt x="4568" y="3907"/>
                    <a:pt x="4442" y="3812"/>
                    <a:pt x="4348" y="3749"/>
                  </a:cubicBezTo>
                  <a:cubicBezTo>
                    <a:pt x="4568" y="3529"/>
                    <a:pt x="4726" y="3182"/>
                    <a:pt x="4726" y="2804"/>
                  </a:cubicBezTo>
                  <a:cubicBezTo>
                    <a:pt x="4726" y="2079"/>
                    <a:pt x="4096" y="1449"/>
                    <a:pt x="3340" y="1449"/>
                  </a:cubicBezTo>
                  <a:cubicBezTo>
                    <a:pt x="2615" y="1449"/>
                    <a:pt x="1985" y="2079"/>
                    <a:pt x="1985" y="2804"/>
                  </a:cubicBezTo>
                  <a:cubicBezTo>
                    <a:pt x="1985" y="3182"/>
                    <a:pt x="2142" y="3529"/>
                    <a:pt x="2363" y="3749"/>
                  </a:cubicBezTo>
                  <a:lnTo>
                    <a:pt x="2016" y="4001"/>
                  </a:lnTo>
                  <a:cubicBezTo>
                    <a:pt x="1827" y="4190"/>
                    <a:pt x="1607" y="4442"/>
                    <a:pt x="1512" y="4663"/>
                  </a:cubicBezTo>
                  <a:cubicBezTo>
                    <a:pt x="1040" y="4064"/>
                    <a:pt x="882" y="3434"/>
                    <a:pt x="945" y="2773"/>
                  </a:cubicBezTo>
                  <a:cubicBezTo>
                    <a:pt x="1103" y="1670"/>
                    <a:pt x="2111" y="693"/>
                    <a:pt x="3371" y="693"/>
                  </a:cubicBezTo>
                  <a:close/>
                  <a:moveTo>
                    <a:pt x="3371" y="4159"/>
                  </a:moveTo>
                  <a:cubicBezTo>
                    <a:pt x="4001" y="4159"/>
                    <a:pt x="4505" y="4600"/>
                    <a:pt x="4694" y="5135"/>
                  </a:cubicBezTo>
                  <a:cubicBezTo>
                    <a:pt x="4316" y="5387"/>
                    <a:pt x="3875" y="5545"/>
                    <a:pt x="3371" y="5545"/>
                  </a:cubicBezTo>
                  <a:cubicBezTo>
                    <a:pt x="2898" y="5545"/>
                    <a:pt x="2426" y="5387"/>
                    <a:pt x="2016" y="5135"/>
                  </a:cubicBezTo>
                  <a:cubicBezTo>
                    <a:pt x="2174" y="4537"/>
                    <a:pt x="2741" y="4159"/>
                    <a:pt x="3371" y="4159"/>
                  </a:cubicBezTo>
                  <a:close/>
                  <a:moveTo>
                    <a:pt x="3308" y="0"/>
                  </a:moveTo>
                  <a:cubicBezTo>
                    <a:pt x="1701" y="0"/>
                    <a:pt x="441" y="1229"/>
                    <a:pt x="252" y="2710"/>
                  </a:cubicBezTo>
                  <a:cubicBezTo>
                    <a:pt x="0" y="4600"/>
                    <a:pt x="1512" y="6238"/>
                    <a:pt x="3371" y="6238"/>
                  </a:cubicBezTo>
                  <a:cubicBezTo>
                    <a:pt x="5104" y="6238"/>
                    <a:pt x="6459" y="4820"/>
                    <a:pt x="6459" y="3119"/>
                  </a:cubicBezTo>
                  <a:cubicBezTo>
                    <a:pt x="6459" y="1386"/>
                    <a:pt x="5041" y="0"/>
                    <a:pt x="3308" y="0"/>
                  </a:cubicBezTo>
                  <a:close/>
                </a:path>
              </a:pathLst>
            </a:custGeom>
            <a:grpFill/>
            <a:ln>
              <a:noFill/>
            </a:ln>
          </p:spPr>
          <p:txBody>
            <a:bodyPr spcFirstLastPara="1" wrap="square" lIns="62728" tIns="62728" rIns="62728" bIns="62728" anchor="ctr" anchorCtr="0">
              <a:noAutofit/>
            </a:bodyPr>
            <a:lstStyle/>
            <a:p>
              <a:endParaRPr sz="764"/>
            </a:p>
          </p:txBody>
        </p:sp>
        <p:sp>
          <p:nvSpPr>
            <p:cNvPr id="149" name="Google Shape;8713;p68">
              <a:extLst>
                <a:ext uri="{FF2B5EF4-FFF2-40B4-BE49-F238E27FC236}">
                  <a16:creationId xmlns:a16="http://schemas.microsoft.com/office/drawing/2014/main" id="{FAD24262-9F19-4518-A15C-A1D95E23BFAD}"/>
                </a:ext>
              </a:extLst>
            </p:cNvPr>
            <p:cNvSpPr/>
            <p:nvPr/>
          </p:nvSpPr>
          <p:spPr>
            <a:xfrm>
              <a:off x="1049375" y="2680675"/>
              <a:ext cx="297725" cy="297725"/>
            </a:xfrm>
            <a:custGeom>
              <a:avLst/>
              <a:gdLst/>
              <a:ahLst/>
              <a:cxnLst/>
              <a:rect l="l" t="t" r="r" b="b"/>
              <a:pathLst>
                <a:path w="11909" h="11909" extrusionOk="0">
                  <a:moveTo>
                    <a:pt x="6270" y="1512"/>
                  </a:moveTo>
                  <a:cubicBezTo>
                    <a:pt x="8475" y="1670"/>
                    <a:pt x="10239" y="3434"/>
                    <a:pt x="10397" y="5640"/>
                  </a:cubicBezTo>
                  <a:lnTo>
                    <a:pt x="10082" y="5640"/>
                  </a:lnTo>
                  <a:cubicBezTo>
                    <a:pt x="9893" y="5640"/>
                    <a:pt x="9735" y="5797"/>
                    <a:pt x="9735" y="5986"/>
                  </a:cubicBezTo>
                  <a:cubicBezTo>
                    <a:pt x="9735" y="6207"/>
                    <a:pt x="9893" y="6364"/>
                    <a:pt x="10082" y="6364"/>
                  </a:cubicBezTo>
                  <a:lnTo>
                    <a:pt x="10397" y="6364"/>
                  </a:lnTo>
                  <a:cubicBezTo>
                    <a:pt x="10239" y="8569"/>
                    <a:pt x="8475" y="10334"/>
                    <a:pt x="6270" y="10491"/>
                  </a:cubicBezTo>
                  <a:lnTo>
                    <a:pt x="6270" y="10176"/>
                  </a:lnTo>
                  <a:cubicBezTo>
                    <a:pt x="6270" y="9987"/>
                    <a:pt x="6112" y="9830"/>
                    <a:pt x="5923" y="9830"/>
                  </a:cubicBezTo>
                  <a:cubicBezTo>
                    <a:pt x="5703" y="9830"/>
                    <a:pt x="5545" y="9987"/>
                    <a:pt x="5545" y="10176"/>
                  </a:cubicBezTo>
                  <a:lnTo>
                    <a:pt x="5545" y="10491"/>
                  </a:lnTo>
                  <a:cubicBezTo>
                    <a:pt x="3340" y="10334"/>
                    <a:pt x="1575" y="8569"/>
                    <a:pt x="1418" y="6364"/>
                  </a:cubicBezTo>
                  <a:lnTo>
                    <a:pt x="1733" y="6364"/>
                  </a:lnTo>
                  <a:cubicBezTo>
                    <a:pt x="1922" y="6364"/>
                    <a:pt x="2079" y="6207"/>
                    <a:pt x="2079" y="5986"/>
                  </a:cubicBezTo>
                  <a:cubicBezTo>
                    <a:pt x="2142" y="5797"/>
                    <a:pt x="1985" y="5640"/>
                    <a:pt x="1764" y="5640"/>
                  </a:cubicBezTo>
                  <a:lnTo>
                    <a:pt x="1418" y="5640"/>
                  </a:lnTo>
                  <a:cubicBezTo>
                    <a:pt x="1575" y="3434"/>
                    <a:pt x="3340" y="1670"/>
                    <a:pt x="5545" y="1512"/>
                  </a:cubicBezTo>
                  <a:lnTo>
                    <a:pt x="5545" y="1827"/>
                  </a:lnTo>
                  <a:cubicBezTo>
                    <a:pt x="5545" y="2016"/>
                    <a:pt x="5703" y="2174"/>
                    <a:pt x="5923" y="2174"/>
                  </a:cubicBezTo>
                  <a:cubicBezTo>
                    <a:pt x="6112" y="2174"/>
                    <a:pt x="6270" y="2016"/>
                    <a:pt x="6270" y="1827"/>
                  </a:cubicBezTo>
                  <a:lnTo>
                    <a:pt x="6270" y="1512"/>
                  </a:lnTo>
                  <a:close/>
                  <a:moveTo>
                    <a:pt x="5955" y="0"/>
                  </a:moveTo>
                  <a:cubicBezTo>
                    <a:pt x="5766" y="0"/>
                    <a:pt x="5608" y="158"/>
                    <a:pt x="5608" y="347"/>
                  </a:cubicBezTo>
                  <a:lnTo>
                    <a:pt x="5608" y="756"/>
                  </a:lnTo>
                  <a:cubicBezTo>
                    <a:pt x="2993" y="914"/>
                    <a:pt x="914" y="2993"/>
                    <a:pt x="756" y="5608"/>
                  </a:cubicBezTo>
                  <a:lnTo>
                    <a:pt x="347" y="5608"/>
                  </a:lnTo>
                  <a:cubicBezTo>
                    <a:pt x="158" y="5608"/>
                    <a:pt x="0" y="5766"/>
                    <a:pt x="0" y="5955"/>
                  </a:cubicBezTo>
                  <a:cubicBezTo>
                    <a:pt x="0" y="6144"/>
                    <a:pt x="158" y="6301"/>
                    <a:pt x="347" y="6301"/>
                  </a:cubicBezTo>
                  <a:lnTo>
                    <a:pt x="756" y="6301"/>
                  </a:lnTo>
                  <a:cubicBezTo>
                    <a:pt x="914" y="8916"/>
                    <a:pt x="2993" y="10995"/>
                    <a:pt x="5608" y="11153"/>
                  </a:cubicBezTo>
                  <a:lnTo>
                    <a:pt x="5608" y="11562"/>
                  </a:lnTo>
                  <a:cubicBezTo>
                    <a:pt x="5608" y="11751"/>
                    <a:pt x="5766" y="11909"/>
                    <a:pt x="5955" y="11909"/>
                  </a:cubicBezTo>
                  <a:cubicBezTo>
                    <a:pt x="6144" y="11909"/>
                    <a:pt x="6301" y="11751"/>
                    <a:pt x="6301" y="11562"/>
                  </a:cubicBezTo>
                  <a:lnTo>
                    <a:pt x="6301" y="11153"/>
                  </a:lnTo>
                  <a:cubicBezTo>
                    <a:pt x="8916" y="10995"/>
                    <a:pt x="10995" y="8916"/>
                    <a:pt x="11153" y="6301"/>
                  </a:cubicBezTo>
                  <a:lnTo>
                    <a:pt x="11531" y="6301"/>
                  </a:lnTo>
                  <a:cubicBezTo>
                    <a:pt x="11751" y="6301"/>
                    <a:pt x="11909" y="6144"/>
                    <a:pt x="11909" y="5955"/>
                  </a:cubicBezTo>
                  <a:cubicBezTo>
                    <a:pt x="11909" y="5766"/>
                    <a:pt x="11751" y="5608"/>
                    <a:pt x="11531" y="5608"/>
                  </a:cubicBezTo>
                  <a:lnTo>
                    <a:pt x="11153" y="5608"/>
                  </a:lnTo>
                  <a:cubicBezTo>
                    <a:pt x="10995" y="2993"/>
                    <a:pt x="8916" y="914"/>
                    <a:pt x="6301" y="756"/>
                  </a:cubicBezTo>
                  <a:lnTo>
                    <a:pt x="6301" y="347"/>
                  </a:lnTo>
                  <a:cubicBezTo>
                    <a:pt x="6301" y="158"/>
                    <a:pt x="6144" y="0"/>
                    <a:pt x="5955"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6" name="Google Shape;8714;p68">
            <a:extLst>
              <a:ext uri="{FF2B5EF4-FFF2-40B4-BE49-F238E27FC236}">
                <a16:creationId xmlns:a16="http://schemas.microsoft.com/office/drawing/2014/main" id="{2719A625-96DF-4106-9FD6-26EFB43F4C23}"/>
              </a:ext>
            </a:extLst>
          </p:cNvPr>
          <p:cNvGrpSpPr/>
          <p:nvPr/>
        </p:nvGrpSpPr>
        <p:grpSpPr>
          <a:xfrm>
            <a:off x="2253255" y="4139441"/>
            <a:ext cx="226371" cy="226391"/>
            <a:chOff x="2872725" y="1954475"/>
            <a:chExt cx="295375" cy="295400"/>
          </a:xfrm>
          <a:solidFill>
            <a:schemeClr val="tx1"/>
          </a:solidFill>
        </p:grpSpPr>
        <p:sp>
          <p:nvSpPr>
            <p:cNvPr id="145" name="Google Shape;8715;p68">
              <a:extLst>
                <a:ext uri="{FF2B5EF4-FFF2-40B4-BE49-F238E27FC236}">
                  <a16:creationId xmlns:a16="http://schemas.microsoft.com/office/drawing/2014/main" id="{AF4C04E7-5D63-4AD5-99D7-45FAC118E9AA}"/>
                </a:ext>
              </a:extLst>
            </p:cNvPr>
            <p:cNvSpPr/>
            <p:nvPr/>
          </p:nvSpPr>
          <p:spPr>
            <a:xfrm>
              <a:off x="2959350" y="1954475"/>
              <a:ext cx="122100" cy="139450"/>
            </a:xfrm>
            <a:custGeom>
              <a:avLst/>
              <a:gdLst/>
              <a:ahLst/>
              <a:cxnLst/>
              <a:rect l="l" t="t" r="r" b="b"/>
              <a:pathLst>
                <a:path w="4884" h="5578" extrusionOk="0">
                  <a:moveTo>
                    <a:pt x="2395" y="694"/>
                  </a:moveTo>
                  <a:cubicBezTo>
                    <a:pt x="2805" y="694"/>
                    <a:pt x="3120" y="1009"/>
                    <a:pt x="3120" y="1418"/>
                  </a:cubicBezTo>
                  <a:cubicBezTo>
                    <a:pt x="3120" y="1797"/>
                    <a:pt x="2805" y="2112"/>
                    <a:pt x="2395" y="2112"/>
                  </a:cubicBezTo>
                  <a:cubicBezTo>
                    <a:pt x="2017" y="2112"/>
                    <a:pt x="1702" y="1797"/>
                    <a:pt x="1702" y="1418"/>
                  </a:cubicBezTo>
                  <a:cubicBezTo>
                    <a:pt x="1733" y="1009"/>
                    <a:pt x="2048" y="694"/>
                    <a:pt x="2395" y="694"/>
                  </a:cubicBezTo>
                  <a:close/>
                  <a:moveTo>
                    <a:pt x="2395" y="2742"/>
                  </a:moveTo>
                  <a:cubicBezTo>
                    <a:pt x="3340" y="2742"/>
                    <a:pt x="4128" y="3529"/>
                    <a:pt x="4128" y="4537"/>
                  </a:cubicBezTo>
                  <a:lnTo>
                    <a:pt x="4128" y="4884"/>
                  </a:lnTo>
                  <a:lnTo>
                    <a:pt x="662" y="4884"/>
                  </a:lnTo>
                  <a:lnTo>
                    <a:pt x="662" y="4537"/>
                  </a:lnTo>
                  <a:cubicBezTo>
                    <a:pt x="662" y="3529"/>
                    <a:pt x="1450" y="2742"/>
                    <a:pt x="2395" y="2742"/>
                  </a:cubicBezTo>
                  <a:close/>
                  <a:moveTo>
                    <a:pt x="2490" y="1"/>
                  </a:moveTo>
                  <a:cubicBezTo>
                    <a:pt x="1733" y="1"/>
                    <a:pt x="1103" y="631"/>
                    <a:pt x="1103" y="1387"/>
                  </a:cubicBezTo>
                  <a:cubicBezTo>
                    <a:pt x="1103" y="1734"/>
                    <a:pt x="1229" y="2049"/>
                    <a:pt x="1450" y="2332"/>
                  </a:cubicBezTo>
                  <a:cubicBezTo>
                    <a:pt x="568" y="2710"/>
                    <a:pt x="1" y="3529"/>
                    <a:pt x="1" y="4537"/>
                  </a:cubicBezTo>
                  <a:lnTo>
                    <a:pt x="1" y="5231"/>
                  </a:lnTo>
                  <a:cubicBezTo>
                    <a:pt x="1" y="5420"/>
                    <a:pt x="158" y="5577"/>
                    <a:pt x="347" y="5577"/>
                  </a:cubicBezTo>
                  <a:lnTo>
                    <a:pt x="4537" y="5577"/>
                  </a:lnTo>
                  <a:cubicBezTo>
                    <a:pt x="4726" y="5577"/>
                    <a:pt x="4884" y="5420"/>
                    <a:pt x="4884" y="5231"/>
                  </a:cubicBezTo>
                  <a:lnTo>
                    <a:pt x="4884" y="4537"/>
                  </a:lnTo>
                  <a:cubicBezTo>
                    <a:pt x="4884" y="3529"/>
                    <a:pt x="4317" y="2710"/>
                    <a:pt x="3498" y="2332"/>
                  </a:cubicBezTo>
                  <a:cubicBezTo>
                    <a:pt x="3750" y="2080"/>
                    <a:pt x="3844" y="1765"/>
                    <a:pt x="3844" y="1387"/>
                  </a:cubicBezTo>
                  <a:cubicBezTo>
                    <a:pt x="3844" y="631"/>
                    <a:pt x="3214" y="1"/>
                    <a:pt x="2490" y="1"/>
                  </a:cubicBezTo>
                  <a:close/>
                </a:path>
              </a:pathLst>
            </a:custGeom>
            <a:grpFill/>
            <a:ln>
              <a:noFill/>
            </a:ln>
          </p:spPr>
          <p:txBody>
            <a:bodyPr spcFirstLastPara="1" wrap="square" lIns="62728" tIns="62728" rIns="62728" bIns="62728" anchor="ctr" anchorCtr="0">
              <a:noAutofit/>
            </a:bodyPr>
            <a:lstStyle/>
            <a:p>
              <a:endParaRPr sz="764"/>
            </a:p>
          </p:txBody>
        </p:sp>
        <p:sp>
          <p:nvSpPr>
            <p:cNvPr id="146" name="Google Shape;8716;p68">
              <a:extLst>
                <a:ext uri="{FF2B5EF4-FFF2-40B4-BE49-F238E27FC236}">
                  <a16:creationId xmlns:a16="http://schemas.microsoft.com/office/drawing/2014/main" id="{AFB312D2-8C7E-4E06-956B-AA1DAB02B2CC}"/>
                </a:ext>
              </a:extLst>
            </p:cNvPr>
            <p:cNvSpPr/>
            <p:nvPr/>
          </p:nvSpPr>
          <p:spPr>
            <a:xfrm>
              <a:off x="2906575" y="2146650"/>
              <a:ext cx="191425" cy="69350"/>
            </a:xfrm>
            <a:custGeom>
              <a:avLst/>
              <a:gdLst/>
              <a:ahLst/>
              <a:cxnLst/>
              <a:rect l="l" t="t" r="r" b="b"/>
              <a:pathLst>
                <a:path w="7657" h="2774" extrusionOk="0">
                  <a:moveTo>
                    <a:pt x="1419" y="694"/>
                  </a:moveTo>
                  <a:lnTo>
                    <a:pt x="1419" y="2080"/>
                  </a:lnTo>
                  <a:lnTo>
                    <a:pt x="694" y="2080"/>
                  </a:lnTo>
                  <a:lnTo>
                    <a:pt x="694" y="694"/>
                  </a:lnTo>
                  <a:close/>
                  <a:moveTo>
                    <a:pt x="2773" y="694"/>
                  </a:moveTo>
                  <a:lnTo>
                    <a:pt x="2773" y="2080"/>
                  </a:lnTo>
                  <a:lnTo>
                    <a:pt x="2080" y="2080"/>
                  </a:lnTo>
                  <a:lnTo>
                    <a:pt x="2080" y="694"/>
                  </a:lnTo>
                  <a:close/>
                  <a:moveTo>
                    <a:pt x="4159" y="694"/>
                  </a:moveTo>
                  <a:lnTo>
                    <a:pt x="4159" y="2080"/>
                  </a:lnTo>
                  <a:lnTo>
                    <a:pt x="3466" y="2080"/>
                  </a:lnTo>
                  <a:lnTo>
                    <a:pt x="3466" y="694"/>
                  </a:lnTo>
                  <a:close/>
                  <a:moveTo>
                    <a:pt x="6995" y="694"/>
                  </a:moveTo>
                  <a:lnTo>
                    <a:pt x="6995" y="2080"/>
                  </a:lnTo>
                  <a:lnTo>
                    <a:pt x="4884" y="2080"/>
                  </a:lnTo>
                  <a:lnTo>
                    <a:pt x="4884" y="694"/>
                  </a:lnTo>
                  <a:close/>
                  <a:moveTo>
                    <a:pt x="347" y="1"/>
                  </a:moveTo>
                  <a:cubicBezTo>
                    <a:pt x="158" y="1"/>
                    <a:pt x="1" y="158"/>
                    <a:pt x="1" y="347"/>
                  </a:cubicBezTo>
                  <a:lnTo>
                    <a:pt x="1" y="2427"/>
                  </a:lnTo>
                  <a:cubicBezTo>
                    <a:pt x="1" y="2616"/>
                    <a:pt x="158" y="2773"/>
                    <a:pt x="347" y="2773"/>
                  </a:cubicBezTo>
                  <a:lnTo>
                    <a:pt x="7310" y="2773"/>
                  </a:lnTo>
                  <a:cubicBezTo>
                    <a:pt x="7499" y="2773"/>
                    <a:pt x="7657" y="2616"/>
                    <a:pt x="7657" y="2427"/>
                  </a:cubicBezTo>
                  <a:lnTo>
                    <a:pt x="7657" y="347"/>
                  </a:lnTo>
                  <a:cubicBezTo>
                    <a:pt x="7657" y="127"/>
                    <a:pt x="7499" y="1"/>
                    <a:pt x="7310" y="1"/>
                  </a:cubicBezTo>
                  <a:close/>
                </a:path>
              </a:pathLst>
            </a:custGeom>
            <a:grpFill/>
            <a:ln>
              <a:noFill/>
            </a:ln>
          </p:spPr>
          <p:txBody>
            <a:bodyPr spcFirstLastPara="1" wrap="square" lIns="62728" tIns="62728" rIns="62728" bIns="62728" anchor="ctr" anchorCtr="0">
              <a:noAutofit/>
            </a:bodyPr>
            <a:lstStyle/>
            <a:p>
              <a:endParaRPr sz="764"/>
            </a:p>
          </p:txBody>
        </p:sp>
        <p:sp>
          <p:nvSpPr>
            <p:cNvPr id="147" name="Google Shape;8717;p68">
              <a:extLst>
                <a:ext uri="{FF2B5EF4-FFF2-40B4-BE49-F238E27FC236}">
                  <a16:creationId xmlns:a16="http://schemas.microsoft.com/office/drawing/2014/main" id="{6EB9A84C-761B-4C3D-8F99-69FE23C28622}"/>
                </a:ext>
              </a:extLst>
            </p:cNvPr>
            <p:cNvSpPr/>
            <p:nvPr/>
          </p:nvSpPr>
          <p:spPr>
            <a:xfrm>
              <a:off x="2872725" y="2112000"/>
              <a:ext cx="295375" cy="137875"/>
            </a:xfrm>
            <a:custGeom>
              <a:avLst/>
              <a:gdLst/>
              <a:ahLst/>
              <a:cxnLst/>
              <a:rect l="l" t="t" r="r" b="b"/>
              <a:pathLst>
                <a:path w="11815" h="5515" extrusionOk="0">
                  <a:moveTo>
                    <a:pt x="11121" y="2080"/>
                  </a:moveTo>
                  <a:lnTo>
                    <a:pt x="11121" y="3466"/>
                  </a:lnTo>
                  <a:lnTo>
                    <a:pt x="10397" y="3466"/>
                  </a:lnTo>
                  <a:lnTo>
                    <a:pt x="10397" y="2080"/>
                  </a:lnTo>
                  <a:close/>
                  <a:moveTo>
                    <a:pt x="9389" y="662"/>
                  </a:moveTo>
                  <a:cubicBezTo>
                    <a:pt x="9578" y="662"/>
                    <a:pt x="9735" y="820"/>
                    <a:pt x="9735" y="1009"/>
                  </a:cubicBezTo>
                  <a:lnTo>
                    <a:pt x="9735" y="4474"/>
                  </a:lnTo>
                  <a:cubicBezTo>
                    <a:pt x="9735" y="4663"/>
                    <a:pt x="9578" y="4852"/>
                    <a:pt x="9389" y="4852"/>
                  </a:cubicBezTo>
                  <a:lnTo>
                    <a:pt x="1040" y="4852"/>
                  </a:lnTo>
                  <a:cubicBezTo>
                    <a:pt x="819" y="4852"/>
                    <a:pt x="662" y="4663"/>
                    <a:pt x="662" y="4474"/>
                  </a:cubicBezTo>
                  <a:lnTo>
                    <a:pt x="662" y="1009"/>
                  </a:lnTo>
                  <a:cubicBezTo>
                    <a:pt x="662" y="820"/>
                    <a:pt x="819" y="662"/>
                    <a:pt x="1040" y="662"/>
                  </a:cubicBezTo>
                  <a:close/>
                  <a:moveTo>
                    <a:pt x="1040" y="1"/>
                  </a:moveTo>
                  <a:cubicBezTo>
                    <a:pt x="441" y="1"/>
                    <a:pt x="0" y="473"/>
                    <a:pt x="0" y="1009"/>
                  </a:cubicBezTo>
                  <a:lnTo>
                    <a:pt x="0" y="4474"/>
                  </a:lnTo>
                  <a:cubicBezTo>
                    <a:pt x="0" y="5073"/>
                    <a:pt x="473" y="5514"/>
                    <a:pt x="1040" y="5514"/>
                  </a:cubicBezTo>
                  <a:lnTo>
                    <a:pt x="9357" y="5514"/>
                  </a:lnTo>
                  <a:cubicBezTo>
                    <a:pt x="9956" y="5514"/>
                    <a:pt x="10397" y="5041"/>
                    <a:pt x="10397" y="4474"/>
                  </a:cubicBezTo>
                  <a:lnTo>
                    <a:pt x="10397" y="4128"/>
                  </a:lnTo>
                  <a:lnTo>
                    <a:pt x="11436" y="4128"/>
                  </a:lnTo>
                  <a:cubicBezTo>
                    <a:pt x="11625" y="4128"/>
                    <a:pt x="11783" y="3970"/>
                    <a:pt x="11783" y="3781"/>
                  </a:cubicBezTo>
                  <a:lnTo>
                    <a:pt x="11783" y="1702"/>
                  </a:lnTo>
                  <a:cubicBezTo>
                    <a:pt x="11814" y="1513"/>
                    <a:pt x="11657" y="1387"/>
                    <a:pt x="11468" y="1387"/>
                  </a:cubicBezTo>
                  <a:lnTo>
                    <a:pt x="10397" y="1387"/>
                  </a:lnTo>
                  <a:lnTo>
                    <a:pt x="10397" y="1009"/>
                  </a:lnTo>
                  <a:cubicBezTo>
                    <a:pt x="10397" y="442"/>
                    <a:pt x="9924" y="1"/>
                    <a:pt x="9357"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7" name="Google Shape;8718;p68">
            <a:extLst>
              <a:ext uri="{FF2B5EF4-FFF2-40B4-BE49-F238E27FC236}">
                <a16:creationId xmlns:a16="http://schemas.microsoft.com/office/drawing/2014/main" id="{AA3CEB69-4B66-419B-ABC2-50BBA66E530E}"/>
              </a:ext>
            </a:extLst>
          </p:cNvPr>
          <p:cNvGrpSpPr/>
          <p:nvPr/>
        </p:nvGrpSpPr>
        <p:grpSpPr>
          <a:xfrm>
            <a:off x="2267136" y="4407753"/>
            <a:ext cx="198609" cy="227597"/>
            <a:chOff x="2890050" y="2318350"/>
            <a:chExt cx="259150" cy="296975"/>
          </a:xfrm>
          <a:solidFill>
            <a:schemeClr val="tx1"/>
          </a:solidFill>
        </p:grpSpPr>
        <p:sp>
          <p:nvSpPr>
            <p:cNvPr id="143" name="Google Shape;8719;p68">
              <a:extLst>
                <a:ext uri="{FF2B5EF4-FFF2-40B4-BE49-F238E27FC236}">
                  <a16:creationId xmlns:a16="http://schemas.microsoft.com/office/drawing/2014/main" id="{13F84DC5-62F6-4379-BFE1-76DD6FB79896}"/>
                </a:ext>
              </a:extLst>
            </p:cNvPr>
            <p:cNvSpPr/>
            <p:nvPr/>
          </p:nvSpPr>
          <p:spPr>
            <a:xfrm>
              <a:off x="2936525" y="2353025"/>
              <a:ext cx="160700" cy="155975"/>
            </a:xfrm>
            <a:custGeom>
              <a:avLst/>
              <a:gdLst/>
              <a:ahLst/>
              <a:cxnLst/>
              <a:rect l="l" t="t" r="r" b="b"/>
              <a:pathLst>
                <a:path w="6428" h="6239" extrusionOk="0">
                  <a:moveTo>
                    <a:pt x="3371" y="2048"/>
                  </a:moveTo>
                  <a:cubicBezTo>
                    <a:pt x="3749" y="2048"/>
                    <a:pt x="4064" y="2363"/>
                    <a:pt x="4064" y="2773"/>
                  </a:cubicBezTo>
                  <a:cubicBezTo>
                    <a:pt x="4064" y="3151"/>
                    <a:pt x="3749" y="3466"/>
                    <a:pt x="3371" y="3466"/>
                  </a:cubicBezTo>
                  <a:cubicBezTo>
                    <a:pt x="2961" y="3466"/>
                    <a:pt x="2646" y="3151"/>
                    <a:pt x="2646" y="2773"/>
                  </a:cubicBezTo>
                  <a:cubicBezTo>
                    <a:pt x="2646" y="2363"/>
                    <a:pt x="2961" y="2048"/>
                    <a:pt x="3371" y="2048"/>
                  </a:cubicBezTo>
                  <a:close/>
                  <a:moveTo>
                    <a:pt x="3308" y="662"/>
                  </a:moveTo>
                  <a:cubicBezTo>
                    <a:pt x="4663" y="662"/>
                    <a:pt x="5734" y="1764"/>
                    <a:pt x="5734" y="3119"/>
                  </a:cubicBezTo>
                  <a:cubicBezTo>
                    <a:pt x="5734" y="3655"/>
                    <a:pt x="5513" y="4159"/>
                    <a:pt x="5167" y="4663"/>
                  </a:cubicBezTo>
                  <a:cubicBezTo>
                    <a:pt x="4978" y="4253"/>
                    <a:pt x="4694" y="3938"/>
                    <a:pt x="4316" y="3686"/>
                  </a:cubicBezTo>
                  <a:cubicBezTo>
                    <a:pt x="4537" y="3466"/>
                    <a:pt x="4694" y="3119"/>
                    <a:pt x="4694" y="2741"/>
                  </a:cubicBezTo>
                  <a:cubicBezTo>
                    <a:pt x="4694" y="2016"/>
                    <a:pt x="4064" y="1386"/>
                    <a:pt x="3308" y="1386"/>
                  </a:cubicBezTo>
                  <a:cubicBezTo>
                    <a:pt x="2583" y="1386"/>
                    <a:pt x="1953" y="2016"/>
                    <a:pt x="1953" y="2741"/>
                  </a:cubicBezTo>
                  <a:cubicBezTo>
                    <a:pt x="1953" y="3119"/>
                    <a:pt x="2111" y="3466"/>
                    <a:pt x="2331" y="3686"/>
                  </a:cubicBezTo>
                  <a:cubicBezTo>
                    <a:pt x="1953" y="3907"/>
                    <a:pt x="1670" y="4253"/>
                    <a:pt x="1481" y="4663"/>
                  </a:cubicBezTo>
                  <a:cubicBezTo>
                    <a:pt x="1008" y="4096"/>
                    <a:pt x="851" y="3434"/>
                    <a:pt x="914" y="2773"/>
                  </a:cubicBezTo>
                  <a:cubicBezTo>
                    <a:pt x="1071" y="1670"/>
                    <a:pt x="2048" y="662"/>
                    <a:pt x="3308" y="662"/>
                  </a:cubicBezTo>
                  <a:close/>
                  <a:moveTo>
                    <a:pt x="3308" y="4190"/>
                  </a:moveTo>
                  <a:cubicBezTo>
                    <a:pt x="3938" y="4190"/>
                    <a:pt x="4442" y="4600"/>
                    <a:pt x="4663" y="5167"/>
                  </a:cubicBezTo>
                  <a:cubicBezTo>
                    <a:pt x="4253" y="5387"/>
                    <a:pt x="3844" y="5545"/>
                    <a:pt x="3308" y="5545"/>
                  </a:cubicBezTo>
                  <a:cubicBezTo>
                    <a:pt x="2835" y="5545"/>
                    <a:pt x="2363" y="5387"/>
                    <a:pt x="1985" y="5167"/>
                  </a:cubicBezTo>
                  <a:cubicBezTo>
                    <a:pt x="2142" y="4568"/>
                    <a:pt x="2678" y="4190"/>
                    <a:pt x="3308" y="4190"/>
                  </a:cubicBezTo>
                  <a:close/>
                  <a:moveTo>
                    <a:pt x="3308" y="0"/>
                  </a:moveTo>
                  <a:cubicBezTo>
                    <a:pt x="1701" y="0"/>
                    <a:pt x="410" y="1229"/>
                    <a:pt x="252" y="2678"/>
                  </a:cubicBezTo>
                  <a:cubicBezTo>
                    <a:pt x="0" y="4600"/>
                    <a:pt x="1481" y="6238"/>
                    <a:pt x="3308" y="6238"/>
                  </a:cubicBezTo>
                  <a:cubicBezTo>
                    <a:pt x="5041" y="6238"/>
                    <a:pt x="6427" y="4820"/>
                    <a:pt x="6427" y="3119"/>
                  </a:cubicBezTo>
                  <a:cubicBezTo>
                    <a:pt x="6427" y="1386"/>
                    <a:pt x="5009" y="0"/>
                    <a:pt x="3308" y="0"/>
                  </a:cubicBezTo>
                  <a:close/>
                </a:path>
              </a:pathLst>
            </a:custGeom>
            <a:grpFill/>
            <a:ln>
              <a:noFill/>
            </a:ln>
          </p:spPr>
          <p:txBody>
            <a:bodyPr spcFirstLastPara="1" wrap="square" lIns="62728" tIns="62728" rIns="62728" bIns="62728" anchor="ctr" anchorCtr="0">
              <a:noAutofit/>
            </a:bodyPr>
            <a:lstStyle/>
            <a:p>
              <a:endParaRPr sz="764"/>
            </a:p>
          </p:txBody>
        </p:sp>
        <p:sp>
          <p:nvSpPr>
            <p:cNvPr id="144" name="Google Shape;8720;p68">
              <a:extLst>
                <a:ext uri="{FF2B5EF4-FFF2-40B4-BE49-F238E27FC236}">
                  <a16:creationId xmlns:a16="http://schemas.microsoft.com/office/drawing/2014/main" id="{388C4A9C-39CC-4367-B40B-B22B651948A7}"/>
                </a:ext>
              </a:extLst>
            </p:cNvPr>
            <p:cNvSpPr/>
            <p:nvPr/>
          </p:nvSpPr>
          <p:spPr>
            <a:xfrm>
              <a:off x="2890050" y="2318350"/>
              <a:ext cx="259150" cy="296975"/>
            </a:xfrm>
            <a:custGeom>
              <a:avLst/>
              <a:gdLst/>
              <a:ahLst/>
              <a:cxnLst/>
              <a:rect l="l" t="t" r="r" b="b"/>
              <a:pathLst>
                <a:path w="10366" h="11879" extrusionOk="0">
                  <a:moveTo>
                    <a:pt x="5167" y="694"/>
                  </a:moveTo>
                  <a:cubicBezTo>
                    <a:pt x="7309" y="694"/>
                    <a:pt x="9011" y="2427"/>
                    <a:pt x="9011" y="4506"/>
                  </a:cubicBezTo>
                  <a:cubicBezTo>
                    <a:pt x="9011" y="5640"/>
                    <a:pt x="8475" y="6711"/>
                    <a:pt x="7656" y="7405"/>
                  </a:cubicBezTo>
                  <a:lnTo>
                    <a:pt x="5167" y="9547"/>
                  </a:lnTo>
                  <a:lnTo>
                    <a:pt x="2710" y="7405"/>
                  </a:lnTo>
                  <a:cubicBezTo>
                    <a:pt x="1796" y="6585"/>
                    <a:pt x="1229" y="5420"/>
                    <a:pt x="1386" y="4034"/>
                  </a:cubicBezTo>
                  <a:cubicBezTo>
                    <a:pt x="1575" y="2206"/>
                    <a:pt x="3151" y="694"/>
                    <a:pt x="5167" y="694"/>
                  </a:cubicBezTo>
                  <a:close/>
                  <a:moveTo>
                    <a:pt x="8475" y="8980"/>
                  </a:moveTo>
                  <a:lnTo>
                    <a:pt x="9546" y="11122"/>
                  </a:lnTo>
                  <a:lnTo>
                    <a:pt x="977" y="11122"/>
                  </a:lnTo>
                  <a:lnTo>
                    <a:pt x="2017" y="8980"/>
                  </a:lnTo>
                  <a:lnTo>
                    <a:pt x="3529" y="8980"/>
                  </a:lnTo>
                  <a:lnTo>
                    <a:pt x="4978" y="10240"/>
                  </a:lnTo>
                  <a:cubicBezTo>
                    <a:pt x="5073" y="10272"/>
                    <a:pt x="5136" y="10335"/>
                    <a:pt x="5230" y="10335"/>
                  </a:cubicBezTo>
                  <a:cubicBezTo>
                    <a:pt x="5293" y="10335"/>
                    <a:pt x="5388" y="10272"/>
                    <a:pt x="5451" y="10240"/>
                  </a:cubicBezTo>
                  <a:lnTo>
                    <a:pt x="6900" y="8980"/>
                  </a:lnTo>
                  <a:close/>
                  <a:moveTo>
                    <a:pt x="5107" y="1"/>
                  </a:moveTo>
                  <a:cubicBezTo>
                    <a:pt x="2772" y="1"/>
                    <a:pt x="912" y="1815"/>
                    <a:pt x="662" y="3939"/>
                  </a:cubicBezTo>
                  <a:cubicBezTo>
                    <a:pt x="441" y="5483"/>
                    <a:pt x="1040" y="6932"/>
                    <a:pt x="2174" y="7940"/>
                  </a:cubicBezTo>
                  <a:lnTo>
                    <a:pt x="2615" y="8318"/>
                  </a:lnTo>
                  <a:lnTo>
                    <a:pt x="1638" y="8318"/>
                  </a:lnTo>
                  <a:cubicBezTo>
                    <a:pt x="1575" y="8318"/>
                    <a:pt x="1481" y="8413"/>
                    <a:pt x="1449" y="8507"/>
                  </a:cubicBezTo>
                  <a:lnTo>
                    <a:pt x="63" y="11343"/>
                  </a:lnTo>
                  <a:cubicBezTo>
                    <a:pt x="0" y="11469"/>
                    <a:pt x="0" y="11595"/>
                    <a:pt x="63" y="11721"/>
                  </a:cubicBezTo>
                  <a:cubicBezTo>
                    <a:pt x="126" y="11815"/>
                    <a:pt x="221" y="11878"/>
                    <a:pt x="347" y="11878"/>
                  </a:cubicBezTo>
                  <a:lnTo>
                    <a:pt x="10019" y="11878"/>
                  </a:lnTo>
                  <a:cubicBezTo>
                    <a:pt x="10145" y="11878"/>
                    <a:pt x="10271" y="11784"/>
                    <a:pt x="10302" y="11721"/>
                  </a:cubicBezTo>
                  <a:cubicBezTo>
                    <a:pt x="10365" y="11595"/>
                    <a:pt x="10365" y="11469"/>
                    <a:pt x="10302" y="11343"/>
                  </a:cubicBezTo>
                  <a:lnTo>
                    <a:pt x="8916" y="8507"/>
                  </a:lnTo>
                  <a:cubicBezTo>
                    <a:pt x="8885" y="8413"/>
                    <a:pt x="8727" y="8318"/>
                    <a:pt x="8601" y="8318"/>
                  </a:cubicBezTo>
                  <a:lnTo>
                    <a:pt x="7624" y="8318"/>
                  </a:lnTo>
                  <a:lnTo>
                    <a:pt x="8065" y="7940"/>
                  </a:lnTo>
                  <a:cubicBezTo>
                    <a:pt x="9042" y="7090"/>
                    <a:pt x="9641" y="5829"/>
                    <a:pt x="9641" y="4506"/>
                  </a:cubicBezTo>
                  <a:cubicBezTo>
                    <a:pt x="9641" y="2049"/>
                    <a:pt x="7656" y="1"/>
                    <a:pt x="5167" y="1"/>
                  </a:cubicBezTo>
                  <a:cubicBezTo>
                    <a:pt x="5147" y="1"/>
                    <a:pt x="5127" y="1"/>
                    <a:pt x="5107" y="1"/>
                  </a:cubicBezTo>
                  <a:close/>
                </a:path>
              </a:pathLst>
            </a:custGeom>
            <a:grpFill/>
            <a:ln>
              <a:noFill/>
            </a:ln>
          </p:spPr>
          <p:txBody>
            <a:bodyPr spcFirstLastPara="1" wrap="square" lIns="62728" tIns="62728" rIns="62728" bIns="62728" anchor="ctr" anchorCtr="0">
              <a:noAutofit/>
            </a:bodyPr>
            <a:lstStyle/>
            <a:p>
              <a:endParaRPr sz="764"/>
            </a:p>
          </p:txBody>
        </p:sp>
      </p:grpSp>
      <p:sp>
        <p:nvSpPr>
          <p:cNvPr id="18" name="Google Shape;8721;p68">
            <a:extLst>
              <a:ext uri="{FF2B5EF4-FFF2-40B4-BE49-F238E27FC236}">
                <a16:creationId xmlns:a16="http://schemas.microsoft.com/office/drawing/2014/main" id="{636B903A-5DB3-4BD0-9FF8-8E7366DA3620}"/>
              </a:ext>
            </a:extLst>
          </p:cNvPr>
          <p:cNvSpPr/>
          <p:nvPr/>
        </p:nvSpPr>
        <p:spPr>
          <a:xfrm>
            <a:off x="2293070" y="4699609"/>
            <a:ext cx="146706" cy="227578"/>
          </a:xfrm>
          <a:custGeom>
            <a:avLst/>
            <a:gdLst/>
            <a:ahLst/>
            <a:cxnLst/>
            <a:rect l="l" t="t" r="r" b="b"/>
            <a:pathLst>
              <a:path w="7657" h="11878" extrusionOk="0">
                <a:moveTo>
                  <a:pt x="3813" y="1387"/>
                </a:moveTo>
                <a:cubicBezTo>
                  <a:pt x="4254" y="1387"/>
                  <a:pt x="4664" y="1670"/>
                  <a:pt x="4821" y="2112"/>
                </a:cubicBezTo>
                <a:lnTo>
                  <a:pt x="2836" y="2112"/>
                </a:lnTo>
                <a:cubicBezTo>
                  <a:pt x="2994" y="1702"/>
                  <a:pt x="3372" y="1387"/>
                  <a:pt x="3813" y="1387"/>
                </a:cubicBezTo>
                <a:close/>
                <a:moveTo>
                  <a:pt x="4947" y="2805"/>
                </a:moveTo>
                <a:cubicBezTo>
                  <a:pt x="5199" y="2805"/>
                  <a:pt x="5357" y="3057"/>
                  <a:pt x="5294" y="3277"/>
                </a:cubicBezTo>
                <a:lnTo>
                  <a:pt x="4947" y="4222"/>
                </a:lnTo>
                <a:lnTo>
                  <a:pt x="2679" y="4222"/>
                </a:lnTo>
                <a:lnTo>
                  <a:pt x="2364" y="3277"/>
                </a:lnTo>
                <a:cubicBezTo>
                  <a:pt x="2332" y="3025"/>
                  <a:pt x="2490" y="2805"/>
                  <a:pt x="2710" y="2805"/>
                </a:cubicBezTo>
                <a:close/>
                <a:moveTo>
                  <a:pt x="4916" y="4852"/>
                </a:moveTo>
                <a:lnTo>
                  <a:pt x="5514" y="8381"/>
                </a:lnTo>
                <a:lnTo>
                  <a:pt x="2175" y="8381"/>
                </a:lnTo>
                <a:lnTo>
                  <a:pt x="2773" y="4852"/>
                </a:lnTo>
                <a:close/>
                <a:moveTo>
                  <a:pt x="5955" y="9074"/>
                </a:moveTo>
                <a:cubicBezTo>
                  <a:pt x="6144" y="9074"/>
                  <a:pt x="6302" y="9232"/>
                  <a:pt x="6302" y="9421"/>
                </a:cubicBezTo>
                <a:lnTo>
                  <a:pt x="6302" y="9799"/>
                </a:lnTo>
                <a:lnTo>
                  <a:pt x="1450" y="9799"/>
                </a:lnTo>
                <a:lnTo>
                  <a:pt x="1450" y="9421"/>
                </a:lnTo>
                <a:cubicBezTo>
                  <a:pt x="1419" y="9232"/>
                  <a:pt x="1576" y="9074"/>
                  <a:pt x="1765" y="9074"/>
                </a:cubicBezTo>
                <a:close/>
                <a:moveTo>
                  <a:pt x="6648" y="10460"/>
                </a:moveTo>
                <a:cubicBezTo>
                  <a:pt x="6806" y="10460"/>
                  <a:pt x="6964" y="10618"/>
                  <a:pt x="6964" y="10807"/>
                </a:cubicBezTo>
                <a:lnTo>
                  <a:pt x="6964" y="11153"/>
                </a:lnTo>
                <a:lnTo>
                  <a:pt x="757" y="11153"/>
                </a:lnTo>
                <a:lnTo>
                  <a:pt x="757" y="10807"/>
                </a:lnTo>
                <a:cubicBezTo>
                  <a:pt x="757" y="10618"/>
                  <a:pt x="915" y="10460"/>
                  <a:pt x="1104" y="10460"/>
                </a:cubicBezTo>
                <a:close/>
                <a:moveTo>
                  <a:pt x="3782" y="1"/>
                </a:moveTo>
                <a:cubicBezTo>
                  <a:pt x="3592" y="1"/>
                  <a:pt x="3435" y="158"/>
                  <a:pt x="3435" y="379"/>
                </a:cubicBezTo>
                <a:lnTo>
                  <a:pt x="3435" y="757"/>
                </a:lnTo>
                <a:cubicBezTo>
                  <a:pt x="2679" y="914"/>
                  <a:pt x="2143" y="1544"/>
                  <a:pt x="2049" y="2301"/>
                </a:cubicBezTo>
                <a:cubicBezTo>
                  <a:pt x="1702" y="2521"/>
                  <a:pt x="1545" y="3025"/>
                  <a:pt x="1671" y="3466"/>
                </a:cubicBezTo>
                <a:lnTo>
                  <a:pt x="1891" y="4191"/>
                </a:lnTo>
                <a:lnTo>
                  <a:pt x="1702" y="4191"/>
                </a:lnTo>
                <a:cubicBezTo>
                  <a:pt x="1513" y="4191"/>
                  <a:pt x="1356" y="4348"/>
                  <a:pt x="1356" y="4537"/>
                </a:cubicBezTo>
                <a:cubicBezTo>
                  <a:pt x="1356" y="4758"/>
                  <a:pt x="1513" y="4915"/>
                  <a:pt x="1702" y="4915"/>
                </a:cubicBezTo>
                <a:lnTo>
                  <a:pt x="1986" y="4915"/>
                </a:lnTo>
                <a:lnTo>
                  <a:pt x="1387" y="8444"/>
                </a:lnTo>
                <a:cubicBezTo>
                  <a:pt x="1009" y="8570"/>
                  <a:pt x="726" y="8948"/>
                  <a:pt x="726" y="9421"/>
                </a:cubicBezTo>
                <a:lnTo>
                  <a:pt x="726" y="9830"/>
                </a:lnTo>
                <a:cubicBezTo>
                  <a:pt x="316" y="9988"/>
                  <a:pt x="1" y="10334"/>
                  <a:pt x="1" y="10807"/>
                </a:cubicBezTo>
                <a:lnTo>
                  <a:pt x="1" y="11531"/>
                </a:lnTo>
                <a:cubicBezTo>
                  <a:pt x="1" y="11720"/>
                  <a:pt x="158" y="11878"/>
                  <a:pt x="347" y="11878"/>
                </a:cubicBezTo>
                <a:lnTo>
                  <a:pt x="7279" y="11878"/>
                </a:lnTo>
                <a:cubicBezTo>
                  <a:pt x="7499" y="11878"/>
                  <a:pt x="7657" y="11720"/>
                  <a:pt x="7657" y="11531"/>
                </a:cubicBezTo>
                <a:lnTo>
                  <a:pt x="7657" y="10807"/>
                </a:lnTo>
                <a:cubicBezTo>
                  <a:pt x="7657" y="10366"/>
                  <a:pt x="7373" y="9988"/>
                  <a:pt x="6932" y="9830"/>
                </a:cubicBezTo>
                <a:lnTo>
                  <a:pt x="6932" y="9421"/>
                </a:lnTo>
                <a:cubicBezTo>
                  <a:pt x="6932" y="8948"/>
                  <a:pt x="6617" y="8570"/>
                  <a:pt x="6176" y="8444"/>
                </a:cubicBezTo>
                <a:lnTo>
                  <a:pt x="5609" y="4915"/>
                </a:lnTo>
                <a:lnTo>
                  <a:pt x="5861" y="4915"/>
                </a:lnTo>
                <a:cubicBezTo>
                  <a:pt x="6081" y="4915"/>
                  <a:pt x="6207" y="4758"/>
                  <a:pt x="6207" y="4537"/>
                </a:cubicBezTo>
                <a:cubicBezTo>
                  <a:pt x="6207" y="4348"/>
                  <a:pt x="6081" y="4191"/>
                  <a:pt x="5861" y="4191"/>
                </a:cubicBezTo>
                <a:lnTo>
                  <a:pt x="5672" y="4191"/>
                </a:lnTo>
                <a:lnTo>
                  <a:pt x="5924" y="3466"/>
                </a:lnTo>
                <a:cubicBezTo>
                  <a:pt x="6081" y="3025"/>
                  <a:pt x="5861" y="2584"/>
                  <a:pt x="5514" y="2301"/>
                </a:cubicBezTo>
                <a:cubicBezTo>
                  <a:pt x="5451" y="1513"/>
                  <a:pt x="4884" y="914"/>
                  <a:pt x="4128" y="757"/>
                </a:cubicBezTo>
                <a:lnTo>
                  <a:pt x="4128" y="379"/>
                </a:lnTo>
                <a:cubicBezTo>
                  <a:pt x="4128" y="158"/>
                  <a:pt x="3971" y="1"/>
                  <a:pt x="3782"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9" name="Google Shape;8722;p68">
            <a:extLst>
              <a:ext uri="{FF2B5EF4-FFF2-40B4-BE49-F238E27FC236}">
                <a16:creationId xmlns:a16="http://schemas.microsoft.com/office/drawing/2014/main" id="{E32DC686-55B6-452E-A5D7-E53BE711DF9E}"/>
              </a:ext>
            </a:extLst>
          </p:cNvPr>
          <p:cNvGrpSpPr/>
          <p:nvPr/>
        </p:nvGrpSpPr>
        <p:grpSpPr>
          <a:xfrm>
            <a:off x="3691664" y="4139757"/>
            <a:ext cx="225758" cy="225758"/>
            <a:chOff x="4685050" y="1945825"/>
            <a:chExt cx="294575" cy="294575"/>
          </a:xfrm>
          <a:solidFill>
            <a:schemeClr val="tx1"/>
          </a:solidFill>
        </p:grpSpPr>
        <p:sp>
          <p:nvSpPr>
            <p:cNvPr id="138" name="Google Shape;8723;p68">
              <a:extLst>
                <a:ext uri="{FF2B5EF4-FFF2-40B4-BE49-F238E27FC236}">
                  <a16:creationId xmlns:a16="http://schemas.microsoft.com/office/drawing/2014/main" id="{3E8E6000-13AF-45EB-8BFB-086239B3D76C}"/>
                </a:ext>
              </a:extLst>
            </p:cNvPr>
            <p:cNvSpPr/>
            <p:nvPr/>
          </p:nvSpPr>
          <p:spPr>
            <a:xfrm>
              <a:off x="4720475" y="2086025"/>
              <a:ext cx="104775" cy="121300"/>
            </a:xfrm>
            <a:custGeom>
              <a:avLst/>
              <a:gdLst/>
              <a:ahLst/>
              <a:cxnLst/>
              <a:rect l="l" t="t" r="r" b="b"/>
              <a:pathLst>
                <a:path w="4191" h="4852" extrusionOk="0">
                  <a:moveTo>
                    <a:pt x="2017" y="693"/>
                  </a:moveTo>
                  <a:cubicBezTo>
                    <a:pt x="2427" y="693"/>
                    <a:pt x="2742" y="1008"/>
                    <a:pt x="2742" y="1386"/>
                  </a:cubicBezTo>
                  <a:cubicBezTo>
                    <a:pt x="2742" y="1796"/>
                    <a:pt x="2427" y="2111"/>
                    <a:pt x="2017" y="2111"/>
                  </a:cubicBezTo>
                  <a:cubicBezTo>
                    <a:pt x="1639" y="2111"/>
                    <a:pt x="1324" y="1796"/>
                    <a:pt x="1324" y="1386"/>
                  </a:cubicBezTo>
                  <a:cubicBezTo>
                    <a:pt x="1324" y="1008"/>
                    <a:pt x="1639" y="693"/>
                    <a:pt x="2017" y="693"/>
                  </a:cubicBezTo>
                  <a:close/>
                  <a:moveTo>
                    <a:pt x="2017" y="2772"/>
                  </a:moveTo>
                  <a:cubicBezTo>
                    <a:pt x="2773" y="2772"/>
                    <a:pt x="3403" y="3403"/>
                    <a:pt x="3403" y="4127"/>
                  </a:cubicBezTo>
                  <a:lnTo>
                    <a:pt x="631" y="4127"/>
                  </a:lnTo>
                  <a:cubicBezTo>
                    <a:pt x="631" y="3403"/>
                    <a:pt x="1261" y="2772"/>
                    <a:pt x="2017" y="2772"/>
                  </a:cubicBezTo>
                  <a:close/>
                  <a:moveTo>
                    <a:pt x="2049" y="0"/>
                  </a:moveTo>
                  <a:cubicBezTo>
                    <a:pt x="1324" y="0"/>
                    <a:pt x="694" y="630"/>
                    <a:pt x="694" y="1386"/>
                  </a:cubicBezTo>
                  <a:cubicBezTo>
                    <a:pt x="694" y="1733"/>
                    <a:pt x="851" y="2111"/>
                    <a:pt x="1072" y="2331"/>
                  </a:cubicBezTo>
                  <a:cubicBezTo>
                    <a:pt x="442" y="2678"/>
                    <a:pt x="1" y="3340"/>
                    <a:pt x="1" y="4127"/>
                  </a:cubicBezTo>
                  <a:lnTo>
                    <a:pt x="1" y="4505"/>
                  </a:lnTo>
                  <a:cubicBezTo>
                    <a:pt x="1" y="4694"/>
                    <a:pt x="158" y="4852"/>
                    <a:pt x="379" y="4852"/>
                  </a:cubicBezTo>
                  <a:lnTo>
                    <a:pt x="3844" y="4852"/>
                  </a:lnTo>
                  <a:cubicBezTo>
                    <a:pt x="4033" y="4852"/>
                    <a:pt x="4191" y="4694"/>
                    <a:pt x="4191" y="4505"/>
                  </a:cubicBezTo>
                  <a:lnTo>
                    <a:pt x="4191" y="4127"/>
                  </a:lnTo>
                  <a:cubicBezTo>
                    <a:pt x="4096" y="3340"/>
                    <a:pt x="3687" y="2678"/>
                    <a:pt x="3057" y="2331"/>
                  </a:cubicBezTo>
                  <a:cubicBezTo>
                    <a:pt x="3277" y="2111"/>
                    <a:pt x="3435" y="1733"/>
                    <a:pt x="3435" y="1386"/>
                  </a:cubicBezTo>
                  <a:cubicBezTo>
                    <a:pt x="3435" y="630"/>
                    <a:pt x="2805" y="0"/>
                    <a:pt x="2049" y="0"/>
                  </a:cubicBezTo>
                  <a:close/>
                </a:path>
              </a:pathLst>
            </a:custGeom>
            <a:grpFill/>
            <a:ln>
              <a:noFill/>
            </a:ln>
          </p:spPr>
          <p:txBody>
            <a:bodyPr spcFirstLastPara="1" wrap="square" lIns="62728" tIns="62728" rIns="62728" bIns="62728" anchor="ctr" anchorCtr="0">
              <a:noAutofit/>
            </a:bodyPr>
            <a:lstStyle/>
            <a:p>
              <a:endParaRPr sz="764"/>
            </a:p>
          </p:txBody>
        </p:sp>
        <p:sp>
          <p:nvSpPr>
            <p:cNvPr id="139" name="Google Shape;8724;p68">
              <a:extLst>
                <a:ext uri="{FF2B5EF4-FFF2-40B4-BE49-F238E27FC236}">
                  <a16:creationId xmlns:a16="http://schemas.microsoft.com/office/drawing/2014/main" id="{4F0F99AA-FDEB-4D93-9A36-D5688815A3FC}"/>
                </a:ext>
              </a:extLst>
            </p:cNvPr>
            <p:cNvSpPr/>
            <p:nvPr/>
          </p:nvSpPr>
          <p:spPr>
            <a:xfrm>
              <a:off x="4685050" y="1945825"/>
              <a:ext cx="294575" cy="294575"/>
            </a:xfrm>
            <a:custGeom>
              <a:avLst/>
              <a:gdLst/>
              <a:ahLst/>
              <a:cxnLst/>
              <a:rect l="l" t="t" r="r" b="b"/>
              <a:pathLst>
                <a:path w="11783" h="11783" extrusionOk="0">
                  <a:moveTo>
                    <a:pt x="6900" y="693"/>
                  </a:moveTo>
                  <a:lnTo>
                    <a:pt x="6900" y="1418"/>
                  </a:lnTo>
                  <a:lnTo>
                    <a:pt x="4820" y="1418"/>
                  </a:lnTo>
                  <a:lnTo>
                    <a:pt x="4820" y="693"/>
                  </a:lnTo>
                  <a:close/>
                  <a:moveTo>
                    <a:pt x="7215" y="2111"/>
                  </a:moveTo>
                  <a:cubicBezTo>
                    <a:pt x="7404" y="2111"/>
                    <a:pt x="7561" y="2269"/>
                    <a:pt x="7561" y="2458"/>
                  </a:cubicBezTo>
                  <a:cubicBezTo>
                    <a:pt x="7561" y="2678"/>
                    <a:pt x="7404" y="2836"/>
                    <a:pt x="7215" y="2836"/>
                  </a:cubicBezTo>
                  <a:lnTo>
                    <a:pt x="4474" y="2836"/>
                  </a:lnTo>
                  <a:cubicBezTo>
                    <a:pt x="4253" y="2836"/>
                    <a:pt x="4096" y="2678"/>
                    <a:pt x="4096" y="2458"/>
                  </a:cubicBezTo>
                  <a:cubicBezTo>
                    <a:pt x="4096" y="2269"/>
                    <a:pt x="4316" y="2111"/>
                    <a:pt x="4474" y="2111"/>
                  </a:cubicBezTo>
                  <a:close/>
                  <a:moveTo>
                    <a:pt x="6900" y="3497"/>
                  </a:moveTo>
                  <a:lnTo>
                    <a:pt x="6900" y="4568"/>
                  </a:lnTo>
                  <a:cubicBezTo>
                    <a:pt x="6900" y="4757"/>
                    <a:pt x="6742" y="4915"/>
                    <a:pt x="6553" y="4915"/>
                  </a:cubicBezTo>
                  <a:lnTo>
                    <a:pt x="5167" y="4915"/>
                  </a:lnTo>
                  <a:cubicBezTo>
                    <a:pt x="4978" y="4915"/>
                    <a:pt x="4820" y="4757"/>
                    <a:pt x="4820" y="4568"/>
                  </a:cubicBezTo>
                  <a:lnTo>
                    <a:pt x="4820" y="3497"/>
                  </a:lnTo>
                  <a:close/>
                  <a:moveTo>
                    <a:pt x="10775" y="4883"/>
                  </a:moveTo>
                  <a:cubicBezTo>
                    <a:pt x="10964" y="4883"/>
                    <a:pt x="11121" y="5041"/>
                    <a:pt x="11121" y="5230"/>
                  </a:cubicBezTo>
                  <a:lnTo>
                    <a:pt x="11121" y="10775"/>
                  </a:lnTo>
                  <a:cubicBezTo>
                    <a:pt x="11121" y="10964"/>
                    <a:pt x="10964" y="11121"/>
                    <a:pt x="10775" y="11121"/>
                  </a:cubicBezTo>
                  <a:lnTo>
                    <a:pt x="1008" y="11121"/>
                  </a:lnTo>
                  <a:cubicBezTo>
                    <a:pt x="788" y="11121"/>
                    <a:pt x="630" y="10964"/>
                    <a:pt x="630" y="10775"/>
                  </a:cubicBezTo>
                  <a:lnTo>
                    <a:pt x="630" y="5230"/>
                  </a:lnTo>
                  <a:cubicBezTo>
                    <a:pt x="630" y="5041"/>
                    <a:pt x="788" y="4883"/>
                    <a:pt x="1008" y="4883"/>
                  </a:cubicBezTo>
                  <a:lnTo>
                    <a:pt x="4190" y="4883"/>
                  </a:lnTo>
                  <a:cubicBezTo>
                    <a:pt x="4348" y="5261"/>
                    <a:pt x="4694" y="5577"/>
                    <a:pt x="5167" y="5577"/>
                  </a:cubicBezTo>
                  <a:lnTo>
                    <a:pt x="6553" y="5577"/>
                  </a:lnTo>
                  <a:cubicBezTo>
                    <a:pt x="6994" y="5577"/>
                    <a:pt x="7372" y="5293"/>
                    <a:pt x="7530" y="4883"/>
                  </a:cubicBezTo>
                  <a:close/>
                  <a:moveTo>
                    <a:pt x="4505" y="0"/>
                  </a:moveTo>
                  <a:cubicBezTo>
                    <a:pt x="4316" y="0"/>
                    <a:pt x="4159" y="158"/>
                    <a:pt x="4159" y="347"/>
                  </a:cubicBezTo>
                  <a:lnTo>
                    <a:pt x="4159" y="1449"/>
                  </a:lnTo>
                  <a:cubicBezTo>
                    <a:pt x="3749" y="1607"/>
                    <a:pt x="3434" y="1953"/>
                    <a:pt x="3434" y="2426"/>
                  </a:cubicBezTo>
                  <a:cubicBezTo>
                    <a:pt x="3434" y="2867"/>
                    <a:pt x="3718" y="3245"/>
                    <a:pt x="4159" y="3403"/>
                  </a:cubicBezTo>
                  <a:lnTo>
                    <a:pt x="4159" y="4190"/>
                  </a:lnTo>
                  <a:lnTo>
                    <a:pt x="1040" y="4190"/>
                  </a:lnTo>
                  <a:cubicBezTo>
                    <a:pt x="441" y="4190"/>
                    <a:pt x="0" y="4663"/>
                    <a:pt x="0" y="5230"/>
                  </a:cubicBezTo>
                  <a:lnTo>
                    <a:pt x="0" y="10775"/>
                  </a:lnTo>
                  <a:cubicBezTo>
                    <a:pt x="0" y="11373"/>
                    <a:pt x="473" y="11783"/>
                    <a:pt x="1040" y="11783"/>
                  </a:cubicBezTo>
                  <a:lnTo>
                    <a:pt x="10775" y="11783"/>
                  </a:lnTo>
                  <a:cubicBezTo>
                    <a:pt x="11342" y="11783"/>
                    <a:pt x="11783" y="11310"/>
                    <a:pt x="11783" y="10775"/>
                  </a:cubicBezTo>
                  <a:lnTo>
                    <a:pt x="11783" y="5230"/>
                  </a:lnTo>
                  <a:cubicBezTo>
                    <a:pt x="11783" y="4663"/>
                    <a:pt x="11342" y="4190"/>
                    <a:pt x="10775" y="4190"/>
                  </a:cubicBezTo>
                  <a:lnTo>
                    <a:pt x="7624" y="4190"/>
                  </a:lnTo>
                  <a:lnTo>
                    <a:pt x="7624" y="3403"/>
                  </a:lnTo>
                  <a:cubicBezTo>
                    <a:pt x="8002" y="3245"/>
                    <a:pt x="8317" y="2899"/>
                    <a:pt x="8317" y="2426"/>
                  </a:cubicBezTo>
                  <a:cubicBezTo>
                    <a:pt x="8317" y="1985"/>
                    <a:pt x="8034" y="1607"/>
                    <a:pt x="7624" y="1449"/>
                  </a:cubicBezTo>
                  <a:lnTo>
                    <a:pt x="7624" y="347"/>
                  </a:lnTo>
                  <a:cubicBezTo>
                    <a:pt x="7624" y="158"/>
                    <a:pt x="7467" y="0"/>
                    <a:pt x="7246" y="0"/>
                  </a:cubicBezTo>
                  <a:close/>
                </a:path>
              </a:pathLst>
            </a:custGeom>
            <a:grpFill/>
            <a:ln>
              <a:noFill/>
            </a:ln>
          </p:spPr>
          <p:txBody>
            <a:bodyPr spcFirstLastPara="1" wrap="square" lIns="62728" tIns="62728" rIns="62728" bIns="62728" anchor="ctr" anchorCtr="0">
              <a:noAutofit/>
            </a:bodyPr>
            <a:lstStyle/>
            <a:p>
              <a:endParaRPr sz="764"/>
            </a:p>
          </p:txBody>
        </p:sp>
        <p:sp>
          <p:nvSpPr>
            <p:cNvPr id="140" name="Google Shape;8725;p68">
              <a:extLst>
                <a:ext uri="{FF2B5EF4-FFF2-40B4-BE49-F238E27FC236}">
                  <a16:creationId xmlns:a16="http://schemas.microsoft.com/office/drawing/2014/main" id="{44A4BEBD-C77D-4919-9291-FF2F2805B373}"/>
                </a:ext>
              </a:extLst>
            </p:cNvPr>
            <p:cNvSpPr/>
            <p:nvPr/>
          </p:nvSpPr>
          <p:spPr>
            <a:xfrm>
              <a:off x="4840200" y="2103350"/>
              <a:ext cx="104775" cy="17350"/>
            </a:xfrm>
            <a:custGeom>
              <a:avLst/>
              <a:gdLst/>
              <a:ahLst/>
              <a:cxnLst/>
              <a:rect l="l" t="t" r="r" b="b"/>
              <a:pathLst>
                <a:path w="4191" h="694" extrusionOk="0">
                  <a:moveTo>
                    <a:pt x="347" y="0"/>
                  </a:moveTo>
                  <a:cubicBezTo>
                    <a:pt x="158" y="0"/>
                    <a:pt x="0" y="158"/>
                    <a:pt x="0" y="347"/>
                  </a:cubicBezTo>
                  <a:cubicBezTo>
                    <a:pt x="0" y="536"/>
                    <a:pt x="158" y="693"/>
                    <a:pt x="347" y="693"/>
                  </a:cubicBezTo>
                  <a:lnTo>
                    <a:pt x="3844" y="693"/>
                  </a:lnTo>
                  <a:cubicBezTo>
                    <a:pt x="4033" y="693"/>
                    <a:pt x="4191" y="536"/>
                    <a:pt x="4191" y="347"/>
                  </a:cubicBezTo>
                  <a:cubicBezTo>
                    <a:pt x="4191" y="158"/>
                    <a:pt x="4033" y="0"/>
                    <a:pt x="3844" y="0"/>
                  </a:cubicBezTo>
                  <a:close/>
                </a:path>
              </a:pathLst>
            </a:custGeom>
            <a:grpFill/>
            <a:ln>
              <a:noFill/>
            </a:ln>
          </p:spPr>
          <p:txBody>
            <a:bodyPr spcFirstLastPara="1" wrap="square" lIns="62728" tIns="62728" rIns="62728" bIns="62728" anchor="ctr" anchorCtr="0">
              <a:noAutofit/>
            </a:bodyPr>
            <a:lstStyle/>
            <a:p>
              <a:endParaRPr sz="764"/>
            </a:p>
          </p:txBody>
        </p:sp>
        <p:sp>
          <p:nvSpPr>
            <p:cNvPr id="141" name="Google Shape;8726;p68">
              <a:extLst>
                <a:ext uri="{FF2B5EF4-FFF2-40B4-BE49-F238E27FC236}">
                  <a16:creationId xmlns:a16="http://schemas.microsoft.com/office/drawing/2014/main" id="{B29D2C53-727C-4212-A449-2C88C2CEB842}"/>
                </a:ext>
              </a:extLst>
            </p:cNvPr>
            <p:cNvSpPr/>
            <p:nvPr/>
          </p:nvSpPr>
          <p:spPr>
            <a:xfrm>
              <a:off x="4840200" y="2137200"/>
              <a:ext cx="104775" cy="18150"/>
            </a:xfrm>
            <a:custGeom>
              <a:avLst/>
              <a:gdLst/>
              <a:ahLst/>
              <a:cxnLst/>
              <a:rect l="l" t="t" r="r" b="b"/>
              <a:pathLst>
                <a:path w="4191" h="726" extrusionOk="0">
                  <a:moveTo>
                    <a:pt x="347" y="1"/>
                  </a:moveTo>
                  <a:cubicBezTo>
                    <a:pt x="158" y="1"/>
                    <a:pt x="0" y="158"/>
                    <a:pt x="0" y="379"/>
                  </a:cubicBezTo>
                  <a:cubicBezTo>
                    <a:pt x="0" y="568"/>
                    <a:pt x="158" y="725"/>
                    <a:pt x="347" y="725"/>
                  </a:cubicBezTo>
                  <a:lnTo>
                    <a:pt x="3844" y="725"/>
                  </a:lnTo>
                  <a:cubicBezTo>
                    <a:pt x="4033" y="725"/>
                    <a:pt x="4191" y="568"/>
                    <a:pt x="4191" y="379"/>
                  </a:cubicBezTo>
                  <a:cubicBezTo>
                    <a:pt x="4191" y="158"/>
                    <a:pt x="4033" y="1"/>
                    <a:pt x="3844" y="1"/>
                  </a:cubicBezTo>
                  <a:close/>
                </a:path>
              </a:pathLst>
            </a:custGeom>
            <a:grpFill/>
            <a:ln>
              <a:noFill/>
            </a:ln>
          </p:spPr>
          <p:txBody>
            <a:bodyPr spcFirstLastPara="1" wrap="square" lIns="62728" tIns="62728" rIns="62728" bIns="62728" anchor="ctr" anchorCtr="0">
              <a:noAutofit/>
            </a:bodyPr>
            <a:lstStyle/>
            <a:p>
              <a:endParaRPr sz="764"/>
            </a:p>
          </p:txBody>
        </p:sp>
        <p:sp>
          <p:nvSpPr>
            <p:cNvPr id="142" name="Google Shape;8727;p68">
              <a:extLst>
                <a:ext uri="{FF2B5EF4-FFF2-40B4-BE49-F238E27FC236}">
                  <a16:creationId xmlns:a16="http://schemas.microsoft.com/office/drawing/2014/main" id="{FBE613AF-D3ED-4EC0-9677-3F2CD345B12B}"/>
                </a:ext>
              </a:extLst>
            </p:cNvPr>
            <p:cNvSpPr/>
            <p:nvPr/>
          </p:nvSpPr>
          <p:spPr>
            <a:xfrm>
              <a:off x="4840200" y="2171875"/>
              <a:ext cx="104775" cy="18125"/>
            </a:xfrm>
            <a:custGeom>
              <a:avLst/>
              <a:gdLst/>
              <a:ahLst/>
              <a:cxnLst/>
              <a:rect l="l" t="t" r="r" b="b"/>
              <a:pathLst>
                <a:path w="4191" h="725" extrusionOk="0">
                  <a:moveTo>
                    <a:pt x="347" y="0"/>
                  </a:moveTo>
                  <a:cubicBezTo>
                    <a:pt x="158" y="0"/>
                    <a:pt x="0" y="158"/>
                    <a:pt x="0" y="347"/>
                  </a:cubicBezTo>
                  <a:cubicBezTo>
                    <a:pt x="0" y="567"/>
                    <a:pt x="158" y="725"/>
                    <a:pt x="347" y="725"/>
                  </a:cubicBezTo>
                  <a:lnTo>
                    <a:pt x="3844" y="725"/>
                  </a:lnTo>
                  <a:cubicBezTo>
                    <a:pt x="4033" y="725"/>
                    <a:pt x="4191" y="567"/>
                    <a:pt x="4191" y="347"/>
                  </a:cubicBezTo>
                  <a:cubicBezTo>
                    <a:pt x="4191" y="158"/>
                    <a:pt x="4033" y="0"/>
                    <a:pt x="3844" y="0"/>
                  </a:cubicBezTo>
                  <a:close/>
                </a:path>
              </a:pathLst>
            </a:custGeom>
            <a:grpFill/>
            <a:ln>
              <a:noFill/>
            </a:ln>
          </p:spPr>
          <p:txBody>
            <a:bodyPr spcFirstLastPara="1" wrap="square" lIns="62728" tIns="62728" rIns="62728" bIns="62728" anchor="ctr" anchorCtr="0">
              <a:noAutofit/>
            </a:bodyPr>
            <a:lstStyle/>
            <a:p>
              <a:endParaRPr sz="764"/>
            </a:p>
          </p:txBody>
        </p:sp>
      </p:grpSp>
      <p:sp>
        <p:nvSpPr>
          <p:cNvPr id="20" name="Google Shape;8728;p68">
            <a:extLst>
              <a:ext uri="{FF2B5EF4-FFF2-40B4-BE49-F238E27FC236}">
                <a16:creationId xmlns:a16="http://schemas.microsoft.com/office/drawing/2014/main" id="{A4CB3CC1-1385-4935-91DD-3B2107A8B42D}"/>
              </a:ext>
            </a:extLst>
          </p:cNvPr>
          <p:cNvSpPr/>
          <p:nvPr/>
        </p:nvSpPr>
        <p:spPr>
          <a:xfrm>
            <a:off x="3691330" y="4408660"/>
            <a:ext cx="226371" cy="225777"/>
          </a:xfrm>
          <a:custGeom>
            <a:avLst/>
            <a:gdLst/>
            <a:ahLst/>
            <a:cxnLst/>
            <a:rect l="l" t="t" r="r" b="b"/>
            <a:pathLst>
              <a:path w="11815" h="11784" extrusionOk="0">
                <a:moveTo>
                  <a:pt x="5923" y="2080"/>
                </a:moveTo>
                <a:cubicBezTo>
                  <a:pt x="6459" y="2080"/>
                  <a:pt x="6932" y="2552"/>
                  <a:pt x="6932" y="3119"/>
                </a:cubicBezTo>
                <a:lnTo>
                  <a:pt x="6932" y="3466"/>
                </a:lnTo>
                <a:lnTo>
                  <a:pt x="4884" y="3466"/>
                </a:lnTo>
                <a:lnTo>
                  <a:pt x="4884" y="3119"/>
                </a:lnTo>
                <a:cubicBezTo>
                  <a:pt x="4884" y="2521"/>
                  <a:pt x="5356" y="2080"/>
                  <a:pt x="5923" y="2080"/>
                </a:cubicBezTo>
                <a:close/>
                <a:moveTo>
                  <a:pt x="5923" y="662"/>
                </a:moveTo>
                <a:cubicBezTo>
                  <a:pt x="7247" y="662"/>
                  <a:pt x="8349" y="1765"/>
                  <a:pt x="8349" y="3119"/>
                </a:cubicBezTo>
                <a:lnTo>
                  <a:pt x="8349" y="3466"/>
                </a:lnTo>
                <a:lnTo>
                  <a:pt x="7656" y="3466"/>
                </a:lnTo>
                <a:lnTo>
                  <a:pt x="7656" y="3119"/>
                </a:lnTo>
                <a:cubicBezTo>
                  <a:pt x="7656" y="2174"/>
                  <a:pt x="6869" y="1387"/>
                  <a:pt x="5923" y="1387"/>
                </a:cubicBezTo>
                <a:cubicBezTo>
                  <a:pt x="4978" y="1387"/>
                  <a:pt x="4191" y="2174"/>
                  <a:pt x="4191" y="3119"/>
                </a:cubicBezTo>
                <a:lnTo>
                  <a:pt x="4191" y="3466"/>
                </a:lnTo>
                <a:lnTo>
                  <a:pt x="3466" y="3466"/>
                </a:lnTo>
                <a:lnTo>
                  <a:pt x="3466" y="3119"/>
                </a:lnTo>
                <a:cubicBezTo>
                  <a:pt x="3466" y="1765"/>
                  <a:pt x="4569" y="662"/>
                  <a:pt x="5923" y="662"/>
                </a:cubicBezTo>
                <a:close/>
                <a:moveTo>
                  <a:pt x="1387" y="4191"/>
                </a:moveTo>
                <a:lnTo>
                  <a:pt x="1387" y="6742"/>
                </a:lnTo>
                <a:cubicBezTo>
                  <a:pt x="946" y="6490"/>
                  <a:pt x="662" y="6018"/>
                  <a:pt x="662" y="5545"/>
                </a:cubicBezTo>
                <a:lnTo>
                  <a:pt x="662" y="4537"/>
                </a:lnTo>
                <a:cubicBezTo>
                  <a:pt x="662" y="4348"/>
                  <a:pt x="820" y="4191"/>
                  <a:pt x="1040" y="4191"/>
                </a:cubicBezTo>
                <a:close/>
                <a:moveTo>
                  <a:pt x="10775" y="4128"/>
                </a:moveTo>
                <a:cubicBezTo>
                  <a:pt x="10996" y="4128"/>
                  <a:pt x="11153" y="4285"/>
                  <a:pt x="11153" y="4506"/>
                </a:cubicBezTo>
                <a:lnTo>
                  <a:pt x="11153" y="5545"/>
                </a:lnTo>
                <a:cubicBezTo>
                  <a:pt x="11153" y="6081"/>
                  <a:pt x="10870" y="6490"/>
                  <a:pt x="10429" y="6742"/>
                </a:cubicBezTo>
                <a:lnTo>
                  <a:pt x="10429" y="4128"/>
                </a:lnTo>
                <a:close/>
                <a:moveTo>
                  <a:pt x="8349" y="4191"/>
                </a:moveTo>
                <a:lnTo>
                  <a:pt x="8349" y="6931"/>
                </a:lnTo>
                <a:lnTo>
                  <a:pt x="3498" y="6931"/>
                </a:lnTo>
                <a:lnTo>
                  <a:pt x="3498" y="4191"/>
                </a:lnTo>
                <a:close/>
                <a:moveTo>
                  <a:pt x="6270" y="7593"/>
                </a:moveTo>
                <a:lnTo>
                  <a:pt x="6270" y="7971"/>
                </a:lnTo>
                <a:cubicBezTo>
                  <a:pt x="6270" y="8160"/>
                  <a:pt x="6112" y="8318"/>
                  <a:pt x="5923" y="8318"/>
                </a:cubicBezTo>
                <a:cubicBezTo>
                  <a:pt x="5703" y="8318"/>
                  <a:pt x="5545" y="8160"/>
                  <a:pt x="5545" y="7971"/>
                </a:cubicBezTo>
                <a:lnTo>
                  <a:pt x="5545" y="7593"/>
                </a:lnTo>
                <a:close/>
                <a:moveTo>
                  <a:pt x="662" y="7089"/>
                </a:moveTo>
                <a:cubicBezTo>
                  <a:pt x="883" y="7278"/>
                  <a:pt x="1103" y="7404"/>
                  <a:pt x="1387" y="7467"/>
                </a:cubicBezTo>
                <a:lnTo>
                  <a:pt x="1387" y="11153"/>
                </a:lnTo>
                <a:lnTo>
                  <a:pt x="1040" y="11153"/>
                </a:lnTo>
                <a:cubicBezTo>
                  <a:pt x="820" y="11153"/>
                  <a:pt x="662" y="10996"/>
                  <a:pt x="662" y="10807"/>
                </a:cubicBezTo>
                <a:lnTo>
                  <a:pt x="662" y="7089"/>
                </a:lnTo>
                <a:close/>
                <a:moveTo>
                  <a:pt x="2804" y="4191"/>
                </a:moveTo>
                <a:lnTo>
                  <a:pt x="2804" y="11153"/>
                </a:lnTo>
                <a:lnTo>
                  <a:pt x="2080" y="11153"/>
                </a:lnTo>
                <a:lnTo>
                  <a:pt x="2080" y="4191"/>
                </a:lnTo>
                <a:close/>
                <a:moveTo>
                  <a:pt x="8318" y="7656"/>
                </a:moveTo>
                <a:lnTo>
                  <a:pt x="8318" y="11153"/>
                </a:lnTo>
                <a:lnTo>
                  <a:pt x="3498" y="11153"/>
                </a:lnTo>
                <a:lnTo>
                  <a:pt x="3498" y="7656"/>
                </a:lnTo>
                <a:lnTo>
                  <a:pt x="4884" y="7656"/>
                </a:lnTo>
                <a:lnTo>
                  <a:pt x="4884" y="8003"/>
                </a:lnTo>
                <a:cubicBezTo>
                  <a:pt x="4884" y="8601"/>
                  <a:pt x="5356" y="9011"/>
                  <a:pt x="5923" y="9011"/>
                </a:cubicBezTo>
                <a:cubicBezTo>
                  <a:pt x="6459" y="9011"/>
                  <a:pt x="6932" y="8538"/>
                  <a:pt x="6932" y="8003"/>
                </a:cubicBezTo>
                <a:lnTo>
                  <a:pt x="6932" y="7656"/>
                </a:lnTo>
                <a:close/>
                <a:moveTo>
                  <a:pt x="9767" y="4191"/>
                </a:moveTo>
                <a:lnTo>
                  <a:pt x="9767" y="11153"/>
                </a:lnTo>
                <a:lnTo>
                  <a:pt x="9074" y="11153"/>
                </a:lnTo>
                <a:lnTo>
                  <a:pt x="9074" y="4191"/>
                </a:lnTo>
                <a:close/>
                <a:moveTo>
                  <a:pt x="11153" y="7120"/>
                </a:moveTo>
                <a:lnTo>
                  <a:pt x="11153" y="10807"/>
                </a:lnTo>
                <a:cubicBezTo>
                  <a:pt x="11153" y="10996"/>
                  <a:pt x="10996" y="11153"/>
                  <a:pt x="10807" y="11153"/>
                </a:cubicBezTo>
                <a:lnTo>
                  <a:pt x="10429" y="11153"/>
                </a:lnTo>
                <a:lnTo>
                  <a:pt x="10429" y="7530"/>
                </a:lnTo>
                <a:cubicBezTo>
                  <a:pt x="10712" y="7436"/>
                  <a:pt x="10964" y="7278"/>
                  <a:pt x="11153" y="7120"/>
                </a:cubicBezTo>
                <a:close/>
                <a:moveTo>
                  <a:pt x="5923" y="0"/>
                </a:moveTo>
                <a:cubicBezTo>
                  <a:pt x="4191" y="0"/>
                  <a:pt x="2804" y="1418"/>
                  <a:pt x="2804" y="3119"/>
                </a:cubicBezTo>
                <a:lnTo>
                  <a:pt x="2804" y="3466"/>
                </a:lnTo>
                <a:lnTo>
                  <a:pt x="1040" y="3466"/>
                </a:lnTo>
                <a:cubicBezTo>
                  <a:pt x="442" y="3466"/>
                  <a:pt x="1" y="3939"/>
                  <a:pt x="1" y="4474"/>
                </a:cubicBezTo>
                <a:lnTo>
                  <a:pt x="1" y="5514"/>
                </a:lnTo>
                <a:lnTo>
                  <a:pt x="1" y="10744"/>
                </a:lnTo>
                <a:cubicBezTo>
                  <a:pt x="1" y="11342"/>
                  <a:pt x="473" y="11783"/>
                  <a:pt x="1040" y="11783"/>
                </a:cubicBezTo>
                <a:lnTo>
                  <a:pt x="10807" y="11783"/>
                </a:lnTo>
                <a:cubicBezTo>
                  <a:pt x="11374" y="11783"/>
                  <a:pt x="11815" y="11311"/>
                  <a:pt x="11815" y="10744"/>
                </a:cubicBezTo>
                <a:lnTo>
                  <a:pt x="11815" y="5514"/>
                </a:lnTo>
                <a:lnTo>
                  <a:pt x="11815" y="4474"/>
                </a:lnTo>
                <a:cubicBezTo>
                  <a:pt x="11815" y="3939"/>
                  <a:pt x="11374" y="3466"/>
                  <a:pt x="10807" y="3466"/>
                </a:cubicBezTo>
                <a:lnTo>
                  <a:pt x="9011" y="3466"/>
                </a:lnTo>
                <a:lnTo>
                  <a:pt x="9011" y="3119"/>
                </a:lnTo>
                <a:cubicBezTo>
                  <a:pt x="9011" y="1387"/>
                  <a:pt x="7593" y="0"/>
                  <a:pt x="5923"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21" name="Google Shape;8729;p68">
            <a:extLst>
              <a:ext uri="{FF2B5EF4-FFF2-40B4-BE49-F238E27FC236}">
                <a16:creationId xmlns:a16="http://schemas.microsoft.com/office/drawing/2014/main" id="{6B836F33-B6EA-45BC-B8E7-B12D08B6A1DF}"/>
              </a:ext>
            </a:extLst>
          </p:cNvPr>
          <p:cNvSpPr/>
          <p:nvPr/>
        </p:nvSpPr>
        <p:spPr>
          <a:xfrm>
            <a:off x="3704914" y="4699609"/>
            <a:ext cx="199203" cy="227578"/>
          </a:xfrm>
          <a:custGeom>
            <a:avLst/>
            <a:gdLst/>
            <a:ahLst/>
            <a:cxnLst/>
            <a:rect l="l" t="t" r="r" b="b"/>
            <a:pathLst>
              <a:path w="10397" h="11878" extrusionOk="0">
                <a:moveTo>
                  <a:pt x="5135" y="725"/>
                </a:moveTo>
                <a:cubicBezTo>
                  <a:pt x="6868" y="725"/>
                  <a:pt x="8254" y="2142"/>
                  <a:pt x="8254" y="3844"/>
                </a:cubicBezTo>
                <a:lnTo>
                  <a:pt x="8254" y="5923"/>
                </a:lnTo>
                <a:cubicBezTo>
                  <a:pt x="8254" y="6112"/>
                  <a:pt x="8097" y="6270"/>
                  <a:pt x="7908" y="6270"/>
                </a:cubicBezTo>
                <a:lnTo>
                  <a:pt x="7498" y="6270"/>
                </a:lnTo>
                <a:cubicBezTo>
                  <a:pt x="7561" y="6144"/>
                  <a:pt x="7561" y="6049"/>
                  <a:pt x="7561" y="5923"/>
                </a:cubicBezTo>
                <a:lnTo>
                  <a:pt x="7561" y="3844"/>
                </a:lnTo>
                <a:cubicBezTo>
                  <a:pt x="7561" y="3623"/>
                  <a:pt x="7404" y="3466"/>
                  <a:pt x="7183" y="3466"/>
                </a:cubicBezTo>
                <a:lnTo>
                  <a:pt x="6490" y="3466"/>
                </a:lnTo>
                <a:cubicBezTo>
                  <a:pt x="5892" y="3466"/>
                  <a:pt x="5450" y="2993"/>
                  <a:pt x="5450" y="2458"/>
                </a:cubicBezTo>
                <a:lnTo>
                  <a:pt x="5450" y="1733"/>
                </a:lnTo>
                <a:cubicBezTo>
                  <a:pt x="5450" y="1544"/>
                  <a:pt x="5293" y="1386"/>
                  <a:pt x="5104" y="1386"/>
                </a:cubicBezTo>
                <a:cubicBezTo>
                  <a:pt x="4915" y="1386"/>
                  <a:pt x="4757" y="1544"/>
                  <a:pt x="4757" y="1733"/>
                </a:cubicBezTo>
                <a:lnTo>
                  <a:pt x="4757" y="2458"/>
                </a:lnTo>
                <a:cubicBezTo>
                  <a:pt x="4757" y="3056"/>
                  <a:pt x="4285" y="3466"/>
                  <a:pt x="3718" y="3466"/>
                </a:cubicBezTo>
                <a:lnTo>
                  <a:pt x="3088" y="3466"/>
                </a:lnTo>
                <a:cubicBezTo>
                  <a:pt x="2899" y="3466"/>
                  <a:pt x="2741" y="3623"/>
                  <a:pt x="2741" y="3844"/>
                </a:cubicBezTo>
                <a:lnTo>
                  <a:pt x="2741" y="5923"/>
                </a:lnTo>
                <a:cubicBezTo>
                  <a:pt x="2741" y="6049"/>
                  <a:pt x="2741" y="6144"/>
                  <a:pt x="2773" y="6270"/>
                </a:cubicBezTo>
                <a:lnTo>
                  <a:pt x="2395" y="6270"/>
                </a:lnTo>
                <a:cubicBezTo>
                  <a:pt x="2205" y="6270"/>
                  <a:pt x="2048" y="6112"/>
                  <a:pt x="2048" y="5923"/>
                </a:cubicBezTo>
                <a:lnTo>
                  <a:pt x="2048" y="3844"/>
                </a:lnTo>
                <a:cubicBezTo>
                  <a:pt x="2048" y="2111"/>
                  <a:pt x="3466" y="725"/>
                  <a:pt x="5135" y="725"/>
                </a:cubicBezTo>
                <a:close/>
                <a:moveTo>
                  <a:pt x="5230" y="3466"/>
                </a:moveTo>
                <a:cubicBezTo>
                  <a:pt x="5545" y="3907"/>
                  <a:pt x="6049" y="4190"/>
                  <a:pt x="6585" y="4190"/>
                </a:cubicBezTo>
                <a:lnTo>
                  <a:pt x="6963" y="4190"/>
                </a:lnTo>
                <a:lnTo>
                  <a:pt x="6963" y="5955"/>
                </a:lnTo>
                <a:lnTo>
                  <a:pt x="6931" y="5955"/>
                </a:lnTo>
                <a:cubicBezTo>
                  <a:pt x="6931" y="6553"/>
                  <a:pt x="6459" y="6994"/>
                  <a:pt x="5892" y="6994"/>
                </a:cubicBezTo>
                <a:lnTo>
                  <a:pt x="4505" y="6994"/>
                </a:lnTo>
                <a:cubicBezTo>
                  <a:pt x="3938" y="6994"/>
                  <a:pt x="3497" y="6522"/>
                  <a:pt x="3497" y="5955"/>
                </a:cubicBezTo>
                <a:lnTo>
                  <a:pt x="3497" y="4190"/>
                </a:lnTo>
                <a:lnTo>
                  <a:pt x="3844" y="4190"/>
                </a:lnTo>
                <a:cubicBezTo>
                  <a:pt x="4379" y="4190"/>
                  <a:pt x="4915" y="3907"/>
                  <a:pt x="5230" y="3466"/>
                </a:cubicBezTo>
                <a:close/>
                <a:moveTo>
                  <a:pt x="6301" y="7624"/>
                </a:moveTo>
                <a:cubicBezTo>
                  <a:pt x="6396" y="8034"/>
                  <a:pt x="6805" y="8349"/>
                  <a:pt x="7278" y="8349"/>
                </a:cubicBezTo>
                <a:lnTo>
                  <a:pt x="7624" y="8349"/>
                </a:lnTo>
                <a:lnTo>
                  <a:pt x="7624" y="9200"/>
                </a:lnTo>
                <a:cubicBezTo>
                  <a:pt x="6852" y="9546"/>
                  <a:pt x="6025" y="9719"/>
                  <a:pt x="5198" y="9719"/>
                </a:cubicBezTo>
                <a:cubicBezTo>
                  <a:pt x="4371" y="9719"/>
                  <a:pt x="3544" y="9546"/>
                  <a:pt x="2773" y="9200"/>
                </a:cubicBezTo>
                <a:lnTo>
                  <a:pt x="2773" y="8349"/>
                </a:lnTo>
                <a:lnTo>
                  <a:pt x="3119" y="8349"/>
                </a:lnTo>
                <a:cubicBezTo>
                  <a:pt x="3560" y="8349"/>
                  <a:pt x="3970" y="8034"/>
                  <a:pt x="4127" y="7624"/>
                </a:cubicBezTo>
                <a:cubicBezTo>
                  <a:pt x="4253" y="7656"/>
                  <a:pt x="4411" y="7656"/>
                  <a:pt x="4505" y="7656"/>
                </a:cubicBezTo>
                <a:lnTo>
                  <a:pt x="5892" y="7656"/>
                </a:lnTo>
                <a:cubicBezTo>
                  <a:pt x="6018" y="7656"/>
                  <a:pt x="6175" y="7656"/>
                  <a:pt x="6301" y="7624"/>
                </a:cubicBezTo>
                <a:close/>
                <a:moveTo>
                  <a:pt x="2079" y="8349"/>
                </a:moveTo>
                <a:lnTo>
                  <a:pt x="2079" y="11153"/>
                </a:lnTo>
                <a:lnTo>
                  <a:pt x="693" y="11153"/>
                </a:lnTo>
                <a:lnTo>
                  <a:pt x="693" y="9389"/>
                </a:lnTo>
                <a:cubicBezTo>
                  <a:pt x="693" y="8790"/>
                  <a:pt x="1166" y="8349"/>
                  <a:pt x="1733" y="8349"/>
                </a:cubicBezTo>
                <a:close/>
                <a:moveTo>
                  <a:pt x="7656" y="9924"/>
                </a:moveTo>
                <a:lnTo>
                  <a:pt x="7656" y="11153"/>
                </a:lnTo>
                <a:lnTo>
                  <a:pt x="2773" y="11153"/>
                </a:lnTo>
                <a:lnTo>
                  <a:pt x="2773" y="9924"/>
                </a:lnTo>
                <a:cubicBezTo>
                  <a:pt x="3560" y="10239"/>
                  <a:pt x="4411" y="10397"/>
                  <a:pt x="5230" y="10397"/>
                </a:cubicBezTo>
                <a:cubicBezTo>
                  <a:pt x="6049" y="10397"/>
                  <a:pt x="6868" y="10239"/>
                  <a:pt x="7656" y="9924"/>
                </a:cubicBezTo>
                <a:close/>
                <a:moveTo>
                  <a:pt x="8664" y="8349"/>
                </a:moveTo>
                <a:cubicBezTo>
                  <a:pt x="9231" y="8349"/>
                  <a:pt x="9672" y="8821"/>
                  <a:pt x="9672" y="9389"/>
                </a:cubicBezTo>
                <a:lnTo>
                  <a:pt x="9672" y="11153"/>
                </a:lnTo>
                <a:lnTo>
                  <a:pt x="8286" y="11153"/>
                </a:lnTo>
                <a:lnTo>
                  <a:pt x="8286" y="8349"/>
                </a:lnTo>
                <a:close/>
                <a:moveTo>
                  <a:pt x="5198" y="0"/>
                </a:moveTo>
                <a:cubicBezTo>
                  <a:pt x="3088" y="0"/>
                  <a:pt x="1355" y="1701"/>
                  <a:pt x="1355" y="3844"/>
                </a:cubicBezTo>
                <a:lnTo>
                  <a:pt x="1355" y="5923"/>
                </a:lnTo>
                <a:cubicBezTo>
                  <a:pt x="1355" y="6522"/>
                  <a:pt x="1827" y="6931"/>
                  <a:pt x="2395" y="6931"/>
                </a:cubicBezTo>
                <a:lnTo>
                  <a:pt x="3088" y="6931"/>
                </a:lnTo>
                <a:cubicBezTo>
                  <a:pt x="3182" y="7057"/>
                  <a:pt x="3308" y="7183"/>
                  <a:pt x="3466" y="7309"/>
                </a:cubicBezTo>
                <a:cubicBezTo>
                  <a:pt x="3466" y="7530"/>
                  <a:pt x="3308" y="7687"/>
                  <a:pt x="3088" y="7687"/>
                </a:cubicBezTo>
                <a:lnTo>
                  <a:pt x="1733" y="7687"/>
                </a:lnTo>
                <a:cubicBezTo>
                  <a:pt x="788" y="7687"/>
                  <a:pt x="0" y="8475"/>
                  <a:pt x="0" y="9420"/>
                </a:cubicBezTo>
                <a:lnTo>
                  <a:pt x="0" y="11499"/>
                </a:lnTo>
                <a:cubicBezTo>
                  <a:pt x="0" y="11720"/>
                  <a:pt x="158" y="11877"/>
                  <a:pt x="347" y="11877"/>
                </a:cubicBezTo>
                <a:lnTo>
                  <a:pt x="10019" y="11877"/>
                </a:lnTo>
                <a:cubicBezTo>
                  <a:pt x="10239" y="11877"/>
                  <a:pt x="10397" y="11720"/>
                  <a:pt x="10397" y="11499"/>
                </a:cubicBezTo>
                <a:lnTo>
                  <a:pt x="10397" y="9420"/>
                </a:lnTo>
                <a:cubicBezTo>
                  <a:pt x="10397" y="8475"/>
                  <a:pt x="9609" y="7687"/>
                  <a:pt x="8664" y="7687"/>
                </a:cubicBezTo>
                <a:lnTo>
                  <a:pt x="7278" y="7687"/>
                </a:lnTo>
                <a:cubicBezTo>
                  <a:pt x="7089" y="7687"/>
                  <a:pt x="6931" y="7530"/>
                  <a:pt x="6931" y="7341"/>
                </a:cubicBezTo>
                <a:cubicBezTo>
                  <a:pt x="7026" y="7246"/>
                  <a:pt x="7152" y="7152"/>
                  <a:pt x="7278" y="6994"/>
                </a:cubicBezTo>
                <a:lnTo>
                  <a:pt x="7971" y="6994"/>
                </a:lnTo>
                <a:cubicBezTo>
                  <a:pt x="8569" y="6994"/>
                  <a:pt x="9011" y="6522"/>
                  <a:pt x="9011" y="5955"/>
                </a:cubicBezTo>
                <a:lnTo>
                  <a:pt x="9011" y="3844"/>
                </a:lnTo>
                <a:cubicBezTo>
                  <a:pt x="9011" y="1733"/>
                  <a:pt x="7309" y="0"/>
                  <a:pt x="5198"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22" name="Google Shape;8730;p68">
            <a:extLst>
              <a:ext uri="{FF2B5EF4-FFF2-40B4-BE49-F238E27FC236}">
                <a16:creationId xmlns:a16="http://schemas.microsoft.com/office/drawing/2014/main" id="{D69F17BF-87A0-442C-8E2E-2062F196239E}"/>
              </a:ext>
            </a:extLst>
          </p:cNvPr>
          <p:cNvGrpSpPr/>
          <p:nvPr/>
        </p:nvGrpSpPr>
        <p:grpSpPr>
          <a:xfrm>
            <a:off x="4841519" y="4408663"/>
            <a:ext cx="226371" cy="225777"/>
            <a:chOff x="6131900" y="2301825"/>
            <a:chExt cx="295375" cy="294600"/>
          </a:xfrm>
          <a:solidFill>
            <a:schemeClr val="tx1"/>
          </a:solidFill>
        </p:grpSpPr>
        <p:sp>
          <p:nvSpPr>
            <p:cNvPr id="134" name="Google Shape;8731;p68">
              <a:extLst>
                <a:ext uri="{FF2B5EF4-FFF2-40B4-BE49-F238E27FC236}">
                  <a16:creationId xmlns:a16="http://schemas.microsoft.com/office/drawing/2014/main" id="{6A653EA1-A007-4B8C-8BAC-B52A0D763C36}"/>
                </a:ext>
              </a:extLst>
            </p:cNvPr>
            <p:cNvSpPr/>
            <p:nvPr/>
          </p:nvSpPr>
          <p:spPr>
            <a:xfrm>
              <a:off x="6131900" y="2301825"/>
              <a:ext cx="295375" cy="294600"/>
            </a:xfrm>
            <a:custGeom>
              <a:avLst/>
              <a:gdLst/>
              <a:ahLst/>
              <a:cxnLst/>
              <a:rect l="l" t="t" r="r" b="b"/>
              <a:pathLst>
                <a:path w="11815" h="11784" extrusionOk="0">
                  <a:moveTo>
                    <a:pt x="3813" y="630"/>
                  </a:moveTo>
                  <a:cubicBezTo>
                    <a:pt x="4002" y="630"/>
                    <a:pt x="4159" y="788"/>
                    <a:pt x="4159" y="977"/>
                  </a:cubicBezTo>
                  <a:lnTo>
                    <a:pt x="4159" y="1355"/>
                  </a:lnTo>
                  <a:lnTo>
                    <a:pt x="1387" y="1355"/>
                  </a:lnTo>
                  <a:lnTo>
                    <a:pt x="1387" y="977"/>
                  </a:lnTo>
                  <a:lnTo>
                    <a:pt x="1355" y="977"/>
                  </a:lnTo>
                  <a:cubicBezTo>
                    <a:pt x="1355" y="788"/>
                    <a:pt x="1513" y="630"/>
                    <a:pt x="1733" y="630"/>
                  </a:cubicBezTo>
                  <a:close/>
                  <a:moveTo>
                    <a:pt x="10114" y="1355"/>
                  </a:moveTo>
                  <a:cubicBezTo>
                    <a:pt x="10303" y="1355"/>
                    <a:pt x="10460" y="1513"/>
                    <a:pt x="10460" y="1702"/>
                  </a:cubicBezTo>
                  <a:lnTo>
                    <a:pt x="10460" y="3434"/>
                  </a:lnTo>
                  <a:lnTo>
                    <a:pt x="7688" y="3434"/>
                  </a:lnTo>
                  <a:cubicBezTo>
                    <a:pt x="7656" y="3277"/>
                    <a:pt x="7656" y="1859"/>
                    <a:pt x="7656" y="1702"/>
                  </a:cubicBezTo>
                  <a:cubicBezTo>
                    <a:pt x="7656" y="1513"/>
                    <a:pt x="7814" y="1355"/>
                    <a:pt x="8034" y="1355"/>
                  </a:cubicBezTo>
                  <a:close/>
                  <a:moveTo>
                    <a:pt x="4128" y="2048"/>
                  </a:moveTo>
                  <a:lnTo>
                    <a:pt x="4128" y="4821"/>
                  </a:lnTo>
                  <a:lnTo>
                    <a:pt x="1355" y="4821"/>
                  </a:lnTo>
                  <a:lnTo>
                    <a:pt x="1355" y="2048"/>
                  </a:lnTo>
                  <a:close/>
                  <a:moveTo>
                    <a:pt x="6617" y="2048"/>
                  </a:moveTo>
                  <a:cubicBezTo>
                    <a:pt x="6806" y="2048"/>
                    <a:pt x="6963" y="2206"/>
                    <a:pt x="6963" y="2395"/>
                  </a:cubicBezTo>
                  <a:lnTo>
                    <a:pt x="6963" y="4852"/>
                  </a:lnTo>
                  <a:lnTo>
                    <a:pt x="4821" y="4852"/>
                  </a:lnTo>
                  <a:lnTo>
                    <a:pt x="4821" y="2395"/>
                  </a:lnTo>
                  <a:cubicBezTo>
                    <a:pt x="4821" y="2206"/>
                    <a:pt x="4978" y="2048"/>
                    <a:pt x="5167" y="2048"/>
                  </a:cubicBezTo>
                  <a:close/>
                  <a:moveTo>
                    <a:pt x="10429" y="4127"/>
                  </a:moveTo>
                  <a:lnTo>
                    <a:pt x="10429" y="4852"/>
                  </a:lnTo>
                  <a:lnTo>
                    <a:pt x="7656" y="4852"/>
                  </a:lnTo>
                  <a:lnTo>
                    <a:pt x="7656" y="4127"/>
                  </a:lnTo>
                  <a:close/>
                  <a:moveTo>
                    <a:pt x="10775" y="5514"/>
                  </a:moveTo>
                  <a:cubicBezTo>
                    <a:pt x="10964" y="5514"/>
                    <a:pt x="11122" y="5671"/>
                    <a:pt x="11122" y="5860"/>
                  </a:cubicBezTo>
                  <a:lnTo>
                    <a:pt x="11122" y="10744"/>
                  </a:lnTo>
                  <a:cubicBezTo>
                    <a:pt x="11122" y="10964"/>
                    <a:pt x="10964" y="11122"/>
                    <a:pt x="10775" y="11122"/>
                  </a:cubicBezTo>
                  <a:lnTo>
                    <a:pt x="1009" y="11122"/>
                  </a:lnTo>
                  <a:cubicBezTo>
                    <a:pt x="820" y="11122"/>
                    <a:pt x="662" y="10964"/>
                    <a:pt x="662" y="10744"/>
                  </a:cubicBezTo>
                  <a:lnTo>
                    <a:pt x="662" y="5860"/>
                  </a:lnTo>
                  <a:cubicBezTo>
                    <a:pt x="662" y="5671"/>
                    <a:pt x="820" y="5514"/>
                    <a:pt x="1009" y="5514"/>
                  </a:cubicBezTo>
                  <a:close/>
                  <a:moveTo>
                    <a:pt x="1733" y="0"/>
                  </a:moveTo>
                  <a:cubicBezTo>
                    <a:pt x="1135" y="0"/>
                    <a:pt x="694" y="473"/>
                    <a:pt x="694" y="1040"/>
                  </a:cubicBezTo>
                  <a:lnTo>
                    <a:pt x="694" y="4884"/>
                  </a:lnTo>
                  <a:cubicBezTo>
                    <a:pt x="316" y="5041"/>
                    <a:pt x="1" y="5388"/>
                    <a:pt x="1" y="5860"/>
                  </a:cubicBezTo>
                  <a:lnTo>
                    <a:pt x="1" y="10744"/>
                  </a:lnTo>
                  <a:cubicBezTo>
                    <a:pt x="1" y="11342"/>
                    <a:pt x="473" y="11783"/>
                    <a:pt x="1009" y="11783"/>
                  </a:cubicBezTo>
                  <a:lnTo>
                    <a:pt x="10775" y="11783"/>
                  </a:lnTo>
                  <a:cubicBezTo>
                    <a:pt x="11374" y="11783"/>
                    <a:pt x="11815" y="11311"/>
                    <a:pt x="11815" y="10744"/>
                  </a:cubicBezTo>
                  <a:lnTo>
                    <a:pt x="11815" y="5860"/>
                  </a:lnTo>
                  <a:cubicBezTo>
                    <a:pt x="11815" y="5388"/>
                    <a:pt x="11531" y="5010"/>
                    <a:pt x="11122" y="4884"/>
                  </a:cubicBezTo>
                  <a:lnTo>
                    <a:pt x="11122" y="1702"/>
                  </a:lnTo>
                  <a:cubicBezTo>
                    <a:pt x="11122" y="1103"/>
                    <a:pt x="10649" y="662"/>
                    <a:pt x="10114" y="662"/>
                  </a:cubicBezTo>
                  <a:lnTo>
                    <a:pt x="8034" y="662"/>
                  </a:lnTo>
                  <a:cubicBezTo>
                    <a:pt x="7530" y="662"/>
                    <a:pt x="7152" y="977"/>
                    <a:pt x="7026" y="1418"/>
                  </a:cubicBezTo>
                  <a:cubicBezTo>
                    <a:pt x="6932" y="1387"/>
                    <a:pt x="6806" y="1355"/>
                    <a:pt x="6648" y="1355"/>
                  </a:cubicBezTo>
                  <a:lnTo>
                    <a:pt x="5230" y="1355"/>
                  </a:lnTo>
                  <a:cubicBezTo>
                    <a:pt x="5104" y="1355"/>
                    <a:pt x="4978" y="1387"/>
                    <a:pt x="4884" y="1418"/>
                  </a:cubicBezTo>
                  <a:lnTo>
                    <a:pt x="4884" y="1040"/>
                  </a:lnTo>
                  <a:cubicBezTo>
                    <a:pt x="4884" y="441"/>
                    <a:pt x="4380" y="0"/>
                    <a:pt x="3844" y="0"/>
                  </a:cubicBezTo>
                  <a:close/>
                </a:path>
              </a:pathLst>
            </a:custGeom>
            <a:grpFill/>
            <a:ln>
              <a:noFill/>
            </a:ln>
          </p:spPr>
          <p:txBody>
            <a:bodyPr spcFirstLastPara="1" wrap="square" lIns="62728" tIns="62728" rIns="62728" bIns="62728" anchor="ctr" anchorCtr="0">
              <a:noAutofit/>
            </a:bodyPr>
            <a:lstStyle/>
            <a:p>
              <a:endParaRPr sz="764"/>
            </a:p>
          </p:txBody>
        </p:sp>
        <p:sp>
          <p:nvSpPr>
            <p:cNvPr id="135" name="Google Shape;8732;p68">
              <a:extLst>
                <a:ext uri="{FF2B5EF4-FFF2-40B4-BE49-F238E27FC236}">
                  <a16:creationId xmlns:a16="http://schemas.microsoft.com/office/drawing/2014/main" id="{A2B952A9-C499-492C-BB15-94E9FB00472A}"/>
                </a:ext>
              </a:extLst>
            </p:cNvPr>
            <p:cNvSpPr/>
            <p:nvPr/>
          </p:nvSpPr>
          <p:spPr>
            <a:xfrm>
              <a:off x="6218550" y="2456200"/>
              <a:ext cx="122100" cy="51225"/>
            </a:xfrm>
            <a:custGeom>
              <a:avLst/>
              <a:gdLst/>
              <a:ahLst/>
              <a:cxnLst/>
              <a:rect l="l" t="t" r="r" b="b"/>
              <a:pathLst>
                <a:path w="4884" h="2049" extrusionOk="0">
                  <a:moveTo>
                    <a:pt x="3844" y="725"/>
                  </a:moveTo>
                  <a:cubicBezTo>
                    <a:pt x="4033" y="725"/>
                    <a:pt x="4190" y="882"/>
                    <a:pt x="4190" y="1071"/>
                  </a:cubicBezTo>
                  <a:cubicBezTo>
                    <a:pt x="4190" y="1260"/>
                    <a:pt x="4033" y="1418"/>
                    <a:pt x="3844" y="1418"/>
                  </a:cubicBezTo>
                  <a:lnTo>
                    <a:pt x="1008" y="1418"/>
                  </a:lnTo>
                  <a:cubicBezTo>
                    <a:pt x="819" y="1418"/>
                    <a:pt x="662" y="1260"/>
                    <a:pt x="662" y="1071"/>
                  </a:cubicBezTo>
                  <a:cubicBezTo>
                    <a:pt x="662" y="882"/>
                    <a:pt x="819" y="725"/>
                    <a:pt x="1008" y="725"/>
                  </a:cubicBezTo>
                  <a:close/>
                  <a:moveTo>
                    <a:pt x="1008" y="0"/>
                  </a:moveTo>
                  <a:cubicBezTo>
                    <a:pt x="410" y="0"/>
                    <a:pt x="0" y="473"/>
                    <a:pt x="0" y="1040"/>
                  </a:cubicBezTo>
                  <a:cubicBezTo>
                    <a:pt x="0" y="1639"/>
                    <a:pt x="473" y="2048"/>
                    <a:pt x="1008" y="2048"/>
                  </a:cubicBezTo>
                  <a:lnTo>
                    <a:pt x="3844" y="2048"/>
                  </a:lnTo>
                  <a:cubicBezTo>
                    <a:pt x="4442" y="2048"/>
                    <a:pt x="4883" y="1576"/>
                    <a:pt x="4883" y="1040"/>
                  </a:cubicBezTo>
                  <a:cubicBezTo>
                    <a:pt x="4852" y="473"/>
                    <a:pt x="4411" y="0"/>
                    <a:pt x="3844" y="0"/>
                  </a:cubicBezTo>
                  <a:close/>
                </a:path>
              </a:pathLst>
            </a:custGeom>
            <a:grpFill/>
            <a:ln>
              <a:noFill/>
            </a:ln>
          </p:spPr>
          <p:txBody>
            <a:bodyPr spcFirstLastPara="1" wrap="square" lIns="62728" tIns="62728" rIns="62728" bIns="62728" anchor="ctr" anchorCtr="0">
              <a:noAutofit/>
            </a:bodyPr>
            <a:lstStyle/>
            <a:p>
              <a:endParaRPr sz="764"/>
            </a:p>
          </p:txBody>
        </p:sp>
        <p:sp>
          <p:nvSpPr>
            <p:cNvPr id="136" name="Google Shape;8733;p68">
              <a:extLst>
                <a:ext uri="{FF2B5EF4-FFF2-40B4-BE49-F238E27FC236}">
                  <a16:creationId xmlns:a16="http://schemas.microsoft.com/office/drawing/2014/main" id="{9049F609-1EEC-4577-987B-0805FCA4BDC0}"/>
                </a:ext>
              </a:extLst>
            </p:cNvPr>
            <p:cNvSpPr/>
            <p:nvPr/>
          </p:nvSpPr>
          <p:spPr>
            <a:xfrm>
              <a:off x="6340625" y="2353025"/>
              <a:ext cx="35475" cy="18125"/>
            </a:xfrm>
            <a:custGeom>
              <a:avLst/>
              <a:gdLst/>
              <a:ahLst/>
              <a:cxnLst/>
              <a:rect l="l" t="t" r="r" b="b"/>
              <a:pathLst>
                <a:path w="1419" h="725" extrusionOk="0">
                  <a:moveTo>
                    <a:pt x="347" y="0"/>
                  </a:moveTo>
                  <a:cubicBezTo>
                    <a:pt x="158" y="0"/>
                    <a:pt x="0" y="158"/>
                    <a:pt x="0" y="347"/>
                  </a:cubicBezTo>
                  <a:cubicBezTo>
                    <a:pt x="0" y="567"/>
                    <a:pt x="158" y="725"/>
                    <a:pt x="347" y="725"/>
                  </a:cubicBezTo>
                  <a:lnTo>
                    <a:pt x="1040" y="725"/>
                  </a:lnTo>
                  <a:cubicBezTo>
                    <a:pt x="1261" y="725"/>
                    <a:pt x="1418" y="567"/>
                    <a:pt x="1418" y="347"/>
                  </a:cubicBezTo>
                  <a:cubicBezTo>
                    <a:pt x="1355" y="158"/>
                    <a:pt x="1198" y="0"/>
                    <a:pt x="1040" y="0"/>
                  </a:cubicBezTo>
                  <a:close/>
                </a:path>
              </a:pathLst>
            </a:custGeom>
            <a:grpFill/>
            <a:ln>
              <a:noFill/>
            </a:ln>
          </p:spPr>
          <p:txBody>
            <a:bodyPr spcFirstLastPara="1" wrap="square" lIns="62728" tIns="62728" rIns="62728" bIns="62728" anchor="ctr" anchorCtr="0">
              <a:noAutofit/>
            </a:bodyPr>
            <a:lstStyle/>
            <a:p>
              <a:endParaRPr sz="764"/>
            </a:p>
          </p:txBody>
        </p:sp>
        <p:sp>
          <p:nvSpPr>
            <p:cNvPr id="137" name="Google Shape;8734;p68">
              <a:extLst>
                <a:ext uri="{FF2B5EF4-FFF2-40B4-BE49-F238E27FC236}">
                  <a16:creationId xmlns:a16="http://schemas.microsoft.com/office/drawing/2014/main" id="{87BBA53A-4059-41AC-8870-2B65C7F52AE4}"/>
                </a:ext>
              </a:extLst>
            </p:cNvPr>
            <p:cNvSpPr/>
            <p:nvPr/>
          </p:nvSpPr>
          <p:spPr>
            <a:xfrm>
              <a:off x="6183100" y="2369550"/>
              <a:ext cx="35475" cy="18150"/>
            </a:xfrm>
            <a:custGeom>
              <a:avLst/>
              <a:gdLst/>
              <a:ahLst/>
              <a:cxnLst/>
              <a:rect l="l" t="t" r="r" b="b"/>
              <a:pathLst>
                <a:path w="1419" h="726" extrusionOk="0">
                  <a:moveTo>
                    <a:pt x="347" y="1"/>
                  </a:moveTo>
                  <a:cubicBezTo>
                    <a:pt x="158" y="1"/>
                    <a:pt x="0" y="158"/>
                    <a:pt x="0" y="379"/>
                  </a:cubicBezTo>
                  <a:cubicBezTo>
                    <a:pt x="0" y="568"/>
                    <a:pt x="158" y="725"/>
                    <a:pt x="347" y="725"/>
                  </a:cubicBezTo>
                  <a:lnTo>
                    <a:pt x="1040" y="725"/>
                  </a:lnTo>
                  <a:cubicBezTo>
                    <a:pt x="1261" y="725"/>
                    <a:pt x="1418" y="568"/>
                    <a:pt x="1418" y="379"/>
                  </a:cubicBezTo>
                  <a:cubicBezTo>
                    <a:pt x="1418" y="158"/>
                    <a:pt x="1261" y="1"/>
                    <a:pt x="104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3" name="Google Shape;8735;p68">
            <a:extLst>
              <a:ext uri="{FF2B5EF4-FFF2-40B4-BE49-F238E27FC236}">
                <a16:creationId xmlns:a16="http://schemas.microsoft.com/office/drawing/2014/main" id="{0FDA4994-8078-4164-A1C5-6619822D50AF}"/>
              </a:ext>
            </a:extLst>
          </p:cNvPr>
          <p:cNvGrpSpPr/>
          <p:nvPr/>
        </p:nvGrpSpPr>
        <p:grpSpPr>
          <a:xfrm>
            <a:off x="1103677" y="4139145"/>
            <a:ext cx="228192" cy="226984"/>
            <a:chOff x="1412450" y="1954475"/>
            <a:chExt cx="297750" cy="296175"/>
          </a:xfrm>
          <a:solidFill>
            <a:schemeClr val="tx1"/>
          </a:solidFill>
        </p:grpSpPr>
        <p:sp>
          <p:nvSpPr>
            <p:cNvPr id="132" name="Google Shape;8736;p68">
              <a:extLst>
                <a:ext uri="{FF2B5EF4-FFF2-40B4-BE49-F238E27FC236}">
                  <a16:creationId xmlns:a16="http://schemas.microsoft.com/office/drawing/2014/main" id="{4BFBC068-2868-480B-B155-23160BFA5E7B}"/>
                </a:ext>
              </a:extLst>
            </p:cNvPr>
            <p:cNvSpPr/>
            <p:nvPr/>
          </p:nvSpPr>
          <p:spPr>
            <a:xfrm>
              <a:off x="1483350" y="2023800"/>
              <a:ext cx="155975" cy="155975"/>
            </a:xfrm>
            <a:custGeom>
              <a:avLst/>
              <a:gdLst/>
              <a:ahLst/>
              <a:cxnLst/>
              <a:rect l="l" t="t" r="r" b="b"/>
              <a:pathLst>
                <a:path w="6239" h="6239" extrusionOk="0">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grpFill/>
            <a:ln>
              <a:noFill/>
            </a:ln>
          </p:spPr>
          <p:txBody>
            <a:bodyPr spcFirstLastPara="1" wrap="square" lIns="62728" tIns="62728" rIns="62728" bIns="62728" anchor="ctr" anchorCtr="0">
              <a:noAutofit/>
            </a:bodyPr>
            <a:lstStyle/>
            <a:p>
              <a:endParaRPr sz="764"/>
            </a:p>
          </p:txBody>
        </p:sp>
        <p:sp>
          <p:nvSpPr>
            <p:cNvPr id="133" name="Google Shape;8737;p68">
              <a:extLst>
                <a:ext uri="{FF2B5EF4-FFF2-40B4-BE49-F238E27FC236}">
                  <a16:creationId xmlns:a16="http://schemas.microsoft.com/office/drawing/2014/main" id="{A45B61C4-E759-461C-A924-69D171F40073}"/>
                </a:ext>
              </a:extLst>
            </p:cNvPr>
            <p:cNvSpPr/>
            <p:nvPr/>
          </p:nvSpPr>
          <p:spPr>
            <a:xfrm>
              <a:off x="1412450" y="1954475"/>
              <a:ext cx="297750" cy="296175"/>
            </a:xfrm>
            <a:custGeom>
              <a:avLst/>
              <a:gdLst/>
              <a:ahLst/>
              <a:cxnLst/>
              <a:rect l="l" t="t" r="r" b="b"/>
              <a:pathLst>
                <a:path w="11910" h="11847" extrusionOk="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grpFill/>
            <a:ln>
              <a:noFill/>
            </a:ln>
          </p:spPr>
          <p:txBody>
            <a:bodyPr spcFirstLastPara="1" wrap="square" lIns="62728" tIns="62728" rIns="62728" bIns="62728" anchor="ctr" anchorCtr="0">
              <a:noAutofit/>
            </a:bodyPr>
            <a:lstStyle/>
            <a:p>
              <a:endParaRPr sz="764"/>
            </a:p>
          </p:txBody>
        </p:sp>
      </p:grpSp>
      <p:sp>
        <p:nvSpPr>
          <p:cNvPr id="24" name="Google Shape;8738;p68">
            <a:extLst>
              <a:ext uri="{FF2B5EF4-FFF2-40B4-BE49-F238E27FC236}">
                <a16:creationId xmlns:a16="http://schemas.microsoft.com/office/drawing/2014/main" id="{6723589E-91AF-432A-94D9-D36D2861B11C}"/>
              </a:ext>
            </a:extLst>
          </p:cNvPr>
          <p:cNvSpPr/>
          <p:nvPr/>
        </p:nvSpPr>
        <p:spPr>
          <a:xfrm>
            <a:off x="1104568" y="4409265"/>
            <a:ext cx="226391" cy="224570"/>
          </a:xfrm>
          <a:custGeom>
            <a:avLst/>
            <a:gdLst/>
            <a:ahLst/>
            <a:cxnLst/>
            <a:rect l="l" t="t" r="r" b="b"/>
            <a:pathLst>
              <a:path w="11816" h="11721" extrusionOk="0">
                <a:moveTo>
                  <a:pt x="2395" y="631"/>
                </a:moveTo>
                <a:cubicBezTo>
                  <a:pt x="2584" y="631"/>
                  <a:pt x="2742" y="789"/>
                  <a:pt x="2742" y="978"/>
                </a:cubicBezTo>
                <a:cubicBezTo>
                  <a:pt x="2742" y="1167"/>
                  <a:pt x="2584" y="1324"/>
                  <a:pt x="2395" y="1324"/>
                </a:cubicBezTo>
                <a:lnTo>
                  <a:pt x="1009" y="1324"/>
                </a:lnTo>
                <a:cubicBezTo>
                  <a:pt x="820" y="1324"/>
                  <a:pt x="663" y="1167"/>
                  <a:pt x="663" y="978"/>
                </a:cubicBezTo>
                <a:cubicBezTo>
                  <a:pt x="663" y="789"/>
                  <a:pt x="820" y="631"/>
                  <a:pt x="1009" y="631"/>
                </a:cubicBezTo>
                <a:close/>
                <a:moveTo>
                  <a:pt x="6554" y="631"/>
                </a:moveTo>
                <a:cubicBezTo>
                  <a:pt x="6774" y="631"/>
                  <a:pt x="6932" y="789"/>
                  <a:pt x="6932" y="978"/>
                </a:cubicBezTo>
                <a:cubicBezTo>
                  <a:pt x="6932" y="1167"/>
                  <a:pt x="6774" y="1324"/>
                  <a:pt x="6554" y="1324"/>
                </a:cubicBezTo>
                <a:lnTo>
                  <a:pt x="5199" y="1324"/>
                </a:lnTo>
                <a:cubicBezTo>
                  <a:pt x="4979" y="1324"/>
                  <a:pt x="4821" y="1167"/>
                  <a:pt x="4821" y="978"/>
                </a:cubicBezTo>
                <a:cubicBezTo>
                  <a:pt x="4821" y="789"/>
                  <a:pt x="4979" y="631"/>
                  <a:pt x="5199" y="631"/>
                </a:cubicBezTo>
                <a:close/>
                <a:moveTo>
                  <a:pt x="10776" y="631"/>
                </a:moveTo>
                <a:cubicBezTo>
                  <a:pt x="10965" y="631"/>
                  <a:pt x="11122" y="789"/>
                  <a:pt x="11122" y="978"/>
                </a:cubicBezTo>
                <a:cubicBezTo>
                  <a:pt x="11122" y="1167"/>
                  <a:pt x="10965" y="1324"/>
                  <a:pt x="10776" y="1324"/>
                </a:cubicBezTo>
                <a:lnTo>
                  <a:pt x="9389" y="1324"/>
                </a:lnTo>
                <a:cubicBezTo>
                  <a:pt x="9200" y="1324"/>
                  <a:pt x="9043" y="1167"/>
                  <a:pt x="9043" y="978"/>
                </a:cubicBezTo>
                <a:cubicBezTo>
                  <a:pt x="9043" y="789"/>
                  <a:pt x="9200" y="631"/>
                  <a:pt x="9389" y="631"/>
                </a:cubicBezTo>
                <a:close/>
                <a:moveTo>
                  <a:pt x="7279" y="4790"/>
                </a:moveTo>
                <a:cubicBezTo>
                  <a:pt x="7468" y="4790"/>
                  <a:pt x="7625" y="4947"/>
                  <a:pt x="7625" y="5136"/>
                </a:cubicBezTo>
                <a:lnTo>
                  <a:pt x="7625" y="6554"/>
                </a:lnTo>
                <a:cubicBezTo>
                  <a:pt x="7625" y="6775"/>
                  <a:pt x="7468" y="6932"/>
                  <a:pt x="7279" y="6932"/>
                </a:cubicBezTo>
                <a:lnTo>
                  <a:pt x="4506" y="6932"/>
                </a:lnTo>
                <a:cubicBezTo>
                  <a:pt x="4317" y="6932"/>
                  <a:pt x="4160" y="6775"/>
                  <a:pt x="4160" y="6554"/>
                </a:cubicBezTo>
                <a:lnTo>
                  <a:pt x="4160" y="5136"/>
                </a:lnTo>
                <a:cubicBezTo>
                  <a:pt x="4160" y="4947"/>
                  <a:pt x="4317" y="4790"/>
                  <a:pt x="4506" y="4790"/>
                </a:cubicBezTo>
                <a:close/>
                <a:moveTo>
                  <a:pt x="2395" y="10398"/>
                </a:moveTo>
                <a:cubicBezTo>
                  <a:pt x="2584" y="10398"/>
                  <a:pt x="2742" y="10555"/>
                  <a:pt x="2742" y="10744"/>
                </a:cubicBezTo>
                <a:cubicBezTo>
                  <a:pt x="2742" y="10933"/>
                  <a:pt x="2584" y="11091"/>
                  <a:pt x="2395" y="11091"/>
                </a:cubicBezTo>
                <a:lnTo>
                  <a:pt x="1009" y="11091"/>
                </a:lnTo>
                <a:cubicBezTo>
                  <a:pt x="820" y="11091"/>
                  <a:pt x="663" y="10933"/>
                  <a:pt x="663" y="10744"/>
                </a:cubicBezTo>
                <a:cubicBezTo>
                  <a:pt x="663" y="10555"/>
                  <a:pt x="820" y="10398"/>
                  <a:pt x="1009" y="10398"/>
                </a:cubicBezTo>
                <a:close/>
                <a:moveTo>
                  <a:pt x="6585" y="10398"/>
                </a:moveTo>
                <a:cubicBezTo>
                  <a:pt x="6806" y="10398"/>
                  <a:pt x="6964" y="10555"/>
                  <a:pt x="6964" y="10744"/>
                </a:cubicBezTo>
                <a:cubicBezTo>
                  <a:pt x="6964" y="10933"/>
                  <a:pt x="6806" y="11091"/>
                  <a:pt x="6585" y="11091"/>
                </a:cubicBezTo>
                <a:lnTo>
                  <a:pt x="5231" y="11091"/>
                </a:lnTo>
                <a:cubicBezTo>
                  <a:pt x="5010" y="11091"/>
                  <a:pt x="4853" y="10933"/>
                  <a:pt x="4853" y="10744"/>
                </a:cubicBezTo>
                <a:cubicBezTo>
                  <a:pt x="4853" y="10555"/>
                  <a:pt x="5010" y="10398"/>
                  <a:pt x="5231" y="10398"/>
                </a:cubicBezTo>
                <a:close/>
                <a:moveTo>
                  <a:pt x="10776" y="10398"/>
                </a:moveTo>
                <a:cubicBezTo>
                  <a:pt x="10965" y="10398"/>
                  <a:pt x="11122" y="10555"/>
                  <a:pt x="11122" y="10744"/>
                </a:cubicBezTo>
                <a:cubicBezTo>
                  <a:pt x="11122" y="10933"/>
                  <a:pt x="10965" y="11091"/>
                  <a:pt x="10776" y="11091"/>
                </a:cubicBezTo>
                <a:lnTo>
                  <a:pt x="9389" y="11091"/>
                </a:lnTo>
                <a:cubicBezTo>
                  <a:pt x="9200" y="11091"/>
                  <a:pt x="9043" y="10933"/>
                  <a:pt x="9043" y="10744"/>
                </a:cubicBezTo>
                <a:cubicBezTo>
                  <a:pt x="9043" y="10555"/>
                  <a:pt x="9200" y="10398"/>
                  <a:pt x="9389" y="10398"/>
                </a:cubicBezTo>
                <a:close/>
                <a:moveTo>
                  <a:pt x="1009" y="1"/>
                </a:moveTo>
                <a:cubicBezTo>
                  <a:pt x="410" y="1"/>
                  <a:pt x="1" y="474"/>
                  <a:pt x="1" y="1009"/>
                </a:cubicBezTo>
                <a:cubicBezTo>
                  <a:pt x="1" y="1608"/>
                  <a:pt x="473" y="2049"/>
                  <a:pt x="1009" y="2049"/>
                </a:cubicBezTo>
                <a:lnTo>
                  <a:pt x="1356" y="2049"/>
                </a:lnTo>
                <a:lnTo>
                  <a:pt x="1356" y="2395"/>
                </a:lnTo>
                <a:cubicBezTo>
                  <a:pt x="1356" y="2994"/>
                  <a:pt x="1828" y="3403"/>
                  <a:pt x="2395" y="3403"/>
                </a:cubicBezTo>
                <a:lnTo>
                  <a:pt x="5546" y="3403"/>
                </a:lnTo>
                <a:lnTo>
                  <a:pt x="5546" y="4128"/>
                </a:lnTo>
                <a:lnTo>
                  <a:pt x="4506" y="4128"/>
                </a:lnTo>
                <a:cubicBezTo>
                  <a:pt x="3939" y="4128"/>
                  <a:pt x="3466" y="4601"/>
                  <a:pt x="3466" y="5136"/>
                </a:cubicBezTo>
                <a:lnTo>
                  <a:pt x="3466" y="6554"/>
                </a:lnTo>
                <a:cubicBezTo>
                  <a:pt x="3466" y="7153"/>
                  <a:pt x="3939" y="7594"/>
                  <a:pt x="4506" y="7594"/>
                </a:cubicBezTo>
                <a:lnTo>
                  <a:pt x="5546" y="7594"/>
                </a:lnTo>
                <a:lnTo>
                  <a:pt x="5546" y="8287"/>
                </a:lnTo>
                <a:lnTo>
                  <a:pt x="2395" y="8287"/>
                </a:lnTo>
                <a:cubicBezTo>
                  <a:pt x="1797" y="8287"/>
                  <a:pt x="1356" y="8759"/>
                  <a:pt x="1356" y="9326"/>
                </a:cubicBezTo>
                <a:lnTo>
                  <a:pt x="1356" y="9673"/>
                </a:lnTo>
                <a:lnTo>
                  <a:pt x="1009" y="9673"/>
                </a:lnTo>
                <a:cubicBezTo>
                  <a:pt x="410" y="9673"/>
                  <a:pt x="1" y="10146"/>
                  <a:pt x="1" y="10713"/>
                </a:cubicBezTo>
                <a:cubicBezTo>
                  <a:pt x="1" y="11280"/>
                  <a:pt x="473" y="11721"/>
                  <a:pt x="1009" y="11721"/>
                </a:cubicBezTo>
                <a:lnTo>
                  <a:pt x="2395" y="11721"/>
                </a:lnTo>
                <a:cubicBezTo>
                  <a:pt x="2994" y="11721"/>
                  <a:pt x="3403" y="11248"/>
                  <a:pt x="3403" y="10713"/>
                </a:cubicBezTo>
                <a:cubicBezTo>
                  <a:pt x="3403" y="10114"/>
                  <a:pt x="2931" y="9673"/>
                  <a:pt x="2395" y="9673"/>
                </a:cubicBezTo>
                <a:lnTo>
                  <a:pt x="2049" y="9673"/>
                </a:lnTo>
                <a:lnTo>
                  <a:pt x="2049" y="9326"/>
                </a:lnTo>
                <a:cubicBezTo>
                  <a:pt x="2049" y="9137"/>
                  <a:pt x="2206" y="8980"/>
                  <a:pt x="2395" y="8980"/>
                </a:cubicBezTo>
                <a:lnTo>
                  <a:pt x="5546" y="8980"/>
                </a:lnTo>
                <a:lnTo>
                  <a:pt x="5546" y="9673"/>
                </a:lnTo>
                <a:lnTo>
                  <a:pt x="5199" y="9673"/>
                </a:lnTo>
                <a:cubicBezTo>
                  <a:pt x="4601" y="9673"/>
                  <a:pt x="4160" y="10146"/>
                  <a:pt x="4160" y="10713"/>
                </a:cubicBezTo>
                <a:cubicBezTo>
                  <a:pt x="4160" y="11280"/>
                  <a:pt x="4632" y="11721"/>
                  <a:pt x="5199" y="11721"/>
                </a:cubicBezTo>
                <a:lnTo>
                  <a:pt x="6554" y="11721"/>
                </a:lnTo>
                <a:cubicBezTo>
                  <a:pt x="7153" y="11721"/>
                  <a:pt x="7594" y="11248"/>
                  <a:pt x="7594" y="10713"/>
                </a:cubicBezTo>
                <a:cubicBezTo>
                  <a:pt x="7594" y="10114"/>
                  <a:pt x="7121" y="9673"/>
                  <a:pt x="6554" y="9673"/>
                </a:cubicBezTo>
                <a:lnTo>
                  <a:pt x="6207" y="9673"/>
                </a:lnTo>
                <a:lnTo>
                  <a:pt x="6207" y="8980"/>
                </a:lnTo>
                <a:lnTo>
                  <a:pt x="9358" y="8980"/>
                </a:lnTo>
                <a:cubicBezTo>
                  <a:pt x="9547" y="8980"/>
                  <a:pt x="9704" y="9137"/>
                  <a:pt x="9704" y="9326"/>
                </a:cubicBezTo>
                <a:lnTo>
                  <a:pt x="9704" y="9673"/>
                </a:lnTo>
                <a:lnTo>
                  <a:pt x="9358" y="9673"/>
                </a:lnTo>
                <a:cubicBezTo>
                  <a:pt x="8759" y="9673"/>
                  <a:pt x="8350" y="10146"/>
                  <a:pt x="8350" y="10713"/>
                </a:cubicBezTo>
                <a:cubicBezTo>
                  <a:pt x="8350" y="11280"/>
                  <a:pt x="8791" y="11721"/>
                  <a:pt x="9358" y="11721"/>
                </a:cubicBezTo>
                <a:lnTo>
                  <a:pt x="10744" y="11721"/>
                </a:lnTo>
                <a:cubicBezTo>
                  <a:pt x="11311" y="11721"/>
                  <a:pt x="11752" y="11248"/>
                  <a:pt x="11752" y="10713"/>
                </a:cubicBezTo>
                <a:cubicBezTo>
                  <a:pt x="11752" y="10114"/>
                  <a:pt x="11280" y="9673"/>
                  <a:pt x="10744" y="9673"/>
                </a:cubicBezTo>
                <a:lnTo>
                  <a:pt x="10366" y="9673"/>
                </a:lnTo>
                <a:lnTo>
                  <a:pt x="10366" y="9326"/>
                </a:lnTo>
                <a:cubicBezTo>
                  <a:pt x="10366" y="8728"/>
                  <a:pt x="9925" y="8287"/>
                  <a:pt x="9358" y="8287"/>
                </a:cubicBezTo>
                <a:lnTo>
                  <a:pt x="6207" y="8287"/>
                </a:lnTo>
                <a:lnTo>
                  <a:pt x="6207" y="7594"/>
                </a:lnTo>
                <a:lnTo>
                  <a:pt x="7216" y="7594"/>
                </a:lnTo>
                <a:cubicBezTo>
                  <a:pt x="7814" y="7594"/>
                  <a:pt x="8287" y="7121"/>
                  <a:pt x="8287" y="6554"/>
                </a:cubicBezTo>
                <a:lnTo>
                  <a:pt x="8287" y="5136"/>
                </a:lnTo>
                <a:cubicBezTo>
                  <a:pt x="8287" y="4569"/>
                  <a:pt x="7814" y="4128"/>
                  <a:pt x="7216" y="4128"/>
                </a:cubicBezTo>
                <a:lnTo>
                  <a:pt x="6207" y="4128"/>
                </a:lnTo>
                <a:lnTo>
                  <a:pt x="6207" y="3403"/>
                </a:lnTo>
                <a:lnTo>
                  <a:pt x="9389" y="3403"/>
                </a:lnTo>
                <a:cubicBezTo>
                  <a:pt x="9988" y="3403"/>
                  <a:pt x="10429" y="2931"/>
                  <a:pt x="10429" y="2395"/>
                </a:cubicBezTo>
                <a:lnTo>
                  <a:pt x="10429" y="2049"/>
                </a:lnTo>
                <a:lnTo>
                  <a:pt x="10776" y="2049"/>
                </a:lnTo>
                <a:cubicBezTo>
                  <a:pt x="11374" y="2049"/>
                  <a:pt x="11815" y="1576"/>
                  <a:pt x="11815" y="1009"/>
                </a:cubicBezTo>
                <a:cubicBezTo>
                  <a:pt x="11815" y="411"/>
                  <a:pt x="11343" y="1"/>
                  <a:pt x="10776" y="1"/>
                </a:cubicBezTo>
                <a:lnTo>
                  <a:pt x="9389" y="1"/>
                </a:lnTo>
                <a:cubicBezTo>
                  <a:pt x="8822" y="1"/>
                  <a:pt x="8381" y="474"/>
                  <a:pt x="8381" y="1009"/>
                </a:cubicBezTo>
                <a:cubicBezTo>
                  <a:pt x="8381" y="1608"/>
                  <a:pt x="8854" y="2049"/>
                  <a:pt x="9389" y="2049"/>
                </a:cubicBezTo>
                <a:lnTo>
                  <a:pt x="9767" y="2049"/>
                </a:lnTo>
                <a:lnTo>
                  <a:pt x="9767" y="2395"/>
                </a:lnTo>
                <a:cubicBezTo>
                  <a:pt x="9767" y="2584"/>
                  <a:pt x="9610" y="2742"/>
                  <a:pt x="9389" y="2742"/>
                </a:cubicBezTo>
                <a:lnTo>
                  <a:pt x="6239" y="2742"/>
                </a:lnTo>
                <a:lnTo>
                  <a:pt x="6239" y="2049"/>
                </a:lnTo>
                <a:lnTo>
                  <a:pt x="6617" y="2049"/>
                </a:lnTo>
                <a:cubicBezTo>
                  <a:pt x="7184" y="2049"/>
                  <a:pt x="7625" y="1576"/>
                  <a:pt x="7625" y="1009"/>
                </a:cubicBezTo>
                <a:cubicBezTo>
                  <a:pt x="7625" y="411"/>
                  <a:pt x="7153" y="1"/>
                  <a:pt x="6617" y="1"/>
                </a:cubicBezTo>
                <a:lnTo>
                  <a:pt x="5231" y="1"/>
                </a:lnTo>
                <a:cubicBezTo>
                  <a:pt x="4632" y="1"/>
                  <a:pt x="4191" y="474"/>
                  <a:pt x="4191" y="1009"/>
                </a:cubicBezTo>
                <a:cubicBezTo>
                  <a:pt x="4191" y="1608"/>
                  <a:pt x="4664" y="2049"/>
                  <a:pt x="5231" y="2049"/>
                </a:cubicBezTo>
                <a:lnTo>
                  <a:pt x="5577" y="2049"/>
                </a:lnTo>
                <a:lnTo>
                  <a:pt x="5577" y="2742"/>
                </a:lnTo>
                <a:lnTo>
                  <a:pt x="2427" y="2742"/>
                </a:lnTo>
                <a:cubicBezTo>
                  <a:pt x="2238" y="2742"/>
                  <a:pt x="2080" y="2584"/>
                  <a:pt x="2080" y="2395"/>
                </a:cubicBezTo>
                <a:lnTo>
                  <a:pt x="2080" y="2049"/>
                </a:lnTo>
                <a:lnTo>
                  <a:pt x="2427" y="2049"/>
                </a:lnTo>
                <a:cubicBezTo>
                  <a:pt x="3025" y="2049"/>
                  <a:pt x="3466" y="1576"/>
                  <a:pt x="3466" y="1009"/>
                </a:cubicBezTo>
                <a:cubicBezTo>
                  <a:pt x="3466" y="411"/>
                  <a:pt x="2994" y="1"/>
                  <a:pt x="2427"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25" name="Google Shape;8739;p68">
            <a:extLst>
              <a:ext uri="{FF2B5EF4-FFF2-40B4-BE49-F238E27FC236}">
                <a16:creationId xmlns:a16="http://schemas.microsoft.com/office/drawing/2014/main" id="{50D14561-8D6A-441E-BB35-80D99AA70D31}"/>
              </a:ext>
            </a:extLst>
          </p:cNvPr>
          <p:cNvGrpSpPr/>
          <p:nvPr/>
        </p:nvGrpSpPr>
        <p:grpSpPr>
          <a:xfrm>
            <a:off x="1103677" y="4699392"/>
            <a:ext cx="228192" cy="228019"/>
            <a:chOff x="1413250" y="2680675"/>
            <a:chExt cx="297750" cy="297525"/>
          </a:xfrm>
          <a:solidFill>
            <a:schemeClr val="tx1"/>
          </a:solidFill>
        </p:grpSpPr>
        <p:sp>
          <p:nvSpPr>
            <p:cNvPr id="128" name="Google Shape;8740;p68">
              <a:extLst>
                <a:ext uri="{FF2B5EF4-FFF2-40B4-BE49-F238E27FC236}">
                  <a16:creationId xmlns:a16="http://schemas.microsoft.com/office/drawing/2014/main" id="{09977A94-1D57-4D12-950B-038843F1C1BD}"/>
                </a:ext>
              </a:extLst>
            </p:cNvPr>
            <p:cNvSpPr/>
            <p:nvPr/>
          </p:nvSpPr>
          <p:spPr>
            <a:xfrm>
              <a:off x="1413250" y="2680675"/>
              <a:ext cx="297750" cy="297525"/>
            </a:xfrm>
            <a:custGeom>
              <a:avLst/>
              <a:gdLst/>
              <a:ahLst/>
              <a:cxnLst/>
              <a:rect l="l" t="t" r="r" b="b"/>
              <a:pathLst>
                <a:path w="11910" h="11901" extrusionOk="0">
                  <a:moveTo>
                    <a:pt x="10460" y="1418"/>
                  </a:moveTo>
                  <a:lnTo>
                    <a:pt x="10460" y="7719"/>
                  </a:lnTo>
                  <a:lnTo>
                    <a:pt x="1387" y="7719"/>
                  </a:lnTo>
                  <a:lnTo>
                    <a:pt x="1387" y="1418"/>
                  </a:lnTo>
                  <a:close/>
                  <a:moveTo>
                    <a:pt x="5577" y="8380"/>
                  </a:moveTo>
                  <a:lnTo>
                    <a:pt x="5577" y="9105"/>
                  </a:lnTo>
                  <a:lnTo>
                    <a:pt x="5167" y="9105"/>
                  </a:lnTo>
                  <a:lnTo>
                    <a:pt x="5451" y="8380"/>
                  </a:lnTo>
                  <a:close/>
                  <a:moveTo>
                    <a:pt x="6396" y="8380"/>
                  </a:moveTo>
                  <a:lnTo>
                    <a:pt x="6679" y="9105"/>
                  </a:lnTo>
                  <a:lnTo>
                    <a:pt x="6270" y="9105"/>
                  </a:lnTo>
                  <a:lnTo>
                    <a:pt x="6270" y="8380"/>
                  </a:lnTo>
                  <a:close/>
                  <a:moveTo>
                    <a:pt x="5955" y="0"/>
                  </a:moveTo>
                  <a:cubicBezTo>
                    <a:pt x="5766" y="0"/>
                    <a:pt x="5608" y="158"/>
                    <a:pt x="5608" y="347"/>
                  </a:cubicBezTo>
                  <a:lnTo>
                    <a:pt x="5608" y="725"/>
                  </a:lnTo>
                  <a:lnTo>
                    <a:pt x="378" y="725"/>
                  </a:lnTo>
                  <a:cubicBezTo>
                    <a:pt x="158" y="725"/>
                    <a:pt x="0" y="882"/>
                    <a:pt x="0" y="1071"/>
                  </a:cubicBezTo>
                  <a:cubicBezTo>
                    <a:pt x="0" y="1260"/>
                    <a:pt x="158" y="1418"/>
                    <a:pt x="378" y="1418"/>
                  </a:cubicBezTo>
                  <a:lnTo>
                    <a:pt x="725" y="1418"/>
                  </a:lnTo>
                  <a:lnTo>
                    <a:pt x="725" y="7719"/>
                  </a:lnTo>
                  <a:lnTo>
                    <a:pt x="378" y="7719"/>
                  </a:lnTo>
                  <a:cubicBezTo>
                    <a:pt x="189" y="7719"/>
                    <a:pt x="32" y="7876"/>
                    <a:pt x="32" y="8097"/>
                  </a:cubicBezTo>
                  <a:cubicBezTo>
                    <a:pt x="32" y="8286"/>
                    <a:pt x="189" y="8443"/>
                    <a:pt x="378" y="8443"/>
                  </a:cubicBezTo>
                  <a:lnTo>
                    <a:pt x="4758" y="8443"/>
                  </a:lnTo>
                  <a:lnTo>
                    <a:pt x="3560" y="11436"/>
                  </a:lnTo>
                  <a:cubicBezTo>
                    <a:pt x="3497" y="11625"/>
                    <a:pt x="3560" y="11814"/>
                    <a:pt x="3749" y="11877"/>
                  </a:cubicBezTo>
                  <a:cubicBezTo>
                    <a:pt x="3803" y="11893"/>
                    <a:pt x="3855" y="11901"/>
                    <a:pt x="3903" y="11901"/>
                  </a:cubicBezTo>
                  <a:cubicBezTo>
                    <a:pt x="4052" y="11901"/>
                    <a:pt x="4167" y="11824"/>
                    <a:pt x="4191" y="11657"/>
                  </a:cubicBezTo>
                  <a:lnTo>
                    <a:pt x="4947" y="9830"/>
                  </a:lnTo>
                  <a:lnTo>
                    <a:pt x="5608" y="9830"/>
                  </a:lnTo>
                  <a:lnTo>
                    <a:pt x="5608" y="10838"/>
                  </a:lnTo>
                  <a:cubicBezTo>
                    <a:pt x="5608" y="11027"/>
                    <a:pt x="5766" y="11184"/>
                    <a:pt x="5955" y="11184"/>
                  </a:cubicBezTo>
                  <a:cubicBezTo>
                    <a:pt x="6175" y="11184"/>
                    <a:pt x="6333" y="11027"/>
                    <a:pt x="6333" y="10838"/>
                  </a:cubicBezTo>
                  <a:lnTo>
                    <a:pt x="6333" y="9830"/>
                  </a:lnTo>
                  <a:lnTo>
                    <a:pt x="6995" y="9830"/>
                  </a:lnTo>
                  <a:lnTo>
                    <a:pt x="7751" y="11657"/>
                  </a:lnTo>
                  <a:cubicBezTo>
                    <a:pt x="7798" y="11824"/>
                    <a:pt x="7918" y="11901"/>
                    <a:pt x="8042" y="11901"/>
                  </a:cubicBezTo>
                  <a:cubicBezTo>
                    <a:pt x="8082" y="11901"/>
                    <a:pt x="8122" y="11893"/>
                    <a:pt x="8160" y="11877"/>
                  </a:cubicBezTo>
                  <a:cubicBezTo>
                    <a:pt x="8381" y="11783"/>
                    <a:pt x="8444" y="11594"/>
                    <a:pt x="8381" y="11436"/>
                  </a:cubicBezTo>
                  <a:lnTo>
                    <a:pt x="7184" y="8443"/>
                  </a:lnTo>
                  <a:lnTo>
                    <a:pt x="11563" y="8443"/>
                  </a:lnTo>
                  <a:cubicBezTo>
                    <a:pt x="11752" y="8443"/>
                    <a:pt x="11909" y="8286"/>
                    <a:pt x="11909" y="8097"/>
                  </a:cubicBezTo>
                  <a:cubicBezTo>
                    <a:pt x="11909" y="7876"/>
                    <a:pt x="11752" y="7719"/>
                    <a:pt x="11563" y="7719"/>
                  </a:cubicBezTo>
                  <a:lnTo>
                    <a:pt x="11185" y="7719"/>
                  </a:lnTo>
                  <a:lnTo>
                    <a:pt x="11185" y="1418"/>
                  </a:lnTo>
                  <a:lnTo>
                    <a:pt x="11563" y="1418"/>
                  </a:lnTo>
                  <a:cubicBezTo>
                    <a:pt x="11752" y="1418"/>
                    <a:pt x="11909" y="1260"/>
                    <a:pt x="11909" y="1071"/>
                  </a:cubicBezTo>
                  <a:cubicBezTo>
                    <a:pt x="11909" y="882"/>
                    <a:pt x="11752" y="725"/>
                    <a:pt x="11563" y="725"/>
                  </a:cubicBezTo>
                  <a:lnTo>
                    <a:pt x="6301" y="725"/>
                  </a:lnTo>
                  <a:lnTo>
                    <a:pt x="6301" y="347"/>
                  </a:lnTo>
                  <a:cubicBezTo>
                    <a:pt x="6301" y="158"/>
                    <a:pt x="6144" y="0"/>
                    <a:pt x="5955" y="0"/>
                  </a:cubicBezTo>
                  <a:close/>
                </a:path>
              </a:pathLst>
            </a:custGeom>
            <a:grpFill/>
            <a:ln>
              <a:noFill/>
            </a:ln>
          </p:spPr>
          <p:txBody>
            <a:bodyPr spcFirstLastPara="1" wrap="square" lIns="62728" tIns="62728" rIns="62728" bIns="62728" anchor="ctr" anchorCtr="0">
              <a:noAutofit/>
            </a:bodyPr>
            <a:lstStyle/>
            <a:p>
              <a:endParaRPr sz="764"/>
            </a:p>
          </p:txBody>
        </p:sp>
        <p:sp>
          <p:nvSpPr>
            <p:cNvPr id="129" name="Google Shape;8741;p68">
              <a:extLst>
                <a:ext uri="{FF2B5EF4-FFF2-40B4-BE49-F238E27FC236}">
                  <a16:creationId xmlns:a16="http://schemas.microsoft.com/office/drawing/2014/main" id="{F429D333-6467-4EE1-9BC2-E6C14D7BF408}"/>
                </a:ext>
              </a:extLst>
            </p:cNvPr>
            <p:cNvSpPr/>
            <p:nvPr/>
          </p:nvSpPr>
          <p:spPr>
            <a:xfrm>
              <a:off x="1465225" y="2805100"/>
              <a:ext cx="52800" cy="52025"/>
            </a:xfrm>
            <a:custGeom>
              <a:avLst/>
              <a:gdLst/>
              <a:ahLst/>
              <a:cxnLst/>
              <a:rect l="l" t="t" r="r" b="b"/>
              <a:pathLst>
                <a:path w="2112" h="2081" extrusionOk="0">
                  <a:moveTo>
                    <a:pt x="1387" y="663"/>
                  </a:moveTo>
                  <a:lnTo>
                    <a:pt x="1387" y="1387"/>
                  </a:lnTo>
                  <a:lnTo>
                    <a:pt x="694" y="1387"/>
                  </a:lnTo>
                  <a:lnTo>
                    <a:pt x="694" y="663"/>
                  </a:lnTo>
                  <a:close/>
                  <a:moveTo>
                    <a:pt x="347" y="1"/>
                  </a:moveTo>
                  <a:cubicBezTo>
                    <a:pt x="158" y="1"/>
                    <a:pt x="1" y="158"/>
                    <a:pt x="1" y="347"/>
                  </a:cubicBezTo>
                  <a:lnTo>
                    <a:pt x="1" y="1734"/>
                  </a:lnTo>
                  <a:cubicBezTo>
                    <a:pt x="1" y="1923"/>
                    <a:pt x="158" y="2080"/>
                    <a:pt x="347" y="2080"/>
                  </a:cubicBezTo>
                  <a:lnTo>
                    <a:pt x="1765" y="2080"/>
                  </a:lnTo>
                  <a:cubicBezTo>
                    <a:pt x="1954" y="2080"/>
                    <a:pt x="2112" y="1923"/>
                    <a:pt x="2112" y="1734"/>
                  </a:cubicBezTo>
                  <a:lnTo>
                    <a:pt x="2112" y="347"/>
                  </a:lnTo>
                  <a:cubicBezTo>
                    <a:pt x="2112" y="158"/>
                    <a:pt x="1954" y="1"/>
                    <a:pt x="1765" y="1"/>
                  </a:cubicBezTo>
                  <a:close/>
                </a:path>
              </a:pathLst>
            </a:custGeom>
            <a:grpFill/>
            <a:ln>
              <a:noFill/>
            </a:ln>
          </p:spPr>
          <p:txBody>
            <a:bodyPr spcFirstLastPara="1" wrap="square" lIns="62728" tIns="62728" rIns="62728" bIns="62728" anchor="ctr" anchorCtr="0">
              <a:noAutofit/>
            </a:bodyPr>
            <a:lstStyle/>
            <a:p>
              <a:endParaRPr sz="764"/>
            </a:p>
          </p:txBody>
        </p:sp>
        <p:sp>
          <p:nvSpPr>
            <p:cNvPr id="130" name="Google Shape;8742;p68">
              <a:extLst>
                <a:ext uri="{FF2B5EF4-FFF2-40B4-BE49-F238E27FC236}">
                  <a16:creationId xmlns:a16="http://schemas.microsoft.com/office/drawing/2014/main" id="{BC42387F-3EDF-48A5-8DE6-DA5E2A14BB6E}"/>
                </a:ext>
              </a:extLst>
            </p:cNvPr>
            <p:cNvSpPr/>
            <p:nvPr/>
          </p:nvSpPr>
          <p:spPr>
            <a:xfrm>
              <a:off x="1535325" y="2769675"/>
              <a:ext cx="52800" cy="87450"/>
            </a:xfrm>
            <a:custGeom>
              <a:avLst/>
              <a:gdLst/>
              <a:ahLst/>
              <a:cxnLst/>
              <a:rect l="l" t="t" r="r" b="b"/>
              <a:pathLst>
                <a:path w="2112" h="3498" extrusionOk="0">
                  <a:moveTo>
                    <a:pt x="1387" y="662"/>
                  </a:moveTo>
                  <a:lnTo>
                    <a:pt x="1387" y="2741"/>
                  </a:lnTo>
                  <a:lnTo>
                    <a:pt x="694" y="2741"/>
                  </a:lnTo>
                  <a:lnTo>
                    <a:pt x="694" y="662"/>
                  </a:lnTo>
                  <a:close/>
                  <a:moveTo>
                    <a:pt x="379" y="0"/>
                  </a:moveTo>
                  <a:cubicBezTo>
                    <a:pt x="158" y="0"/>
                    <a:pt x="1" y="158"/>
                    <a:pt x="1" y="347"/>
                  </a:cubicBezTo>
                  <a:lnTo>
                    <a:pt x="1" y="3151"/>
                  </a:lnTo>
                  <a:cubicBezTo>
                    <a:pt x="1" y="3340"/>
                    <a:pt x="158" y="3497"/>
                    <a:pt x="379" y="3497"/>
                  </a:cubicBezTo>
                  <a:lnTo>
                    <a:pt x="1733" y="3497"/>
                  </a:lnTo>
                  <a:lnTo>
                    <a:pt x="1733" y="3466"/>
                  </a:lnTo>
                  <a:cubicBezTo>
                    <a:pt x="1954" y="3466"/>
                    <a:pt x="2112" y="3308"/>
                    <a:pt x="2112" y="3119"/>
                  </a:cubicBezTo>
                  <a:lnTo>
                    <a:pt x="2112" y="347"/>
                  </a:lnTo>
                  <a:cubicBezTo>
                    <a:pt x="2112" y="158"/>
                    <a:pt x="1954" y="0"/>
                    <a:pt x="1733" y="0"/>
                  </a:cubicBezTo>
                  <a:close/>
                </a:path>
              </a:pathLst>
            </a:custGeom>
            <a:grpFill/>
            <a:ln>
              <a:noFill/>
            </a:ln>
          </p:spPr>
          <p:txBody>
            <a:bodyPr spcFirstLastPara="1" wrap="square" lIns="62728" tIns="62728" rIns="62728" bIns="62728" anchor="ctr" anchorCtr="0">
              <a:noAutofit/>
            </a:bodyPr>
            <a:lstStyle/>
            <a:p>
              <a:endParaRPr sz="764"/>
            </a:p>
          </p:txBody>
        </p:sp>
        <p:sp>
          <p:nvSpPr>
            <p:cNvPr id="131" name="Google Shape;8743;p68">
              <a:extLst>
                <a:ext uri="{FF2B5EF4-FFF2-40B4-BE49-F238E27FC236}">
                  <a16:creationId xmlns:a16="http://schemas.microsoft.com/office/drawing/2014/main" id="{62AF3FEA-F8CD-437F-B1E4-481831165685}"/>
                </a:ext>
              </a:extLst>
            </p:cNvPr>
            <p:cNvSpPr/>
            <p:nvPr/>
          </p:nvSpPr>
          <p:spPr>
            <a:xfrm>
              <a:off x="1604650" y="2733425"/>
              <a:ext cx="52775" cy="122900"/>
            </a:xfrm>
            <a:custGeom>
              <a:avLst/>
              <a:gdLst/>
              <a:ahLst/>
              <a:cxnLst/>
              <a:rect l="l" t="t" r="r" b="b"/>
              <a:pathLst>
                <a:path w="2111" h="4916" extrusionOk="0">
                  <a:moveTo>
                    <a:pt x="1418" y="726"/>
                  </a:moveTo>
                  <a:lnTo>
                    <a:pt x="1418" y="4254"/>
                  </a:lnTo>
                  <a:lnTo>
                    <a:pt x="725" y="4254"/>
                  </a:lnTo>
                  <a:lnTo>
                    <a:pt x="725" y="726"/>
                  </a:lnTo>
                  <a:close/>
                  <a:moveTo>
                    <a:pt x="347" y="1"/>
                  </a:moveTo>
                  <a:cubicBezTo>
                    <a:pt x="158" y="1"/>
                    <a:pt x="0" y="159"/>
                    <a:pt x="0" y="348"/>
                  </a:cubicBezTo>
                  <a:lnTo>
                    <a:pt x="0" y="4569"/>
                  </a:lnTo>
                  <a:cubicBezTo>
                    <a:pt x="0" y="4758"/>
                    <a:pt x="158" y="4916"/>
                    <a:pt x="347" y="4916"/>
                  </a:cubicBezTo>
                  <a:lnTo>
                    <a:pt x="1764" y="4916"/>
                  </a:lnTo>
                  <a:cubicBezTo>
                    <a:pt x="1953" y="4916"/>
                    <a:pt x="2111" y="4758"/>
                    <a:pt x="2111" y="4569"/>
                  </a:cubicBezTo>
                  <a:lnTo>
                    <a:pt x="2111" y="348"/>
                  </a:lnTo>
                  <a:cubicBezTo>
                    <a:pt x="2111" y="159"/>
                    <a:pt x="1953" y="1"/>
                    <a:pt x="1764" y="1"/>
                  </a:cubicBezTo>
                  <a:close/>
                </a:path>
              </a:pathLst>
            </a:custGeom>
            <a:grpFill/>
            <a:ln>
              <a:noFill/>
            </a:ln>
          </p:spPr>
          <p:txBody>
            <a:bodyPr spcFirstLastPara="1" wrap="square" lIns="62728" tIns="62728" rIns="62728" bIns="62728" anchor="ctr" anchorCtr="0">
              <a:noAutofit/>
            </a:bodyPr>
            <a:lstStyle/>
            <a:p>
              <a:endParaRPr sz="764"/>
            </a:p>
          </p:txBody>
        </p:sp>
      </p:grpSp>
      <p:sp>
        <p:nvSpPr>
          <p:cNvPr id="26" name="Google Shape;8744;p68">
            <a:extLst>
              <a:ext uri="{FF2B5EF4-FFF2-40B4-BE49-F238E27FC236}">
                <a16:creationId xmlns:a16="http://schemas.microsoft.com/office/drawing/2014/main" id="{DF6CCB13-FAF9-4466-93E3-80D4094A053C}"/>
              </a:ext>
            </a:extLst>
          </p:cNvPr>
          <p:cNvSpPr/>
          <p:nvPr/>
        </p:nvSpPr>
        <p:spPr>
          <a:xfrm>
            <a:off x="2570596" y="4139151"/>
            <a:ext cx="175675" cy="226966"/>
          </a:xfrm>
          <a:custGeom>
            <a:avLst/>
            <a:gdLst/>
            <a:ahLst/>
            <a:cxnLst/>
            <a:rect l="l" t="t" r="r" b="b"/>
            <a:pathLst>
              <a:path w="9169" h="11846" extrusionOk="0">
                <a:moveTo>
                  <a:pt x="4695" y="2079"/>
                </a:moveTo>
                <a:cubicBezTo>
                  <a:pt x="5073" y="2079"/>
                  <a:pt x="5388" y="2394"/>
                  <a:pt x="5388" y="2772"/>
                </a:cubicBezTo>
                <a:cubicBezTo>
                  <a:pt x="5388" y="3181"/>
                  <a:pt x="5073" y="3496"/>
                  <a:pt x="4695" y="3496"/>
                </a:cubicBezTo>
                <a:cubicBezTo>
                  <a:pt x="4285" y="3496"/>
                  <a:pt x="3970" y="3181"/>
                  <a:pt x="3970" y="2772"/>
                </a:cubicBezTo>
                <a:cubicBezTo>
                  <a:pt x="3970" y="2394"/>
                  <a:pt x="4285" y="2079"/>
                  <a:pt x="4695" y="2079"/>
                </a:cubicBezTo>
                <a:close/>
                <a:moveTo>
                  <a:pt x="4695" y="4189"/>
                </a:moveTo>
                <a:cubicBezTo>
                  <a:pt x="5640" y="4189"/>
                  <a:pt x="6428" y="4977"/>
                  <a:pt x="6428" y="5922"/>
                </a:cubicBezTo>
                <a:lnTo>
                  <a:pt x="6428" y="6300"/>
                </a:lnTo>
                <a:lnTo>
                  <a:pt x="2962" y="6300"/>
                </a:lnTo>
                <a:lnTo>
                  <a:pt x="2962" y="5922"/>
                </a:lnTo>
                <a:cubicBezTo>
                  <a:pt x="2962" y="4945"/>
                  <a:pt x="3750" y="4189"/>
                  <a:pt x="4695" y="4189"/>
                </a:cubicBezTo>
                <a:close/>
                <a:moveTo>
                  <a:pt x="4730" y="664"/>
                </a:moveTo>
                <a:cubicBezTo>
                  <a:pt x="6870" y="664"/>
                  <a:pt x="8538" y="2418"/>
                  <a:pt x="8538" y="4473"/>
                </a:cubicBezTo>
                <a:cubicBezTo>
                  <a:pt x="8538" y="5544"/>
                  <a:pt x="8097" y="6552"/>
                  <a:pt x="7310" y="7277"/>
                </a:cubicBezTo>
                <a:cubicBezTo>
                  <a:pt x="7215" y="7403"/>
                  <a:pt x="7121" y="7466"/>
                  <a:pt x="6995" y="7497"/>
                </a:cubicBezTo>
                <a:cubicBezTo>
                  <a:pt x="6774" y="7718"/>
                  <a:pt x="6522" y="7907"/>
                  <a:pt x="6459" y="8285"/>
                </a:cubicBezTo>
                <a:lnTo>
                  <a:pt x="5041" y="8285"/>
                </a:lnTo>
                <a:lnTo>
                  <a:pt x="5041" y="6993"/>
                </a:lnTo>
                <a:lnTo>
                  <a:pt x="6774" y="6993"/>
                </a:lnTo>
                <a:cubicBezTo>
                  <a:pt x="6963" y="6993"/>
                  <a:pt x="7121" y="6836"/>
                  <a:pt x="7121" y="6647"/>
                </a:cubicBezTo>
                <a:lnTo>
                  <a:pt x="7121" y="5922"/>
                </a:lnTo>
                <a:cubicBezTo>
                  <a:pt x="7121" y="4945"/>
                  <a:pt x="6585" y="4126"/>
                  <a:pt x="5734" y="3717"/>
                </a:cubicBezTo>
                <a:cubicBezTo>
                  <a:pt x="5987" y="3496"/>
                  <a:pt x="6113" y="3181"/>
                  <a:pt x="6113" y="2835"/>
                </a:cubicBezTo>
                <a:cubicBezTo>
                  <a:pt x="6113" y="2079"/>
                  <a:pt x="5482" y="1448"/>
                  <a:pt x="4726" y="1448"/>
                </a:cubicBezTo>
                <a:cubicBezTo>
                  <a:pt x="3970" y="1448"/>
                  <a:pt x="3340" y="2079"/>
                  <a:pt x="3340" y="2835"/>
                </a:cubicBezTo>
                <a:cubicBezTo>
                  <a:pt x="3340" y="3181"/>
                  <a:pt x="3466" y="3496"/>
                  <a:pt x="3687" y="3717"/>
                </a:cubicBezTo>
                <a:cubicBezTo>
                  <a:pt x="2868" y="4126"/>
                  <a:pt x="2332" y="4945"/>
                  <a:pt x="2332" y="5922"/>
                </a:cubicBezTo>
                <a:lnTo>
                  <a:pt x="2332" y="6647"/>
                </a:lnTo>
                <a:cubicBezTo>
                  <a:pt x="2332" y="6836"/>
                  <a:pt x="2489" y="6993"/>
                  <a:pt x="2679" y="6993"/>
                </a:cubicBezTo>
                <a:lnTo>
                  <a:pt x="4411" y="6993"/>
                </a:lnTo>
                <a:lnTo>
                  <a:pt x="4411" y="8411"/>
                </a:lnTo>
                <a:lnTo>
                  <a:pt x="2931" y="8411"/>
                </a:lnTo>
                <a:lnTo>
                  <a:pt x="2931" y="8380"/>
                </a:lnTo>
                <a:cubicBezTo>
                  <a:pt x="2836" y="7938"/>
                  <a:pt x="2615" y="7749"/>
                  <a:pt x="2363" y="7560"/>
                </a:cubicBezTo>
                <a:cubicBezTo>
                  <a:pt x="2300" y="7466"/>
                  <a:pt x="2174" y="7403"/>
                  <a:pt x="2048" y="7277"/>
                </a:cubicBezTo>
                <a:cubicBezTo>
                  <a:pt x="1135" y="6395"/>
                  <a:pt x="757" y="5135"/>
                  <a:pt x="946" y="3874"/>
                </a:cubicBezTo>
                <a:cubicBezTo>
                  <a:pt x="1198" y="2236"/>
                  <a:pt x="2615" y="881"/>
                  <a:pt x="4254" y="692"/>
                </a:cubicBezTo>
                <a:cubicBezTo>
                  <a:pt x="4415" y="673"/>
                  <a:pt x="4574" y="664"/>
                  <a:pt x="4730" y="664"/>
                </a:cubicBezTo>
                <a:close/>
                <a:moveTo>
                  <a:pt x="6428" y="9073"/>
                </a:moveTo>
                <a:lnTo>
                  <a:pt x="6428" y="9419"/>
                </a:lnTo>
                <a:cubicBezTo>
                  <a:pt x="6428" y="9640"/>
                  <a:pt x="6270" y="9797"/>
                  <a:pt x="6081" y="9797"/>
                </a:cubicBezTo>
                <a:lnTo>
                  <a:pt x="3309" y="9797"/>
                </a:lnTo>
                <a:cubicBezTo>
                  <a:pt x="3120" y="9797"/>
                  <a:pt x="2962" y="9640"/>
                  <a:pt x="2962" y="9419"/>
                </a:cubicBezTo>
                <a:lnTo>
                  <a:pt x="2962" y="9073"/>
                </a:lnTo>
                <a:close/>
                <a:moveTo>
                  <a:pt x="5703" y="10459"/>
                </a:moveTo>
                <a:lnTo>
                  <a:pt x="5703" y="10805"/>
                </a:lnTo>
                <a:cubicBezTo>
                  <a:pt x="5703" y="10994"/>
                  <a:pt x="5545" y="11183"/>
                  <a:pt x="5356" y="11183"/>
                </a:cubicBezTo>
                <a:lnTo>
                  <a:pt x="3970" y="11183"/>
                </a:lnTo>
                <a:cubicBezTo>
                  <a:pt x="3781" y="11183"/>
                  <a:pt x="3624" y="10994"/>
                  <a:pt x="3624" y="10805"/>
                </a:cubicBezTo>
                <a:lnTo>
                  <a:pt x="3624" y="10459"/>
                </a:lnTo>
                <a:close/>
                <a:moveTo>
                  <a:pt x="4662" y="0"/>
                </a:moveTo>
                <a:cubicBezTo>
                  <a:pt x="4486" y="0"/>
                  <a:pt x="4308" y="10"/>
                  <a:pt x="4128" y="31"/>
                </a:cubicBezTo>
                <a:cubicBezTo>
                  <a:pt x="2174" y="251"/>
                  <a:pt x="568" y="1827"/>
                  <a:pt x="253" y="3780"/>
                </a:cubicBezTo>
                <a:cubicBezTo>
                  <a:pt x="1" y="5229"/>
                  <a:pt x="505" y="6710"/>
                  <a:pt x="1576" y="7749"/>
                </a:cubicBezTo>
                <a:cubicBezTo>
                  <a:pt x="1733" y="7875"/>
                  <a:pt x="1859" y="7970"/>
                  <a:pt x="1922" y="8064"/>
                </a:cubicBezTo>
                <a:cubicBezTo>
                  <a:pt x="2206" y="8285"/>
                  <a:pt x="2237" y="8348"/>
                  <a:pt x="2237" y="8695"/>
                </a:cubicBezTo>
                <a:lnTo>
                  <a:pt x="2237" y="9388"/>
                </a:lnTo>
                <a:cubicBezTo>
                  <a:pt x="2237" y="9829"/>
                  <a:pt x="2521" y="10238"/>
                  <a:pt x="2962" y="10396"/>
                </a:cubicBezTo>
                <a:lnTo>
                  <a:pt x="2962" y="10774"/>
                </a:lnTo>
                <a:cubicBezTo>
                  <a:pt x="2962" y="11404"/>
                  <a:pt x="3435" y="11845"/>
                  <a:pt x="3970" y="11845"/>
                </a:cubicBezTo>
                <a:lnTo>
                  <a:pt x="5356" y="11845"/>
                </a:lnTo>
                <a:cubicBezTo>
                  <a:pt x="5955" y="11845"/>
                  <a:pt x="6396" y="11372"/>
                  <a:pt x="6396" y="10805"/>
                </a:cubicBezTo>
                <a:lnTo>
                  <a:pt x="6396" y="10427"/>
                </a:lnTo>
                <a:cubicBezTo>
                  <a:pt x="6774" y="10270"/>
                  <a:pt x="7089" y="9923"/>
                  <a:pt x="7089" y="9451"/>
                </a:cubicBezTo>
                <a:lnTo>
                  <a:pt x="7089" y="8726"/>
                </a:lnTo>
                <a:cubicBezTo>
                  <a:pt x="7089" y="8380"/>
                  <a:pt x="7121" y="8348"/>
                  <a:pt x="7404" y="8096"/>
                </a:cubicBezTo>
                <a:cubicBezTo>
                  <a:pt x="7499" y="8033"/>
                  <a:pt x="7593" y="7938"/>
                  <a:pt x="7751" y="7812"/>
                </a:cubicBezTo>
                <a:cubicBezTo>
                  <a:pt x="8664" y="6962"/>
                  <a:pt x="9169" y="5765"/>
                  <a:pt x="9169" y="4504"/>
                </a:cubicBezTo>
                <a:cubicBezTo>
                  <a:pt x="9169" y="2060"/>
                  <a:pt x="7186" y="0"/>
                  <a:pt x="4662"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28" name="Google Shape;8746;p68">
            <a:extLst>
              <a:ext uri="{FF2B5EF4-FFF2-40B4-BE49-F238E27FC236}">
                <a16:creationId xmlns:a16="http://schemas.microsoft.com/office/drawing/2014/main" id="{73CA0D7F-F651-4F81-969B-0135BB50124B}"/>
              </a:ext>
            </a:extLst>
          </p:cNvPr>
          <p:cNvSpPr/>
          <p:nvPr/>
        </p:nvSpPr>
        <p:spPr>
          <a:xfrm>
            <a:off x="2544339" y="4699915"/>
            <a:ext cx="228192" cy="226966"/>
          </a:xfrm>
          <a:custGeom>
            <a:avLst/>
            <a:gdLst/>
            <a:ahLst/>
            <a:cxnLst/>
            <a:rect l="l" t="t" r="r" b="b"/>
            <a:pathLst>
              <a:path w="11910" h="11846" extrusionOk="0">
                <a:moveTo>
                  <a:pt x="5924" y="2080"/>
                </a:moveTo>
                <a:cubicBezTo>
                  <a:pt x="6302" y="2080"/>
                  <a:pt x="6617" y="2395"/>
                  <a:pt x="6617" y="2773"/>
                </a:cubicBezTo>
                <a:cubicBezTo>
                  <a:pt x="6617" y="3182"/>
                  <a:pt x="6302" y="3497"/>
                  <a:pt x="5924" y="3497"/>
                </a:cubicBezTo>
                <a:cubicBezTo>
                  <a:pt x="5514" y="3497"/>
                  <a:pt x="5199" y="3182"/>
                  <a:pt x="5199" y="2773"/>
                </a:cubicBezTo>
                <a:cubicBezTo>
                  <a:pt x="5199" y="2395"/>
                  <a:pt x="5514" y="2080"/>
                  <a:pt x="5924" y="2080"/>
                </a:cubicBezTo>
                <a:close/>
                <a:moveTo>
                  <a:pt x="5924" y="662"/>
                </a:moveTo>
                <a:cubicBezTo>
                  <a:pt x="7247" y="662"/>
                  <a:pt x="8318" y="1764"/>
                  <a:pt x="8318" y="3088"/>
                </a:cubicBezTo>
                <a:cubicBezTo>
                  <a:pt x="8318" y="3655"/>
                  <a:pt x="8129" y="4190"/>
                  <a:pt x="7783" y="4631"/>
                </a:cubicBezTo>
                <a:cubicBezTo>
                  <a:pt x="7562" y="4222"/>
                  <a:pt x="7310" y="3907"/>
                  <a:pt x="6900" y="3686"/>
                </a:cubicBezTo>
                <a:cubicBezTo>
                  <a:pt x="7153" y="3434"/>
                  <a:pt x="7310" y="3088"/>
                  <a:pt x="7310" y="2741"/>
                </a:cubicBezTo>
                <a:cubicBezTo>
                  <a:pt x="7310" y="1985"/>
                  <a:pt x="6680" y="1355"/>
                  <a:pt x="5924" y="1355"/>
                </a:cubicBezTo>
                <a:cubicBezTo>
                  <a:pt x="5168" y="1355"/>
                  <a:pt x="4538" y="1985"/>
                  <a:pt x="4538" y="2741"/>
                </a:cubicBezTo>
                <a:cubicBezTo>
                  <a:pt x="4538" y="3088"/>
                  <a:pt x="4695" y="3434"/>
                  <a:pt x="4947" y="3686"/>
                </a:cubicBezTo>
                <a:cubicBezTo>
                  <a:pt x="4538" y="3938"/>
                  <a:pt x="4223" y="4285"/>
                  <a:pt x="4034" y="4631"/>
                </a:cubicBezTo>
                <a:cubicBezTo>
                  <a:pt x="3592" y="4096"/>
                  <a:pt x="3403" y="3403"/>
                  <a:pt x="3498" y="2741"/>
                </a:cubicBezTo>
                <a:cubicBezTo>
                  <a:pt x="3655" y="1638"/>
                  <a:pt x="4664" y="662"/>
                  <a:pt x="5924" y="662"/>
                </a:cubicBezTo>
                <a:close/>
                <a:moveTo>
                  <a:pt x="5924" y="4159"/>
                </a:moveTo>
                <a:cubicBezTo>
                  <a:pt x="6554" y="4159"/>
                  <a:pt x="7058" y="4600"/>
                  <a:pt x="7247" y="5135"/>
                </a:cubicBezTo>
                <a:cubicBezTo>
                  <a:pt x="6869" y="5388"/>
                  <a:pt x="6428" y="5545"/>
                  <a:pt x="5924" y="5545"/>
                </a:cubicBezTo>
                <a:cubicBezTo>
                  <a:pt x="5451" y="5545"/>
                  <a:pt x="4979" y="5388"/>
                  <a:pt x="4569" y="5135"/>
                </a:cubicBezTo>
                <a:cubicBezTo>
                  <a:pt x="4727" y="4568"/>
                  <a:pt x="5294" y="4159"/>
                  <a:pt x="5924" y="4159"/>
                </a:cubicBezTo>
                <a:close/>
                <a:moveTo>
                  <a:pt x="1734" y="9042"/>
                </a:moveTo>
                <a:cubicBezTo>
                  <a:pt x="2301" y="9042"/>
                  <a:pt x="2773" y="9483"/>
                  <a:pt x="2773" y="10082"/>
                </a:cubicBezTo>
                <a:cubicBezTo>
                  <a:pt x="2773" y="10649"/>
                  <a:pt x="2301" y="11121"/>
                  <a:pt x="1734" y="11121"/>
                </a:cubicBezTo>
                <a:cubicBezTo>
                  <a:pt x="1198" y="11121"/>
                  <a:pt x="726" y="10649"/>
                  <a:pt x="726" y="10082"/>
                </a:cubicBezTo>
                <a:cubicBezTo>
                  <a:pt x="726" y="9483"/>
                  <a:pt x="1198" y="9042"/>
                  <a:pt x="1734" y="9042"/>
                </a:cubicBezTo>
                <a:close/>
                <a:moveTo>
                  <a:pt x="5924" y="9042"/>
                </a:moveTo>
                <a:cubicBezTo>
                  <a:pt x="6522" y="9042"/>
                  <a:pt x="6932" y="9515"/>
                  <a:pt x="6932" y="10082"/>
                </a:cubicBezTo>
                <a:cubicBezTo>
                  <a:pt x="6932" y="10649"/>
                  <a:pt x="6459" y="11121"/>
                  <a:pt x="5924" y="11121"/>
                </a:cubicBezTo>
                <a:cubicBezTo>
                  <a:pt x="5357" y="11121"/>
                  <a:pt x="4884" y="10649"/>
                  <a:pt x="4884" y="10082"/>
                </a:cubicBezTo>
                <a:cubicBezTo>
                  <a:pt x="4884" y="9483"/>
                  <a:pt x="5325" y="9042"/>
                  <a:pt x="5924" y="9042"/>
                </a:cubicBezTo>
                <a:close/>
                <a:moveTo>
                  <a:pt x="10145" y="9042"/>
                </a:moveTo>
                <a:cubicBezTo>
                  <a:pt x="10681" y="9042"/>
                  <a:pt x="11154" y="9483"/>
                  <a:pt x="11154" y="10082"/>
                </a:cubicBezTo>
                <a:cubicBezTo>
                  <a:pt x="11154" y="10649"/>
                  <a:pt x="10681" y="11121"/>
                  <a:pt x="10145" y="11121"/>
                </a:cubicBezTo>
                <a:cubicBezTo>
                  <a:pt x="9578" y="11121"/>
                  <a:pt x="9106" y="10649"/>
                  <a:pt x="9106" y="10082"/>
                </a:cubicBezTo>
                <a:cubicBezTo>
                  <a:pt x="9106" y="9483"/>
                  <a:pt x="9578" y="9042"/>
                  <a:pt x="10145" y="9042"/>
                </a:cubicBezTo>
                <a:close/>
                <a:moveTo>
                  <a:pt x="5955" y="0"/>
                </a:moveTo>
                <a:cubicBezTo>
                  <a:pt x="4349" y="0"/>
                  <a:pt x="3088" y="1197"/>
                  <a:pt x="2868" y="2678"/>
                </a:cubicBezTo>
                <a:cubicBezTo>
                  <a:pt x="2647" y="4442"/>
                  <a:pt x="3908" y="6018"/>
                  <a:pt x="5640" y="6207"/>
                </a:cubicBezTo>
                <a:lnTo>
                  <a:pt x="5640" y="6963"/>
                </a:lnTo>
                <a:lnTo>
                  <a:pt x="2427" y="6963"/>
                </a:lnTo>
                <a:cubicBezTo>
                  <a:pt x="1828" y="6963"/>
                  <a:pt x="1387" y="7435"/>
                  <a:pt x="1387" y="7971"/>
                </a:cubicBezTo>
                <a:lnTo>
                  <a:pt x="1387" y="8380"/>
                </a:lnTo>
                <a:cubicBezTo>
                  <a:pt x="599" y="8538"/>
                  <a:pt x="1" y="9231"/>
                  <a:pt x="1" y="10082"/>
                </a:cubicBezTo>
                <a:cubicBezTo>
                  <a:pt x="1" y="11027"/>
                  <a:pt x="789" y="11846"/>
                  <a:pt x="1734" y="11846"/>
                </a:cubicBezTo>
                <a:cubicBezTo>
                  <a:pt x="2679" y="11846"/>
                  <a:pt x="3466" y="11058"/>
                  <a:pt x="3466" y="10082"/>
                </a:cubicBezTo>
                <a:cubicBezTo>
                  <a:pt x="3466" y="9231"/>
                  <a:pt x="2868" y="8538"/>
                  <a:pt x="2080" y="8380"/>
                </a:cubicBezTo>
                <a:lnTo>
                  <a:pt x="2080" y="7971"/>
                </a:lnTo>
                <a:cubicBezTo>
                  <a:pt x="2080" y="7782"/>
                  <a:pt x="2238" y="7624"/>
                  <a:pt x="2458" y="7624"/>
                </a:cubicBezTo>
                <a:lnTo>
                  <a:pt x="5609" y="7624"/>
                </a:lnTo>
                <a:lnTo>
                  <a:pt x="5609" y="8349"/>
                </a:lnTo>
                <a:cubicBezTo>
                  <a:pt x="4821" y="8506"/>
                  <a:pt x="4223" y="9200"/>
                  <a:pt x="4223" y="10019"/>
                </a:cubicBezTo>
                <a:cubicBezTo>
                  <a:pt x="4223" y="10964"/>
                  <a:pt x="5010" y="11814"/>
                  <a:pt x="5955" y="11814"/>
                </a:cubicBezTo>
                <a:cubicBezTo>
                  <a:pt x="6900" y="11814"/>
                  <a:pt x="7688" y="11027"/>
                  <a:pt x="7688" y="10019"/>
                </a:cubicBezTo>
                <a:cubicBezTo>
                  <a:pt x="7688" y="9200"/>
                  <a:pt x="7090" y="8506"/>
                  <a:pt x="6302" y="8349"/>
                </a:cubicBezTo>
                <a:lnTo>
                  <a:pt x="6302" y="7624"/>
                </a:lnTo>
                <a:lnTo>
                  <a:pt x="9452" y="7624"/>
                </a:lnTo>
                <a:cubicBezTo>
                  <a:pt x="9641" y="7624"/>
                  <a:pt x="9799" y="7782"/>
                  <a:pt x="9799" y="7971"/>
                </a:cubicBezTo>
                <a:lnTo>
                  <a:pt x="9799" y="8380"/>
                </a:lnTo>
                <a:cubicBezTo>
                  <a:pt x="9011" y="8538"/>
                  <a:pt x="8444" y="9231"/>
                  <a:pt x="8444" y="10082"/>
                </a:cubicBezTo>
                <a:cubicBezTo>
                  <a:pt x="8444" y="11027"/>
                  <a:pt x="9232" y="11846"/>
                  <a:pt x="10177" y="11846"/>
                </a:cubicBezTo>
                <a:cubicBezTo>
                  <a:pt x="11122" y="11846"/>
                  <a:pt x="11910" y="11058"/>
                  <a:pt x="11910" y="10082"/>
                </a:cubicBezTo>
                <a:cubicBezTo>
                  <a:pt x="11910" y="9231"/>
                  <a:pt x="11311" y="8538"/>
                  <a:pt x="10524" y="8380"/>
                </a:cubicBezTo>
                <a:lnTo>
                  <a:pt x="10524" y="7971"/>
                </a:lnTo>
                <a:cubicBezTo>
                  <a:pt x="10524" y="7404"/>
                  <a:pt x="10051" y="6963"/>
                  <a:pt x="9484" y="6963"/>
                </a:cubicBezTo>
                <a:lnTo>
                  <a:pt x="6333" y="6963"/>
                </a:lnTo>
                <a:lnTo>
                  <a:pt x="6333" y="6207"/>
                </a:lnTo>
                <a:cubicBezTo>
                  <a:pt x="7909" y="6049"/>
                  <a:pt x="9106" y="4726"/>
                  <a:pt x="9106" y="3088"/>
                </a:cubicBezTo>
                <a:cubicBezTo>
                  <a:pt x="9106" y="1355"/>
                  <a:pt x="7688" y="0"/>
                  <a:pt x="5955"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29" name="Google Shape;8747;p68">
            <a:extLst>
              <a:ext uri="{FF2B5EF4-FFF2-40B4-BE49-F238E27FC236}">
                <a16:creationId xmlns:a16="http://schemas.microsoft.com/office/drawing/2014/main" id="{5D0535F8-D7EC-4E1E-B7FE-A9FBC852163C}"/>
              </a:ext>
            </a:extLst>
          </p:cNvPr>
          <p:cNvGrpSpPr/>
          <p:nvPr/>
        </p:nvGrpSpPr>
        <p:grpSpPr>
          <a:xfrm>
            <a:off x="3979198" y="4139537"/>
            <a:ext cx="227578" cy="226199"/>
            <a:chOff x="5045775" y="1946400"/>
            <a:chExt cx="296950" cy="295150"/>
          </a:xfrm>
          <a:solidFill>
            <a:schemeClr val="tx1"/>
          </a:solidFill>
        </p:grpSpPr>
        <p:sp>
          <p:nvSpPr>
            <p:cNvPr id="126" name="Google Shape;8748;p68">
              <a:extLst>
                <a:ext uri="{FF2B5EF4-FFF2-40B4-BE49-F238E27FC236}">
                  <a16:creationId xmlns:a16="http://schemas.microsoft.com/office/drawing/2014/main" id="{1CC4FFF7-51E6-48C2-AFBF-F2CCA7381F30}"/>
                </a:ext>
              </a:extLst>
            </p:cNvPr>
            <p:cNvSpPr/>
            <p:nvPr/>
          </p:nvSpPr>
          <p:spPr>
            <a:xfrm>
              <a:off x="5113500" y="1998600"/>
              <a:ext cx="160700" cy="155950"/>
            </a:xfrm>
            <a:custGeom>
              <a:avLst/>
              <a:gdLst/>
              <a:ahLst/>
              <a:cxnLst/>
              <a:rect l="l" t="t" r="r" b="b"/>
              <a:pathLst>
                <a:path w="6428" h="6238" extrusionOk="0">
                  <a:moveTo>
                    <a:pt x="3309" y="2079"/>
                  </a:moveTo>
                  <a:cubicBezTo>
                    <a:pt x="3718" y="2079"/>
                    <a:pt x="4033" y="2394"/>
                    <a:pt x="4033" y="2804"/>
                  </a:cubicBezTo>
                  <a:cubicBezTo>
                    <a:pt x="4033" y="3182"/>
                    <a:pt x="3718" y="3497"/>
                    <a:pt x="3309" y="3497"/>
                  </a:cubicBezTo>
                  <a:cubicBezTo>
                    <a:pt x="2931" y="3497"/>
                    <a:pt x="2616" y="3150"/>
                    <a:pt x="2616" y="2804"/>
                  </a:cubicBezTo>
                  <a:cubicBezTo>
                    <a:pt x="2616" y="2394"/>
                    <a:pt x="2931" y="2079"/>
                    <a:pt x="3309" y="2079"/>
                  </a:cubicBezTo>
                  <a:close/>
                  <a:moveTo>
                    <a:pt x="3403" y="662"/>
                  </a:moveTo>
                  <a:cubicBezTo>
                    <a:pt x="4726" y="662"/>
                    <a:pt x="5798" y="1764"/>
                    <a:pt x="5798" y="3119"/>
                  </a:cubicBezTo>
                  <a:cubicBezTo>
                    <a:pt x="5703" y="3655"/>
                    <a:pt x="5546" y="4222"/>
                    <a:pt x="5199" y="4663"/>
                  </a:cubicBezTo>
                  <a:cubicBezTo>
                    <a:pt x="5010" y="4253"/>
                    <a:pt x="4726" y="3938"/>
                    <a:pt x="4348" y="3686"/>
                  </a:cubicBezTo>
                  <a:cubicBezTo>
                    <a:pt x="4569" y="3466"/>
                    <a:pt x="4726" y="3119"/>
                    <a:pt x="4726" y="2741"/>
                  </a:cubicBezTo>
                  <a:cubicBezTo>
                    <a:pt x="4726" y="2016"/>
                    <a:pt x="4096" y="1386"/>
                    <a:pt x="3340" y="1386"/>
                  </a:cubicBezTo>
                  <a:cubicBezTo>
                    <a:pt x="2616" y="1386"/>
                    <a:pt x="1986" y="2016"/>
                    <a:pt x="1986" y="2741"/>
                  </a:cubicBezTo>
                  <a:cubicBezTo>
                    <a:pt x="1986" y="3119"/>
                    <a:pt x="2143" y="3466"/>
                    <a:pt x="2364" y="3686"/>
                  </a:cubicBezTo>
                  <a:cubicBezTo>
                    <a:pt x="1986" y="3907"/>
                    <a:pt x="1702" y="4253"/>
                    <a:pt x="1513" y="4663"/>
                  </a:cubicBezTo>
                  <a:cubicBezTo>
                    <a:pt x="1072" y="4096"/>
                    <a:pt x="883" y="3434"/>
                    <a:pt x="977" y="2772"/>
                  </a:cubicBezTo>
                  <a:cubicBezTo>
                    <a:pt x="1135" y="1670"/>
                    <a:pt x="2143" y="662"/>
                    <a:pt x="3403" y="662"/>
                  </a:cubicBezTo>
                  <a:close/>
                  <a:moveTo>
                    <a:pt x="3309" y="4190"/>
                  </a:moveTo>
                  <a:cubicBezTo>
                    <a:pt x="3939" y="4190"/>
                    <a:pt x="4443" y="4600"/>
                    <a:pt x="4663" y="5167"/>
                  </a:cubicBezTo>
                  <a:cubicBezTo>
                    <a:pt x="4254" y="5450"/>
                    <a:pt x="3781" y="5545"/>
                    <a:pt x="3309" y="5545"/>
                  </a:cubicBezTo>
                  <a:cubicBezTo>
                    <a:pt x="2836" y="5545"/>
                    <a:pt x="2364" y="5387"/>
                    <a:pt x="1986" y="5167"/>
                  </a:cubicBezTo>
                  <a:cubicBezTo>
                    <a:pt x="2143" y="4568"/>
                    <a:pt x="2679" y="4190"/>
                    <a:pt x="3309" y="4190"/>
                  </a:cubicBezTo>
                  <a:close/>
                  <a:moveTo>
                    <a:pt x="3309" y="0"/>
                  </a:moveTo>
                  <a:cubicBezTo>
                    <a:pt x="1733" y="0"/>
                    <a:pt x="410" y="1229"/>
                    <a:pt x="253" y="2678"/>
                  </a:cubicBezTo>
                  <a:cubicBezTo>
                    <a:pt x="1" y="4600"/>
                    <a:pt x="1450" y="6238"/>
                    <a:pt x="3309" y="6238"/>
                  </a:cubicBezTo>
                  <a:cubicBezTo>
                    <a:pt x="5042" y="6238"/>
                    <a:pt x="6428" y="4820"/>
                    <a:pt x="6428" y="3119"/>
                  </a:cubicBezTo>
                  <a:cubicBezTo>
                    <a:pt x="6428" y="1418"/>
                    <a:pt x="5042" y="0"/>
                    <a:pt x="3309" y="0"/>
                  </a:cubicBezTo>
                  <a:close/>
                </a:path>
              </a:pathLst>
            </a:custGeom>
            <a:grpFill/>
            <a:ln>
              <a:noFill/>
            </a:ln>
          </p:spPr>
          <p:txBody>
            <a:bodyPr spcFirstLastPara="1" wrap="square" lIns="62728" tIns="62728" rIns="62728" bIns="62728" anchor="ctr" anchorCtr="0">
              <a:noAutofit/>
            </a:bodyPr>
            <a:lstStyle/>
            <a:p>
              <a:endParaRPr sz="764"/>
            </a:p>
          </p:txBody>
        </p:sp>
        <p:sp>
          <p:nvSpPr>
            <p:cNvPr id="127" name="Google Shape;8749;p68">
              <a:extLst>
                <a:ext uri="{FF2B5EF4-FFF2-40B4-BE49-F238E27FC236}">
                  <a16:creationId xmlns:a16="http://schemas.microsoft.com/office/drawing/2014/main" id="{AF598CCD-81E8-4B04-905B-BC08125F231A}"/>
                </a:ext>
              </a:extLst>
            </p:cNvPr>
            <p:cNvSpPr/>
            <p:nvPr/>
          </p:nvSpPr>
          <p:spPr>
            <a:xfrm>
              <a:off x="5045775" y="1946400"/>
              <a:ext cx="296950" cy="295150"/>
            </a:xfrm>
            <a:custGeom>
              <a:avLst/>
              <a:gdLst/>
              <a:ahLst/>
              <a:cxnLst/>
              <a:rect l="l" t="t" r="r" b="b"/>
              <a:pathLst>
                <a:path w="11878" h="11806" extrusionOk="0">
                  <a:moveTo>
                    <a:pt x="6018" y="765"/>
                  </a:moveTo>
                  <a:lnTo>
                    <a:pt x="6868" y="1426"/>
                  </a:lnTo>
                  <a:cubicBezTo>
                    <a:pt x="6963" y="1458"/>
                    <a:pt x="7026" y="1489"/>
                    <a:pt x="7152" y="1489"/>
                  </a:cubicBezTo>
                  <a:lnTo>
                    <a:pt x="8223" y="1332"/>
                  </a:lnTo>
                  <a:lnTo>
                    <a:pt x="8664" y="2372"/>
                  </a:lnTo>
                  <a:cubicBezTo>
                    <a:pt x="8696" y="2435"/>
                    <a:pt x="8790" y="2529"/>
                    <a:pt x="8853" y="2561"/>
                  </a:cubicBezTo>
                  <a:lnTo>
                    <a:pt x="9893" y="2970"/>
                  </a:lnTo>
                  <a:lnTo>
                    <a:pt x="9735" y="4073"/>
                  </a:lnTo>
                  <a:cubicBezTo>
                    <a:pt x="9735" y="4136"/>
                    <a:pt x="9735" y="4262"/>
                    <a:pt x="9798" y="4325"/>
                  </a:cubicBezTo>
                  <a:lnTo>
                    <a:pt x="10460" y="5207"/>
                  </a:lnTo>
                  <a:lnTo>
                    <a:pt x="9798" y="6058"/>
                  </a:lnTo>
                  <a:cubicBezTo>
                    <a:pt x="9767" y="6152"/>
                    <a:pt x="9735" y="6215"/>
                    <a:pt x="9735" y="6341"/>
                  </a:cubicBezTo>
                  <a:lnTo>
                    <a:pt x="9893" y="7444"/>
                  </a:lnTo>
                  <a:lnTo>
                    <a:pt x="8853" y="7853"/>
                  </a:lnTo>
                  <a:cubicBezTo>
                    <a:pt x="8790" y="7885"/>
                    <a:pt x="8696" y="7948"/>
                    <a:pt x="8664" y="8042"/>
                  </a:cubicBezTo>
                  <a:lnTo>
                    <a:pt x="8255" y="9051"/>
                  </a:lnTo>
                  <a:lnTo>
                    <a:pt x="7120" y="8893"/>
                  </a:lnTo>
                  <a:cubicBezTo>
                    <a:pt x="7057" y="8893"/>
                    <a:pt x="6931" y="8893"/>
                    <a:pt x="6837" y="8988"/>
                  </a:cubicBezTo>
                  <a:lnTo>
                    <a:pt x="5986" y="9649"/>
                  </a:lnTo>
                  <a:lnTo>
                    <a:pt x="5104" y="8988"/>
                  </a:lnTo>
                  <a:cubicBezTo>
                    <a:pt x="5041" y="8925"/>
                    <a:pt x="5010" y="8893"/>
                    <a:pt x="4915" y="8893"/>
                  </a:cubicBezTo>
                  <a:lnTo>
                    <a:pt x="4884" y="8893"/>
                  </a:lnTo>
                  <a:lnTo>
                    <a:pt x="3781" y="9051"/>
                  </a:lnTo>
                  <a:lnTo>
                    <a:pt x="3371" y="8042"/>
                  </a:lnTo>
                  <a:cubicBezTo>
                    <a:pt x="3340" y="7948"/>
                    <a:pt x="3277" y="7885"/>
                    <a:pt x="3182" y="7853"/>
                  </a:cubicBezTo>
                  <a:lnTo>
                    <a:pt x="2143" y="7444"/>
                  </a:lnTo>
                  <a:lnTo>
                    <a:pt x="2300" y="6341"/>
                  </a:lnTo>
                  <a:cubicBezTo>
                    <a:pt x="2300" y="6278"/>
                    <a:pt x="2300" y="6152"/>
                    <a:pt x="2237" y="6058"/>
                  </a:cubicBezTo>
                  <a:lnTo>
                    <a:pt x="1576" y="5207"/>
                  </a:lnTo>
                  <a:lnTo>
                    <a:pt x="2237" y="4325"/>
                  </a:lnTo>
                  <a:cubicBezTo>
                    <a:pt x="2269" y="4262"/>
                    <a:pt x="2300" y="4167"/>
                    <a:pt x="2300" y="4073"/>
                  </a:cubicBezTo>
                  <a:lnTo>
                    <a:pt x="2143" y="2970"/>
                  </a:lnTo>
                  <a:lnTo>
                    <a:pt x="3182" y="2561"/>
                  </a:lnTo>
                  <a:cubicBezTo>
                    <a:pt x="3277" y="2529"/>
                    <a:pt x="3340" y="2435"/>
                    <a:pt x="3371" y="2372"/>
                  </a:cubicBezTo>
                  <a:lnTo>
                    <a:pt x="3812" y="1332"/>
                  </a:lnTo>
                  <a:lnTo>
                    <a:pt x="4884" y="1489"/>
                  </a:lnTo>
                  <a:cubicBezTo>
                    <a:pt x="4947" y="1489"/>
                    <a:pt x="5073" y="1489"/>
                    <a:pt x="5167" y="1426"/>
                  </a:cubicBezTo>
                  <a:lnTo>
                    <a:pt x="6018" y="765"/>
                  </a:lnTo>
                  <a:close/>
                  <a:moveTo>
                    <a:pt x="2174" y="8168"/>
                  </a:moveTo>
                  <a:lnTo>
                    <a:pt x="2804" y="8420"/>
                  </a:lnTo>
                  <a:lnTo>
                    <a:pt x="3277" y="9586"/>
                  </a:lnTo>
                  <a:cubicBezTo>
                    <a:pt x="3308" y="9681"/>
                    <a:pt x="3434" y="9775"/>
                    <a:pt x="3529" y="9775"/>
                  </a:cubicBezTo>
                  <a:lnTo>
                    <a:pt x="2647" y="10720"/>
                  </a:lnTo>
                  <a:lnTo>
                    <a:pt x="2426" y="9649"/>
                  </a:lnTo>
                  <a:cubicBezTo>
                    <a:pt x="2395" y="9523"/>
                    <a:pt x="2332" y="9429"/>
                    <a:pt x="2174" y="9366"/>
                  </a:cubicBezTo>
                  <a:lnTo>
                    <a:pt x="1134" y="9177"/>
                  </a:lnTo>
                  <a:lnTo>
                    <a:pt x="2174" y="8168"/>
                  </a:lnTo>
                  <a:close/>
                  <a:moveTo>
                    <a:pt x="9861" y="8105"/>
                  </a:moveTo>
                  <a:lnTo>
                    <a:pt x="10901" y="9145"/>
                  </a:lnTo>
                  <a:lnTo>
                    <a:pt x="9893" y="9366"/>
                  </a:lnTo>
                  <a:cubicBezTo>
                    <a:pt x="9767" y="9429"/>
                    <a:pt x="9641" y="9492"/>
                    <a:pt x="9609" y="9649"/>
                  </a:cubicBezTo>
                  <a:lnTo>
                    <a:pt x="9389" y="10720"/>
                  </a:lnTo>
                  <a:lnTo>
                    <a:pt x="8507" y="9712"/>
                  </a:lnTo>
                  <a:cubicBezTo>
                    <a:pt x="8601" y="9712"/>
                    <a:pt x="8727" y="9649"/>
                    <a:pt x="8759" y="9523"/>
                  </a:cubicBezTo>
                  <a:lnTo>
                    <a:pt x="9231" y="8389"/>
                  </a:lnTo>
                  <a:lnTo>
                    <a:pt x="9861" y="8105"/>
                  </a:lnTo>
                  <a:close/>
                  <a:moveTo>
                    <a:pt x="6002" y="1"/>
                  </a:moveTo>
                  <a:cubicBezTo>
                    <a:pt x="5923" y="1"/>
                    <a:pt x="5844" y="24"/>
                    <a:pt x="5797" y="72"/>
                  </a:cubicBezTo>
                  <a:lnTo>
                    <a:pt x="4852" y="828"/>
                  </a:lnTo>
                  <a:lnTo>
                    <a:pt x="3623" y="670"/>
                  </a:lnTo>
                  <a:cubicBezTo>
                    <a:pt x="3607" y="667"/>
                    <a:pt x="3590" y="665"/>
                    <a:pt x="3573" y="665"/>
                  </a:cubicBezTo>
                  <a:cubicBezTo>
                    <a:pt x="3434" y="665"/>
                    <a:pt x="3305" y="775"/>
                    <a:pt x="3277" y="859"/>
                  </a:cubicBezTo>
                  <a:lnTo>
                    <a:pt x="2804" y="2025"/>
                  </a:lnTo>
                  <a:lnTo>
                    <a:pt x="1639" y="2498"/>
                  </a:lnTo>
                  <a:cubicBezTo>
                    <a:pt x="1481" y="2561"/>
                    <a:pt x="1418" y="2687"/>
                    <a:pt x="1450" y="2844"/>
                  </a:cubicBezTo>
                  <a:lnTo>
                    <a:pt x="1607" y="4073"/>
                  </a:lnTo>
                  <a:lnTo>
                    <a:pt x="851" y="5018"/>
                  </a:lnTo>
                  <a:cubicBezTo>
                    <a:pt x="788" y="5112"/>
                    <a:pt x="788" y="5333"/>
                    <a:pt x="851" y="5428"/>
                  </a:cubicBezTo>
                  <a:lnTo>
                    <a:pt x="1607" y="6373"/>
                  </a:lnTo>
                  <a:lnTo>
                    <a:pt x="1450" y="7601"/>
                  </a:lnTo>
                  <a:cubicBezTo>
                    <a:pt x="1450" y="7696"/>
                    <a:pt x="1450" y="7759"/>
                    <a:pt x="1481" y="7853"/>
                  </a:cubicBezTo>
                  <a:lnTo>
                    <a:pt x="189" y="9145"/>
                  </a:lnTo>
                  <a:cubicBezTo>
                    <a:pt x="0" y="9334"/>
                    <a:pt x="126" y="9649"/>
                    <a:pt x="347" y="9744"/>
                  </a:cubicBezTo>
                  <a:lnTo>
                    <a:pt x="1765" y="10059"/>
                  </a:lnTo>
                  <a:lnTo>
                    <a:pt x="2080" y="11539"/>
                  </a:lnTo>
                  <a:cubicBezTo>
                    <a:pt x="2099" y="11714"/>
                    <a:pt x="2250" y="11805"/>
                    <a:pt x="2407" y="11805"/>
                  </a:cubicBezTo>
                  <a:cubicBezTo>
                    <a:pt x="2505" y="11805"/>
                    <a:pt x="2606" y="11770"/>
                    <a:pt x="2678" y="11697"/>
                  </a:cubicBezTo>
                  <a:cubicBezTo>
                    <a:pt x="4410" y="9858"/>
                    <a:pt x="4587" y="9665"/>
                    <a:pt x="4601" y="9649"/>
                  </a:cubicBezTo>
                  <a:lnTo>
                    <a:pt x="4601" y="9649"/>
                  </a:lnTo>
                  <a:lnTo>
                    <a:pt x="4789" y="9618"/>
                  </a:lnTo>
                  <a:lnTo>
                    <a:pt x="5734" y="10374"/>
                  </a:lnTo>
                  <a:cubicBezTo>
                    <a:pt x="5829" y="10405"/>
                    <a:pt x="5860" y="10437"/>
                    <a:pt x="5955" y="10437"/>
                  </a:cubicBezTo>
                  <a:cubicBezTo>
                    <a:pt x="6018" y="10437"/>
                    <a:pt x="6112" y="10405"/>
                    <a:pt x="6144" y="10374"/>
                  </a:cubicBezTo>
                  <a:lnTo>
                    <a:pt x="7089" y="9618"/>
                  </a:lnTo>
                  <a:lnTo>
                    <a:pt x="7278" y="9649"/>
                  </a:lnTo>
                  <a:lnTo>
                    <a:pt x="9200" y="11697"/>
                  </a:lnTo>
                  <a:cubicBezTo>
                    <a:pt x="9284" y="11770"/>
                    <a:pt x="9388" y="11805"/>
                    <a:pt x="9485" y="11805"/>
                  </a:cubicBezTo>
                  <a:cubicBezTo>
                    <a:pt x="9640" y="11805"/>
                    <a:pt x="9779" y="11714"/>
                    <a:pt x="9798" y="11539"/>
                  </a:cubicBezTo>
                  <a:lnTo>
                    <a:pt x="10113" y="10059"/>
                  </a:lnTo>
                  <a:lnTo>
                    <a:pt x="11531" y="9744"/>
                  </a:lnTo>
                  <a:cubicBezTo>
                    <a:pt x="11815" y="9681"/>
                    <a:pt x="11878" y="9334"/>
                    <a:pt x="11689" y="9145"/>
                  </a:cubicBezTo>
                  <a:lnTo>
                    <a:pt x="10523" y="7853"/>
                  </a:lnTo>
                  <a:cubicBezTo>
                    <a:pt x="10554" y="7759"/>
                    <a:pt x="10586" y="7696"/>
                    <a:pt x="10554" y="7601"/>
                  </a:cubicBezTo>
                  <a:lnTo>
                    <a:pt x="10397" y="6373"/>
                  </a:lnTo>
                  <a:lnTo>
                    <a:pt x="11153" y="5428"/>
                  </a:lnTo>
                  <a:cubicBezTo>
                    <a:pt x="11216" y="5333"/>
                    <a:pt x="11216" y="5112"/>
                    <a:pt x="11153" y="5018"/>
                  </a:cubicBezTo>
                  <a:lnTo>
                    <a:pt x="10397" y="4073"/>
                  </a:lnTo>
                  <a:lnTo>
                    <a:pt x="10554" y="2844"/>
                  </a:lnTo>
                  <a:cubicBezTo>
                    <a:pt x="10586" y="2687"/>
                    <a:pt x="10460" y="2529"/>
                    <a:pt x="10365" y="2498"/>
                  </a:cubicBezTo>
                  <a:lnTo>
                    <a:pt x="9200" y="2025"/>
                  </a:lnTo>
                  <a:lnTo>
                    <a:pt x="8727" y="859"/>
                  </a:lnTo>
                  <a:cubicBezTo>
                    <a:pt x="8675" y="728"/>
                    <a:pt x="8578" y="662"/>
                    <a:pt x="8457" y="662"/>
                  </a:cubicBezTo>
                  <a:cubicBezTo>
                    <a:pt x="8432" y="662"/>
                    <a:pt x="8407" y="665"/>
                    <a:pt x="8381" y="670"/>
                  </a:cubicBezTo>
                  <a:lnTo>
                    <a:pt x="7152" y="828"/>
                  </a:lnTo>
                  <a:lnTo>
                    <a:pt x="6207" y="72"/>
                  </a:lnTo>
                  <a:cubicBezTo>
                    <a:pt x="6160" y="24"/>
                    <a:pt x="6081" y="1"/>
                    <a:pt x="6002"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0" name="Google Shape;8750;p68">
            <a:extLst>
              <a:ext uri="{FF2B5EF4-FFF2-40B4-BE49-F238E27FC236}">
                <a16:creationId xmlns:a16="http://schemas.microsoft.com/office/drawing/2014/main" id="{283FE612-FA91-4846-821F-5EFB9126FCB2}"/>
              </a:ext>
            </a:extLst>
          </p:cNvPr>
          <p:cNvGrpSpPr/>
          <p:nvPr/>
        </p:nvGrpSpPr>
        <p:grpSpPr>
          <a:xfrm>
            <a:off x="3978287" y="4421337"/>
            <a:ext cx="229399" cy="200429"/>
            <a:chOff x="5046550" y="2327025"/>
            <a:chExt cx="299325" cy="261525"/>
          </a:xfrm>
          <a:solidFill>
            <a:schemeClr val="tx1"/>
          </a:solidFill>
        </p:grpSpPr>
        <p:sp>
          <p:nvSpPr>
            <p:cNvPr id="123" name="Google Shape;8751;p68">
              <a:extLst>
                <a:ext uri="{FF2B5EF4-FFF2-40B4-BE49-F238E27FC236}">
                  <a16:creationId xmlns:a16="http://schemas.microsoft.com/office/drawing/2014/main" id="{436FF037-3628-4B25-BC18-0900E9E3A5A0}"/>
                </a:ext>
              </a:extLst>
            </p:cNvPr>
            <p:cNvSpPr/>
            <p:nvPr/>
          </p:nvSpPr>
          <p:spPr>
            <a:xfrm>
              <a:off x="5046550" y="2448325"/>
              <a:ext cx="297750" cy="140225"/>
            </a:xfrm>
            <a:custGeom>
              <a:avLst/>
              <a:gdLst/>
              <a:ahLst/>
              <a:cxnLst/>
              <a:rect l="l" t="t" r="r" b="b"/>
              <a:pathLst>
                <a:path w="11910" h="5609" extrusionOk="0">
                  <a:moveTo>
                    <a:pt x="4569" y="1386"/>
                  </a:moveTo>
                  <a:cubicBezTo>
                    <a:pt x="4538" y="1575"/>
                    <a:pt x="4506" y="1828"/>
                    <a:pt x="4443" y="2111"/>
                  </a:cubicBezTo>
                  <a:lnTo>
                    <a:pt x="757" y="2111"/>
                  </a:lnTo>
                  <a:lnTo>
                    <a:pt x="757" y="1386"/>
                  </a:lnTo>
                  <a:close/>
                  <a:moveTo>
                    <a:pt x="11185" y="1386"/>
                  </a:moveTo>
                  <a:lnTo>
                    <a:pt x="11185" y="2111"/>
                  </a:lnTo>
                  <a:lnTo>
                    <a:pt x="7530" y="2111"/>
                  </a:lnTo>
                  <a:cubicBezTo>
                    <a:pt x="7467" y="1828"/>
                    <a:pt x="7436" y="1575"/>
                    <a:pt x="7373" y="1386"/>
                  </a:cubicBezTo>
                  <a:close/>
                  <a:moveTo>
                    <a:pt x="5955" y="725"/>
                  </a:moveTo>
                  <a:cubicBezTo>
                    <a:pt x="6270" y="725"/>
                    <a:pt x="6396" y="788"/>
                    <a:pt x="6491" y="1071"/>
                  </a:cubicBezTo>
                  <a:cubicBezTo>
                    <a:pt x="6743" y="1639"/>
                    <a:pt x="6900" y="2804"/>
                    <a:pt x="7247" y="4852"/>
                  </a:cubicBezTo>
                  <a:lnTo>
                    <a:pt x="4664" y="4852"/>
                  </a:lnTo>
                  <a:cubicBezTo>
                    <a:pt x="5010" y="2804"/>
                    <a:pt x="5168" y="1639"/>
                    <a:pt x="5388" y="1071"/>
                  </a:cubicBezTo>
                  <a:cubicBezTo>
                    <a:pt x="5514" y="788"/>
                    <a:pt x="5640" y="725"/>
                    <a:pt x="5955" y="725"/>
                  </a:cubicBezTo>
                  <a:close/>
                  <a:moveTo>
                    <a:pt x="5955" y="0"/>
                  </a:moveTo>
                  <a:cubicBezTo>
                    <a:pt x="5357" y="0"/>
                    <a:pt x="5010" y="221"/>
                    <a:pt x="4758" y="725"/>
                  </a:cubicBezTo>
                  <a:lnTo>
                    <a:pt x="347" y="725"/>
                  </a:lnTo>
                  <a:cubicBezTo>
                    <a:pt x="158" y="725"/>
                    <a:pt x="1" y="882"/>
                    <a:pt x="1" y="1071"/>
                  </a:cubicBezTo>
                  <a:lnTo>
                    <a:pt x="1" y="2458"/>
                  </a:lnTo>
                  <a:cubicBezTo>
                    <a:pt x="1" y="2647"/>
                    <a:pt x="158" y="2804"/>
                    <a:pt x="347" y="2804"/>
                  </a:cubicBezTo>
                  <a:lnTo>
                    <a:pt x="4254" y="2804"/>
                  </a:lnTo>
                  <a:cubicBezTo>
                    <a:pt x="4191" y="3371"/>
                    <a:pt x="4065" y="4064"/>
                    <a:pt x="3907" y="4884"/>
                  </a:cubicBezTo>
                  <a:lnTo>
                    <a:pt x="3498" y="4884"/>
                  </a:lnTo>
                  <a:cubicBezTo>
                    <a:pt x="3309" y="4884"/>
                    <a:pt x="3151" y="5041"/>
                    <a:pt x="3151" y="5262"/>
                  </a:cubicBezTo>
                  <a:cubicBezTo>
                    <a:pt x="3151" y="5451"/>
                    <a:pt x="3309" y="5608"/>
                    <a:pt x="3498" y="5608"/>
                  </a:cubicBezTo>
                  <a:lnTo>
                    <a:pt x="8350" y="5608"/>
                  </a:lnTo>
                  <a:cubicBezTo>
                    <a:pt x="8539" y="5608"/>
                    <a:pt x="8696" y="5451"/>
                    <a:pt x="8696" y="5262"/>
                  </a:cubicBezTo>
                  <a:cubicBezTo>
                    <a:pt x="8696" y="5041"/>
                    <a:pt x="8539" y="4884"/>
                    <a:pt x="8350" y="4884"/>
                  </a:cubicBezTo>
                  <a:lnTo>
                    <a:pt x="7972" y="4884"/>
                  </a:lnTo>
                  <a:cubicBezTo>
                    <a:pt x="7814" y="4064"/>
                    <a:pt x="7688" y="3403"/>
                    <a:pt x="7593" y="2804"/>
                  </a:cubicBezTo>
                  <a:lnTo>
                    <a:pt x="11500" y="2804"/>
                  </a:lnTo>
                  <a:cubicBezTo>
                    <a:pt x="11689" y="2804"/>
                    <a:pt x="11847" y="2647"/>
                    <a:pt x="11847" y="2458"/>
                  </a:cubicBezTo>
                  <a:lnTo>
                    <a:pt x="11847" y="1071"/>
                  </a:lnTo>
                  <a:cubicBezTo>
                    <a:pt x="11910" y="882"/>
                    <a:pt x="11752" y="725"/>
                    <a:pt x="11532" y="725"/>
                  </a:cubicBezTo>
                  <a:lnTo>
                    <a:pt x="7121" y="725"/>
                  </a:lnTo>
                  <a:cubicBezTo>
                    <a:pt x="6900" y="252"/>
                    <a:pt x="6554" y="0"/>
                    <a:pt x="5955" y="0"/>
                  </a:cubicBezTo>
                  <a:close/>
                </a:path>
              </a:pathLst>
            </a:custGeom>
            <a:grpFill/>
            <a:ln>
              <a:noFill/>
            </a:ln>
          </p:spPr>
          <p:txBody>
            <a:bodyPr spcFirstLastPara="1" wrap="square" lIns="62728" tIns="62728" rIns="62728" bIns="62728" anchor="ctr" anchorCtr="0">
              <a:noAutofit/>
            </a:bodyPr>
            <a:lstStyle/>
            <a:p>
              <a:endParaRPr sz="764"/>
            </a:p>
          </p:txBody>
        </p:sp>
        <p:sp>
          <p:nvSpPr>
            <p:cNvPr id="124" name="Google Shape;8752;p68">
              <a:extLst>
                <a:ext uri="{FF2B5EF4-FFF2-40B4-BE49-F238E27FC236}">
                  <a16:creationId xmlns:a16="http://schemas.microsoft.com/office/drawing/2014/main" id="{6AFF9BA8-4A72-484A-B6EC-058FD56F65E6}"/>
                </a:ext>
              </a:extLst>
            </p:cNvPr>
            <p:cNvSpPr/>
            <p:nvPr/>
          </p:nvSpPr>
          <p:spPr>
            <a:xfrm>
              <a:off x="5241900" y="2327025"/>
              <a:ext cx="103975" cy="121325"/>
            </a:xfrm>
            <a:custGeom>
              <a:avLst/>
              <a:gdLst/>
              <a:ahLst/>
              <a:cxnLst/>
              <a:rect l="l" t="t" r="r" b="b"/>
              <a:pathLst>
                <a:path w="4159" h="4853" extrusionOk="0">
                  <a:moveTo>
                    <a:pt x="1985" y="725"/>
                  </a:moveTo>
                  <a:cubicBezTo>
                    <a:pt x="2394" y="725"/>
                    <a:pt x="2709" y="1040"/>
                    <a:pt x="2709" y="1450"/>
                  </a:cubicBezTo>
                  <a:cubicBezTo>
                    <a:pt x="2709" y="1828"/>
                    <a:pt x="2394" y="2143"/>
                    <a:pt x="1985" y="2143"/>
                  </a:cubicBezTo>
                  <a:cubicBezTo>
                    <a:pt x="1607" y="2143"/>
                    <a:pt x="1292" y="1828"/>
                    <a:pt x="1292" y="1450"/>
                  </a:cubicBezTo>
                  <a:cubicBezTo>
                    <a:pt x="1292" y="1040"/>
                    <a:pt x="1638" y="725"/>
                    <a:pt x="1985" y="725"/>
                  </a:cubicBezTo>
                  <a:close/>
                  <a:moveTo>
                    <a:pt x="1985" y="2804"/>
                  </a:moveTo>
                  <a:cubicBezTo>
                    <a:pt x="2741" y="2804"/>
                    <a:pt x="3371" y="3435"/>
                    <a:pt x="3371" y="4191"/>
                  </a:cubicBezTo>
                  <a:lnTo>
                    <a:pt x="630" y="4191"/>
                  </a:lnTo>
                  <a:cubicBezTo>
                    <a:pt x="630" y="3435"/>
                    <a:pt x="1260" y="2804"/>
                    <a:pt x="1985" y="2804"/>
                  </a:cubicBezTo>
                  <a:close/>
                  <a:moveTo>
                    <a:pt x="2048" y="1"/>
                  </a:moveTo>
                  <a:cubicBezTo>
                    <a:pt x="1292" y="1"/>
                    <a:pt x="662" y="631"/>
                    <a:pt x="662" y="1387"/>
                  </a:cubicBezTo>
                  <a:cubicBezTo>
                    <a:pt x="662" y="1765"/>
                    <a:pt x="819" y="2111"/>
                    <a:pt x="1040" y="2332"/>
                  </a:cubicBezTo>
                  <a:cubicBezTo>
                    <a:pt x="410" y="2710"/>
                    <a:pt x="0" y="3372"/>
                    <a:pt x="0" y="4159"/>
                  </a:cubicBezTo>
                  <a:lnTo>
                    <a:pt x="0" y="4506"/>
                  </a:lnTo>
                  <a:cubicBezTo>
                    <a:pt x="0" y="4695"/>
                    <a:pt x="158" y="4852"/>
                    <a:pt x="347" y="4852"/>
                  </a:cubicBezTo>
                  <a:lnTo>
                    <a:pt x="3812" y="4852"/>
                  </a:lnTo>
                  <a:cubicBezTo>
                    <a:pt x="4001" y="4852"/>
                    <a:pt x="4159" y="4695"/>
                    <a:pt x="4159" y="4506"/>
                  </a:cubicBezTo>
                  <a:lnTo>
                    <a:pt x="4159" y="4159"/>
                  </a:lnTo>
                  <a:cubicBezTo>
                    <a:pt x="4096" y="3403"/>
                    <a:pt x="3655" y="2710"/>
                    <a:pt x="3025" y="2332"/>
                  </a:cubicBezTo>
                  <a:cubicBezTo>
                    <a:pt x="3245" y="2111"/>
                    <a:pt x="3403" y="1765"/>
                    <a:pt x="3403" y="1387"/>
                  </a:cubicBezTo>
                  <a:cubicBezTo>
                    <a:pt x="3403" y="631"/>
                    <a:pt x="2772" y="1"/>
                    <a:pt x="2048" y="1"/>
                  </a:cubicBezTo>
                  <a:close/>
                </a:path>
              </a:pathLst>
            </a:custGeom>
            <a:grpFill/>
            <a:ln>
              <a:noFill/>
            </a:ln>
          </p:spPr>
          <p:txBody>
            <a:bodyPr spcFirstLastPara="1" wrap="square" lIns="62728" tIns="62728" rIns="62728" bIns="62728" anchor="ctr" anchorCtr="0">
              <a:noAutofit/>
            </a:bodyPr>
            <a:lstStyle/>
            <a:p>
              <a:endParaRPr sz="764"/>
            </a:p>
          </p:txBody>
        </p:sp>
        <p:sp>
          <p:nvSpPr>
            <p:cNvPr id="125" name="Google Shape;8753;p68">
              <a:extLst>
                <a:ext uri="{FF2B5EF4-FFF2-40B4-BE49-F238E27FC236}">
                  <a16:creationId xmlns:a16="http://schemas.microsoft.com/office/drawing/2014/main" id="{80BEA58B-4F11-4162-A0B7-F4ECA21B5894}"/>
                </a:ext>
              </a:extLst>
            </p:cNvPr>
            <p:cNvSpPr/>
            <p:nvPr/>
          </p:nvSpPr>
          <p:spPr>
            <a:xfrm>
              <a:off x="5048925" y="2328600"/>
              <a:ext cx="103975" cy="121325"/>
            </a:xfrm>
            <a:custGeom>
              <a:avLst/>
              <a:gdLst/>
              <a:ahLst/>
              <a:cxnLst/>
              <a:rect l="l" t="t" r="r" b="b"/>
              <a:pathLst>
                <a:path w="4159" h="4853" extrusionOk="0">
                  <a:moveTo>
                    <a:pt x="2048" y="662"/>
                  </a:moveTo>
                  <a:cubicBezTo>
                    <a:pt x="2426" y="662"/>
                    <a:pt x="2741" y="977"/>
                    <a:pt x="2741" y="1387"/>
                  </a:cubicBezTo>
                  <a:cubicBezTo>
                    <a:pt x="2741" y="1765"/>
                    <a:pt x="2426" y="2080"/>
                    <a:pt x="2048" y="2080"/>
                  </a:cubicBezTo>
                  <a:cubicBezTo>
                    <a:pt x="1639" y="2080"/>
                    <a:pt x="1324" y="1765"/>
                    <a:pt x="1324" y="1387"/>
                  </a:cubicBezTo>
                  <a:cubicBezTo>
                    <a:pt x="1324" y="977"/>
                    <a:pt x="1670" y="662"/>
                    <a:pt x="2048" y="662"/>
                  </a:cubicBezTo>
                  <a:close/>
                  <a:moveTo>
                    <a:pt x="2048" y="2710"/>
                  </a:moveTo>
                  <a:cubicBezTo>
                    <a:pt x="2773" y="2710"/>
                    <a:pt x="3403" y="3340"/>
                    <a:pt x="3403" y="4096"/>
                  </a:cubicBezTo>
                  <a:lnTo>
                    <a:pt x="662" y="4096"/>
                  </a:lnTo>
                  <a:cubicBezTo>
                    <a:pt x="662" y="3340"/>
                    <a:pt x="1292" y="2710"/>
                    <a:pt x="2048" y="2710"/>
                  </a:cubicBezTo>
                  <a:close/>
                  <a:moveTo>
                    <a:pt x="2111" y="1"/>
                  </a:moveTo>
                  <a:cubicBezTo>
                    <a:pt x="1355" y="1"/>
                    <a:pt x="725" y="631"/>
                    <a:pt x="725" y="1387"/>
                  </a:cubicBezTo>
                  <a:cubicBezTo>
                    <a:pt x="725" y="1733"/>
                    <a:pt x="882" y="2080"/>
                    <a:pt x="1134" y="2332"/>
                  </a:cubicBezTo>
                  <a:cubicBezTo>
                    <a:pt x="410" y="2647"/>
                    <a:pt x="0" y="3340"/>
                    <a:pt x="0" y="4128"/>
                  </a:cubicBezTo>
                  <a:lnTo>
                    <a:pt x="0" y="4474"/>
                  </a:lnTo>
                  <a:cubicBezTo>
                    <a:pt x="0" y="4695"/>
                    <a:pt x="158" y="4852"/>
                    <a:pt x="347" y="4852"/>
                  </a:cubicBezTo>
                  <a:lnTo>
                    <a:pt x="3812" y="4852"/>
                  </a:lnTo>
                  <a:cubicBezTo>
                    <a:pt x="4001" y="4852"/>
                    <a:pt x="4159" y="4695"/>
                    <a:pt x="4159" y="4474"/>
                  </a:cubicBezTo>
                  <a:lnTo>
                    <a:pt x="4159" y="4128"/>
                  </a:lnTo>
                  <a:cubicBezTo>
                    <a:pt x="4159" y="3340"/>
                    <a:pt x="3718" y="2678"/>
                    <a:pt x="3088" y="2332"/>
                  </a:cubicBezTo>
                  <a:cubicBezTo>
                    <a:pt x="3340" y="2080"/>
                    <a:pt x="3497" y="1733"/>
                    <a:pt x="3497" y="1387"/>
                  </a:cubicBezTo>
                  <a:cubicBezTo>
                    <a:pt x="3497" y="631"/>
                    <a:pt x="2867" y="1"/>
                    <a:pt x="2111" y="1"/>
                  </a:cubicBezTo>
                  <a:close/>
                </a:path>
              </a:pathLst>
            </a:custGeom>
            <a:grpFill/>
            <a:ln>
              <a:noFill/>
            </a:ln>
          </p:spPr>
          <p:txBody>
            <a:bodyPr spcFirstLastPara="1" wrap="square" lIns="62728" tIns="62728" rIns="62728" bIns="62728" anchor="ctr" anchorCtr="0">
              <a:noAutofit/>
            </a:bodyPr>
            <a:lstStyle/>
            <a:p>
              <a:endParaRPr sz="764"/>
            </a:p>
          </p:txBody>
        </p:sp>
      </p:grpSp>
      <p:sp>
        <p:nvSpPr>
          <p:cNvPr id="31" name="Google Shape;8754;p68">
            <a:extLst>
              <a:ext uri="{FF2B5EF4-FFF2-40B4-BE49-F238E27FC236}">
                <a16:creationId xmlns:a16="http://schemas.microsoft.com/office/drawing/2014/main" id="{3A1D790E-576B-4828-A01E-371491356735}"/>
              </a:ext>
            </a:extLst>
          </p:cNvPr>
          <p:cNvSpPr/>
          <p:nvPr/>
        </p:nvSpPr>
        <p:spPr>
          <a:xfrm>
            <a:off x="4029566" y="4699609"/>
            <a:ext cx="126780" cy="227578"/>
          </a:xfrm>
          <a:custGeom>
            <a:avLst/>
            <a:gdLst/>
            <a:ahLst/>
            <a:cxnLst/>
            <a:rect l="l" t="t" r="r" b="b"/>
            <a:pathLst>
              <a:path w="6617" h="11878" extrusionOk="0">
                <a:moveTo>
                  <a:pt x="2962" y="725"/>
                </a:moveTo>
                <a:lnTo>
                  <a:pt x="2489" y="2111"/>
                </a:lnTo>
                <a:lnTo>
                  <a:pt x="1575" y="2111"/>
                </a:lnTo>
                <a:lnTo>
                  <a:pt x="1103" y="725"/>
                </a:lnTo>
                <a:close/>
                <a:moveTo>
                  <a:pt x="3277" y="3529"/>
                </a:moveTo>
                <a:lnTo>
                  <a:pt x="5892" y="6144"/>
                </a:lnTo>
                <a:lnTo>
                  <a:pt x="5892" y="6616"/>
                </a:lnTo>
                <a:lnTo>
                  <a:pt x="5419" y="6616"/>
                </a:lnTo>
                <a:lnTo>
                  <a:pt x="3434" y="4663"/>
                </a:lnTo>
                <a:lnTo>
                  <a:pt x="3277" y="3529"/>
                </a:lnTo>
                <a:close/>
                <a:moveTo>
                  <a:pt x="2458" y="2804"/>
                </a:moveTo>
                <a:lnTo>
                  <a:pt x="3434" y="9357"/>
                </a:lnTo>
                <a:lnTo>
                  <a:pt x="2048" y="10964"/>
                </a:lnTo>
                <a:lnTo>
                  <a:pt x="693" y="9357"/>
                </a:lnTo>
                <a:lnTo>
                  <a:pt x="1670" y="2804"/>
                </a:lnTo>
                <a:close/>
                <a:moveTo>
                  <a:pt x="693" y="0"/>
                </a:moveTo>
                <a:cubicBezTo>
                  <a:pt x="567" y="0"/>
                  <a:pt x="473" y="32"/>
                  <a:pt x="410" y="158"/>
                </a:cubicBezTo>
                <a:cubicBezTo>
                  <a:pt x="315" y="252"/>
                  <a:pt x="315" y="378"/>
                  <a:pt x="378" y="473"/>
                </a:cubicBezTo>
                <a:lnTo>
                  <a:pt x="1040" y="2489"/>
                </a:lnTo>
                <a:lnTo>
                  <a:pt x="0" y="9389"/>
                </a:lnTo>
                <a:cubicBezTo>
                  <a:pt x="0" y="9452"/>
                  <a:pt x="0" y="9578"/>
                  <a:pt x="95" y="9672"/>
                </a:cubicBezTo>
                <a:lnTo>
                  <a:pt x="1828" y="11751"/>
                </a:lnTo>
                <a:cubicBezTo>
                  <a:pt x="1891" y="11814"/>
                  <a:pt x="1985" y="11877"/>
                  <a:pt x="2080" y="11877"/>
                </a:cubicBezTo>
                <a:cubicBezTo>
                  <a:pt x="2206" y="11877"/>
                  <a:pt x="2300" y="11814"/>
                  <a:pt x="2363" y="11751"/>
                </a:cubicBezTo>
                <a:lnTo>
                  <a:pt x="4096" y="9672"/>
                </a:lnTo>
                <a:cubicBezTo>
                  <a:pt x="4190" y="9578"/>
                  <a:pt x="4190" y="9483"/>
                  <a:pt x="4190" y="9389"/>
                </a:cubicBezTo>
                <a:lnTo>
                  <a:pt x="3623" y="5797"/>
                </a:lnTo>
                <a:lnTo>
                  <a:pt x="5041" y="7183"/>
                </a:lnTo>
                <a:cubicBezTo>
                  <a:pt x="5136" y="7246"/>
                  <a:pt x="5199" y="7309"/>
                  <a:pt x="5293" y="7309"/>
                </a:cubicBezTo>
                <a:lnTo>
                  <a:pt x="6270" y="7309"/>
                </a:lnTo>
                <a:cubicBezTo>
                  <a:pt x="6459" y="7309"/>
                  <a:pt x="6616" y="7152"/>
                  <a:pt x="6616" y="6931"/>
                </a:cubicBezTo>
                <a:lnTo>
                  <a:pt x="6616" y="5955"/>
                </a:lnTo>
                <a:cubicBezTo>
                  <a:pt x="6616" y="5892"/>
                  <a:pt x="6585" y="5766"/>
                  <a:pt x="6490" y="5734"/>
                </a:cubicBezTo>
                <a:lnTo>
                  <a:pt x="3119" y="2426"/>
                </a:lnTo>
                <a:lnTo>
                  <a:pt x="3749" y="473"/>
                </a:lnTo>
                <a:cubicBezTo>
                  <a:pt x="3781" y="378"/>
                  <a:pt x="3749" y="252"/>
                  <a:pt x="3718" y="158"/>
                </a:cubicBezTo>
                <a:cubicBezTo>
                  <a:pt x="3623" y="95"/>
                  <a:pt x="3560" y="0"/>
                  <a:pt x="343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32" name="Google Shape;8755;p68">
            <a:extLst>
              <a:ext uri="{FF2B5EF4-FFF2-40B4-BE49-F238E27FC236}">
                <a16:creationId xmlns:a16="http://schemas.microsoft.com/office/drawing/2014/main" id="{7AD2B01A-3879-401D-A48E-4C562D3051D7}"/>
              </a:ext>
            </a:extLst>
          </p:cNvPr>
          <p:cNvGrpSpPr/>
          <p:nvPr/>
        </p:nvGrpSpPr>
        <p:grpSpPr>
          <a:xfrm>
            <a:off x="4274926" y="4113765"/>
            <a:ext cx="228192" cy="226371"/>
            <a:chOff x="6167350" y="2672800"/>
            <a:chExt cx="297750" cy="295375"/>
          </a:xfrm>
          <a:solidFill>
            <a:schemeClr val="tx1"/>
          </a:solidFill>
        </p:grpSpPr>
        <p:sp>
          <p:nvSpPr>
            <p:cNvPr id="118" name="Google Shape;8756;p68">
              <a:extLst>
                <a:ext uri="{FF2B5EF4-FFF2-40B4-BE49-F238E27FC236}">
                  <a16:creationId xmlns:a16="http://schemas.microsoft.com/office/drawing/2014/main" id="{B87225AC-17DB-48A3-8312-3E3069534277}"/>
                </a:ext>
              </a:extLst>
            </p:cNvPr>
            <p:cNvSpPr/>
            <p:nvPr/>
          </p:nvSpPr>
          <p:spPr>
            <a:xfrm>
              <a:off x="6167350" y="2672800"/>
              <a:ext cx="226850" cy="295375"/>
            </a:xfrm>
            <a:custGeom>
              <a:avLst/>
              <a:gdLst/>
              <a:ahLst/>
              <a:cxnLst/>
              <a:rect l="l" t="t" r="r" b="b"/>
              <a:pathLst>
                <a:path w="9074" h="11815" extrusionOk="0">
                  <a:moveTo>
                    <a:pt x="4537" y="725"/>
                  </a:moveTo>
                  <a:cubicBezTo>
                    <a:pt x="4758" y="725"/>
                    <a:pt x="4915" y="882"/>
                    <a:pt x="4915" y="1071"/>
                  </a:cubicBezTo>
                  <a:cubicBezTo>
                    <a:pt x="4915" y="1260"/>
                    <a:pt x="5073" y="1418"/>
                    <a:pt x="5262" y="1418"/>
                  </a:cubicBezTo>
                  <a:lnTo>
                    <a:pt x="5955" y="1418"/>
                  </a:lnTo>
                  <a:cubicBezTo>
                    <a:pt x="6175" y="1418"/>
                    <a:pt x="6333" y="1575"/>
                    <a:pt x="6333" y="1796"/>
                  </a:cubicBezTo>
                  <a:cubicBezTo>
                    <a:pt x="6333" y="1985"/>
                    <a:pt x="6175" y="2142"/>
                    <a:pt x="5955" y="2142"/>
                  </a:cubicBezTo>
                  <a:lnTo>
                    <a:pt x="3119" y="2142"/>
                  </a:lnTo>
                  <a:cubicBezTo>
                    <a:pt x="2930" y="2142"/>
                    <a:pt x="2773" y="1985"/>
                    <a:pt x="2773" y="1796"/>
                  </a:cubicBezTo>
                  <a:cubicBezTo>
                    <a:pt x="2773" y="1575"/>
                    <a:pt x="2930" y="1418"/>
                    <a:pt x="3151" y="1418"/>
                  </a:cubicBezTo>
                  <a:lnTo>
                    <a:pt x="3844" y="1418"/>
                  </a:lnTo>
                  <a:cubicBezTo>
                    <a:pt x="4033" y="1418"/>
                    <a:pt x="4191" y="1260"/>
                    <a:pt x="4191" y="1071"/>
                  </a:cubicBezTo>
                  <a:cubicBezTo>
                    <a:pt x="4191" y="882"/>
                    <a:pt x="4348" y="725"/>
                    <a:pt x="4537" y="725"/>
                  </a:cubicBezTo>
                  <a:close/>
                  <a:moveTo>
                    <a:pt x="8066" y="2111"/>
                  </a:moveTo>
                  <a:cubicBezTo>
                    <a:pt x="8255" y="2111"/>
                    <a:pt x="8412" y="2268"/>
                    <a:pt x="8412" y="2458"/>
                  </a:cubicBezTo>
                  <a:lnTo>
                    <a:pt x="8412" y="10806"/>
                  </a:lnTo>
                  <a:lnTo>
                    <a:pt x="8381" y="10806"/>
                  </a:lnTo>
                  <a:cubicBezTo>
                    <a:pt x="8381" y="10995"/>
                    <a:pt x="8223" y="11153"/>
                    <a:pt x="8034" y="11153"/>
                  </a:cubicBezTo>
                  <a:lnTo>
                    <a:pt x="1040" y="11153"/>
                  </a:lnTo>
                  <a:cubicBezTo>
                    <a:pt x="851" y="11153"/>
                    <a:pt x="693" y="10995"/>
                    <a:pt x="693" y="10806"/>
                  </a:cubicBezTo>
                  <a:lnTo>
                    <a:pt x="693" y="2458"/>
                  </a:lnTo>
                  <a:cubicBezTo>
                    <a:pt x="693" y="2268"/>
                    <a:pt x="851" y="2111"/>
                    <a:pt x="1040" y="2111"/>
                  </a:cubicBezTo>
                  <a:lnTo>
                    <a:pt x="2143" y="2111"/>
                  </a:lnTo>
                  <a:cubicBezTo>
                    <a:pt x="2300" y="2489"/>
                    <a:pt x="2647" y="2804"/>
                    <a:pt x="3119" y="2804"/>
                  </a:cubicBezTo>
                  <a:lnTo>
                    <a:pt x="5986" y="2804"/>
                  </a:lnTo>
                  <a:cubicBezTo>
                    <a:pt x="6396" y="2804"/>
                    <a:pt x="6805" y="2521"/>
                    <a:pt x="6963" y="2111"/>
                  </a:cubicBezTo>
                  <a:close/>
                  <a:moveTo>
                    <a:pt x="4506" y="0"/>
                  </a:moveTo>
                  <a:cubicBezTo>
                    <a:pt x="4096" y="0"/>
                    <a:pt x="3686" y="284"/>
                    <a:pt x="3529" y="725"/>
                  </a:cubicBezTo>
                  <a:lnTo>
                    <a:pt x="3088" y="725"/>
                  </a:lnTo>
                  <a:cubicBezTo>
                    <a:pt x="2678" y="725"/>
                    <a:pt x="2269" y="1008"/>
                    <a:pt x="2111" y="1418"/>
                  </a:cubicBezTo>
                  <a:lnTo>
                    <a:pt x="1009" y="1418"/>
                  </a:lnTo>
                  <a:cubicBezTo>
                    <a:pt x="410" y="1418"/>
                    <a:pt x="0" y="1890"/>
                    <a:pt x="0" y="2458"/>
                  </a:cubicBezTo>
                  <a:lnTo>
                    <a:pt x="0" y="10806"/>
                  </a:lnTo>
                  <a:cubicBezTo>
                    <a:pt x="0" y="11405"/>
                    <a:pt x="473" y="11814"/>
                    <a:pt x="1009" y="11814"/>
                  </a:cubicBezTo>
                  <a:lnTo>
                    <a:pt x="7971" y="11814"/>
                  </a:lnTo>
                  <a:cubicBezTo>
                    <a:pt x="8570" y="11814"/>
                    <a:pt x="9011" y="11342"/>
                    <a:pt x="9011" y="10806"/>
                  </a:cubicBezTo>
                  <a:lnTo>
                    <a:pt x="9011" y="2458"/>
                  </a:lnTo>
                  <a:cubicBezTo>
                    <a:pt x="9074" y="1859"/>
                    <a:pt x="8601" y="1418"/>
                    <a:pt x="8034" y="1418"/>
                  </a:cubicBezTo>
                  <a:lnTo>
                    <a:pt x="6931" y="1418"/>
                  </a:lnTo>
                  <a:cubicBezTo>
                    <a:pt x="6774" y="1040"/>
                    <a:pt x="6396" y="725"/>
                    <a:pt x="5923" y="725"/>
                  </a:cubicBezTo>
                  <a:lnTo>
                    <a:pt x="5545" y="725"/>
                  </a:lnTo>
                  <a:cubicBezTo>
                    <a:pt x="5514" y="567"/>
                    <a:pt x="5388" y="441"/>
                    <a:pt x="5262" y="315"/>
                  </a:cubicBezTo>
                  <a:cubicBezTo>
                    <a:pt x="5073" y="126"/>
                    <a:pt x="4789" y="0"/>
                    <a:pt x="4506" y="0"/>
                  </a:cubicBezTo>
                  <a:close/>
                </a:path>
              </a:pathLst>
            </a:custGeom>
            <a:grpFill/>
            <a:ln>
              <a:noFill/>
            </a:ln>
          </p:spPr>
          <p:txBody>
            <a:bodyPr spcFirstLastPara="1" wrap="square" lIns="62728" tIns="62728" rIns="62728" bIns="62728" anchor="ctr" anchorCtr="0">
              <a:noAutofit/>
            </a:bodyPr>
            <a:lstStyle/>
            <a:p>
              <a:endParaRPr sz="764"/>
            </a:p>
          </p:txBody>
        </p:sp>
        <p:sp>
          <p:nvSpPr>
            <p:cNvPr id="119" name="Google Shape;8757;p68">
              <a:extLst>
                <a:ext uri="{FF2B5EF4-FFF2-40B4-BE49-F238E27FC236}">
                  <a16:creationId xmlns:a16="http://schemas.microsoft.com/office/drawing/2014/main" id="{F0A805A8-C603-41EA-A061-7D259ADA8983}"/>
                </a:ext>
              </a:extLst>
            </p:cNvPr>
            <p:cNvSpPr/>
            <p:nvPr/>
          </p:nvSpPr>
          <p:spPr>
            <a:xfrm>
              <a:off x="6201225" y="2762575"/>
              <a:ext cx="52775" cy="49650"/>
            </a:xfrm>
            <a:custGeom>
              <a:avLst/>
              <a:gdLst/>
              <a:ahLst/>
              <a:cxnLst/>
              <a:rect l="l" t="t" r="r" b="b"/>
              <a:pathLst>
                <a:path w="2111" h="1986" extrusionOk="0">
                  <a:moveTo>
                    <a:pt x="406" y="1"/>
                  </a:moveTo>
                  <a:cubicBezTo>
                    <a:pt x="315" y="1"/>
                    <a:pt x="221" y="32"/>
                    <a:pt x="158" y="95"/>
                  </a:cubicBezTo>
                  <a:cubicBezTo>
                    <a:pt x="63" y="190"/>
                    <a:pt x="63" y="442"/>
                    <a:pt x="158" y="568"/>
                  </a:cubicBezTo>
                  <a:lnTo>
                    <a:pt x="599" y="977"/>
                  </a:lnTo>
                  <a:lnTo>
                    <a:pt x="158" y="1418"/>
                  </a:lnTo>
                  <a:cubicBezTo>
                    <a:pt x="0" y="1544"/>
                    <a:pt x="0" y="1733"/>
                    <a:pt x="158" y="1891"/>
                  </a:cubicBezTo>
                  <a:cubicBezTo>
                    <a:pt x="221" y="1954"/>
                    <a:pt x="315" y="1985"/>
                    <a:pt x="406" y="1985"/>
                  </a:cubicBezTo>
                  <a:cubicBezTo>
                    <a:pt x="496" y="1985"/>
                    <a:pt x="583" y="1954"/>
                    <a:pt x="630" y="1891"/>
                  </a:cubicBezTo>
                  <a:lnTo>
                    <a:pt x="1071" y="1450"/>
                  </a:lnTo>
                  <a:lnTo>
                    <a:pt x="1512" y="1891"/>
                  </a:lnTo>
                  <a:cubicBezTo>
                    <a:pt x="1575" y="1954"/>
                    <a:pt x="1662" y="1985"/>
                    <a:pt x="1749" y="1985"/>
                  </a:cubicBezTo>
                  <a:cubicBezTo>
                    <a:pt x="1835" y="1985"/>
                    <a:pt x="1922" y="1954"/>
                    <a:pt x="1985" y="1891"/>
                  </a:cubicBezTo>
                  <a:cubicBezTo>
                    <a:pt x="2111" y="1765"/>
                    <a:pt x="2111" y="1544"/>
                    <a:pt x="1985" y="1418"/>
                  </a:cubicBezTo>
                  <a:lnTo>
                    <a:pt x="1544" y="977"/>
                  </a:lnTo>
                  <a:lnTo>
                    <a:pt x="1985" y="568"/>
                  </a:lnTo>
                  <a:cubicBezTo>
                    <a:pt x="2111" y="442"/>
                    <a:pt x="2111" y="190"/>
                    <a:pt x="1985" y="95"/>
                  </a:cubicBezTo>
                  <a:cubicBezTo>
                    <a:pt x="1922" y="32"/>
                    <a:pt x="1835" y="1"/>
                    <a:pt x="1749" y="1"/>
                  </a:cubicBezTo>
                  <a:cubicBezTo>
                    <a:pt x="1662" y="1"/>
                    <a:pt x="1575" y="32"/>
                    <a:pt x="1512" y="95"/>
                  </a:cubicBezTo>
                  <a:lnTo>
                    <a:pt x="1071" y="505"/>
                  </a:lnTo>
                  <a:lnTo>
                    <a:pt x="630" y="95"/>
                  </a:lnTo>
                  <a:cubicBezTo>
                    <a:pt x="583" y="32"/>
                    <a:pt x="496" y="1"/>
                    <a:pt x="406" y="1"/>
                  </a:cubicBezTo>
                  <a:close/>
                </a:path>
              </a:pathLst>
            </a:custGeom>
            <a:grpFill/>
            <a:ln>
              <a:noFill/>
            </a:ln>
          </p:spPr>
          <p:txBody>
            <a:bodyPr spcFirstLastPara="1" wrap="square" lIns="62728" tIns="62728" rIns="62728" bIns="62728" anchor="ctr" anchorCtr="0">
              <a:noAutofit/>
            </a:bodyPr>
            <a:lstStyle/>
            <a:p>
              <a:endParaRPr sz="764"/>
            </a:p>
          </p:txBody>
        </p:sp>
        <p:sp>
          <p:nvSpPr>
            <p:cNvPr id="120" name="Google Shape;8758;p68">
              <a:extLst>
                <a:ext uri="{FF2B5EF4-FFF2-40B4-BE49-F238E27FC236}">
                  <a16:creationId xmlns:a16="http://schemas.microsoft.com/office/drawing/2014/main" id="{DF772C77-7726-4602-90F2-BDA03CF98419}"/>
                </a:ext>
              </a:extLst>
            </p:cNvPr>
            <p:cNvSpPr/>
            <p:nvPr/>
          </p:nvSpPr>
          <p:spPr>
            <a:xfrm>
              <a:off x="6308325" y="2882300"/>
              <a:ext cx="51225" cy="49650"/>
            </a:xfrm>
            <a:custGeom>
              <a:avLst/>
              <a:gdLst/>
              <a:ahLst/>
              <a:cxnLst/>
              <a:rect l="l" t="t" r="r" b="b"/>
              <a:pathLst>
                <a:path w="2049" h="1986" extrusionOk="0">
                  <a:moveTo>
                    <a:pt x="363" y="0"/>
                  </a:moveTo>
                  <a:cubicBezTo>
                    <a:pt x="276" y="0"/>
                    <a:pt x="190" y="32"/>
                    <a:pt x="127" y="95"/>
                  </a:cubicBezTo>
                  <a:cubicBezTo>
                    <a:pt x="1" y="221"/>
                    <a:pt x="1" y="441"/>
                    <a:pt x="127" y="567"/>
                  </a:cubicBezTo>
                  <a:lnTo>
                    <a:pt x="568" y="1009"/>
                  </a:lnTo>
                  <a:lnTo>
                    <a:pt x="127" y="1450"/>
                  </a:lnTo>
                  <a:cubicBezTo>
                    <a:pt x="1" y="1544"/>
                    <a:pt x="1" y="1796"/>
                    <a:pt x="127" y="1891"/>
                  </a:cubicBezTo>
                  <a:cubicBezTo>
                    <a:pt x="190" y="1954"/>
                    <a:pt x="276" y="1985"/>
                    <a:pt x="363" y="1985"/>
                  </a:cubicBezTo>
                  <a:cubicBezTo>
                    <a:pt x="450" y="1985"/>
                    <a:pt x="536" y="1954"/>
                    <a:pt x="599" y="1891"/>
                  </a:cubicBezTo>
                  <a:lnTo>
                    <a:pt x="1040" y="1481"/>
                  </a:lnTo>
                  <a:lnTo>
                    <a:pt x="1481" y="1891"/>
                  </a:lnTo>
                  <a:cubicBezTo>
                    <a:pt x="1529" y="1954"/>
                    <a:pt x="1615" y="1985"/>
                    <a:pt x="1706" y="1985"/>
                  </a:cubicBezTo>
                  <a:cubicBezTo>
                    <a:pt x="1797" y="1985"/>
                    <a:pt x="1891" y="1954"/>
                    <a:pt x="1954" y="1891"/>
                  </a:cubicBezTo>
                  <a:cubicBezTo>
                    <a:pt x="2049" y="1796"/>
                    <a:pt x="2049" y="1544"/>
                    <a:pt x="1954" y="1450"/>
                  </a:cubicBezTo>
                  <a:lnTo>
                    <a:pt x="1513" y="1009"/>
                  </a:lnTo>
                  <a:lnTo>
                    <a:pt x="1954" y="567"/>
                  </a:lnTo>
                  <a:cubicBezTo>
                    <a:pt x="2049" y="441"/>
                    <a:pt x="2049" y="252"/>
                    <a:pt x="1954" y="95"/>
                  </a:cubicBezTo>
                  <a:cubicBezTo>
                    <a:pt x="1891" y="32"/>
                    <a:pt x="1804" y="0"/>
                    <a:pt x="1718" y="0"/>
                  </a:cubicBezTo>
                  <a:cubicBezTo>
                    <a:pt x="1631" y="0"/>
                    <a:pt x="1544" y="32"/>
                    <a:pt x="1481" y="95"/>
                  </a:cubicBezTo>
                  <a:lnTo>
                    <a:pt x="1040" y="536"/>
                  </a:lnTo>
                  <a:lnTo>
                    <a:pt x="599" y="95"/>
                  </a:lnTo>
                  <a:cubicBezTo>
                    <a:pt x="536" y="32"/>
                    <a:pt x="450" y="0"/>
                    <a:pt x="363" y="0"/>
                  </a:cubicBezTo>
                  <a:close/>
                </a:path>
              </a:pathLst>
            </a:custGeom>
            <a:grpFill/>
            <a:ln>
              <a:noFill/>
            </a:ln>
          </p:spPr>
          <p:txBody>
            <a:bodyPr spcFirstLastPara="1" wrap="square" lIns="62728" tIns="62728" rIns="62728" bIns="62728" anchor="ctr" anchorCtr="0">
              <a:noAutofit/>
            </a:bodyPr>
            <a:lstStyle/>
            <a:p>
              <a:endParaRPr sz="764"/>
            </a:p>
          </p:txBody>
        </p:sp>
        <p:sp>
          <p:nvSpPr>
            <p:cNvPr id="121" name="Google Shape;8759;p68">
              <a:extLst>
                <a:ext uri="{FF2B5EF4-FFF2-40B4-BE49-F238E27FC236}">
                  <a16:creationId xmlns:a16="http://schemas.microsoft.com/office/drawing/2014/main" id="{49D03242-9B4D-4C6E-B2FD-A3D8750BCFBB}"/>
                </a:ext>
              </a:extLst>
            </p:cNvPr>
            <p:cNvSpPr/>
            <p:nvPr/>
          </p:nvSpPr>
          <p:spPr>
            <a:xfrm>
              <a:off x="6200425" y="2759425"/>
              <a:ext cx="156775" cy="174875"/>
            </a:xfrm>
            <a:custGeom>
              <a:avLst/>
              <a:gdLst/>
              <a:ahLst/>
              <a:cxnLst/>
              <a:rect l="l" t="t" r="r" b="b"/>
              <a:pathLst>
                <a:path w="6271" h="6995" extrusionOk="0">
                  <a:moveTo>
                    <a:pt x="1103" y="5609"/>
                  </a:moveTo>
                  <a:cubicBezTo>
                    <a:pt x="1292" y="5609"/>
                    <a:pt x="1450" y="5766"/>
                    <a:pt x="1450" y="5955"/>
                  </a:cubicBezTo>
                  <a:cubicBezTo>
                    <a:pt x="1450" y="6144"/>
                    <a:pt x="1292" y="6302"/>
                    <a:pt x="1103" y="6302"/>
                  </a:cubicBezTo>
                  <a:cubicBezTo>
                    <a:pt x="914" y="6302"/>
                    <a:pt x="757" y="6144"/>
                    <a:pt x="757" y="5955"/>
                  </a:cubicBezTo>
                  <a:cubicBezTo>
                    <a:pt x="757" y="5766"/>
                    <a:pt x="914" y="5609"/>
                    <a:pt x="1103" y="5609"/>
                  </a:cubicBezTo>
                  <a:close/>
                  <a:moveTo>
                    <a:pt x="5325" y="1"/>
                  </a:moveTo>
                  <a:cubicBezTo>
                    <a:pt x="5230" y="1"/>
                    <a:pt x="5136" y="64"/>
                    <a:pt x="5073" y="127"/>
                  </a:cubicBezTo>
                  <a:lnTo>
                    <a:pt x="4380" y="851"/>
                  </a:lnTo>
                  <a:cubicBezTo>
                    <a:pt x="4254" y="946"/>
                    <a:pt x="4254" y="1198"/>
                    <a:pt x="4380" y="1324"/>
                  </a:cubicBezTo>
                  <a:cubicBezTo>
                    <a:pt x="4443" y="1371"/>
                    <a:pt x="4529" y="1395"/>
                    <a:pt x="4616" y="1395"/>
                  </a:cubicBezTo>
                  <a:cubicBezTo>
                    <a:pt x="4703" y="1395"/>
                    <a:pt x="4789" y="1371"/>
                    <a:pt x="4852" y="1324"/>
                  </a:cubicBezTo>
                  <a:lnTo>
                    <a:pt x="4978" y="1198"/>
                  </a:lnTo>
                  <a:lnTo>
                    <a:pt x="4978" y="2458"/>
                  </a:lnTo>
                  <a:cubicBezTo>
                    <a:pt x="4978" y="2647"/>
                    <a:pt x="4821" y="2805"/>
                    <a:pt x="4600" y="2805"/>
                  </a:cubicBezTo>
                  <a:lnTo>
                    <a:pt x="1765" y="2805"/>
                  </a:lnTo>
                  <a:cubicBezTo>
                    <a:pt x="1513" y="2805"/>
                    <a:pt x="1229" y="2931"/>
                    <a:pt x="1040" y="3120"/>
                  </a:cubicBezTo>
                  <a:cubicBezTo>
                    <a:pt x="820" y="3309"/>
                    <a:pt x="725" y="3592"/>
                    <a:pt x="725" y="3876"/>
                  </a:cubicBezTo>
                  <a:lnTo>
                    <a:pt x="725" y="4978"/>
                  </a:lnTo>
                  <a:cubicBezTo>
                    <a:pt x="316" y="5136"/>
                    <a:pt x="1" y="5482"/>
                    <a:pt x="1" y="5955"/>
                  </a:cubicBezTo>
                  <a:cubicBezTo>
                    <a:pt x="1" y="6554"/>
                    <a:pt x="473" y="6995"/>
                    <a:pt x="1040" y="6995"/>
                  </a:cubicBezTo>
                  <a:cubicBezTo>
                    <a:pt x="1607" y="6995"/>
                    <a:pt x="2048" y="6522"/>
                    <a:pt x="2048" y="5955"/>
                  </a:cubicBezTo>
                  <a:cubicBezTo>
                    <a:pt x="2048" y="5514"/>
                    <a:pt x="1765" y="5136"/>
                    <a:pt x="1355" y="4978"/>
                  </a:cubicBezTo>
                  <a:lnTo>
                    <a:pt x="1355" y="3876"/>
                  </a:lnTo>
                  <a:cubicBezTo>
                    <a:pt x="1355" y="3687"/>
                    <a:pt x="1513" y="3529"/>
                    <a:pt x="1702" y="3529"/>
                  </a:cubicBezTo>
                  <a:lnTo>
                    <a:pt x="4537" y="3529"/>
                  </a:lnTo>
                  <a:cubicBezTo>
                    <a:pt x="5136" y="3529"/>
                    <a:pt x="5545" y="3057"/>
                    <a:pt x="5545" y="2490"/>
                  </a:cubicBezTo>
                  <a:lnTo>
                    <a:pt x="5545" y="1229"/>
                  </a:lnTo>
                  <a:lnTo>
                    <a:pt x="5671" y="1355"/>
                  </a:lnTo>
                  <a:cubicBezTo>
                    <a:pt x="5734" y="1418"/>
                    <a:pt x="5821" y="1450"/>
                    <a:pt x="5908" y="1450"/>
                  </a:cubicBezTo>
                  <a:cubicBezTo>
                    <a:pt x="5994" y="1450"/>
                    <a:pt x="6081" y="1418"/>
                    <a:pt x="6144" y="1355"/>
                  </a:cubicBezTo>
                  <a:cubicBezTo>
                    <a:pt x="6270" y="1229"/>
                    <a:pt x="6270" y="1009"/>
                    <a:pt x="6144" y="883"/>
                  </a:cubicBezTo>
                  <a:lnTo>
                    <a:pt x="5545" y="127"/>
                  </a:lnTo>
                  <a:cubicBezTo>
                    <a:pt x="5482" y="64"/>
                    <a:pt x="5388" y="1"/>
                    <a:pt x="5325" y="1"/>
                  </a:cubicBezTo>
                  <a:close/>
                </a:path>
              </a:pathLst>
            </a:custGeom>
            <a:grpFill/>
            <a:ln>
              <a:noFill/>
            </a:ln>
          </p:spPr>
          <p:txBody>
            <a:bodyPr spcFirstLastPara="1" wrap="square" lIns="62728" tIns="62728" rIns="62728" bIns="62728" anchor="ctr" anchorCtr="0">
              <a:noAutofit/>
            </a:bodyPr>
            <a:lstStyle/>
            <a:p>
              <a:endParaRPr sz="764"/>
            </a:p>
          </p:txBody>
        </p:sp>
        <p:sp>
          <p:nvSpPr>
            <p:cNvPr id="122" name="Google Shape;8760;p68">
              <a:extLst>
                <a:ext uri="{FF2B5EF4-FFF2-40B4-BE49-F238E27FC236}">
                  <a16:creationId xmlns:a16="http://schemas.microsoft.com/office/drawing/2014/main" id="{C67291BD-52D9-478F-B12A-AFF542E1FBAF}"/>
                </a:ext>
              </a:extLst>
            </p:cNvPr>
            <p:cNvSpPr/>
            <p:nvPr/>
          </p:nvSpPr>
          <p:spPr>
            <a:xfrm>
              <a:off x="6412300" y="2742900"/>
              <a:ext cx="52800" cy="208725"/>
            </a:xfrm>
            <a:custGeom>
              <a:avLst/>
              <a:gdLst/>
              <a:ahLst/>
              <a:cxnLst/>
              <a:rect l="l" t="t" r="r" b="b"/>
              <a:pathLst>
                <a:path w="2112" h="8349" extrusionOk="0">
                  <a:moveTo>
                    <a:pt x="1009" y="662"/>
                  </a:moveTo>
                  <a:cubicBezTo>
                    <a:pt x="1229" y="662"/>
                    <a:pt x="1387" y="819"/>
                    <a:pt x="1387" y="1040"/>
                  </a:cubicBezTo>
                  <a:lnTo>
                    <a:pt x="1387" y="1386"/>
                  </a:lnTo>
                  <a:lnTo>
                    <a:pt x="662" y="1386"/>
                  </a:lnTo>
                  <a:lnTo>
                    <a:pt x="662" y="1040"/>
                  </a:lnTo>
                  <a:cubicBezTo>
                    <a:pt x="662" y="819"/>
                    <a:pt x="820" y="662"/>
                    <a:pt x="1009" y="662"/>
                  </a:cubicBezTo>
                  <a:close/>
                  <a:moveTo>
                    <a:pt x="1387" y="2048"/>
                  </a:moveTo>
                  <a:lnTo>
                    <a:pt x="1387" y="6017"/>
                  </a:lnTo>
                  <a:cubicBezTo>
                    <a:pt x="1261" y="5986"/>
                    <a:pt x="1142" y="5970"/>
                    <a:pt x="1024" y="5970"/>
                  </a:cubicBezTo>
                  <a:cubicBezTo>
                    <a:pt x="906" y="5970"/>
                    <a:pt x="788" y="5986"/>
                    <a:pt x="662" y="6017"/>
                  </a:cubicBezTo>
                  <a:lnTo>
                    <a:pt x="662" y="2048"/>
                  </a:lnTo>
                  <a:close/>
                  <a:moveTo>
                    <a:pt x="1009" y="6711"/>
                  </a:moveTo>
                  <a:cubicBezTo>
                    <a:pt x="1103" y="6711"/>
                    <a:pt x="1166" y="6711"/>
                    <a:pt x="1261" y="6742"/>
                  </a:cubicBezTo>
                  <a:lnTo>
                    <a:pt x="1009" y="7246"/>
                  </a:lnTo>
                  <a:lnTo>
                    <a:pt x="788" y="6742"/>
                  </a:lnTo>
                  <a:cubicBezTo>
                    <a:pt x="851" y="6711"/>
                    <a:pt x="946" y="6711"/>
                    <a:pt x="1009" y="6711"/>
                  </a:cubicBezTo>
                  <a:close/>
                  <a:moveTo>
                    <a:pt x="1009" y="0"/>
                  </a:moveTo>
                  <a:cubicBezTo>
                    <a:pt x="441" y="0"/>
                    <a:pt x="0" y="473"/>
                    <a:pt x="0" y="1040"/>
                  </a:cubicBezTo>
                  <a:lnTo>
                    <a:pt x="0" y="6616"/>
                  </a:lnTo>
                  <a:cubicBezTo>
                    <a:pt x="0" y="6648"/>
                    <a:pt x="0" y="6742"/>
                    <a:pt x="32" y="6774"/>
                  </a:cubicBezTo>
                  <a:lnTo>
                    <a:pt x="757" y="8160"/>
                  </a:lnTo>
                  <a:cubicBezTo>
                    <a:pt x="788" y="8286"/>
                    <a:pt x="946" y="8349"/>
                    <a:pt x="1040" y="8349"/>
                  </a:cubicBezTo>
                  <a:cubicBezTo>
                    <a:pt x="1166" y="8349"/>
                    <a:pt x="1292" y="8286"/>
                    <a:pt x="1355" y="8160"/>
                  </a:cubicBezTo>
                  <a:lnTo>
                    <a:pt x="2080" y="6774"/>
                  </a:lnTo>
                  <a:cubicBezTo>
                    <a:pt x="2111" y="6742"/>
                    <a:pt x="2111" y="6648"/>
                    <a:pt x="2111" y="6616"/>
                  </a:cubicBezTo>
                  <a:lnTo>
                    <a:pt x="2111" y="1040"/>
                  </a:lnTo>
                  <a:cubicBezTo>
                    <a:pt x="2048" y="473"/>
                    <a:pt x="1576" y="0"/>
                    <a:pt x="100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3" name="Google Shape;8761;p68">
            <a:extLst>
              <a:ext uri="{FF2B5EF4-FFF2-40B4-BE49-F238E27FC236}">
                <a16:creationId xmlns:a16="http://schemas.microsoft.com/office/drawing/2014/main" id="{CD6E3E9D-C9BB-421C-B8F9-C4E7D39D1F7D}"/>
              </a:ext>
            </a:extLst>
          </p:cNvPr>
          <p:cNvGrpSpPr/>
          <p:nvPr/>
        </p:nvGrpSpPr>
        <p:grpSpPr>
          <a:xfrm>
            <a:off x="1391813" y="4138848"/>
            <a:ext cx="225777" cy="227578"/>
            <a:chOff x="1777925" y="1953700"/>
            <a:chExt cx="294600" cy="296950"/>
          </a:xfrm>
          <a:solidFill>
            <a:schemeClr val="tx1"/>
          </a:solidFill>
        </p:grpSpPr>
        <p:sp>
          <p:nvSpPr>
            <p:cNvPr id="114" name="Google Shape;8762;p68">
              <a:extLst>
                <a:ext uri="{FF2B5EF4-FFF2-40B4-BE49-F238E27FC236}">
                  <a16:creationId xmlns:a16="http://schemas.microsoft.com/office/drawing/2014/main" id="{128B316E-68C3-49F8-838A-82BBBC466945}"/>
                </a:ext>
              </a:extLst>
            </p:cNvPr>
            <p:cNvSpPr/>
            <p:nvPr/>
          </p:nvSpPr>
          <p:spPr>
            <a:xfrm>
              <a:off x="1794450" y="2052125"/>
              <a:ext cx="278075" cy="198525"/>
            </a:xfrm>
            <a:custGeom>
              <a:avLst/>
              <a:gdLst/>
              <a:ahLst/>
              <a:cxnLst/>
              <a:rect l="l" t="t" r="r" b="b"/>
              <a:pathLst>
                <a:path w="11123" h="7941" extrusionOk="0">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grpFill/>
            <a:ln>
              <a:noFill/>
            </a:ln>
          </p:spPr>
          <p:txBody>
            <a:bodyPr spcFirstLastPara="1" wrap="square" lIns="62728" tIns="62728" rIns="62728" bIns="62728" anchor="ctr" anchorCtr="0">
              <a:noAutofit/>
            </a:bodyPr>
            <a:lstStyle/>
            <a:p>
              <a:endParaRPr sz="764"/>
            </a:p>
          </p:txBody>
        </p:sp>
        <p:sp>
          <p:nvSpPr>
            <p:cNvPr id="115" name="Google Shape;8763;p68">
              <a:extLst>
                <a:ext uri="{FF2B5EF4-FFF2-40B4-BE49-F238E27FC236}">
                  <a16:creationId xmlns:a16="http://schemas.microsoft.com/office/drawing/2014/main" id="{AE948331-74BB-4C27-AE33-D210AA7400F6}"/>
                </a:ext>
              </a:extLst>
            </p:cNvPr>
            <p:cNvSpPr/>
            <p:nvPr/>
          </p:nvSpPr>
          <p:spPr>
            <a:xfrm>
              <a:off x="1777925" y="1953700"/>
              <a:ext cx="278050" cy="198675"/>
            </a:xfrm>
            <a:custGeom>
              <a:avLst/>
              <a:gdLst/>
              <a:ahLst/>
              <a:cxnLst/>
              <a:rect l="l" t="t" r="r" b="b"/>
              <a:pathLst>
                <a:path w="11122" h="7947" extrusionOk="0">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grpFill/>
            <a:ln>
              <a:noFill/>
            </a:ln>
          </p:spPr>
          <p:txBody>
            <a:bodyPr spcFirstLastPara="1" wrap="square" lIns="62728" tIns="62728" rIns="62728" bIns="62728" anchor="ctr" anchorCtr="0">
              <a:noAutofit/>
            </a:bodyPr>
            <a:lstStyle/>
            <a:p>
              <a:endParaRPr sz="764"/>
            </a:p>
          </p:txBody>
        </p:sp>
        <p:sp>
          <p:nvSpPr>
            <p:cNvPr id="116" name="Google Shape;8764;p68">
              <a:extLst>
                <a:ext uri="{FF2B5EF4-FFF2-40B4-BE49-F238E27FC236}">
                  <a16:creationId xmlns:a16="http://schemas.microsoft.com/office/drawing/2014/main" id="{F0311B3E-99ED-45DA-B980-EFD77F55EEF7}"/>
                </a:ext>
              </a:extLst>
            </p:cNvPr>
            <p:cNvSpPr/>
            <p:nvPr/>
          </p:nvSpPr>
          <p:spPr>
            <a:xfrm>
              <a:off x="1829125" y="2006475"/>
              <a:ext cx="191400" cy="191400"/>
            </a:xfrm>
            <a:custGeom>
              <a:avLst/>
              <a:gdLst/>
              <a:ahLst/>
              <a:cxnLst/>
              <a:rect l="l" t="t" r="r" b="b"/>
              <a:pathLst>
                <a:path w="7656" h="7656" extrusionOk="0">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grpFill/>
            <a:ln>
              <a:noFill/>
            </a:ln>
          </p:spPr>
          <p:txBody>
            <a:bodyPr spcFirstLastPara="1" wrap="square" lIns="62728" tIns="62728" rIns="62728" bIns="62728" anchor="ctr" anchorCtr="0">
              <a:noAutofit/>
            </a:bodyPr>
            <a:lstStyle/>
            <a:p>
              <a:endParaRPr sz="764"/>
            </a:p>
          </p:txBody>
        </p:sp>
        <p:sp>
          <p:nvSpPr>
            <p:cNvPr id="117" name="Google Shape;8765;p68">
              <a:extLst>
                <a:ext uri="{FF2B5EF4-FFF2-40B4-BE49-F238E27FC236}">
                  <a16:creationId xmlns:a16="http://schemas.microsoft.com/office/drawing/2014/main" id="{F44A2274-207A-4C82-B2FF-8AC2C62CE449}"/>
                </a:ext>
              </a:extLst>
            </p:cNvPr>
            <p:cNvSpPr/>
            <p:nvPr/>
          </p:nvSpPr>
          <p:spPr>
            <a:xfrm>
              <a:off x="1915750" y="2058450"/>
              <a:ext cx="35475" cy="52800"/>
            </a:xfrm>
            <a:custGeom>
              <a:avLst/>
              <a:gdLst/>
              <a:ahLst/>
              <a:cxnLst/>
              <a:rect l="l" t="t" r="r" b="b"/>
              <a:pathLst>
                <a:path w="1419" h="2112" extrusionOk="0">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4" name="Google Shape;8766;p68">
            <a:extLst>
              <a:ext uri="{FF2B5EF4-FFF2-40B4-BE49-F238E27FC236}">
                <a16:creationId xmlns:a16="http://schemas.microsoft.com/office/drawing/2014/main" id="{9265AA6E-9265-4363-936C-4D502D4770AC}"/>
              </a:ext>
            </a:extLst>
          </p:cNvPr>
          <p:cNvGrpSpPr/>
          <p:nvPr/>
        </p:nvGrpSpPr>
        <p:grpSpPr>
          <a:xfrm>
            <a:off x="1402083" y="4408663"/>
            <a:ext cx="205238" cy="225777"/>
            <a:chOff x="1790525" y="2319150"/>
            <a:chExt cx="267800" cy="294600"/>
          </a:xfrm>
          <a:solidFill>
            <a:schemeClr val="tx1"/>
          </a:solidFill>
        </p:grpSpPr>
        <p:sp>
          <p:nvSpPr>
            <p:cNvPr id="112" name="Google Shape;8767;p68">
              <a:extLst>
                <a:ext uri="{FF2B5EF4-FFF2-40B4-BE49-F238E27FC236}">
                  <a16:creationId xmlns:a16="http://schemas.microsoft.com/office/drawing/2014/main" id="{168125E5-A2A5-4920-9250-8EF4AD8FAD97}"/>
                </a:ext>
              </a:extLst>
            </p:cNvPr>
            <p:cNvSpPr/>
            <p:nvPr/>
          </p:nvSpPr>
          <p:spPr>
            <a:xfrm>
              <a:off x="1881100" y="2423125"/>
              <a:ext cx="88225" cy="155175"/>
            </a:xfrm>
            <a:custGeom>
              <a:avLst/>
              <a:gdLst/>
              <a:ahLst/>
              <a:cxnLst/>
              <a:rect l="l" t="t" r="r" b="b"/>
              <a:pathLst>
                <a:path w="3529" h="6207" extrusionOk="0">
                  <a:moveTo>
                    <a:pt x="1418" y="1323"/>
                  </a:moveTo>
                  <a:lnTo>
                    <a:pt x="1418" y="2741"/>
                  </a:lnTo>
                  <a:lnTo>
                    <a:pt x="1072" y="2741"/>
                  </a:lnTo>
                  <a:cubicBezTo>
                    <a:pt x="882" y="2741"/>
                    <a:pt x="725" y="2583"/>
                    <a:pt x="725" y="2394"/>
                  </a:cubicBezTo>
                  <a:lnTo>
                    <a:pt x="725" y="1701"/>
                  </a:lnTo>
                  <a:cubicBezTo>
                    <a:pt x="725" y="1481"/>
                    <a:pt x="882" y="1323"/>
                    <a:pt x="1072" y="1323"/>
                  </a:cubicBezTo>
                  <a:close/>
                  <a:moveTo>
                    <a:pt x="2458" y="3466"/>
                  </a:moveTo>
                  <a:cubicBezTo>
                    <a:pt x="2647" y="3466"/>
                    <a:pt x="2804" y="3623"/>
                    <a:pt x="2804" y="3812"/>
                  </a:cubicBezTo>
                  <a:lnTo>
                    <a:pt x="2804" y="4537"/>
                  </a:lnTo>
                  <a:cubicBezTo>
                    <a:pt x="2804" y="4726"/>
                    <a:pt x="2647" y="4883"/>
                    <a:pt x="2458" y="4883"/>
                  </a:cubicBezTo>
                  <a:lnTo>
                    <a:pt x="2111" y="4883"/>
                  </a:lnTo>
                  <a:lnTo>
                    <a:pt x="2111" y="3466"/>
                  </a:lnTo>
                  <a:close/>
                  <a:moveTo>
                    <a:pt x="1796" y="0"/>
                  </a:moveTo>
                  <a:cubicBezTo>
                    <a:pt x="1576" y="0"/>
                    <a:pt x="1418" y="158"/>
                    <a:pt x="1418" y="347"/>
                  </a:cubicBezTo>
                  <a:lnTo>
                    <a:pt x="1418" y="693"/>
                  </a:lnTo>
                  <a:lnTo>
                    <a:pt x="1072" y="693"/>
                  </a:lnTo>
                  <a:cubicBezTo>
                    <a:pt x="473" y="693"/>
                    <a:pt x="63" y="1166"/>
                    <a:pt x="63" y="1733"/>
                  </a:cubicBezTo>
                  <a:lnTo>
                    <a:pt x="63" y="2426"/>
                  </a:lnTo>
                  <a:cubicBezTo>
                    <a:pt x="63" y="3025"/>
                    <a:pt x="536" y="3466"/>
                    <a:pt x="1072" y="3466"/>
                  </a:cubicBezTo>
                  <a:lnTo>
                    <a:pt x="1418" y="3466"/>
                  </a:lnTo>
                  <a:lnTo>
                    <a:pt x="1418" y="4852"/>
                  </a:lnTo>
                  <a:lnTo>
                    <a:pt x="1072" y="4852"/>
                  </a:lnTo>
                  <a:cubicBezTo>
                    <a:pt x="882" y="4852"/>
                    <a:pt x="725" y="4694"/>
                    <a:pt x="725" y="4474"/>
                  </a:cubicBezTo>
                  <a:cubicBezTo>
                    <a:pt x="725" y="4285"/>
                    <a:pt x="567" y="4127"/>
                    <a:pt x="378" y="4127"/>
                  </a:cubicBezTo>
                  <a:cubicBezTo>
                    <a:pt x="158" y="4127"/>
                    <a:pt x="0" y="4285"/>
                    <a:pt x="0" y="4474"/>
                  </a:cubicBezTo>
                  <a:cubicBezTo>
                    <a:pt x="0" y="5072"/>
                    <a:pt x="473" y="5513"/>
                    <a:pt x="1040" y="5513"/>
                  </a:cubicBezTo>
                  <a:lnTo>
                    <a:pt x="1387" y="5513"/>
                  </a:lnTo>
                  <a:lnTo>
                    <a:pt x="1387" y="5860"/>
                  </a:lnTo>
                  <a:cubicBezTo>
                    <a:pt x="1387" y="6049"/>
                    <a:pt x="1544" y="6207"/>
                    <a:pt x="1733" y="6207"/>
                  </a:cubicBezTo>
                  <a:cubicBezTo>
                    <a:pt x="1954" y="6207"/>
                    <a:pt x="2111" y="6049"/>
                    <a:pt x="2111" y="5860"/>
                  </a:cubicBezTo>
                  <a:lnTo>
                    <a:pt x="2111" y="5545"/>
                  </a:lnTo>
                  <a:lnTo>
                    <a:pt x="2458" y="5545"/>
                  </a:lnTo>
                  <a:cubicBezTo>
                    <a:pt x="3056" y="5545"/>
                    <a:pt x="3466" y="5072"/>
                    <a:pt x="3466" y="4537"/>
                  </a:cubicBezTo>
                  <a:lnTo>
                    <a:pt x="3466" y="3812"/>
                  </a:lnTo>
                  <a:cubicBezTo>
                    <a:pt x="3466" y="3214"/>
                    <a:pt x="2993" y="2804"/>
                    <a:pt x="2458" y="2804"/>
                  </a:cubicBezTo>
                  <a:lnTo>
                    <a:pt x="2111" y="2804"/>
                  </a:lnTo>
                  <a:lnTo>
                    <a:pt x="2111" y="1386"/>
                  </a:lnTo>
                  <a:lnTo>
                    <a:pt x="2458" y="1386"/>
                  </a:lnTo>
                  <a:cubicBezTo>
                    <a:pt x="2647" y="1386"/>
                    <a:pt x="2804" y="1544"/>
                    <a:pt x="2804" y="1733"/>
                  </a:cubicBezTo>
                  <a:cubicBezTo>
                    <a:pt x="2804" y="1922"/>
                    <a:pt x="2962" y="2079"/>
                    <a:pt x="3151" y="2079"/>
                  </a:cubicBezTo>
                  <a:cubicBezTo>
                    <a:pt x="3371" y="2079"/>
                    <a:pt x="3529" y="1922"/>
                    <a:pt x="3529" y="1733"/>
                  </a:cubicBezTo>
                  <a:cubicBezTo>
                    <a:pt x="3529" y="1134"/>
                    <a:pt x="3056" y="693"/>
                    <a:pt x="2489" y="693"/>
                  </a:cubicBezTo>
                  <a:lnTo>
                    <a:pt x="2143" y="693"/>
                  </a:lnTo>
                  <a:lnTo>
                    <a:pt x="2143" y="347"/>
                  </a:lnTo>
                  <a:cubicBezTo>
                    <a:pt x="2143" y="158"/>
                    <a:pt x="1985" y="0"/>
                    <a:pt x="1796" y="0"/>
                  </a:cubicBezTo>
                  <a:close/>
                </a:path>
              </a:pathLst>
            </a:custGeom>
            <a:grpFill/>
            <a:ln>
              <a:noFill/>
            </a:ln>
          </p:spPr>
          <p:txBody>
            <a:bodyPr spcFirstLastPara="1" wrap="square" lIns="62728" tIns="62728" rIns="62728" bIns="62728" anchor="ctr" anchorCtr="0">
              <a:noAutofit/>
            </a:bodyPr>
            <a:lstStyle/>
            <a:p>
              <a:endParaRPr sz="764"/>
            </a:p>
          </p:txBody>
        </p:sp>
        <p:sp>
          <p:nvSpPr>
            <p:cNvPr id="113" name="Google Shape;8768;p68">
              <a:extLst>
                <a:ext uri="{FF2B5EF4-FFF2-40B4-BE49-F238E27FC236}">
                  <a16:creationId xmlns:a16="http://schemas.microsoft.com/office/drawing/2014/main" id="{B412B028-4BDD-4A03-827A-C17B3C69CB5C}"/>
                </a:ext>
              </a:extLst>
            </p:cNvPr>
            <p:cNvSpPr/>
            <p:nvPr/>
          </p:nvSpPr>
          <p:spPr>
            <a:xfrm>
              <a:off x="1790525" y="2319150"/>
              <a:ext cx="267800" cy="294600"/>
            </a:xfrm>
            <a:custGeom>
              <a:avLst/>
              <a:gdLst/>
              <a:ahLst/>
              <a:cxnLst/>
              <a:rect l="l" t="t" r="r" b="b"/>
              <a:pathLst>
                <a:path w="10712" h="11784" extrusionOk="0">
                  <a:moveTo>
                    <a:pt x="6427" y="662"/>
                  </a:moveTo>
                  <a:cubicBezTo>
                    <a:pt x="6837" y="662"/>
                    <a:pt x="7152" y="977"/>
                    <a:pt x="7152" y="1355"/>
                  </a:cubicBezTo>
                  <a:cubicBezTo>
                    <a:pt x="7152" y="1765"/>
                    <a:pt x="6837" y="2080"/>
                    <a:pt x="6427" y="2080"/>
                  </a:cubicBezTo>
                  <a:lnTo>
                    <a:pt x="6427" y="1702"/>
                  </a:lnTo>
                  <a:cubicBezTo>
                    <a:pt x="6427" y="1513"/>
                    <a:pt x="6270" y="1355"/>
                    <a:pt x="6081" y="1355"/>
                  </a:cubicBezTo>
                  <a:lnTo>
                    <a:pt x="4695" y="1355"/>
                  </a:lnTo>
                  <a:cubicBezTo>
                    <a:pt x="4505" y="1355"/>
                    <a:pt x="4348" y="1513"/>
                    <a:pt x="4348" y="1702"/>
                  </a:cubicBezTo>
                  <a:lnTo>
                    <a:pt x="4348" y="2080"/>
                  </a:lnTo>
                  <a:cubicBezTo>
                    <a:pt x="3938" y="2017"/>
                    <a:pt x="3623" y="1765"/>
                    <a:pt x="3623" y="1355"/>
                  </a:cubicBezTo>
                  <a:cubicBezTo>
                    <a:pt x="3623" y="977"/>
                    <a:pt x="3938" y="662"/>
                    <a:pt x="4348" y="662"/>
                  </a:cubicBezTo>
                  <a:close/>
                  <a:moveTo>
                    <a:pt x="5734" y="2017"/>
                  </a:moveTo>
                  <a:lnTo>
                    <a:pt x="5734" y="2741"/>
                  </a:lnTo>
                  <a:lnTo>
                    <a:pt x="5010" y="2741"/>
                  </a:lnTo>
                  <a:lnTo>
                    <a:pt x="5010" y="2017"/>
                  </a:lnTo>
                  <a:close/>
                  <a:moveTo>
                    <a:pt x="1418" y="1985"/>
                  </a:moveTo>
                  <a:lnTo>
                    <a:pt x="1859" y="2489"/>
                  </a:lnTo>
                  <a:lnTo>
                    <a:pt x="1355" y="2930"/>
                  </a:lnTo>
                  <a:lnTo>
                    <a:pt x="914" y="2426"/>
                  </a:lnTo>
                  <a:lnTo>
                    <a:pt x="1418" y="1985"/>
                  </a:lnTo>
                  <a:close/>
                  <a:moveTo>
                    <a:pt x="9357" y="1985"/>
                  </a:moveTo>
                  <a:lnTo>
                    <a:pt x="9861" y="2426"/>
                  </a:lnTo>
                  <a:lnTo>
                    <a:pt x="9420" y="2930"/>
                  </a:lnTo>
                  <a:lnTo>
                    <a:pt x="8916" y="2489"/>
                  </a:lnTo>
                  <a:lnTo>
                    <a:pt x="9357" y="1985"/>
                  </a:lnTo>
                  <a:close/>
                  <a:moveTo>
                    <a:pt x="5356" y="3434"/>
                  </a:moveTo>
                  <a:cubicBezTo>
                    <a:pt x="7467" y="3434"/>
                    <a:pt x="9200" y="5167"/>
                    <a:pt x="9200" y="7278"/>
                  </a:cubicBezTo>
                  <a:cubicBezTo>
                    <a:pt x="9200" y="9389"/>
                    <a:pt x="7498" y="11090"/>
                    <a:pt x="5356" y="11090"/>
                  </a:cubicBezTo>
                  <a:cubicBezTo>
                    <a:pt x="3277" y="11090"/>
                    <a:pt x="1544" y="9357"/>
                    <a:pt x="1544" y="7278"/>
                  </a:cubicBezTo>
                  <a:cubicBezTo>
                    <a:pt x="1576" y="5136"/>
                    <a:pt x="3277" y="3434"/>
                    <a:pt x="5356" y="3434"/>
                  </a:cubicBezTo>
                  <a:close/>
                  <a:moveTo>
                    <a:pt x="4316" y="0"/>
                  </a:moveTo>
                  <a:cubicBezTo>
                    <a:pt x="3560" y="0"/>
                    <a:pt x="2930" y="631"/>
                    <a:pt x="2930" y="1387"/>
                  </a:cubicBezTo>
                  <a:cubicBezTo>
                    <a:pt x="2930" y="2143"/>
                    <a:pt x="3560" y="2773"/>
                    <a:pt x="4316" y="2773"/>
                  </a:cubicBezTo>
                  <a:lnTo>
                    <a:pt x="4316" y="2899"/>
                  </a:lnTo>
                  <a:cubicBezTo>
                    <a:pt x="3749" y="3025"/>
                    <a:pt x="3214" y="3277"/>
                    <a:pt x="2741" y="3592"/>
                  </a:cubicBezTo>
                  <a:lnTo>
                    <a:pt x="2269" y="3056"/>
                  </a:lnTo>
                  <a:lnTo>
                    <a:pt x="2521" y="2804"/>
                  </a:lnTo>
                  <a:cubicBezTo>
                    <a:pt x="2741" y="2678"/>
                    <a:pt x="2741" y="2458"/>
                    <a:pt x="2615" y="2332"/>
                  </a:cubicBezTo>
                  <a:lnTo>
                    <a:pt x="1702" y="1292"/>
                  </a:lnTo>
                  <a:cubicBezTo>
                    <a:pt x="1631" y="1203"/>
                    <a:pt x="1530" y="1165"/>
                    <a:pt x="1432" y="1165"/>
                  </a:cubicBezTo>
                  <a:cubicBezTo>
                    <a:pt x="1357" y="1165"/>
                    <a:pt x="1284" y="1188"/>
                    <a:pt x="1229" y="1229"/>
                  </a:cubicBezTo>
                  <a:lnTo>
                    <a:pt x="158" y="2143"/>
                  </a:lnTo>
                  <a:cubicBezTo>
                    <a:pt x="0" y="2269"/>
                    <a:pt x="0" y="2489"/>
                    <a:pt x="126" y="2615"/>
                  </a:cubicBezTo>
                  <a:lnTo>
                    <a:pt x="1040" y="3687"/>
                  </a:lnTo>
                  <a:cubicBezTo>
                    <a:pt x="1106" y="3770"/>
                    <a:pt x="1199" y="3809"/>
                    <a:pt x="1291" y="3809"/>
                  </a:cubicBezTo>
                  <a:cubicBezTo>
                    <a:pt x="1372" y="3809"/>
                    <a:pt x="1453" y="3778"/>
                    <a:pt x="1513" y="3718"/>
                  </a:cubicBezTo>
                  <a:lnTo>
                    <a:pt x="1796" y="3498"/>
                  </a:lnTo>
                  <a:lnTo>
                    <a:pt x="2269" y="4033"/>
                  </a:lnTo>
                  <a:cubicBezTo>
                    <a:pt x="1387" y="4852"/>
                    <a:pt x="882" y="6018"/>
                    <a:pt x="882" y="7278"/>
                  </a:cubicBezTo>
                  <a:cubicBezTo>
                    <a:pt x="882" y="9735"/>
                    <a:pt x="2899" y="11783"/>
                    <a:pt x="5356" y="11783"/>
                  </a:cubicBezTo>
                  <a:cubicBezTo>
                    <a:pt x="7845" y="11783"/>
                    <a:pt x="9861" y="9735"/>
                    <a:pt x="9861" y="7278"/>
                  </a:cubicBezTo>
                  <a:cubicBezTo>
                    <a:pt x="9861" y="6081"/>
                    <a:pt x="9389" y="4915"/>
                    <a:pt x="8475" y="4033"/>
                  </a:cubicBezTo>
                  <a:lnTo>
                    <a:pt x="8948" y="3498"/>
                  </a:lnTo>
                  <a:lnTo>
                    <a:pt x="9231" y="3718"/>
                  </a:lnTo>
                  <a:cubicBezTo>
                    <a:pt x="9306" y="3778"/>
                    <a:pt x="9387" y="3809"/>
                    <a:pt x="9465" y="3809"/>
                  </a:cubicBezTo>
                  <a:cubicBezTo>
                    <a:pt x="9553" y="3809"/>
                    <a:pt x="9637" y="3770"/>
                    <a:pt x="9704" y="3687"/>
                  </a:cubicBezTo>
                  <a:lnTo>
                    <a:pt x="10617" y="2615"/>
                  </a:lnTo>
                  <a:cubicBezTo>
                    <a:pt x="10712" y="2458"/>
                    <a:pt x="10712" y="2269"/>
                    <a:pt x="10554" y="2143"/>
                  </a:cubicBezTo>
                  <a:lnTo>
                    <a:pt x="9515" y="1229"/>
                  </a:lnTo>
                  <a:cubicBezTo>
                    <a:pt x="9446" y="1188"/>
                    <a:pt x="9365" y="1165"/>
                    <a:pt x="9288" y="1165"/>
                  </a:cubicBezTo>
                  <a:cubicBezTo>
                    <a:pt x="9189" y="1165"/>
                    <a:pt x="9095" y="1203"/>
                    <a:pt x="9042" y="1292"/>
                  </a:cubicBezTo>
                  <a:lnTo>
                    <a:pt x="8129" y="2332"/>
                  </a:lnTo>
                  <a:cubicBezTo>
                    <a:pt x="8003" y="2489"/>
                    <a:pt x="8003" y="2710"/>
                    <a:pt x="8160" y="2804"/>
                  </a:cubicBezTo>
                  <a:lnTo>
                    <a:pt x="8444" y="3056"/>
                  </a:lnTo>
                  <a:lnTo>
                    <a:pt x="7971" y="3592"/>
                  </a:lnTo>
                  <a:cubicBezTo>
                    <a:pt x="7498" y="3245"/>
                    <a:pt x="6931" y="3025"/>
                    <a:pt x="6396" y="2899"/>
                  </a:cubicBezTo>
                  <a:lnTo>
                    <a:pt x="6396" y="2773"/>
                  </a:lnTo>
                  <a:cubicBezTo>
                    <a:pt x="7152" y="2773"/>
                    <a:pt x="7782" y="2143"/>
                    <a:pt x="7782" y="1387"/>
                  </a:cubicBezTo>
                  <a:cubicBezTo>
                    <a:pt x="7782" y="631"/>
                    <a:pt x="7152" y="0"/>
                    <a:pt x="6396" y="0"/>
                  </a:cubicBezTo>
                  <a:close/>
                </a:path>
              </a:pathLst>
            </a:custGeom>
            <a:grpFill/>
            <a:ln>
              <a:noFill/>
            </a:ln>
          </p:spPr>
          <p:txBody>
            <a:bodyPr spcFirstLastPara="1" wrap="square" lIns="62728" tIns="62728" rIns="62728" bIns="62728" anchor="ctr" anchorCtr="0">
              <a:noAutofit/>
            </a:bodyPr>
            <a:lstStyle/>
            <a:p>
              <a:endParaRPr sz="764"/>
            </a:p>
          </p:txBody>
        </p:sp>
      </p:grpSp>
      <p:sp>
        <p:nvSpPr>
          <p:cNvPr id="35" name="Google Shape;8769;p68">
            <a:extLst>
              <a:ext uri="{FF2B5EF4-FFF2-40B4-BE49-F238E27FC236}">
                <a16:creationId xmlns:a16="http://schemas.microsoft.com/office/drawing/2014/main" id="{36AA3467-2185-4A7D-8DA5-0861ADEFA0BF}"/>
              </a:ext>
            </a:extLst>
          </p:cNvPr>
          <p:cNvSpPr/>
          <p:nvPr/>
        </p:nvSpPr>
        <p:spPr>
          <a:xfrm>
            <a:off x="1390892" y="4699609"/>
            <a:ext cx="227597" cy="227578"/>
          </a:xfrm>
          <a:custGeom>
            <a:avLst/>
            <a:gdLst/>
            <a:ahLst/>
            <a:cxnLst/>
            <a:rect l="l" t="t" r="r" b="b"/>
            <a:pathLst>
              <a:path w="11879" h="11878" extrusionOk="0">
                <a:moveTo>
                  <a:pt x="5892" y="693"/>
                </a:moveTo>
                <a:cubicBezTo>
                  <a:pt x="6302" y="693"/>
                  <a:pt x="6617" y="1008"/>
                  <a:pt x="6617" y="1418"/>
                </a:cubicBezTo>
                <a:cubicBezTo>
                  <a:pt x="6617" y="1796"/>
                  <a:pt x="6302" y="2111"/>
                  <a:pt x="5892" y="2111"/>
                </a:cubicBezTo>
                <a:cubicBezTo>
                  <a:pt x="5514" y="2111"/>
                  <a:pt x="5199" y="1796"/>
                  <a:pt x="5199" y="1418"/>
                </a:cubicBezTo>
                <a:cubicBezTo>
                  <a:pt x="5231" y="1008"/>
                  <a:pt x="5546" y="693"/>
                  <a:pt x="5892" y="693"/>
                </a:cubicBezTo>
                <a:close/>
                <a:moveTo>
                  <a:pt x="5892" y="2741"/>
                </a:moveTo>
                <a:cubicBezTo>
                  <a:pt x="6837" y="2741"/>
                  <a:pt x="7625" y="3529"/>
                  <a:pt x="7625" y="4505"/>
                </a:cubicBezTo>
                <a:lnTo>
                  <a:pt x="7625" y="5545"/>
                </a:lnTo>
                <a:lnTo>
                  <a:pt x="4159" y="5545"/>
                </a:lnTo>
                <a:lnTo>
                  <a:pt x="4159" y="4505"/>
                </a:lnTo>
                <a:cubicBezTo>
                  <a:pt x="4159" y="3529"/>
                  <a:pt x="4947" y="2741"/>
                  <a:pt x="5892" y="2741"/>
                </a:cubicBezTo>
                <a:close/>
                <a:moveTo>
                  <a:pt x="8381" y="5104"/>
                </a:moveTo>
                <a:cubicBezTo>
                  <a:pt x="9326" y="5356"/>
                  <a:pt x="9767" y="5703"/>
                  <a:pt x="9767" y="5892"/>
                </a:cubicBezTo>
                <a:cubicBezTo>
                  <a:pt x="9767" y="6238"/>
                  <a:pt x="8381" y="6931"/>
                  <a:pt x="5955" y="6931"/>
                </a:cubicBezTo>
                <a:cubicBezTo>
                  <a:pt x="5898" y="6932"/>
                  <a:pt x="5842" y="6932"/>
                  <a:pt x="5787" y="6932"/>
                </a:cubicBezTo>
                <a:cubicBezTo>
                  <a:pt x="3434" y="6932"/>
                  <a:pt x="2112" y="6292"/>
                  <a:pt x="2112" y="5892"/>
                </a:cubicBezTo>
                <a:cubicBezTo>
                  <a:pt x="2112" y="5703"/>
                  <a:pt x="2553" y="5388"/>
                  <a:pt x="3498" y="5104"/>
                </a:cubicBezTo>
                <a:lnTo>
                  <a:pt x="3498" y="5892"/>
                </a:lnTo>
                <a:cubicBezTo>
                  <a:pt x="3498" y="6081"/>
                  <a:pt x="3655" y="6238"/>
                  <a:pt x="3844" y="6238"/>
                </a:cubicBezTo>
                <a:lnTo>
                  <a:pt x="8034" y="6238"/>
                </a:lnTo>
                <a:cubicBezTo>
                  <a:pt x="8223" y="6238"/>
                  <a:pt x="8381" y="6081"/>
                  <a:pt x="8381" y="5892"/>
                </a:cubicBezTo>
                <a:lnTo>
                  <a:pt x="8381" y="5104"/>
                </a:lnTo>
                <a:close/>
                <a:moveTo>
                  <a:pt x="1765" y="10428"/>
                </a:moveTo>
                <a:cubicBezTo>
                  <a:pt x="2427" y="10428"/>
                  <a:pt x="2805" y="10680"/>
                  <a:pt x="2805" y="10775"/>
                </a:cubicBezTo>
                <a:cubicBezTo>
                  <a:pt x="2805" y="10869"/>
                  <a:pt x="2427" y="11121"/>
                  <a:pt x="1765" y="11121"/>
                </a:cubicBezTo>
                <a:cubicBezTo>
                  <a:pt x="1072" y="11121"/>
                  <a:pt x="694" y="10869"/>
                  <a:pt x="694" y="10775"/>
                </a:cubicBezTo>
                <a:cubicBezTo>
                  <a:pt x="694" y="10712"/>
                  <a:pt x="1072" y="10428"/>
                  <a:pt x="1765" y="10428"/>
                </a:cubicBezTo>
                <a:close/>
                <a:moveTo>
                  <a:pt x="5955" y="10428"/>
                </a:moveTo>
                <a:cubicBezTo>
                  <a:pt x="6617" y="10428"/>
                  <a:pt x="6963" y="10712"/>
                  <a:pt x="6963" y="10775"/>
                </a:cubicBezTo>
                <a:cubicBezTo>
                  <a:pt x="6963" y="10869"/>
                  <a:pt x="6617" y="11121"/>
                  <a:pt x="5955" y="11121"/>
                </a:cubicBezTo>
                <a:cubicBezTo>
                  <a:pt x="5262" y="11121"/>
                  <a:pt x="4915" y="10869"/>
                  <a:pt x="4915" y="10775"/>
                </a:cubicBezTo>
                <a:cubicBezTo>
                  <a:pt x="4915" y="10712"/>
                  <a:pt x="5262" y="10428"/>
                  <a:pt x="5955" y="10428"/>
                </a:cubicBezTo>
                <a:close/>
                <a:moveTo>
                  <a:pt x="10082" y="10428"/>
                </a:moveTo>
                <a:cubicBezTo>
                  <a:pt x="10775" y="10428"/>
                  <a:pt x="11153" y="10680"/>
                  <a:pt x="11153" y="10775"/>
                </a:cubicBezTo>
                <a:cubicBezTo>
                  <a:pt x="11153" y="10869"/>
                  <a:pt x="10775" y="11121"/>
                  <a:pt x="10082" y="11121"/>
                </a:cubicBezTo>
                <a:cubicBezTo>
                  <a:pt x="9421" y="11121"/>
                  <a:pt x="9043" y="10869"/>
                  <a:pt x="9043" y="10775"/>
                </a:cubicBezTo>
                <a:cubicBezTo>
                  <a:pt x="9043" y="10712"/>
                  <a:pt x="9421" y="10428"/>
                  <a:pt x="10082" y="10428"/>
                </a:cubicBezTo>
                <a:close/>
                <a:moveTo>
                  <a:pt x="5987" y="0"/>
                </a:moveTo>
                <a:cubicBezTo>
                  <a:pt x="5231" y="0"/>
                  <a:pt x="4600" y="630"/>
                  <a:pt x="4600" y="1355"/>
                </a:cubicBezTo>
                <a:cubicBezTo>
                  <a:pt x="4600" y="1733"/>
                  <a:pt x="4726" y="2016"/>
                  <a:pt x="4947" y="2300"/>
                </a:cubicBezTo>
                <a:cubicBezTo>
                  <a:pt x="4159" y="2710"/>
                  <a:pt x="3624" y="3497"/>
                  <a:pt x="3561" y="4442"/>
                </a:cubicBezTo>
                <a:cubicBezTo>
                  <a:pt x="2742" y="4631"/>
                  <a:pt x="1481" y="5072"/>
                  <a:pt x="1481" y="5923"/>
                </a:cubicBezTo>
                <a:cubicBezTo>
                  <a:pt x="1481" y="6679"/>
                  <a:pt x="2427" y="7120"/>
                  <a:pt x="3151" y="7309"/>
                </a:cubicBezTo>
                <a:lnTo>
                  <a:pt x="1954" y="9798"/>
                </a:lnTo>
                <a:lnTo>
                  <a:pt x="1828" y="9798"/>
                </a:lnTo>
                <a:cubicBezTo>
                  <a:pt x="851" y="9798"/>
                  <a:pt x="64" y="10239"/>
                  <a:pt x="64" y="10806"/>
                </a:cubicBezTo>
                <a:cubicBezTo>
                  <a:pt x="1" y="11373"/>
                  <a:pt x="725" y="11846"/>
                  <a:pt x="1765" y="11846"/>
                </a:cubicBezTo>
                <a:cubicBezTo>
                  <a:pt x="2679" y="11846"/>
                  <a:pt x="3498" y="11436"/>
                  <a:pt x="3498" y="10806"/>
                </a:cubicBezTo>
                <a:cubicBezTo>
                  <a:pt x="3498" y="10334"/>
                  <a:pt x="3057" y="10019"/>
                  <a:pt x="2584" y="9924"/>
                </a:cubicBezTo>
                <a:lnTo>
                  <a:pt x="3781" y="7498"/>
                </a:lnTo>
                <a:cubicBezTo>
                  <a:pt x="4317" y="7624"/>
                  <a:pt x="4947" y="7656"/>
                  <a:pt x="5577" y="7719"/>
                </a:cubicBezTo>
                <a:lnTo>
                  <a:pt x="5577" y="9830"/>
                </a:lnTo>
                <a:cubicBezTo>
                  <a:pt x="4947" y="9924"/>
                  <a:pt x="4222" y="10239"/>
                  <a:pt x="4222" y="10869"/>
                </a:cubicBezTo>
                <a:cubicBezTo>
                  <a:pt x="4222" y="11499"/>
                  <a:pt x="5041" y="11877"/>
                  <a:pt x="5955" y="11877"/>
                </a:cubicBezTo>
                <a:cubicBezTo>
                  <a:pt x="6837" y="11877"/>
                  <a:pt x="7688" y="11499"/>
                  <a:pt x="7688" y="10869"/>
                </a:cubicBezTo>
                <a:cubicBezTo>
                  <a:pt x="7688" y="10239"/>
                  <a:pt x="6932" y="9924"/>
                  <a:pt x="6302" y="9830"/>
                </a:cubicBezTo>
                <a:lnTo>
                  <a:pt x="6302" y="7719"/>
                </a:lnTo>
                <a:cubicBezTo>
                  <a:pt x="6932" y="7719"/>
                  <a:pt x="7562" y="7624"/>
                  <a:pt x="8097" y="7498"/>
                </a:cubicBezTo>
                <a:lnTo>
                  <a:pt x="9295" y="9924"/>
                </a:lnTo>
                <a:cubicBezTo>
                  <a:pt x="8822" y="10082"/>
                  <a:pt x="8381" y="10334"/>
                  <a:pt x="8381" y="10806"/>
                </a:cubicBezTo>
                <a:cubicBezTo>
                  <a:pt x="8381" y="11436"/>
                  <a:pt x="9200" y="11846"/>
                  <a:pt x="10114" y="11846"/>
                </a:cubicBezTo>
                <a:cubicBezTo>
                  <a:pt x="11090" y="11846"/>
                  <a:pt x="11878" y="11405"/>
                  <a:pt x="11878" y="10806"/>
                </a:cubicBezTo>
                <a:cubicBezTo>
                  <a:pt x="11878" y="10239"/>
                  <a:pt x="11153" y="9798"/>
                  <a:pt x="10114" y="9798"/>
                </a:cubicBezTo>
                <a:lnTo>
                  <a:pt x="9988" y="9798"/>
                </a:lnTo>
                <a:lnTo>
                  <a:pt x="8822" y="7309"/>
                </a:lnTo>
                <a:cubicBezTo>
                  <a:pt x="9515" y="7120"/>
                  <a:pt x="10460" y="6679"/>
                  <a:pt x="10460" y="5923"/>
                </a:cubicBezTo>
                <a:cubicBezTo>
                  <a:pt x="10460" y="5072"/>
                  <a:pt x="9200" y="4631"/>
                  <a:pt x="8381" y="4442"/>
                </a:cubicBezTo>
                <a:cubicBezTo>
                  <a:pt x="8350" y="3497"/>
                  <a:pt x="7782" y="2710"/>
                  <a:pt x="6995" y="2300"/>
                </a:cubicBezTo>
                <a:cubicBezTo>
                  <a:pt x="7247" y="2080"/>
                  <a:pt x="7341" y="1764"/>
                  <a:pt x="7341" y="1355"/>
                </a:cubicBezTo>
                <a:cubicBezTo>
                  <a:pt x="7341" y="630"/>
                  <a:pt x="6711" y="0"/>
                  <a:pt x="5987"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36" name="Google Shape;8770;p68">
            <a:extLst>
              <a:ext uri="{FF2B5EF4-FFF2-40B4-BE49-F238E27FC236}">
                <a16:creationId xmlns:a16="http://schemas.microsoft.com/office/drawing/2014/main" id="{C101CF9E-251A-4B47-A5CF-968019300BF5}"/>
              </a:ext>
            </a:extLst>
          </p:cNvPr>
          <p:cNvGrpSpPr/>
          <p:nvPr/>
        </p:nvGrpSpPr>
        <p:grpSpPr>
          <a:xfrm>
            <a:off x="2833405" y="4139441"/>
            <a:ext cx="226984" cy="226391"/>
            <a:chOff x="3599700" y="1954475"/>
            <a:chExt cx="296175" cy="295400"/>
          </a:xfrm>
          <a:solidFill>
            <a:schemeClr val="tx1"/>
          </a:solidFill>
        </p:grpSpPr>
        <p:sp>
          <p:nvSpPr>
            <p:cNvPr id="109" name="Google Shape;8771;p68">
              <a:extLst>
                <a:ext uri="{FF2B5EF4-FFF2-40B4-BE49-F238E27FC236}">
                  <a16:creationId xmlns:a16="http://schemas.microsoft.com/office/drawing/2014/main" id="{A49822E4-FC76-4C2F-9EFF-3F191F38265B}"/>
                </a:ext>
              </a:extLst>
            </p:cNvPr>
            <p:cNvSpPr/>
            <p:nvPr/>
          </p:nvSpPr>
          <p:spPr>
            <a:xfrm>
              <a:off x="3599700" y="1954475"/>
              <a:ext cx="296175" cy="295400"/>
            </a:xfrm>
            <a:custGeom>
              <a:avLst/>
              <a:gdLst/>
              <a:ahLst/>
              <a:cxnLst/>
              <a:rect l="l" t="t" r="r" b="b"/>
              <a:pathLst>
                <a:path w="11847" h="11816" extrusionOk="0">
                  <a:moveTo>
                    <a:pt x="3151" y="694"/>
                  </a:moveTo>
                  <a:cubicBezTo>
                    <a:pt x="3718" y="694"/>
                    <a:pt x="4159" y="1166"/>
                    <a:pt x="4159" y="1734"/>
                  </a:cubicBezTo>
                  <a:cubicBezTo>
                    <a:pt x="4159" y="2301"/>
                    <a:pt x="3686" y="2742"/>
                    <a:pt x="3151" y="2742"/>
                  </a:cubicBezTo>
                  <a:cubicBezTo>
                    <a:pt x="2584" y="2742"/>
                    <a:pt x="2111" y="2269"/>
                    <a:pt x="2111" y="1734"/>
                  </a:cubicBezTo>
                  <a:cubicBezTo>
                    <a:pt x="2080" y="1166"/>
                    <a:pt x="2552" y="694"/>
                    <a:pt x="3151" y="694"/>
                  </a:cubicBezTo>
                  <a:close/>
                  <a:moveTo>
                    <a:pt x="8727" y="694"/>
                  </a:moveTo>
                  <a:cubicBezTo>
                    <a:pt x="9326" y="694"/>
                    <a:pt x="9767" y="1166"/>
                    <a:pt x="9767" y="1734"/>
                  </a:cubicBezTo>
                  <a:cubicBezTo>
                    <a:pt x="9767" y="2301"/>
                    <a:pt x="9294" y="2742"/>
                    <a:pt x="8727" y="2742"/>
                  </a:cubicBezTo>
                  <a:cubicBezTo>
                    <a:pt x="8128" y="2742"/>
                    <a:pt x="7719" y="2269"/>
                    <a:pt x="7719" y="1734"/>
                  </a:cubicBezTo>
                  <a:cubicBezTo>
                    <a:pt x="7656" y="1166"/>
                    <a:pt x="8128" y="694"/>
                    <a:pt x="8727" y="694"/>
                  </a:cubicBezTo>
                  <a:close/>
                  <a:moveTo>
                    <a:pt x="5923" y="4852"/>
                  </a:moveTo>
                  <a:cubicBezTo>
                    <a:pt x="6522" y="4852"/>
                    <a:pt x="6994" y="5325"/>
                    <a:pt x="6994" y="5861"/>
                  </a:cubicBezTo>
                  <a:cubicBezTo>
                    <a:pt x="6994" y="6396"/>
                    <a:pt x="6522" y="6869"/>
                    <a:pt x="5923" y="6869"/>
                  </a:cubicBezTo>
                  <a:cubicBezTo>
                    <a:pt x="5356" y="6869"/>
                    <a:pt x="4883" y="6428"/>
                    <a:pt x="4883" y="5861"/>
                  </a:cubicBezTo>
                  <a:cubicBezTo>
                    <a:pt x="4883" y="5294"/>
                    <a:pt x="5356" y="4852"/>
                    <a:pt x="5923" y="4852"/>
                  </a:cubicBezTo>
                  <a:close/>
                  <a:moveTo>
                    <a:pt x="3151" y="3466"/>
                  </a:moveTo>
                  <a:cubicBezTo>
                    <a:pt x="3875" y="3466"/>
                    <a:pt x="4600" y="3813"/>
                    <a:pt x="5072" y="4380"/>
                  </a:cubicBezTo>
                  <a:cubicBezTo>
                    <a:pt x="4537" y="4695"/>
                    <a:pt x="4159" y="5231"/>
                    <a:pt x="4159" y="5861"/>
                  </a:cubicBezTo>
                  <a:cubicBezTo>
                    <a:pt x="4159" y="6239"/>
                    <a:pt x="4285" y="6617"/>
                    <a:pt x="4505" y="6900"/>
                  </a:cubicBezTo>
                  <a:lnTo>
                    <a:pt x="693" y="6900"/>
                  </a:lnTo>
                  <a:lnTo>
                    <a:pt x="693" y="5892"/>
                  </a:lnTo>
                  <a:cubicBezTo>
                    <a:pt x="693" y="4569"/>
                    <a:pt x="1796" y="3466"/>
                    <a:pt x="3151" y="3466"/>
                  </a:cubicBezTo>
                  <a:close/>
                  <a:moveTo>
                    <a:pt x="8696" y="3498"/>
                  </a:moveTo>
                  <a:cubicBezTo>
                    <a:pt x="10019" y="3498"/>
                    <a:pt x="11121" y="4600"/>
                    <a:pt x="11121" y="5955"/>
                  </a:cubicBezTo>
                  <a:lnTo>
                    <a:pt x="11121" y="6932"/>
                  </a:lnTo>
                  <a:lnTo>
                    <a:pt x="7309" y="6932"/>
                  </a:lnTo>
                  <a:cubicBezTo>
                    <a:pt x="7561" y="6617"/>
                    <a:pt x="7656" y="6270"/>
                    <a:pt x="7656" y="5892"/>
                  </a:cubicBezTo>
                  <a:cubicBezTo>
                    <a:pt x="7656" y="5262"/>
                    <a:pt x="7309" y="4726"/>
                    <a:pt x="6774" y="4411"/>
                  </a:cubicBezTo>
                  <a:cubicBezTo>
                    <a:pt x="7215" y="3813"/>
                    <a:pt x="7939" y="3498"/>
                    <a:pt x="8696" y="3498"/>
                  </a:cubicBezTo>
                  <a:close/>
                  <a:moveTo>
                    <a:pt x="5923" y="7625"/>
                  </a:moveTo>
                  <a:cubicBezTo>
                    <a:pt x="6207" y="7625"/>
                    <a:pt x="6490" y="7656"/>
                    <a:pt x="6711" y="7751"/>
                  </a:cubicBezTo>
                  <a:lnTo>
                    <a:pt x="5923" y="8791"/>
                  </a:lnTo>
                  <a:lnTo>
                    <a:pt x="5135" y="7751"/>
                  </a:lnTo>
                  <a:cubicBezTo>
                    <a:pt x="5388" y="7688"/>
                    <a:pt x="5671" y="7625"/>
                    <a:pt x="5923" y="7625"/>
                  </a:cubicBezTo>
                  <a:close/>
                  <a:moveTo>
                    <a:pt x="4505" y="8066"/>
                  </a:moveTo>
                  <a:lnTo>
                    <a:pt x="5577" y="9484"/>
                  </a:lnTo>
                  <a:lnTo>
                    <a:pt x="5577" y="11153"/>
                  </a:lnTo>
                  <a:lnTo>
                    <a:pt x="3497" y="11153"/>
                  </a:lnTo>
                  <a:lnTo>
                    <a:pt x="3497" y="10019"/>
                  </a:lnTo>
                  <a:cubicBezTo>
                    <a:pt x="3497" y="9200"/>
                    <a:pt x="3875" y="8507"/>
                    <a:pt x="4505" y="8066"/>
                  </a:cubicBezTo>
                  <a:close/>
                  <a:moveTo>
                    <a:pt x="7341" y="8066"/>
                  </a:moveTo>
                  <a:cubicBezTo>
                    <a:pt x="7939" y="8507"/>
                    <a:pt x="8381" y="9263"/>
                    <a:pt x="8381" y="10051"/>
                  </a:cubicBezTo>
                  <a:lnTo>
                    <a:pt x="8381" y="11153"/>
                  </a:lnTo>
                  <a:lnTo>
                    <a:pt x="6301" y="11153"/>
                  </a:lnTo>
                  <a:lnTo>
                    <a:pt x="6301" y="9484"/>
                  </a:lnTo>
                  <a:lnTo>
                    <a:pt x="7341" y="8066"/>
                  </a:lnTo>
                  <a:close/>
                  <a:moveTo>
                    <a:pt x="3088" y="1"/>
                  </a:moveTo>
                  <a:cubicBezTo>
                    <a:pt x="2143" y="1"/>
                    <a:pt x="1355" y="788"/>
                    <a:pt x="1355" y="1734"/>
                  </a:cubicBezTo>
                  <a:cubicBezTo>
                    <a:pt x="1355" y="2238"/>
                    <a:pt x="1575" y="2679"/>
                    <a:pt x="1922" y="2994"/>
                  </a:cubicBezTo>
                  <a:cubicBezTo>
                    <a:pt x="788" y="3466"/>
                    <a:pt x="0" y="4569"/>
                    <a:pt x="0" y="5861"/>
                  </a:cubicBezTo>
                  <a:lnTo>
                    <a:pt x="0" y="7247"/>
                  </a:lnTo>
                  <a:cubicBezTo>
                    <a:pt x="0" y="7436"/>
                    <a:pt x="158" y="7593"/>
                    <a:pt x="347" y="7593"/>
                  </a:cubicBezTo>
                  <a:lnTo>
                    <a:pt x="3938" y="7593"/>
                  </a:lnTo>
                  <a:cubicBezTo>
                    <a:pt x="3214" y="8192"/>
                    <a:pt x="2741" y="9043"/>
                    <a:pt x="2741" y="10019"/>
                  </a:cubicBezTo>
                  <a:lnTo>
                    <a:pt x="2741" y="11437"/>
                  </a:lnTo>
                  <a:cubicBezTo>
                    <a:pt x="2741" y="11658"/>
                    <a:pt x="2899" y="11815"/>
                    <a:pt x="3088" y="11815"/>
                  </a:cubicBezTo>
                  <a:lnTo>
                    <a:pt x="8696" y="11815"/>
                  </a:lnTo>
                  <a:cubicBezTo>
                    <a:pt x="8885" y="11815"/>
                    <a:pt x="9042" y="11658"/>
                    <a:pt x="9042" y="11437"/>
                  </a:cubicBezTo>
                  <a:lnTo>
                    <a:pt x="9042" y="10019"/>
                  </a:lnTo>
                  <a:cubicBezTo>
                    <a:pt x="9042" y="9043"/>
                    <a:pt x="8570" y="8192"/>
                    <a:pt x="7876" y="7593"/>
                  </a:cubicBezTo>
                  <a:lnTo>
                    <a:pt x="11436" y="7593"/>
                  </a:lnTo>
                  <a:cubicBezTo>
                    <a:pt x="11657" y="7593"/>
                    <a:pt x="11815" y="7436"/>
                    <a:pt x="11815" y="7247"/>
                  </a:cubicBezTo>
                  <a:lnTo>
                    <a:pt x="11815" y="5861"/>
                  </a:lnTo>
                  <a:cubicBezTo>
                    <a:pt x="11846" y="4600"/>
                    <a:pt x="11027" y="3466"/>
                    <a:pt x="9861" y="2994"/>
                  </a:cubicBezTo>
                  <a:cubicBezTo>
                    <a:pt x="10239" y="2679"/>
                    <a:pt x="10428" y="2206"/>
                    <a:pt x="10428" y="1734"/>
                  </a:cubicBezTo>
                  <a:cubicBezTo>
                    <a:pt x="10428" y="788"/>
                    <a:pt x="9641" y="1"/>
                    <a:pt x="8696" y="1"/>
                  </a:cubicBezTo>
                  <a:cubicBezTo>
                    <a:pt x="7750" y="1"/>
                    <a:pt x="6963" y="788"/>
                    <a:pt x="6963" y="1734"/>
                  </a:cubicBezTo>
                  <a:cubicBezTo>
                    <a:pt x="6963" y="2238"/>
                    <a:pt x="7152" y="2679"/>
                    <a:pt x="7498" y="2994"/>
                  </a:cubicBezTo>
                  <a:cubicBezTo>
                    <a:pt x="6931" y="3214"/>
                    <a:pt x="6396" y="3624"/>
                    <a:pt x="6049" y="4159"/>
                  </a:cubicBezTo>
                  <a:lnTo>
                    <a:pt x="5734" y="4159"/>
                  </a:lnTo>
                  <a:cubicBezTo>
                    <a:pt x="5388" y="3655"/>
                    <a:pt x="4883" y="3214"/>
                    <a:pt x="4285" y="2994"/>
                  </a:cubicBezTo>
                  <a:cubicBezTo>
                    <a:pt x="4631" y="2679"/>
                    <a:pt x="4820" y="2238"/>
                    <a:pt x="4820" y="1734"/>
                  </a:cubicBezTo>
                  <a:cubicBezTo>
                    <a:pt x="4820" y="788"/>
                    <a:pt x="4033" y="1"/>
                    <a:pt x="3088" y="1"/>
                  </a:cubicBezTo>
                  <a:close/>
                </a:path>
              </a:pathLst>
            </a:custGeom>
            <a:grpFill/>
            <a:ln>
              <a:noFill/>
            </a:ln>
          </p:spPr>
          <p:txBody>
            <a:bodyPr spcFirstLastPara="1" wrap="square" lIns="62728" tIns="62728" rIns="62728" bIns="62728" anchor="ctr" anchorCtr="0">
              <a:noAutofit/>
            </a:bodyPr>
            <a:lstStyle/>
            <a:p>
              <a:endParaRPr sz="764"/>
            </a:p>
          </p:txBody>
        </p:sp>
        <p:sp>
          <p:nvSpPr>
            <p:cNvPr id="110" name="Google Shape;8772;p68">
              <a:extLst>
                <a:ext uri="{FF2B5EF4-FFF2-40B4-BE49-F238E27FC236}">
                  <a16:creationId xmlns:a16="http://schemas.microsoft.com/office/drawing/2014/main" id="{8A2727E3-83BA-4AEC-9771-754C4C001C12}"/>
                </a:ext>
              </a:extLst>
            </p:cNvPr>
            <p:cNvSpPr/>
            <p:nvPr/>
          </p:nvSpPr>
          <p:spPr>
            <a:xfrm>
              <a:off x="3825750" y="2075775"/>
              <a:ext cx="35450" cy="17350"/>
            </a:xfrm>
            <a:custGeom>
              <a:avLst/>
              <a:gdLst/>
              <a:ahLst/>
              <a:cxnLst/>
              <a:rect l="l" t="t" r="r" b="b"/>
              <a:pathLst>
                <a:path w="1418" h="694" extrusionOk="0">
                  <a:moveTo>
                    <a:pt x="347" y="0"/>
                  </a:moveTo>
                  <a:cubicBezTo>
                    <a:pt x="158" y="0"/>
                    <a:pt x="0" y="158"/>
                    <a:pt x="0" y="347"/>
                  </a:cubicBezTo>
                  <a:cubicBezTo>
                    <a:pt x="0" y="536"/>
                    <a:pt x="158" y="694"/>
                    <a:pt x="347" y="694"/>
                  </a:cubicBezTo>
                  <a:lnTo>
                    <a:pt x="1071" y="694"/>
                  </a:lnTo>
                  <a:cubicBezTo>
                    <a:pt x="1260" y="694"/>
                    <a:pt x="1418" y="536"/>
                    <a:pt x="1418" y="347"/>
                  </a:cubicBezTo>
                  <a:cubicBezTo>
                    <a:pt x="1418" y="158"/>
                    <a:pt x="1260" y="0"/>
                    <a:pt x="1071" y="0"/>
                  </a:cubicBezTo>
                  <a:close/>
                </a:path>
              </a:pathLst>
            </a:custGeom>
            <a:grpFill/>
            <a:ln>
              <a:noFill/>
            </a:ln>
          </p:spPr>
          <p:txBody>
            <a:bodyPr spcFirstLastPara="1" wrap="square" lIns="62728" tIns="62728" rIns="62728" bIns="62728" anchor="ctr" anchorCtr="0">
              <a:noAutofit/>
            </a:bodyPr>
            <a:lstStyle/>
            <a:p>
              <a:endParaRPr sz="764"/>
            </a:p>
          </p:txBody>
        </p:sp>
        <p:sp>
          <p:nvSpPr>
            <p:cNvPr id="111" name="Google Shape;8773;p68">
              <a:extLst>
                <a:ext uri="{FF2B5EF4-FFF2-40B4-BE49-F238E27FC236}">
                  <a16:creationId xmlns:a16="http://schemas.microsoft.com/office/drawing/2014/main" id="{6C38A924-2784-4E08-94A1-5D0A39E60E55}"/>
                </a:ext>
              </a:extLst>
            </p:cNvPr>
            <p:cNvSpPr/>
            <p:nvPr/>
          </p:nvSpPr>
          <p:spPr>
            <a:xfrm>
              <a:off x="3633550" y="2075775"/>
              <a:ext cx="35475" cy="17350"/>
            </a:xfrm>
            <a:custGeom>
              <a:avLst/>
              <a:gdLst/>
              <a:ahLst/>
              <a:cxnLst/>
              <a:rect l="l" t="t" r="r" b="b"/>
              <a:pathLst>
                <a:path w="1419" h="694" extrusionOk="0">
                  <a:moveTo>
                    <a:pt x="379" y="0"/>
                  </a:moveTo>
                  <a:cubicBezTo>
                    <a:pt x="158" y="0"/>
                    <a:pt x="1" y="158"/>
                    <a:pt x="1" y="347"/>
                  </a:cubicBezTo>
                  <a:cubicBezTo>
                    <a:pt x="1" y="536"/>
                    <a:pt x="158" y="694"/>
                    <a:pt x="379" y="694"/>
                  </a:cubicBezTo>
                  <a:lnTo>
                    <a:pt x="1072" y="694"/>
                  </a:lnTo>
                  <a:cubicBezTo>
                    <a:pt x="1261" y="694"/>
                    <a:pt x="1419" y="536"/>
                    <a:pt x="1419" y="347"/>
                  </a:cubicBezTo>
                  <a:cubicBezTo>
                    <a:pt x="1419" y="158"/>
                    <a:pt x="1261" y="0"/>
                    <a:pt x="107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7" name="Google Shape;8774;p68">
            <a:extLst>
              <a:ext uri="{FF2B5EF4-FFF2-40B4-BE49-F238E27FC236}">
                <a16:creationId xmlns:a16="http://schemas.microsoft.com/office/drawing/2014/main" id="{3E32F48D-E1A4-469F-9160-B6B6F006FE6E}"/>
              </a:ext>
            </a:extLst>
          </p:cNvPr>
          <p:cNvGrpSpPr/>
          <p:nvPr/>
        </p:nvGrpSpPr>
        <p:grpSpPr>
          <a:xfrm>
            <a:off x="2834008" y="4408663"/>
            <a:ext cx="225777" cy="225777"/>
            <a:chOff x="3601275" y="2319150"/>
            <a:chExt cx="294600" cy="294600"/>
          </a:xfrm>
          <a:solidFill>
            <a:schemeClr val="tx1"/>
          </a:solidFill>
        </p:grpSpPr>
        <p:sp>
          <p:nvSpPr>
            <p:cNvPr id="107" name="Google Shape;8775;p68">
              <a:extLst>
                <a:ext uri="{FF2B5EF4-FFF2-40B4-BE49-F238E27FC236}">
                  <a16:creationId xmlns:a16="http://schemas.microsoft.com/office/drawing/2014/main" id="{1A007403-A077-4C57-94A9-1C4751D8FA87}"/>
                </a:ext>
              </a:extLst>
            </p:cNvPr>
            <p:cNvSpPr/>
            <p:nvPr/>
          </p:nvSpPr>
          <p:spPr>
            <a:xfrm>
              <a:off x="3601275" y="2319150"/>
              <a:ext cx="294600" cy="294600"/>
            </a:xfrm>
            <a:custGeom>
              <a:avLst/>
              <a:gdLst/>
              <a:ahLst/>
              <a:cxnLst/>
              <a:rect l="l" t="t" r="r" b="b"/>
              <a:pathLst>
                <a:path w="11784" h="11784" extrusionOk="0">
                  <a:moveTo>
                    <a:pt x="8223" y="694"/>
                  </a:moveTo>
                  <a:cubicBezTo>
                    <a:pt x="8696" y="725"/>
                    <a:pt x="9168" y="914"/>
                    <a:pt x="9546" y="1198"/>
                  </a:cubicBezTo>
                  <a:lnTo>
                    <a:pt x="7057" y="3687"/>
                  </a:lnTo>
                  <a:cubicBezTo>
                    <a:pt x="6774" y="3498"/>
                    <a:pt x="6459" y="3340"/>
                    <a:pt x="6144" y="3245"/>
                  </a:cubicBezTo>
                  <a:lnTo>
                    <a:pt x="8223" y="694"/>
                  </a:lnTo>
                  <a:close/>
                  <a:moveTo>
                    <a:pt x="10523" y="1198"/>
                  </a:moveTo>
                  <a:cubicBezTo>
                    <a:pt x="10838" y="1576"/>
                    <a:pt x="11027" y="2111"/>
                    <a:pt x="11027" y="2615"/>
                  </a:cubicBezTo>
                  <a:lnTo>
                    <a:pt x="8286" y="4852"/>
                  </a:lnTo>
                  <a:lnTo>
                    <a:pt x="7561" y="4159"/>
                  </a:lnTo>
                  <a:lnTo>
                    <a:pt x="10523" y="1198"/>
                  </a:lnTo>
                  <a:close/>
                  <a:moveTo>
                    <a:pt x="5592" y="3923"/>
                  </a:moveTo>
                  <a:cubicBezTo>
                    <a:pt x="6033" y="3923"/>
                    <a:pt x="6474" y="4096"/>
                    <a:pt x="6805" y="4443"/>
                  </a:cubicBezTo>
                  <a:cubicBezTo>
                    <a:pt x="7498" y="5104"/>
                    <a:pt x="7498" y="6207"/>
                    <a:pt x="6805" y="6869"/>
                  </a:cubicBezTo>
                  <a:cubicBezTo>
                    <a:pt x="6474" y="7199"/>
                    <a:pt x="6033" y="7365"/>
                    <a:pt x="5592" y="7365"/>
                  </a:cubicBezTo>
                  <a:cubicBezTo>
                    <a:pt x="5151" y="7365"/>
                    <a:pt x="4710" y="7199"/>
                    <a:pt x="4379" y="6869"/>
                  </a:cubicBezTo>
                  <a:cubicBezTo>
                    <a:pt x="3718" y="6207"/>
                    <a:pt x="3718" y="5104"/>
                    <a:pt x="4379" y="4443"/>
                  </a:cubicBezTo>
                  <a:cubicBezTo>
                    <a:pt x="4710" y="4096"/>
                    <a:pt x="5151" y="3923"/>
                    <a:pt x="5592" y="3923"/>
                  </a:cubicBezTo>
                  <a:close/>
                  <a:moveTo>
                    <a:pt x="8034" y="5577"/>
                  </a:moveTo>
                  <a:lnTo>
                    <a:pt x="8191" y="5734"/>
                  </a:lnTo>
                  <a:cubicBezTo>
                    <a:pt x="8696" y="6270"/>
                    <a:pt x="9326" y="6742"/>
                    <a:pt x="10019" y="7058"/>
                  </a:cubicBezTo>
                  <a:lnTo>
                    <a:pt x="9420" y="7278"/>
                  </a:lnTo>
                  <a:cubicBezTo>
                    <a:pt x="9263" y="7310"/>
                    <a:pt x="9168" y="7467"/>
                    <a:pt x="9168" y="7593"/>
                  </a:cubicBezTo>
                  <a:lnTo>
                    <a:pt x="9168" y="8066"/>
                  </a:lnTo>
                  <a:cubicBezTo>
                    <a:pt x="8601" y="7814"/>
                    <a:pt x="8034" y="7467"/>
                    <a:pt x="7561" y="7058"/>
                  </a:cubicBezTo>
                  <a:cubicBezTo>
                    <a:pt x="7876" y="6648"/>
                    <a:pt x="8034" y="6175"/>
                    <a:pt x="8034" y="5608"/>
                  </a:cubicBezTo>
                  <a:lnTo>
                    <a:pt x="8034" y="5577"/>
                  </a:lnTo>
                  <a:close/>
                  <a:moveTo>
                    <a:pt x="3245" y="6081"/>
                  </a:moveTo>
                  <a:cubicBezTo>
                    <a:pt x="3308" y="6427"/>
                    <a:pt x="3466" y="6806"/>
                    <a:pt x="3655" y="7058"/>
                  </a:cubicBezTo>
                  <a:lnTo>
                    <a:pt x="1197" y="9546"/>
                  </a:lnTo>
                  <a:cubicBezTo>
                    <a:pt x="882" y="9200"/>
                    <a:pt x="662" y="8696"/>
                    <a:pt x="630" y="8160"/>
                  </a:cubicBezTo>
                  <a:lnTo>
                    <a:pt x="3245" y="6081"/>
                  </a:lnTo>
                  <a:close/>
                  <a:moveTo>
                    <a:pt x="7057" y="7593"/>
                  </a:moveTo>
                  <a:cubicBezTo>
                    <a:pt x="7435" y="8066"/>
                    <a:pt x="7813" y="8601"/>
                    <a:pt x="8034" y="9200"/>
                  </a:cubicBezTo>
                  <a:lnTo>
                    <a:pt x="7561" y="9200"/>
                  </a:lnTo>
                  <a:cubicBezTo>
                    <a:pt x="7404" y="9200"/>
                    <a:pt x="7278" y="9263"/>
                    <a:pt x="7246" y="9420"/>
                  </a:cubicBezTo>
                  <a:lnTo>
                    <a:pt x="7057" y="10019"/>
                  </a:lnTo>
                  <a:cubicBezTo>
                    <a:pt x="6742" y="9357"/>
                    <a:pt x="6270" y="8727"/>
                    <a:pt x="5766" y="8223"/>
                  </a:cubicBezTo>
                  <a:lnTo>
                    <a:pt x="5608" y="8066"/>
                  </a:lnTo>
                  <a:lnTo>
                    <a:pt x="5640" y="8066"/>
                  </a:lnTo>
                  <a:cubicBezTo>
                    <a:pt x="6144" y="8066"/>
                    <a:pt x="6648" y="7877"/>
                    <a:pt x="7057" y="7593"/>
                  </a:cubicBezTo>
                  <a:close/>
                  <a:moveTo>
                    <a:pt x="4096" y="7625"/>
                  </a:moveTo>
                  <a:lnTo>
                    <a:pt x="4820" y="8318"/>
                  </a:lnTo>
                  <a:lnTo>
                    <a:pt x="2552" y="11090"/>
                  </a:lnTo>
                  <a:cubicBezTo>
                    <a:pt x="2048" y="11059"/>
                    <a:pt x="1575" y="10901"/>
                    <a:pt x="1134" y="10586"/>
                  </a:cubicBezTo>
                  <a:lnTo>
                    <a:pt x="4096" y="7625"/>
                  </a:lnTo>
                  <a:close/>
                  <a:moveTo>
                    <a:pt x="8160" y="0"/>
                  </a:moveTo>
                  <a:cubicBezTo>
                    <a:pt x="8034" y="0"/>
                    <a:pt x="7971" y="63"/>
                    <a:pt x="7876" y="126"/>
                  </a:cubicBezTo>
                  <a:lnTo>
                    <a:pt x="5356" y="3245"/>
                  </a:lnTo>
                  <a:cubicBezTo>
                    <a:pt x="4852" y="3308"/>
                    <a:pt x="4348" y="3529"/>
                    <a:pt x="3938" y="3970"/>
                  </a:cubicBezTo>
                  <a:cubicBezTo>
                    <a:pt x="3592" y="4317"/>
                    <a:pt x="3340" y="4758"/>
                    <a:pt x="3277" y="5262"/>
                  </a:cubicBezTo>
                  <a:lnTo>
                    <a:pt x="126" y="7782"/>
                  </a:lnTo>
                  <a:cubicBezTo>
                    <a:pt x="32" y="7845"/>
                    <a:pt x="0" y="7940"/>
                    <a:pt x="0" y="8066"/>
                  </a:cubicBezTo>
                  <a:cubicBezTo>
                    <a:pt x="0" y="8790"/>
                    <a:pt x="284" y="9546"/>
                    <a:pt x="756" y="10114"/>
                  </a:cubicBezTo>
                  <a:lnTo>
                    <a:pt x="473" y="10366"/>
                  </a:lnTo>
                  <a:cubicBezTo>
                    <a:pt x="410" y="10460"/>
                    <a:pt x="347" y="10523"/>
                    <a:pt x="347" y="10618"/>
                  </a:cubicBezTo>
                  <a:cubicBezTo>
                    <a:pt x="347" y="10681"/>
                    <a:pt x="410" y="10807"/>
                    <a:pt x="473" y="10838"/>
                  </a:cubicBezTo>
                  <a:cubicBezTo>
                    <a:pt x="1103" y="11468"/>
                    <a:pt x="1922" y="11783"/>
                    <a:pt x="2804" y="11783"/>
                  </a:cubicBezTo>
                  <a:cubicBezTo>
                    <a:pt x="2930" y="11783"/>
                    <a:pt x="2993" y="11752"/>
                    <a:pt x="3088" y="11657"/>
                  </a:cubicBezTo>
                  <a:lnTo>
                    <a:pt x="5388" y="8790"/>
                  </a:lnTo>
                  <a:cubicBezTo>
                    <a:pt x="6018" y="9452"/>
                    <a:pt x="6553" y="10303"/>
                    <a:pt x="6805" y="11153"/>
                  </a:cubicBezTo>
                  <a:cubicBezTo>
                    <a:pt x="6868" y="11311"/>
                    <a:pt x="7026" y="11405"/>
                    <a:pt x="7120" y="11405"/>
                  </a:cubicBezTo>
                  <a:cubicBezTo>
                    <a:pt x="7278" y="11405"/>
                    <a:pt x="7404" y="11311"/>
                    <a:pt x="7435" y="11153"/>
                  </a:cubicBezTo>
                  <a:lnTo>
                    <a:pt x="7845" y="9924"/>
                  </a:lnTo>
                  <a:lnTo>
                    <a:pt x="8601" y="9924"/>
                  </a:lnTo>
                  <a:cubicBezTo>
                    <a:pt x="8696" y="9924"/>
                    <a:pt x="8790" y="9893"/>
                    <a:pt x="8853" y="9767"/>
                  </a:cubicBezTo>
                  <a:cubicBezTo>
                    <a:pt x="8948" y="9704"/>
                    <a:pt x="8948" y="9578"/>
                    <a:pt x="8916" y="9452"/>
                  </a:cubicBezTo>
                  <a:cubicBezTo>
                    <a:pt x="8790" y="9137"/>
                    <a:pt x="8664" y="8822"/>
                    <a:pt x="8507" y="8507"/>
                  </a:cubicBezTo>
                  <a:lnTo>
                    <a:pt x="8507" y="8507"/>
                  </a:lnTo>
                  <a:cubicBezTo>
                    <a:pt x="8822" y="8664"/>
                    <a:pt x="9137" y="8790"/>
                    <a:pt x="9452" y="8916"/>
                  </a:cubicBezTo>
                  <a:cubicBezTo>
                    <a:pt x="9489" y="8926"/>
                    <a:pt x="9526" y="8929"/>
                    <a:pt x="9561" y="8929"/>
                  </a:cubicBezTo>
                  <a:cubicBezTo>
                    <a:pt x="9646" y="8929"/>
                    <a:pt x="9722" y="8907"/>
                    <a:pt x="9767" y="8885"/>
                  </a:cubicBezTo>
                  <a:cubicBezTo>
                    <a:pt x="9861" y="8790"/>
                    <a:pt x="9924" y="8727"/>
                    <a:pt x="9924" y="8601"/>
                  </a:cubicBezTo>
                  <a:lnTo>
                    <a:pt x="9924" y="7845"/>
                  </a:lnTo>
                  <a:lnTo>
                    <a:pt x="11153" y="7467"/>
                  </a:lnTo>
                  <a:cubicBezTo>
                    <a:pt x="11310" y="7404"/>
                    <a:pt x="11373" y="7247"/>
                    <a:pt x="11373" y="7152"/>
                  </a:cubicBezTo>
                  <a:cubicBezTo>
                    <a:pt x="11373" y="6995"/>
                    <a:pt x="11310" y="6869"/>
                    <a:pt x="11153" y="6837"/>
                  </a:cubicBezTo>
                  <a:cubicBezTo>
                    <a:pt x="10271" y="6553"/>
                    <a:pt x="9452" y="6049"/>
                    <a:pt x="8790" y="5419"/>
                  </a:cubicBezTo>
                  <a:lnTo>
                    <a:pt x="11657" y="3088"/>
                  </a:lnTo>
                  <a:cubicBezTo>
                    <a:pt x="11689" y="2962"/>
                    <a:pt x="11783" y="2867"/>
                    <a:pt x="11783" y="2773"/>
                  </a:cubicBezTo>
                  <a:cubicBezTo>
                    <a:pt x="11783" y="1922"/>
                    <a:pt x="11436" y="1072"/>
                    <a:pt x="10838" y="442"/>
                  </a:cubicBezTo>
                  <a:cubicBezTo>
                    <a:pt x="10775" y="379"/>
                    <a:pt x="10688" y="347"/>
                    <a:pt x="10602" y="347"/>
                  </a:cubicBezTo>
                  <a:cubicBezTo>
                    <a:pt x="10515" y="347"/>
                    <a:pt x="10428" y="379"/>
                    <a:pt x="10365" y="442"/>
                  </a:cubicBezTo>
                  <a:lnTo>
                    <a:pt x="10082" y="725"/>
                  </a:lnTo>
                  <a:cubicBezTo>
                    <a:pt x="9546" y="284"/>
                    <a:pt x="8853" y="0"/>
                    <a:pt x="8160" y="0"/>
                  </a:cubicBezTo>
                  <a:close/>
                </a:path>
              </a:pathLst>
            </a:custGeom>
            <a:grpFill/>
            <a:ln>
              <a:noFill/>
            </a:ln>
          </p:spPr>
          <p:txBody>
            <a:bodyPr spcFirstLastPara="1" wrap="square" lIns="62728" tIns="62728" rIns="62728" bIns="62728" anchor="ctr" anchorCtr="0">
              <a:noAutofit/>
            </a:bodyPr>
            <a:lstStyle/>
            <a:p>
              <a:endParaRPr sz="764"/>
            </a:p>
          </p:txBody>
        </p:sp>
        <p:sp>
          <p:nvSpPr>
            <p:cNvPr id="108" name="Google Shape;8776;p68">
              <a:extLst>
                <a:ext uri="{FF2B5EF4-FFF2-40B4-BE49-F238E27FC236}">
                  <a16:creationId xmlns:a16="http://schemas.microsoft.com/office/drawing/2014/main" id="{2B45B7C8-3CE6-40B4-819F-DBF1681A9A1D}"/>
                </a:ext>
              </a:extLst>
            </p:cNvPr>
            <p:cNvSpPr/>
            <p:nvPr/>
          </p:nvSpPr>
          <p:spPr>
            <a:xfrm>
              <a:off x="3713900" y="2434350"/>
              <a:ext cx="55950" cy="52200"/>
            </a:xfrm>
            <a:custGeom>
              <a:avLst/>
              <a:gdLst/>
              <a:ahLst/>
              <a:cxnLst/>
              <a:rect l="l" t="t" r="r" b="b"/>
              <a:pathLst>
                <a:path w="2238" h="2088" extrusionOk="0">
                  <a:moveTo>
                    <a:pt x="1087" y="685"/>
                  </a:moveTo>
                  <a:cubicBezTo>
                    <a:pt x="1174" y="685"/>
                    <a:pt x="1261" y="717"/>
                    <a:pt x="1324" y="780"/>
                  </a:cubicBezTo>
                  <a:cubicBezTo>
                    <a:pt x="1450" y="874"/>
                    <a:pt x="1450" y="1126"/>
                    <a:pt x="1324" y="1252"/>
                  </a:cubicBezTo>
                  <a:cubicBezTo>
                    <a:pt x="1261" y="1300"/>
                    <a:pt x="1174" y="1323"/>
                    <a:pt x="1087" y="1323"/>
                  </a:cubicBezTo>
                  <a:cubicBezTo>
                    <a:pt x="1001" y="1323"/>
                    <a:pt x="914" y="1300"/>
                    <a:pt x="851" y="1252"/>
                  </a:cubicBezTo>
                  <a:cubicBezTo>
                    <a:pt x="725" y="1126"/>
                    <a:pt x="725" y="937"/>
                    <a:pt x="851" y="780"/>
                  </a:cubicBezTo>
                  <a:cubicBezTo>
                    <a:pt x="914" y="717"/>
                    <a:pt x="1001" y="685"/>
                    <a:pt x="1087" y="685"/>
                  </a:cubicBezTo>
                  <a:close/>
                  <a:moveTo>
                    <a:pt x="1115" y="0"/>
                  </a:moveTo>
                  <a:cubicBezTo>
                    <a:pt x="851" y="0"/>
                    <a:pt x="583" y="102"/>
                    <a:pt x="378" y="307"/>
                  </a:cubicBezTo>
                  <a:cubicBezTo>
                    <a:pt x="0" y="685"/>
                    <a:pt x="0" y="1347"/>
                    <a:pt x="378" y="1756"/>
                  </a:cubicBezTo>
                  <a:cubicBezTo>
                    <a:pt x="583" y="1977"/>
                    <a:pt x="851" y="2087"/>
                    <a:pt x="1115" y="2087"/>
                  </a:cubicBezTo>
                  <a:cubicBezTo>
                    <a:pt x="1379" y="2087"/>
                    <a:pt x="1639" y="1977"/>
                    <a:pt x="1828" y="1756"/>
                  </a:cubicBezTo>
                  <a:cubicBezTo>
                    <a:pt x="2237" y="1347"/>
                    <a:pt x="2237" y="685"/>
                    <a:pt x="1828" y="307"/>
                  </a:cubicBezTo>
                  <a:cubicBezTo>
                    <a:pt x="1639" y="102"/>
                    <a:pt x="1379" y="0"/>
                    <a:pt x="1115" y="0"/>
                  </a:cubicBezTo>
                  <a:close/>
                </a:path>
              </a:pathLst>
            </a:custGeom>
            <a:grpFill/>
            <a:ln>
              <a:noFill/>
            </a:ln>
          </p:spPr>
          <p:txBody>
            <a:bodyPr spcFirstLastPara="1" wrap="square" lIns="62728" tIns="62728" rIns="62728" bIns="62728" anchor="ctr" anchorCtr="0">
              <a:noAutofit/>
            </a:bodyPr>
            <a:lstStyle/>
            <a:p>
              <a:endParaRPr sz="764"/>
            </a:p>
          </p:txBody>
        </p:sp>
      </p:grpSp>
      <p:sp>
        <p:nvSpPr>
          <p:cNvPr id="38" name="Google Shape;8777;p68">
            <a:extLst>
              <a:ext uri="{FF2B5EF4-FFF2-40B4-BE49-F238E27FC236}">
                <a16:creationId xmlns:a16="http://schemas.microsoft.com/office/drawing/2014/main" id="{6BCBE1CC-1ED0-4A40-AA31-69B0EBBF0C20}"/>
              </a:ext>
            </a:extLst>
          </p:cNvPr>
          <p:cNvSpPr/>
          <p:nvPr/>
        </p:nvSpPr>
        <p:spPr>
          <a:xfrm>
            <a:off x="2833679" y="4700213"/>
            <a:ext cx="226391" cy="226371"/>
          </a:xfrm>
          <a:custGeom>
            <a:avLst/>
            <a:gdLst/>
            <a:ahLst/>
            <a:cxnLst/>
            <a:rect l="l" t="t" r="r" b="b"/>
            <a:pathLst>
              <a:path w="11816" h="11815" extrusionOk="0">
                <a:moveTo>
                  <a:pt x="6207" y="693"/>
                </a:moveTo>
                <a:cubicBezTo>
                  <a:pt x="7877" y="819"/>
                  <a:pt x="9326" y="1670"/>
                  <a:pt x="10208" y="2993"/>
                </a:cubicBezTo>
                <a:lnTo>
                  <a:pt x="6207" y="5293"/>
                </a:lnTo>
                <a:lnTo>
                  <a:pt x="6207" y="693"/>
                </a:lnTo>
                <a:close/>
                <a:moveTo>
                  <a:pt x="10555" y="3623"/>
                </a:moveTo>
                <a:cubicBezTo>
                  <a:pt x="10901" y="4316"/>
                  <a:pt x="11090" y="5104"/>
                  <a:pt x="11090" y="5923"/>
                </a:cubicBezTo>
                <a:cubicBezTo>
                  <a:pt x="11090" y="7026"/>
                  <a:pt x="10744" y="8097"/>
                  <a:pt x="10114" y="8979"/>
                </a:cubicBezTo>
                <a:lnTo>
                  <a:pt x="6491" y="5986"/>
                </a:lnTo>
                <a:lnTo>
                  <a:pt x="10555" y="3623"/>
                </a:lnTo>
                <a:close/>
                <a:moveTo>
                  <a:pt x="5546" y="693"/>
                </a:moveTo>
                <a:lnTo>
                  <a:pt x="5546" y="5892"/>
                </a:lnTo>
                <a:cubicBezTo>
                  <a:pt x="5546" y="6018"/>
                  <a:pt x="5577" y="6081"/>
                  <a:pt x="5672" y="6175"/>
                </a:cubicBezTo>
                <a:lnTo>
                  <a:pt x="9673" y="9483"/>
                </a:lnTo>
                <a:cubicBezTo>
                  <a:pt x="8728" y="10491"/>
                  <a:pt x="7373" y="11121"/>
                  <a:pt x="5892" y="11121"/>
                </a:cubicBezTo>
                <a:cubicBezTo>
                  <a:pt x="3025" y="11121"/>
                  <a:pt x="662" y="8822"/>
                  <a:pt x="662" y="5892"/>
                </a:cubicBezTo>
                <a:cubicBezTo>
                  <a:pt x="662" y="3151"/>
                  <a:pt x="2836" y="851"/>
                  <a:pt x="5546" y="693"/>
                </a:cubicBezTo>
                <a:close/>
                <a:moveTo>
                  <a:pt x="5892" y="0"/>
                </a:moveTo>
                <a:cubicBezTo>
                  <a:pt x="2647" y="0"/>
                  <a:pt x="1" y="2615"/>
                  <a:pt x="1" y="5892"/>
                </a:cubicBezTo>
                <a:cubicBezTo>
                  <a:pt x="1" y="9168"/>
                  <a:pt x="2647" y="11814"/>
                  <a:pt x="5892" y="11814"/>
                </a:cubicBezTo>
                <a:cubicBezTo>
                  <a:pt x="9169" y="11814"/>
                  <a:pt x="11815" y="9168"/>
                  <a:pt x="11815" y="5892"/>
                </a:cubicBezTo>
                <a:cubicBezTo>
                  <a:pt x="11815" y="2678"/>
                  <a:pt x="9137" y="0"/>
                  <a:pt x="5892"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40" name="Google Shape;8787;p68">
            <a:extLst>
              <a:ext uri="{FF2B5EF4-FFF2-40B4-BE49-F238E27FC236}">
                <a16:creationId xmlns:a16="http://schemas.microsoft.com/office/drawing/2014/main" id="{E2507724-11A9-47FF-A892-4BFE02BFF3AA}"/>
              </a:ext>
            </a:extLst>
          </p:cNvPr>
          <p:cNvSpPr/>
          <p:nvPr/>
        </p:nvSpPr>
        <p:spPr>
          <a:xfrm>
            <a:off x="4267598" y="4407454"/>
            <a:ext cx="229399" cy="228192"/>
          </a:xfrm>
          <a:custGeom>
            <a:avLst/>
            <a:gdLst/>
            <a:ahLst/>
            <a:cxnLst/>
            <a:rect l="l" t="t" r="r" b="b"/>
            <a:pathLst>
              <a:path w="11973" h="11910" extrusionOk="0">
                <a:moveTo>
                  <a:pt x="11027" y="662"/>
                </a:moveTo>
                <a:lnTo>
                  <a:pt x="11027" y="1387"/>
                </a:lnTo>
                <a:lnTo>
                  <a:pt x="8601" y="1387"/>
                </a:lnTo>
                <a:cubicBezTo>
                  <a:pt x="8412" y="1387"/>
                  <a:pt x="8255" y="1229"/>
                  <a:pt x="8255" y="1040"/>
                </a:cubicBezTo>
                <a:cubicBezTo>
                  <a:pt x="8255" y="820"/>
                  <a:pt x="8412" y="662"/>
                  <a:pt x="8601" y="662"/>
                </a:cubicBezTo>
                <a:close/>
                <a:moveTo>
                  <a:pt x="10366" y="2048"/>
                </a:moveTo>
                <a:lnTo>
                  <a:pt x="10366" y="2773"/>
                </a:lnTo>
                <a:lnTo>
                  <a:pt x="7940" y="2773"/>
                </a:lnTo>
                <a:cubicBezTo>
                  <a:pt x="7926" y="2775"/>
                  <a:pt x="7912" y="2776"/>
                  <a:pt x="7899" y="2776"/>
                </a:cubicBezTo>
                <a:cubicBezTo>
                  <a:pt x="7728" y="2776"/>
                  <a:pt x="7593" y="2599"/>
                  <a:pt x="7593" y="2395"/>
                </a:cubicBezTo>
                <a:cubicBezTo>
                  <a:pt x="7593" y="2206"/>
                  <a:pt x="7751" y="2048"/>
                  <a:pt x="7940" y="2048"/>
                </a:cubicBezTo>
                <a:close/>
                <a:moveTo>
                  <a:pt x="11027" y="3466"/>
                </a:moveTo>
                <a:lnTo>
                  <a:pt x="11027" y="4191"/>
                </a:lnTo>
                <a:lnTo>
                  <a:pt x="8601" y="4191"/>
                </a:lnTo>
                <a:cubicBezTo>
                  <a:pt x="8412" y="4191"/>
                  <a:pt x="8255" y="4033"/>
                  <a:pt x="8255" y="3812"/>
                </a:cubicBezTo>
                <a:cubicBezTo>
                  <a:pt x="8255" y="3623"/>
                  <a:pt x="8412" y="3466"/>
                  <a:pt x="8601" y="3466"/>
                </a:cubicBezTo>
                <a:close/>
                <a:moveTo>
                  <a:pt x="1292" y="4884"/>
                </a:moveTo>
                <a:lnTo>
                  <a:pt x="1292" y="5608"/>
                </a:lnTo>
                <a:lnTo>
                  <a:pt x="568" y="5608"/>
                </a:lnTo>
                <a:lnTo>
                  <a:pt x="568" y="4884"/>
                </a:lnTo>
                <a:close/>
                <a:moveTo>
                  <a:pt x="11027" y="4884"/>
                </a:moveTo>
                <a:lnTo>
                  <a:pt x="11027" y="5608"/>
                </a:lnTo>
                <a:lnTo>
                  <a:pt x="6207" y="5608"/>
                </a:lnTo>
                <a:lnTo>
                  <a:pt x="6207" y="4884"/>
                </a:lnTo>
                <a:close/>
                <a:moveTo>
                  <a:pt x="3718" y="2080"/>
                </a:moveTo>
                <a:cubicBezTo>
                  <a:pt x="4663" y="2080"/>
                  <a:pt x="5482" y="2867"/>
                  <a:pt x="5482" y="3844"/>
                </a:cubicBezTo>
                <a:lnTo>
                  <a:pt x="5482" y="5955"/>
                </a:lnTo>
                <a:cubicBezTo>
                  <a:pt x="5482" y="6144"/>
                  <a:pt x="5325" y="6301"/>
                  <a:pt x="5136" y="6301"/>
                </a:cubicBezTo>
                <a:lnTo>
                  <a:pt x="2300" y="6301"/>
                </a:lnTo>
                <a:cubicBezTo>
                  <a:pt x="2111" y="6301"/>
                  <a:pt x="1954" y="6144"/>
                  <a:pt x="1954" y="5955"/>
                </a:cubicBezTo>
                <a:lnTo>
                  <a:pt x="1954" y="3844"/>
                </a:lnTo>
                <a:cubicBezTo>
                  <a:pt x="1954" y="2899"/>
                  <a:pt x="2742" y="2080"/>
                  <a:pt x="3718" y="2080"/>
                </a:cubicBezTo>
                <a:close/>
                <a:moveTo>
                  <a:pt x="11027" y="6301"/>
                </a:moveTo>
                <a:lnTo>
                  <a:pt x="11027" y="7688"/>
                </a:lnTo>
                <a:lnTo>
                  <a:pt x="7593" y="7688"/>
                </a:lnTo>
                <a:lnTo>
                  <a:pt x="7593" y="6301"/>
                </a:lnTo>
                <a:lnTo>
                  <a:pt x="8948" y="6301"/>
                </a:lnTo>
                <a:lnTo>
                  <a:pt x="8948" y="6648"/>
                </a:lnTo>
                <a:cubicBezTo>
                  <a:pt x="8948" y="6868"/>
                  <a:pt x="9106" y="7026"/>
                  <a:pt x="9326" y="7026"/>
                </a:cubicBezTo>
                <a:cubicBezTo>
                  <a:pt x="9515" y="7026"/>
                  <a:pt x="9673" y="6868"/>
                  <a:pt x="9673" y="6648"/>
                </a:cubicBezTo>
                <a:lnTo>
                  <a:pt x="9673" y="6301"/>
                </a:lnTo>
                <a:close/>
                <a:moveTo>
                  <a:pt x="4443" y="8349"/>
                </a:moveTo>
                <a:cubicBezTo>
                  <a:pt x="4852" y="8349"/>
                  <a:pt x="5293" y="8633"/>
                  <a:pt x="5419" y="9074"/>
                </a:cubicBezTo>
                <a:lnTo>
                  <a:pt x="2080" y="9074"/>
                </a:lnTo>
                <a:cubicBezTo>
                  <a:pt x="2237" y="8664"/>
                  <a:pt x="2616" y="8349"/>
                  <a:pt x="3057" y="8349"/>
                </a:cubicBezTo>
                <a:close/>
                <a:moveTo>
                  <a:pt x="11027" y="8349"/>
                </a:moveTo>
                <a:lnTo>
                  <a:pt x="11027" y="9735"/>
                </a:lnTo>
                <a:lnTo>
                  <a:pt x="7593" y="9735"/>
                </a:lnTo>
                <a:lnTo>
                  <a:pt x="7593" y="8349"/>
                </a:lnTo>
                <a:lnTo>
                  <a:pt x="8948" y="8349"/>
                </a:lnTo>
                <a:lnTo>
                  <a:pt x="8948" y="8696"/>
                </a:lnTo>
                <a:cubicBezTo>
                  <a:pt x="8948" y="8916"/>
                  <a:pt x="9106" y="9074"/>
                  <a:pt x="9326" y="9074"/>
                </a:cubicBezTo>
                <a:cubicBezTo>
                  <a:pt x="9515" y="9074"/>
                  <a:pt x="9673" y="8916"/>
                  <a:pt x="9673" y="8696"/>
                </a:cubicBezTo>
                <a:lnTo>
                  <a:pt x="9673" y="8349"/>
                </a:lnTo>
                <a:close/>
                <a:moveTo>
                  <a:pt x="8633" y="0"/>
                </a:moveTo>
                <a:cubicBezTo>
                  <a:pt x="8066" y="0"/>
                  <a:pt x="7625" y="473"/>
                  <a:pt x="7625" y="1040"/>
                </a:cubicBezTo>
                <a:cubicBezTo>
                  <a:pt x="7625" y="1135"/>
                  <a:pt x="7656" y="1292"/>
                  <a:pt x="7688" y="1418"/>
                </a:cubicBezTo>
                <a:cubicBezTo>
                  <a:pt x="7278" y="1544"/>
                  <a:pt x="6963" y="1922"/>
                  <a:pt x="6963" y="2395"/>
                </a:cubicBezTo>
                <a:cubicBezTo>
                  <a:pt x="6963" y="2678"/>
                  <a:pt x="7058" y="2962"/>
                  <a:pt x="7278" y="3151"/>
                </a:cubicBezTo>
                <a:cubicBezTo>
                  <a:pt x="7373" y="3308"/>
                  <a:pt x="7530" y="3403"/>
                  <a:pt x="7751" y="3434"/>
                </a:cubicBezTo>
                <a:cubicBezTo>
                  <a:pt x="7688" y="3560"/>
                  <a:pt x="7656" y="3655"/>
                  <a:pt x="7656" y="3812"/>
                </a:cubicBezTo>
                <a:cubicBezTo>
                  <a:pt x="7656" y="3939"/>
                  <a:pt x="7688" y="4065"/>
                  <a:pt x="7751" y="4191"/>
                </a:cubicBezTo>
                <a:lnTo>
                  <a:pt x="6270" y="4191"/>
                </a:lnTo>
                <a:lnTo>
                  <a:pt x="6270" y="3812"/>
                </a:lnTo>
                <a:cubicBezTo>
                  <a:pt x="6270" y="2489"/>
                  <a:pt x="5167" y="1387"/>
                  <a:pt x="3844" y="1387"/>
                </a:cubicBezTo>
                <a:cubicBezTo>
                  <a:pt x="2490" y="1387"/>
                  <a:pt x="1387" y="2489"/>
                  <a:pt x="1387" y="3812"/>
                </a:cubicBezTo>
                <a:lnTo>
                  <a:pt x="1387" y="4191"/>
                </a:lnTo>
                <a:lnTo>
                  <a:pt x="379" y="4191"/>
                </a:lnTo>
                <a:cubicBezTo>
                  <a:pt x="158" y="4191"/>
                  <a:pt x="1" y="4348"/>
                  <a:pt x="1" y="4537"/>
                </a:cubicBezTo>
                <a:lnTo>
                  <a:pt x="1" y="11500"/>
                </a:lnTo>
                <a:cubicBezTo>
                  <a:pt x="1" y="11689"/>
                  <a:pt x="158" y="11846"/>
                  <a:pt x="379" y="11846"/>
                </a:cubicBezTo>
                <a:cubicBezTo>
                  <a:pt x="568" y="11846"/>
                  <a:pt x="725" y="11689"/>
                  <a:pt x="725" y="11500"/>
                </a:cubicBezTo>
                <a:lnTo>
                  <a:pt x="725" y="6301"/>
                </a:lnTo>
                <a:lnTo>
                  <a:pt x="1481" y="6301"/>
                </a:lnTo>
                <a:cubicBezTo>
                  <a:pt x="1639" y="6711"/>
                  <a:pt x="1985" y="7026"/>
                  <a:pt x="2458" y="7026"/>
                </a:cubicBezTo>
                <a:lnTo>
                  <a:pt x="3529" y="7026"/>
                </a:lnTo>
                <a:lnTo>
                  <a:pt x="3529" y="7719"/>
                </a:lnTo>
                <a:lnTo>
                  <a:pt x="3151" y="7719"/>
                </a:lnTo>
                <a:cubicBezTo>
                  <a:pt x="2237" y="7719"/>
                  <a:pt x="1387" y="8507"/>
                  <a:pt x="1387" y="9452"/>
                </a:cubicBezTo>
                <a:cubicBezTo>
                  <a:pt x="1387" y="9641"/>
                  <a:pt x="1544" y="9798"/>
                  <a:pt x="1733" y="9798"/>
                </a:cubicBezTo>
                <a:lnTo>
                  <a:pt x="3529" y="9798"/>
                </a:lnTo>
                <a:lnTo>
                  <a:pt x="3529" y="10523"/>
                </a:lnTo>
                <a:lnTo>
                  <a:pt x="2458" y="10523"/>
                </a:lnTo>
                <a:cubicBezTo>
                  <a:pt x="1859" y="10523"/>
                  <a:pt x="1418" y="10996"/>
                  <a:pt x="1418" y="11531"/>
                </a:cubicBezTo>
                <a:cubicBezTo>
                  <a:pt x="1418" y="11752"/>
                  <a:pt x="1576" y="11909"/>
                  <a:pt x="1796" y="11909"/>
                </a:cubicBezTo>
                <a:cubicBezTo>
                  <a:pt x="1985" y="11909"/>
                  <a:pt x="2143" y="11752"/>
                  <a:pt x="2143" y="11531"/>
                </a:cubicBezTo>
                <a:cubicBezTo>
                  <a:pt x="2143" y="11342"/>
                  <a:pt x="2300" y="11185"/>
                  <a:pt x="2490" y="11185"/>
                </a:cubicBezTo>
                <a:lnTo>
                  <a:pt x="3561" y="11185"/>
                </a:lnTo>
                <a:lnTo>
                  <a:pt x="3561" y="11531"/>
                </a:lnTo>
                <a:cubicBezTo>
                  <a:pt x="3561" y="11752"/>
                  <a:pt x="3718" y="11909"/>
                  <a:pt x="3907" y="11909"/>
                </a:cubicBezTo>
                <a:cubicBezTo>
                  <a:pt x="4096" y="11909"/>
                  <a:pt x="4254" y="11752"/>
                  <a:pt x="4254" y="11531"/>
                </a:cubicBezTo>
                <a:lnTo>
                  <a:pt x="4254" y="11185"/>
                </a:lnTo>
                <a:lnTo>
                  <a:pt x="5325" y="11185"/>
                </a:lnTo>
                <a:cubicBezTo>
                  <a:pt x="5514" y="11185"/>
                  <a:pt x="5672" y="11342"/>
                  <a:pt x="5672" y="11531"/>
                </a:cubicBezTo>
                <a:cubicBezTo>
                  <a:pt x="5672" y="11752"/>
                  <a:pt x="5829" y="11909"/>
                  <a:pt x="6050" y="11909"/>
                </a:cubicBezTo>
                <a:cubicBezTo>
                  <a:pt x="6239" y="11909"/>
                  <a:pt x="6396" y="11752"/>
                  <a:pt x="6396" y="11531"/>
                </a:cubicBezTo>
                <a:cubicBezTo>
                  <a:pt x="6396" y="10964"/>
                  <a:pt x="5924" y="10523"/>
                  <a:pt x="5356" y="10523"/>
                </a:cubicBezTo>
                <a:lnTo>
                  <a:pt x="4317" y="10523"/>
                </a:lnTo>
                <a:lnTo>
                  <a:pt x="4317" y="9798"/>
                </a:lnTo>
                <a:lnTo>
                  <a:pt x="6081" y="9798"/>
                </a:lnTo>
                <a:cubicBezTo>
                  <a:pt x="6270" y="9798"/>
                  <a:pt x="6428" y="9641"/>
                  <a:pt x="6428" y="9452"/>
                </a:cubicBezTo>
                <a:cubicBezTo>
                  <a:pt x="6428" y="8507"/>
                  <a:pt x="5640" y="7719"/>
                  <a:pt x="4663" y="7719"/>
                </a:cubicBezTo>
                <a:lnTo>
                  <a:pt x="4317" y="7719"/>
                </a:lnTo>
                <a:lnTo>
                  <a:pt x="4317" y="7026"/>
                </a:lnTo>
                <a:lnTo>
                  <a:pt x="5356" y="7026"/>
                </a:lnTo>
                <a:cubicBezTo>
                  <a:pt x="5798" y="7026"/>
                  <a:pt x="6207" y="6742"/>
                  <a:pt x="6365" y="6301"/>
                </a:cubicBezTo>
                <a:lnTo>
                  <a:pt x="7089" y="6301"/>
                </a:lnTo>
                <a:lnTo>
                  <a:pt x="7089" y="11500"/>
                </a:lnTo>
                <a:cubicBezTo>
                  <a:pt x="7089" y="11689"/>
                  <a:pt x="7247" y="11846"/>
                  <a:pt x="7467" y="11846"/>
                </a:cubicBezTo>
                <a:cubicBezTo>
                  <a:pt x="7656" y="11846"/>
                  <a:pt x="7814" y="11689"/>
                  <a:pt x="7814" y="11500"/>
                </a:cubicBezTo>
                <a:lnTo>
                  <a:pt x="7814" y="10492"/>
                </a:lnTo>
                <a:lnTo>
                  <a:pt x="11279" y="10492"/>
                </a:lnTo>
                <a:lnTo>
                  <a:pt x="11279" y="11500"/>
                </a:lnTo>
                <a:cubicBezTo>
                  <a:pt x="11279" y="11689"/>
                  <a:pt x="11437" y="11846"/>
                  <a:pt x="11626" y="11846"/>
                </a:cubicBezTo>
                <a:cubicBezTo>
                  <a:pt x="11815" y="11846"/>
                  <a:pt x="11972" y="11689"/>
                  <a:pt x="11972" y="11500"/>
                </a:cubicBezTo>
                <a:lnTo>
                  <a:pt x="11972" y="3151"/>
                </a:lnTo>
                <a:cubicBezTo>
                  <a:pt x="11972" y="2962"/>
                  <a:pt x="11815" y="2804"/>
                  <a:pt x="11626" y="2804"/>
                </a:cubicBezTo>
                <a:lnTo>
                  <a:pt x="11279" y="2804"/>
                </a:lnTo>
                <a:lnTo>
                  <a:pt x="11279" y="2080"/>
                </a:lnTo>
                <a:lnTo>
                  <a:pt x="11626" y="2080"/>
                </a:lnTo>
                <a:cubicBezTo>
                  <a:pt x="11815" y="2080"/>
                  <a:pt x="11972" y="1922"/>
                  <a:pt x="11972" y="1733"/>
                </a:cubicBezTo>
                <a:lnTo>
                  <a:pt x="11972" y="347"/>
                </a:lnTo>
                <a:cubicBezTo>
                  <a:pt x="11752" y="158"/>
                  <a:pt x="11594" y="0"/>
                  <a:pt x="11405"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42" name="Google Shape;8791;p68">
            <a:extLst>
              <a:ext uri="{FF2B5EF4-FFF2-40B4-BE49-F238E27FC236}">
                <a16:creationId xmlns:a16="http://schemas.microsoft.com/office/drawing/2014/main" id="{22C7571B-34CC-452A-B21F-1CFF6DBF8378}"/>
              </a:ext>
            </a:extLst>
          </p:cNvPr>
          <p:cNvGrpSpPr/>
          <p:nvPr/>
        </p:nvGrpSpPr>
        <p:grpSpPr>
          <a:xfrm>
            <a:off x="5133735" y="4146635"/>
            <a:ext cx="228172" cy="212001"/>
            <a:chOff x="6524150" y="1938725"/>
            <a:chExt cx="297725" cy="276625"/>
          </a:xfrm>
          <a:solidFill>
            <a:schemeClr val="tx1"/>
          </a:solidFill>
        </p:grpSpPr>
        <p:sp>
          <p:nvSpPr>
            <p:cNvPr id="93" name="Google Shape;8792;p68">
              <a:extLst>
                <a:ext uri="{FF2B5EF4-FFF2-40B4-BE49-F238E27FC236}">
                  <a16:creationId xmlns:a16="http://schemas.microsoft.com/office/drawing/2014/main" id="{3EB02126-6FB1-44F4-B5DC-50D9A8FEDFBF}"/>
                </a:ext>
              </a:extLst>
            </p:cNvPr>
            <p:cNvSpPr/>
            <p:nvPr/>
          </p:nvSpPr>
          <p:spPr>
            <a:xfrm>
              <a:off x="6524150" y="2025375"/>
              <a:ext cx="297725" cy="189975"/>
            </a:xfrm>
            <a:custGeom>
              <a:avLst/>
              <a:gdLst/>
              <a:ahLst/>
              <a:cxnLst/>
              <a:rect l="l" t="t" r="r" b="b"/>
              <a:pathLst>
                <a:path w="11909" h="7599" extrusionOk="0">
                  <a:moveTo>
                    <a:pt x="9767" y="2079"/>
                  </a:moveTo>
                  <a:lnTo>
                    <a:pt x="9767" y="5198"/>
                  </a:lnTo>
                  <a:cubicBezTo>
                    <a:pt x="9735" y="5041"/>
                    <a:pt x="9672" y="4915"/>
                    <a:pt x="9546" y="4789"/>
                  </a:cubicBezTo>
                  <a:lnTo>
                    <a:pt x="7813" y="3056"/>
                  </a:lnTo>
                  <a:cubicBezTo>
                    <a:pt x="7624" y="2867"/>
                    <a:pt x="7341" y="2741"/>
                    <a:pt x="7057" y="2741"/>
                  </a:cubicBezTo>
                  <a:lnTo>
                    <a:pt x="6018" y="2741"/>
                  </a:lnTo>
                  <a:cubicBezTo>
                    <a:pt x="5923" y="2741"/>
                    <a:pt x="5797" y="2836"/>
                    <a:pt x="5734" y="2930"/>
                  </a:cubicBezTo>
                  <a:lnTo>
                    <a:pt x="5482" y="3403"/>
                  </a:lnTo>
                  <a:cubicBezTo>
                    <a:pt x="5293" y="3812"/>
                    <a:pt x="4883" y="4001"/>
                    <a:pt x="4505" y="4001"/>
                  </a:cubicBezTo>
                  <a:lnTo>
                    <a:pt x="5356" y="2269"/>
                  </a:lnTo>
                  <a:cubicBezTo>
                    <a:pt x="5419" y="2143"/>
                    <a:pt x="5576" y="2079"/>
                    <a:pt x="5671" y="2079"/>
                  </a:cubicBezTo>
                  <a:close/>
                  <a:moveTo>
                    <a:pt x="1418" y="2079"/>
                  </a:moveTo>
                  <a:lnTo>
                    <a:pt x="1418" y="5545"/>
                  </a:lnTo>
                  <a:lnTo>
                    <a:pt x="725" y="5545"/>
                  </a:lnTo>
                  <a:lnTo>
                    <a:pt x="725" y="2079"/>
                  </a:lnTo>
                  <a:close/>
                  <a:moveTo>
                    <a:pt x="11153" y="2079"/>
                  </a:moveTo>
                  <a:lnTo>
                    <a:pt x="11153" y="5545"/>
                  </a:lnTo>
                  <a:lnTo>
                    <a:pt x="10460" y="5545"/>
                  </a:lnTo>
                  <a:lnTo>
                    <a:pt x="10460" y="2079"/>
                  </a:lnTo>
                  <a:close/>
                  <a:moveTo>
                    <a:pt x="6931" y="630"/>
                  </a:moveTo>
                  <a:cubicBezTo>
                    <a:pt x="6774" y="1008"/>
                    <a:pt x="6427" y="1323"/>
                    <a:pt x="5955" y="1323"/>
                  </a:cubicBezTo>
                  <a:lnTo>
                    <a:pt x="5671" y="1323"/>
                  </a:lnTo>
                  <a:cubicBezTo>
                    <a:pt x="5293" y="1323"/>
                    <a:pt x="4946" y="1575"/>
                    <a:pt x="4726" y="1922"/>
                  </a:cubicBezTo>
                  <a:lnTo>
                    <a:pt x="3655" y="4064"/>
                  </a:lnTo>
                  <a:cubicBezTo>
                    <a:pt x="3623" y="4127"/>
                    <a:pt x="3623" y="4253"/>
                    <a:pt x="3655" y="4316"/>
                  </a:cubicBezTo>
                  <a:cubicBezTo>
                    <a:pt x="3718" y="4411"/>
                    <a:pt x="3781" y="4474"/>
                    <a:pt x="3875" y="4537"/>
                  </a:cubicBezTo>
                  <a:cubicBezTo>
                    <a:pt x="4088" y="4627"/>
                    <a:pt x="4310" y="4670"/>
                    <a:pt x="4532" y="4670"/>
                  </a:cubicBezTo>
                  <a:cubicBezTo>
                    <a:pt x="5165" y="4670"/>
                    <a:pt x="5785" y="4316"/>
                    <a:pt x="6112" y="3686"/>
                  </a:cubicBezTo>
                  <a:lnTo>
                    <a:pt x="6238" y="3434"/>
                  </a:lnTo>
                  <a:lnTo>
                    <a:pt x="7026" y="3434"/>
                  </a:lnTo>
                  <a:cubicBezTo>
                    <a:pt x="7089" y="3434"/>
                    <a:pt x="7215" y="3466"/>
                    <a:pt x="7246" y="3529"/>
                  </a:cubicBezTo>
                  <a:lnTo>
                    <a:pt x="8979" y="5261"/>
                  </a:lnTo>
                  <a:cubicBezTo>
                    <a:pt x="9137" y="5419"/>
                    <a:pt x="9137" y="5545"/>
                    <a:pt x="9105" y="5640"/>
                  </a:cubicBezTo>
                  <a:cubicBezTo>
                    <a:pt x="9105" y="5671"/>
                    <a:pt x="9042" y="5829"/>
                    <a:pt x="8885" y="5860"/>
                  </a:cubicBezTo>
                  <a:lnTo>
                    <a:pt x="5576" y="6805"/>
                  </a:lnTo>
                  <a:cubicBezTo>
                    <a:pt x="5543" y="6814"/>
                    <a:pt x="5507" y="6818"/>
                    <a:pt x="5470" y="6818"/>
                  </a:cubicBezTo>
                  <a:cubicBezTo>
                    <a:pt x="5371" y="6818"/>
                    <a:pt x="5268" y="6788"/>
                    <a:pt x="5198" y="6742"/>
                  </a:cubicBezTo>
                  <a:lnTo>
                    <a:pt x="4096" y="5640"/>
                  </a:lnTo>
                  <a:cubicBezTo>
                    <a:pt x="4033" y="5545"/>
                    <a:pt x="3938" y="5514"/>
                    <a:pt x="3875" y="5514"/>
                  </a:cubicBezTo>
                  <a:lnTo>
                    <a:pt x="2111" y="5514"/>
                  </a:lnTo>
                  <a:lnTo>
                    <a:pt x="2111" y="2048"/>
                  </a:lnTo>
                  <a:lnTo>
                    <a:pt x="2741" y="2048"/>
                  </a:lnTo>
                  <a:cubicBezTo>
                    <a:pt x="3119" y="2048"/>
                    <a:pt x="3466" y="1796"/>
                    <a:pt x="3686" y="1449"/>
                  </a:cubicBezTo>
                  <a:lnTo>
                    <a:pt x="4001" y="819"/>
                  </a:lnTo>
                  <a:cubicBezTo>
                    <a:pt x="4064" y="693"/>
                    <a:pt x="4190" y="630"/>
                    <a:pt x="4316" y="630"/>
                  </a:cubicBezTo>
                  <a:close/>
                  <a:moveTo>
                    <a:pt x="4316" y="0"/>
                  </a:moveTo>
                  <a:cubicBezTo>
                    <a:pt x="3907" y="0"/>
                    <a:pt x="3560" y="221"/>
                    <a:pt x="3371" y="599"/>
                  </a:cubicBezTo>
                  <a:lnTo>
                    <a:pt x="3056" y="1229"/>
                  </a:lnTo>
                  <a:cubicBezTo>
                    <a:pt x="2962" y="1323"/>
                    <a:pt x="2836" y="1418"/>
                    <a:pt x="2741" y="1418"/>
                  </a:cubicBezTo>
                  <a:lnTo>
                    <a:pt x="378" y="1418"/>
                  </a:lnTo>
                  <a:cubicBezTo>
                    <a:pt x="158" y="1418"/>
                    <a:pt x="0" y="1575"/>
                    <a:pt x="0" y="1764"/>
                  </a:cubicBezTo>
                  <a:lnTo>
                    <a:pt x="0" y="5955"/>
                  </a:lnTo>
                  <a:cubicBezTo>
                    <a:pt x="0" y="6144"/>
                    <a:pt x="158" y="6301"/>
                    <a:pt x="378" y="6301"/>
                  </a:cubicBezTo>
                  <a:lnTo>
                    <a:pt x="3718" y="6301"/>
                  </a:lnTo>
                  <a:lnTo>
                    <a:pt x="4694" y="7278"/>
                  </a:lnTo>
                  <a:cubicBezTo>
                    <a:pt x="4894" y="7477"/>
                    <a:pt x="5139" y="7598"/>
                    <a:pt x="5410" y="7598"/>
                  </a:cubicBezTo>
                  <a:cubicBezTo>
                    <a:pt x="5525" y="7598"/>
                    <a:pt x="5644" y="7577"/>
                    <a:pt x="5766" y="7530"/>
                  </a:cubicBezTo>
                  <a:lnTo>
                    <a:pt x="9074" y="6553"/>
                  </a:lnTo>
                  <a:cubicBezTo>
                    <a:pt x="9263" y="6522"/>
                    <a:pt x="9420" y="6396"/>
                    <a:pt x="9578" y="6238"/>
                  </a:cubicBezTo>
                  <a:lnTo>
                    <a:pt x="11562" y="6238"/>
                  </a:lnTo>
                  <a:cubicBezTo>
                    <a:pt x="11751" y="6238"/>
                    <a:pt x="11909" y="6081"/>
                    <a:pt x="11909" y="5892"/>
                  </a:cubicBezTo>
                  <a:lnTo>
                    <a:pt x="11909" y="1733"/>
                  </a:lnTo>
                  <a:cubicBezTo>
                    <a:pt x="11877" y="1544"/>
                    <a:pt x="11720" y="1386"/>
                    <a:pt x="11499" y="1386"/>
                  </a:cubicBezTo>
                  <a:lnTo>
                    <a:pt x="7341" y="1386"/>
                  </a:lnTo>
                  <a:cubicBezTo>
                    <a:pt x="7561" y="1103"/>
                    <a:pt x="7687" y="693"/>
                    <a:pt x="7687" y="347"/>
                  </a:cubicBezTo>
                  <a:cubicBezTo>
                    <a:pt x="7687" y="158"/>
                    <a:pt x="7530" y="0"/>
                    <a:pt x="7341" y="0"/>
                  </a:cubicBezTo>
                  <a:close/>
                </a:path>
              </a:pathLst>
            </a:custGeom>
            <a:grpFill/>
            <a:ln>
              <a:noFill/>
            </a:ln>
          </p:spPr>
          <p:txBody>
            <a:bodyPr spcFirstLastPara="1" wrap="square" lIns="62728" tIns="62728" rIns="62728" bIns="62728" anchor="ctr" anchorCtr="0">
              <a:noAutofit/>
            </a:bodyPr>
            <a:lstStyle/>
            <a:p>
              <a:endParaRPr sz="764"/>
            </a:p>
          </p:txBody>
        </p:sp>
        <p:sp>
          <p:nvSpPr>
            <p:cNvPr id="94" name="Google Shape;8793;p68">
              <a:extLst>
                <a:ext uri="{FF2B5EF4-FFF2-40B4-BE49-F238E27FC236}">
                  <a16:creationId xmlns:a16="http://schemas.microsoft.com/office/drawing/2014/main" id="{3D5A5ED3-742E-4DD3-BDE6-A3FB92631C21}"/>
                </a:ext>
              </a:extLst>
            </p:cNvPr>
            <p:cNvSpPr/>
            <p:nvPr/>
          </p:nvSpPr>
          <p:spPr>
            <a:xfrm>
              <a:off x="6664325" y="1938725"/>
              <a:ext cx="17375" cy="43350"/>
            </a:xfrm>
            <a:custGeom>
              <a:avLst/>
              <a:gdLst/>
              <a:ahLst/>
              <a:cxnLst/>
              <a:rect l="l" t="t" r="r" b="b"/>
              <a:pathLst>
                <a:path w="695" h="1734" extrusionOk="0">
                  <a:moveTo>
                    <a:pt x="348" y="1"/>
                  </a:moveTo>
                  <a:cubicBezTo>
                    <a:pt x="159" y="1"/>
                    <a:pt x="1" y="158"/>
                    <a:pt x="1" y="347"/>
                  </a:cubicBezTo>
                  <a:lnTo>
                    <a:pt x="1" y="1355"/>
                  </a:lnTo>
                  <a:cubicBezTo>
                    <a:pt x="1" y="1576"/>
                    <a:pt x="159" y="1733"/>
                    <a:pt x="348" y="1733"/>
                  </a:cubicBezTo>
                  <a:cubicBezTo>
                    <a:pt x="537" y="1733"/>
                    <a:pt x="694" y="1576"/>
                    <a:pt x="694" y="1355"/>
                  </a:cubicBezTo>
                  <a:lnTo>
                    <a:pt x="694" y="347"/>
                  </a:lnTo>
                  <a:cubicBezTo>
                    <a:pt x="694" y="158"/>
                    <a:pt x="537" y="1"/>
                    <a:pt x="348" y="1"/>
                  </a:cubicBezTo>
                  <a:close/>
                </a:path>
              </a:pathLst>
            </a:custGeom>
            <a:grpFill/>
            <a:ln>
              <a:noFill/>
            </a:ln>
          </p:spPr>
          <p:txBody>
            <a:bodyPr spcFirstLastPara="1" wrap="square" lIns="62728" tIns="62728" rIns="62728" bIns="62728" anchor="ctr" anchorCtr="0">
              <a:noAutofit/>
            </a:bodyPr>
            <a:lstStyle/>
            <a:p>
              <a:endParaRPr sz="764"/>
            </a:p>
          </p:txBody>
        </p:sp>
        <p:sp>
          <p:nvSpPr>
            <p:cNvPr id="95" name="Google Shape;8794;p68">
              <a:extLst>
                <a:ext uri="{FF2B5EF4-FFF2-40B4-BE49-F238E27FC236}">
                  <a16:creationId xmlns:a16="http://schemas.microsoft.com/office/drawing/2014/main" id="{752F2F95-942F-4654-88B0-68725FF6EA1B}"/>
                </a:ext>
              </a:extLst>
            </p:cNvPr>
            <p:cNvSpPr/>
            <p:nvPr/>
          </p:nvSpPr>
          <p:spPr>
            <a:xfrm>
              <a:off x="6594250" y="1972800"/>
              <a:ext cx="35450" cy="35275"/>
            </a:xfrm>
            <a:custGeom>
              <a:avLst/>
              <a:gdLst/>
              <a:ahLst/>
              <a:cxnLst/>
              <a:rect l="l" t="t" r="r" b="b"/>
              <a:pathLst>
                <a:path w="1418" h="1411" extrusionOk="0">
                  <a:moveTo>
                    <a:pt x="374" y="0"/>
                  </a:moveTo>
                  <a:cubicBezTo>
                    <a:pt x="291" y="0"/>
                    <a:pt x="205" y="40"/>
                    <a:pt x="126" y="118"/>
                  </a:cubicBezTo>
                  <a:cubicBezTo>
                    <a:pt x="0" y="244"/>
                    <a:pt x="0" y="496"/>
                    <a:pt x="126" y="591"/>
                  </a:cubicBezTo>
                  <a:lnTo>
                    <a:pt x="819" y="1316"/>
                  </a:lnTo>
                  <a:cubicBezTo>
                    <a:pt x="882" y="1379"/>
                    <a:pt x="969" y="1410"/>
                    <a:pt x="1055" y="1410"/>
                  </a:cubicBezTo>
                  <a:cubicBezTo>
                    <a:pt x="1142" y="1410"/>
                    <a:pt x="1229" y="1379"/>
                    <a:pt x="1292" y="1316"/>
                  </a:cubicBezTo>
                  <a:cubicBezTo>
                    <a:pt x="1418" y="1190"/>
                    <a:pt x="1418" y="969"/>
                    <a:pt x="1292" y="843"/>
                  </a:cubicBezTo>
                  <a:lnTo>
                    <a:pt x="599" y="118"/>
                  </a:lnTo>
                  <a:cubicBezTo>
                    <a:pt x="536" y="40"/>
                    <a:pt x="457" y="0"/>
                    <a:pt x="374" y="0"/>
                  </a:cubicBezTo>
                  <a:close/>
                </a:path>
              </a:pathLst>
            </a:custGeom>
            <a:grpFill/>
            <a:ln>
              <a:noFill/>
            </a:ln>
          </p:spPr>
          <p:txBody>
            <a:bodyPr spcFirstLastPara="1" wrap="square" lIns="62728" tIns="62728" rIns="62728" bIns="62728" anchor="ctr" anchorCtr="0">
              <a:noAutofit/>
            </a:bodyPr>
            <a:lstStyle/>
            <a:p>
              <a:endParaRPr sz="764"/>
            </a:p>
          </p:txBody>
        </p:sp>
        <p:sp>
          <p:nvSpPr>
            <p:cNvPr id="96" name="Google Shape;8795;p68">
              <a:extLst>
                <a:ext uri="{FF2B5EF4-FFF2-40B4-BE49-F238E27FC236}">
                  <a16:creationId xmlns:a16="http://schemas.microsoft.com/office/drawing/2014/main" id="{9ABB5730-0B58-416B-8E05-989C919D13BE}"/>
                </a:ext>
              </a:extLst>
            </p:cNvPr>
            <p:cNvSpPr/>
            <p:nvPr/>
          </p:nvSpPr>
          <p:spPr>
            <a:xfrm>
              <a:off x="6715525" y="1972800"/>
              <a:ext cx="35475" cy="35275"/>
            </a:xfrm>
            <a:custGeom>
              <a:avLst/>
              <a:gdLst/>
              <a:ahLst/>
              <a:cxnLst/>
              <a:rect l="l" t="t" r="r" b="b"/>
              <a:pathLst>
                <a:path w="1419" h="1411" extrusionOk="0">
                  <a:moveTo>
                    <a:pt x="1056" y="0"/>
                  </a:moveTo>
                  <a:cubicBezTo>
                    <a:pt x="970" y="0"/>
                    <a:pt x="883" y="40"/>
                    <a:pt x="820" y="118"/>
                  </a:cubicBezTo>
                  <a:lnTo>
                    <a:pt x="127" y="843"/>
                  </a:lnTo>
                  <a:cubicBezTo>
                    <a:pt x="1" y="969"/>
                    <a:pt x="1" y="1190"/>
                    <a:pt x="127" y="1316"/>
                  </a:cubicBezTo>
                  <a:cubicBezTo>
                    <a:pt x="174" y="1379"/>
                    <a:pt x="261" y="1410"/>
                    <a:pt x="351" y="1410"/>
                  </a:cubicBezTo>
                  <a:cubicBezTo>
                    <a:pt x="442" y="1410"/>
                    <a:pt x="536" y="1379"/>
                    <a:pt x="599" y="1316"/>
                  </a:cubicBezTo>
                  <a:lnTo>
                    <a:pt x="1293" y="591"/>
                  </a:lnTo>
                  <a:cubicBezTo>
                    <a:pt x="1419" y="496"/>
                    <a:pt x="1419" y="244"/>
                    <a:pt x="1293" y="118"/>
                  </a:cubicBezTo>
                  <a:cubicBezTo>
                    <a:pt x="1230" y="40"/>
                    <a:pt x="1143" y="0"/>
                    <a:pt x="1056"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3" name="Google Shape;8796;p68">
            <a:extLst>
              <a:ext uri="{FF2B5EF4-FFF2-40B4-BE49-F238E27FC236}">
                <a16:creationId xmlns:a16="http://schemas.microsoft.com/office/drawing/2014/main" id="{819C622A-10EB-4D02-9383-3C59BD7BA24C}"/>
              </a:ext>
            </a:extLst>
          </p:cNvPr>
          <p:cNvGrpSpPr/>
          <p:nvPr/>
        </p:nvGrpSpPr>
        <p:grpSpPr>
          <a:xfrm>
            <a:off x="1677567" y="4139145"/>
            <a:ext cx="227597" cy="226984"/>
            <a:chOff x="2141000" y="1954475"/>
            <a:chExt cx="296975" cy="296175"/>
          </a:xfrm>
          <a:solidFill>
            <a:schemeClr val="tx1"/>
          </a:solidFill>
        </p:grpSpPr>
        <p:sp>
          <p:nvSpPr>
            <p:cNvPr id="89" name="Google Shape;8797;p68">
              <a:extLst>
                <a:ext uri="{FF2B5EF4-FFF2-40B4-BE49-F238E27FC236}">
                  <a16:creationId xmlns:a16="http://schemas.microsoft.com/office/drawing/2014/main" id="{BA97C101-4222-4F6B-8BA1-11C972A4F083}"/>
                </a:ext>
              </a:extLst>
            </p:cNvPr>
            <p:cNvSpPr/>
            <p:nvPr/>
          </p:nvSpPr>
          <p:spPr>
            <a:xfrm>
              <a:off x="2280425" y="1989925"/>
              <a:ext cx="104775" cy="68550"/>
            </a:xfrm>
            <a:custGeom>
              <a:avLst/>
              <a:gdLst/>
              <a:ahLst/>
              <a:cxnLst/>
              <a:rect l="l" t="t" r="r" b="b"/>
              <a:pathLst>
                <a:path w="4191" h="2742" extrusionOk="0">
                  <a:moveTo>
                    <a:pt x="347" y="0"/>
                  </a:moveTo>
                  <a:cubicBezTo>
                    <a:pt x="158" y="0"/>
                    <a:pt x="0" y="158"/>
                    <a:pt x="0" y="347"/>
                  </a:cubicBezTo>
                  <a:cubicBezTo>
                    <a:pt x="0" y="505"/>
                    <a:pt x="158" y="662"/>
                    <a:pt x="315" y="662"/>
                  </a:cubicBezTo>
                  <a:lnTo>
                    <a:pt x="2426" y="662"/>
                  </a:lnTo>
                  <a:cubicBezTo>
                    <a:pt x="2615" y="662"/>
                    <a:pt x="2773" y="820"/>
                    <a:pt x="2773" y="1009"/>
                  </a:cubicBezTo>
                  <a:lnTo>
                    <a:pt x="2773" y="1576"/>
                  </a:lnTo>
                  <a:lnTo>
                    <a:pt x="2678" y="1450"/>
                  </a:lnTo>
                  <a:cubicBezTo>
                    <a:pt x="2615" y="1387"/>
                    <a:pt x="2521" y="1355"/>
                    <a:pt x="2430" y="1355"/>
                  </a:cubicBezTo>
                  <a:cubicBezTo>
                    <a:pt x="2340" y="1355"/>
                    <a:pt x="2253" y="1387"/>
                    <a:pt x="2206" y="1450"/>
                  </a:cubicBezTo>
                  <a:cubicBezTo>
                    <a:pt x="2080" y="1576"/>
                    <a:pt x="2080" y="1796"/>
                    <a:pt x="2206" y="1922"/>
                  </a:cubicBezTo>
                  <a:lnTo>
                    <a:pt x="2899" y="2647"/>
                  </a:lnTo>
                  <a:cubicBezTo>
                    <a:pt x="2993" y="2710"/>
                    <a:pt x="3056" y="2741"/>
                    <a:pt x="3151" y="2741"/>
                  </a:cubicBezTo>
                  <a:cubicBezTo>
                    <a:pt x="3214" y="2741"/>
                    <a:pt x="3340" y="2710"/>
                    <a:pt x="3371" y="2647"/>
                  </a:cubicBezTo>
                  <a:lnTo>
                    <a:pt x="4096" y="1922"/>
                  </a:lnTo>
                  <a:cubicBezTo>
                    <a:pt x="4191" y="1796"/>
                    <a:pt x="4191" y="1576"/>
                    <a:pt x="4096" y="1450"/>
                  </a:cubicBezTo>
                  <a:cubicBezTo>
                    <a:pt x="4033" y="1387"/>
                    <a:pt x="3938" y="1355"/>
                    <a:pt x="3848" y="1355"/>
                  </a:cubicBezTo>
                  <a:cubicBezTo>
                    <a:pt x="3757" y="1355"/>
                    <a:pt x="3671" y="1387"/>
                    <a:pt x="3623" y="1450"/>
                  </a:cubicBezTo>
                  <a:lnTo>
                    <a:pt x="3497" y="1576"/>
                  </a:lnTo>
                  <a:lnTo>
                    <a:pt x="3497" y="1009"/>
                  </a:lnTo>
                  <a:cubicBezTo>
                    <a:pt x="3497" y="442"/>
                    <a:pt x="3025" y="0"/>
                    <a:pt x="2458" y="0"/>
                  </a:cubicBezTo>
                  <a:close/>
                </a:path>
              </a:pathLst>
            </a:custGeom>
            <a:grpFill/>
            <a:ln>
              <a:noFill/>
            </a:ln>
          </p:spPr>
          <p:txBody>
            <a:bodyPr spcFirstLastPara="1" wrap="square" lIns="62728" tIns="62728" rIns="62728" bIns="62728" anchor="ctr" anchorCtr="0">
              <a:noAutofit/>
            </a:bodyPr>
            <a:lstStyle/>
            <a:p>
              <a:endParaRPr sz="764"/>
            </a:p>
          </p:txBody>
        </p:sp>
        <p:sp>
          <p:nvSpPr>
            <p:cNvPr id="90" name="Google Shape;8798;p68">
              <a:extLst>
                <a:ext uri="{FF2B5EF4-FFF2-40B4-BE49-F238E27FC236}">
                  <a16:creationId xmlns:a16="http://schemas.microsoft.com/office/drawing/2014/main" id="{3ED42523-3194-4BBA-9297-130164109705}"/>
                </a:ext>
              </a:extLst>
            </p:cNvPr>
            <p:cNvSpPr/>
            <p:nvPr/>
          </p:nvSpPr>
          <p:spPr>
            <a:xfrm>
              <a:off x="2174875" y="2145875"/>
              <a:ext cx="105575" cy="69325"/>
            </a:xfrm>
            <a:custGeom>
              <a:avLst/>
              <a:gdLst/>
              <a:ahLst/>
              <a:cxnLst/>
              <a:rect l="l" t="t" r="r" b="b"/>
              <a:pathLst>
                <a:path w="4223" h="2773" extrusionOk="0">
                  <a:moveTo>
                    <a:pt x="1056" y="0"/>
                  </a:moveTo>
                  <a:cubicBezTo>
                    <a:pt x="969" y="0"/>
                    <a:pt x="883" y="32"/>
                    <a:pt x="820" y="95"/>
                  </a:cubicBezTo>
                  <a:lnTo>
                    <a:pt x="95" y="820"/>
                  </a:lnTo>
                  <a:cubicBezTo>
                    <a:pt x="1" y="914"/>
                    <a:pt x="1" y="1166"/>
                    <a:pt x="95" y="1292"/>
                  </a:cubicBezTo>
                  <a:cubicBezTo>
                    <a:pt x="158" y="1339"/>
                    <a:pt x="253" y="1363"/>
                    <a:pt x="343" y="1363"/>
                  </a:cubicBezTo>
                  <a:cubicBezTo>
                    <a:pt x="434" y="1363"/>
                    <a:pt x="521" y="1339"/>
                    <a:pt x="568" y="1292"/>
                  </a:cubicBezTo>
                  <a:lnTo>
                    <a:pt x="694" y="1166"/>
                  </a:lnTo>
                  <a:lnTo>
                    <a:pt x="694" y="1702"/>
                  </a:lnTo>
                  <a:cubicBezTo>
                    <a:pt x="757" y="2300"/>
                    <a:pt x="1229" y="2773"/>
                    <a:pt x="1765" y="2773"/>
                  </a:cubicBezTo>
                  <a:lnTo>
                    <a:pt x="3844" y="2773"/>
                  </a:lnTo>
                  <a:cubicBezTo>
                    <a:pt x="4065" y="2773"/>
                    <a:pt x="4222" y="2615"/>
                    <a:pt x="4222" y="2426"/>
                  </a:cubicBezTo>
                  <a:cubicBezTo>
                    <a:pt x="4222" y="2237"/>
                    <a:pt x="4065" y="2080"/>
                    <a:pt x="3844" y="2080"/>
                  </a:cubicBezTo>
                  <a:lnTo>
                    <a:pt x="1765" y="2080"/>
                  </a:lnTo>
                  <a:cubicBezTo>
                    <a:pt x="1576" y="2080"/>
                    <a:pt x="1418" y="1922"/>
                    <a:pt x="1418" y="1702"/>
                  </a:cubicBezTo>
                  <a:lnTo>
                    <a:pt x="1418" y="1166"/>
                  </a:lnTo>
                  <a:lnTo>
                    <a:pt x="1544" y="1292"/>
                  </a:lnTo>
                  <a:cubicBezTo>
                    <a:pt x="1592" y="1339"/>
                    <a:pt x="1678" y="1363"/>
                    <a:pt x="1769" y="1363"/>
                  </a:cubicBezTo>
                  <a:cubicBezTo>
                    <a:pt x="1859" y="1363"/>
                    <a:pt x="1954" y="1339"/>
                    <a:pt x="2017" y="1292"/>
                  </a:cubicBezTo>
                  <a:cubicBezTo>
                    <a:pt x="2112" y="1166"/>
                    <a:pt x="2112" y="914"/>
                    <a:pt x="2017" y="820"/>
                  </a:cubicBezTo>
                  <a:lnTo>
                    <a:pt x="1292" y="95"/>
                  </a:lnTo>
                  <a:cubicBezTo>
                    <a:pt x="1229" y="32"/>
                    <a:pt x="1143" y="0"/>
                    <a:pt x="1056" y="0"/>
                  </a:cubicBezTo>
                  <a:close/>
                </a:path>
              </a:pathLst>
            </a:custGeom>
            <a:grpFill/>
            <a:ln>
              <a:noFill/>
            </a:ln>
          </p:spPr>
          <p:txBody>
            <a:bodyPr spcFirstLastPara="1" wrap="square" lIns="62728" tIns="62728" rIns="62728" bIns="62728" anchor="ctr" anchorCtr="0">
              <a:noAutofit/>
            </a:bodyPr>
            <a:lstStyle/>
            <a:p>
              <a:endParaRPr sz="764"/>
            </a:p>
          </p:txBody>
        </p:sp>
        <p:sp>
          <p:nvSpPr>
            <p:cNvPr id="91" name="Google Shape;8799;p68">
              <a:extLst>
                <a:ext uri="{FF2B5EF4-FFF2-40B4-BE49-F238E27FC236}">
                  <a16:creationId xmlns:a16="http://schemas.microsoft.com/office/drawing/2014/main" id="{365D07D9-9CE1-4ECF-AF05-B23CC64B14A6}"/>
                </a:ext>
              </a:extLst>
            </p:cNvPr>
            <p:cNvSpPr/>
            <p:nvPr/>
          </p:nvSpPr>
          <p:spPr>
            <a:xfrm>
              <a:off x="2141000" y="1954475"/>
              <a:ext cx="139450" cy="174100"/>
            </a:xfrm>
            <a:custGeom>
              <a:avLst/>
              <a:gdLst/>
              <a:ahLst/>
              <a:cxnLst/>
              <a:rect l="l" t="t" r="r" b="b"/>
              <a:pathLst>
                <a:path w="5578" h="6964" extrusionOk="0">
                  <a:moveTo>
                    <a:pt x="2773" y="694"/>
                  </a:moveTo>
                  <a:cubicBezTo>
                    <a:pt x="3372" y="694"/>
                    <a:pt x="3782" y="1166"/>
                    <a:pt x="3782" y="1734"/>
                  </a:cubicBezTo>
                  <a:cubicBezTo>
                    <a:pt x="3782" y="2301"/>
                    <a:pt x="3309" y="2742"/>
                    <a:pt x="2773" y="2742"/>
                  </a:cubicBezTo>
                  <a:cubicBezTo>
                    <a:pt x="2175" y="2742"/>
                    <a:pt x="1734" y="2269"/>
                    <a:pt x="1734" y="1734"/>
                  </a:cubicBezTo>
                  <a:cubicBezTo>
                    <a:pt x="1734" y="1166"/>
                    <a:pt x="2206" y="694"/>
                    <a:pt x="2773" y="694"/>
                  </a:cubicBezTo>
                  <a:close/>
                  <a:moveTo>
                    <a:pt x="2773" y="3466"/>
                  </a:moveTo>
                  <a:cubicBezTo>
                    <a:pt x="3908" y="3466"/>
                    <a:pt x="4853" y="4411"/>
                    <a:pt x="4853" y="5546"/>
                  </a:cubicBezTo>
                  <a:lnTo>
                    <a:pt x="4853" y="6270"/>
                  </a:lnTo>
                  <a:lnTo>
                    <a:pt x="694" y="6270"/>
                  </a:lnTo>
                  <a:lnTo>
                    <a:pt x="694" y="5546"/>
                  </a:lnTo>
                  <a:cubicBezTo>
                    <a:pt x="694" y="4411"/>
                    <a:pt x="1639" y="3466"/>
                    <a:pt x="2773" y="3466"/>
                  </a:cubicBezTo>
                  <a:close/>
                  <a:moveTo>
                    <a:pt x="2805" y="1"/>
                  </a:moveTo>
                  <a:cubicBezTo>
                    <a:pt x="1860" y="1"/>
                    <a:pt x="1072" y="788"/>
                    <a:pt x="1072" y="1734"/>
                  </a:cubicBezTo>
                  <a:cubicBezTo>
                    <a:pt x="1072" y="2238"/>
                    <a:pt x="1324" y="2710"/>
                    <a:pt x="1671" y="3025"/>
                  </a:cubicBezTo>
                  <a:cubicBezTo>
                    <a:pt x="726" y="3466"/>
                    <a:pt x="64" y="4443"/>
                    <a:pt x="64" y="5577"/>
                  </a:cubicBezTo>
                  <a:lnTo>
                    <a:pt x="64" y="6617"/>
                  </a:lnTo>
                  <a:cubicBezTo>
                    <a:pt x="1" y="6806"/>
                    <a:pt x="159" y="6963"/>
                    <a:pt x="379" y="6963"/>
                  </a:cubicBezTo>
                  <a:lnTo>
                    <a:pt x="5199" y="6963"/>
                  </a:lnTo>
                  <a:cubicBezTo>
                    <a:pt x="5420" y="6963"/>
                    <a:pt x="5577" y="6806"/>
                    <a:pt x="5577" y="6617"/>
                  </a:cubicBezTo>
                  <a:lnTo>
                    <a:pt x="5577" y="5577"/>
                  </a:lnTo>
                  <a:cubicBezTo>
                    <a:pt x="5577" y="4443"/>
                    <a:pt x="4884" y="3498"/>
                    <a:pt x="3939" y="3025"/>
                  </a:cubicBezTo>
                  <a:cubicBezTo>
                    <a:pt x="4317" y="2710"/>
                    <a:pt x="4538" y="2238"/>
                    <a:pt x="4538" y="1734"/>
                  </a:cubicBezTo>
                  <a:cubicBezTo>
                    <a:pt x="4538" y="788"/>
                    <a:pt x="3750" y="1"/>
                    <a:pt x="2805" y="1"/>
                  </a:cubicBezTo>
                  <a:close/>
                </a:path>
              </a:pathLst>
            </a:custGeom>
            <a:grpFill/>
            <a:ln>
              <a:noFill/>
            </a:ln>
          </p:spPr>
          <p:txBody>
            <a:bodyPr spcFirstLastPara="1" wrap="square" lIns="62728" tIns="62728" rIns="62728" bIns="62728" anchor="ctr" anchorCtr="0">
              <a:noAutofit/>
            </a:bodyPr>
            <a:lstStyle/>
            <a:p>
              <a:endParaRPr sz="764"/>
            </a:p>
          </p:txBody>
        </p:sp>
        <p:sp>
          <p:nvSpPr>
            <p:cNvPr id="92" name="Google Shape;8800;p68">
              <a:extLst>
                <a:ext uri="{FF2B5EF4-FFF2-40B4-BE49-F238E27FC236}">
                  <a16:creationId xmlns:a16="http://schemas.microsoft.com/office/drawing/2014/main" id="{9017DC44-C23C-48EE-8662-A6E2CE296245}"/>
                </a:ext>
              </a:extLst>
            </p:cNvPr>
            <p:cNvSpPr/>
            <p:nvPr/>
          </p:nvSpPr>
          <p:spPr>
            <a:xfrm>
              <a:off x="2298525" y="2076550"/>
              <a:ext cx="139450" cy="174100"/>
            </a:xfrm>
            <a:custGeom>
              <a:avLst/>
              <a:gdLst/>
              <a:ahLst/>
              <a:cxnLst/>
              <a:rect l="l" t="t" r="r" b="b"/>
              <a:pathLst>
                <a:path w="5578" h="6964" extrusionOk="0">
                  <a:moveTo>
                    <a:pt x="2773" y="663"/>
                  </a:moveTo>
                  <a:cubicBezTo>
                    <a:pt x="3372" y="663"/>
                    <a:pt x="3782" y="1135"/>
                    <a:pt x="3782" y="1702"/>
                  </a:cubicBezTo>
                  <a:cubicBezTo>
                    <a:pt x="3782" y="2238"/>
                    <a:pt x="3309" y="2710"/>
                    <a:pt x="2773" y="2710"/>
                  </a:cubicBezTo>
                  <a:cubicBezTo>
                    <a:pt x="2175" y="2710"/>
                    <a:pt x="1734" y="2238"/>
                    <a:pt x="1734" y="1702"/>
                  </a:cubicBezTo>
                  <a:cubicBezTo>
                    <a:pt x="1734" y="1135"/>
                    <a:pt x="2175" y="663"/>
                    <a:pt x="2773" y="663"/>
                  </a:cubicBezTo>
                  <a:close/>
                  <a:moveTo>
                    <a:pt x="2773" y="3467"/>
                  </a:moveTo>
                  <a:cubicBezTo>
                    <a:pt x="3908" y="3467"/>
                    <a:pt x="4853" y="4412"/>
                    <a:pt x="4853" y="5546"/>
                  </a:cubicBezTo>
                  <a:lnTo>
                    <a:pt x="4853" y="6270"/>
                  </a:lnTo>
                  <a:lnTo>
                    <a:pt x="694" y="6270"/>
                  </a:lnTo>
                  <a:lnTo>
                    <a:pt x="694" y="5546"/>
                  </a:lnTo>
                  <a:cubicBezTo>
                    <a:pt x="694" y="4412"/>
                    <a:pt x="1639" y="3467"/>
                    <a:pt x="2773" y="3467"/>
                  </a:cubicBezTo>
                  <a:close/>
                  <a:moveTo>
                    <a:pt x="2773" y="1"/>
                  </a:moveTo>
                  <a:cubicBezTo>
                    <a:pt x="1828" y="1"/>
                    <a:pt x="1041" y="789"/>
                    <a:pt x="1041" y="1734"/>
                  </a:cubicBezTo>
                  <a:cubicBezTo>
                    <a:pt x="1041" y="2238"/>
                    <a:pt x="1261" y="2710"/>
                    <a:pt x="1608" y="3025"/>
                  </a:cubicBezTo>
                  <a:cubicBezTo>
                    <a:pt x="663" y="3467"/>
                    <a:pt x="1" y="4443"/>
                    <a:pt x="1" y="5546"/>
                  </a:cubicBezTo>
                  <a:lnTo>
                    <a:pt x="1" y="6617"/>
                  </a:lnTo>
                  <a:cubicBezTo>
                    <a:pt x="1" y="6806"/>
                    <a:pt x="159" y="6964"/>
                    <a:pt x="379" y="6964"/>
                  </a:cubicBezTo>
                  <a:lnTo>
                    <a:pt x="5199" y="6964"/>
                  </a:lnTo>
                  <a:cubicBezTo>
                    <a:pt x="5420" y="6964"/>
                    <a:pt x="5577" y="6806"/>
                    <a:pt x="5577" y="6617"/>
                  </a:cubicBezTo>
                  <a:lnTo>
                    <a:pt x="5577" y="5546"/>
                  </a:lnTo>
                  <a:cubicBezTo>
                    <a:pt x="5514" y="4412"/>
                    <a:pt x="4853" y="3467"/>
                    <a:pt x="3908" y="3025"/>
                  </a:cubicBezTo>
                  <a:cubicBezTo>
                    <a:pt x="4254" y="2710"/>
                    <a:pt x="4506" y="2238"/>
                    <a:pt x="4506" y="1734"/>
                  </a:cubicBezTo>
                  <a:cubicBezTo>
                    <a:pt x="4506" y="789"/>
                    <a:pt x="3719" y="1"/>
                    <a:pt x="2773"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4" name="Google Shape;8801;p68">
            <a:extLst>
              <a:ext uri="{FF2B5EF4-FFF2-40B4-BE49-F238E27FC236}">
                <a16:creationId xmlns:a16="http://schemas.microsoft.com/office/drawing/2014/main" id="{7216374D-1884-456D-BC45-368AFA88A6E3}"/>
              </a:ext>
            </a:extLst>
          </p:cNvPr>
          <p:cNvGrpSpPr/>
          <p:nvPr/>
        </p:nvGrpSpPr>
        <p:grpSpPr>
          <a:xfrm>
            <a:off x="1673351" y="4408280"/>
            <a:ext cx="236028" cy="226544"/>
            <a:chOff x="2140225" y="2318650"/>
            <a:chExt cx="307975" cy="295600"/>
          </a:xfrm>
          <a:solidFill>
            <a:schemeClr val="tx1"/>
          </a:solidFill>
        </p:grpSpPr>
        <p:sp>
          <p:nvSpPr>
            <p:cNvPr id="87" name="Google Shape;8802;p68">
              <a:extLst>
                <a:ext uri="{FF2B5EF4-FFF2-40B4-BE49-F238E27FC236}">
                  <a16:creationId xmlns:a16="http://schemas.microsoft.com/office/drawing/2014/main" id="{D77A304E-B0C4-47FF-908D-C540B2DFC97D}"/>
                </a:ext>
              </a:extLst>
            </p:cNvPr>
            <p:cNvSpPr/>
            <p:nvPr/>
          </p:nvSpPr>
          <p:spPr>
            <a:xfrm>
              <a:off x="2281200" y="2353025"/>
              <a:ext cx="104000" cy="121300"/>
            </a:xfrm>
            <a:custGeom>
              <a:avLst/>
              <a:gdLst/>
              <a:ahLst/>
              <a:cxnLst/>
              <a:rect l="l" t="t" r="r" b="b"/>
              <a:pathLst>
                <a:path w="4160" h="4852" extrusionOk="0">
                  <a:moveTo>
                    <a:pt x="2080" y="662"/>
                  </a:moveTo>
                  <a:cubicBezTo>
                    <a:pt x="2490" y="662"/>
                    <a:pt x="2805" y="977"/>
                    <a:pt x="2805" y="1386"/>
                  </a:cubicBezTo>
                  <a:cubicBezTo>
                    <a:pt x="2805" y="1764"/>
                    <a:pt x="2490" y="2079"/>
                    <a:pt x="2080" y="2079"/>
                  </a:cubicBezTo>
                  <a:cubicBezTo>
                    <a:pt x="1702" y="2079"/>
                    <a:pt x="1387" y="1764"/>
                    <a:pt x="1387" y="1386"/>
                  </a:cubicBezTo>
                  <a:cubicBezTo>
                    <a:pt x="1387" y="977"/>
                    <a:pt x="1702" y="662"/>
                    <a:pt x="2080" y="662"/>
                  </a:cubicBezTo>
                  <a:close/>
                  <a:moveTo>
                    <a:pt x="2080" y="2773"/>
                  </a:moveTo>
                  <a:cubicBezTo>
                    <a:pt x="2836" y="2773"/>
                    <a:pt x="3466" y="3403"/>
                    <a:pt x="3466" y="4127"/>
                  </a:cubicBezTo>
                  <a:lnTo>
                    <a:pt x="662" y="4127"/>
                  </a:lnTo>
                  <a:cubicBezTo>
                    <a:pt x="662" y="3403"/>
                    <a:pt x="1293" y="2773"/>
                    <a:pt x="2080" y="2773"/>
                  </a:cubicBezTo>
                  <a:close/>
                  <a:moveTo>
                    <a:pt x="2112" y="0"/>
                  </a:moveTo>
                  <a:cubicBezTo>
                    <a:pt x="1387" y="0"/>
                    <a:pt x="757" y="630"/>
                    <a:pt x="757" y="1386"/>
                  </a:cubicBezTo>
                  <a:cubicBezTo>
                    <a:pt x="757" y="1733"/>
                    <a:pt x="915" y="2079"/>
                    <a:pt x="1135" y="2332"/>
                  </a:cubicBezTo>
                  <a:cubicBezTo>
                    <a:pt x="505" y="2678"/>
                    <a:pt x="64" y="3340"/>
                    <a:pt x="64" y="4127"/>
                  </a:cubicBezTo>
                  <a:lnTo>
                    <a:pt x="64" y="4505"/>
                  </a:lnTo>
                  <a:cubicBezTo>
                    <a:pt x="1" y="4694"/>
                    <a:pt x="158" y="4852"/>
                    <a:pt x="347" y="4852"/>
                  </a:cubicBezTo>
                  <a:lnTo>
                    <a:pt x="3813" y="4852"/>
                  </a:lnTo>
                  <a:cubicBezTo>
                    <a:pt x="4002" y="4852"/>
                    <a:pt x="4160" y="4694"/>
                    <a:pt x="4160" y="4505"/>
                  </a:cubicBezTo>
                  <a:lnTo>
                    <a:pt x="4160" y="4127"/>
                  </a:lnTo>
                  <a:cubicBezTo>
                    <a:pt x="4160" y="3340"/>
                    <a:pt x="3750" y="2678"/>
                    <a:pt x="3120" y="2332"/>
                  </a:cubicBezTo>
                  <a:cubicBezTo>
                    <a:pt x="3340" y="2079"/>
                    <a:pt x="3498" y="1733"/>
                    <a:pt x="3498" y="1386"/>
                  </a:cubicBezTo>
                  <a:cubicBezTo>
                    <a:pt x="3498" y="630"/>
                    <a:pt x="2868" y="0"/>
                    <a:pt x="2112" y="0"/>
                  </a:cubicBezTo>
                  <a:close/>
                </a:path>
              </a:pathLst>
            </a:custGeom>
            <a:grpFill/>
            <a:ln>
              <a:noFill/>
            </a:ln>
          </p:spPr>
          <p:txBody>
            <a:bodyPr spcFirstLastPara="1" wrap="square" lIns="62728" tIns="62728" rIns="62728" bIns="62728" anchor="ctr" anchorCtr="0">
              <a:noAutofit/>
            </a:bodyPr>
            <a:lstStyle/>
            <a:p>
              <a:endParaRPr sz="764"/>
            </a:p>
          </p:txBody>
        </p:sp>
        <p:sp>
          <p:nvSpPr>
            <p:cNvPr id="88" name="Google Shape;8803;p68">
              <a:extLst>
                <a:ext uri="{FF2B5EF4-FFF2-40B4-BE49-F238E27FC236}">
                  <a16:creationId xmlns:a16="http://schemas.microsoft.com/office/drawing/2014/main" id="{4D85EB0B-C421-4106-911C-AE802747A9D6}"/>
                </a:ext>
              </a:extLst>
            </p:cNvPr>
            <p:cNvSpPr/>
            <p:nvPr/>
          </p:nvSpPr>
          <p:spPr>
            <a:xfrm>
              <a:off x="2140225" y="2318650"/>
              <a:ext cx="307975" cy="295600"/>
            </a:xfrm>
            <a:custGeom>
              <a:avLst/>
              <a:gdLst/>
              <a:ahLst/>
              <a:cxnLst/>
              <a:rect l="l" t="t" r="r" b="b"/>
              <a:pathLst>
                <a:path w="12319" h="11824" extrusionOk="0">
                  <a:moveTo>
                    <a:pt x="7712" y="682"/>
                  </a:moveTo>
                  <a:cubicBezTo>
                    <a:pt x="8607" y="682"/>
                    <a:pt x="9499" y="1029"/>
                    <a:pt x="10177" y="1690"/>
                  </a:cubicBezTo>
                  <a:cubicBezTo>
                    <a:pt x="11468" y="2982"/>
                    <a:pt x="11531" y="5187"/>
                    <a:pt x="10177" y="6573"/>
                  </a:cubicBezTo>
                  <a:cubicBezTo>
                    <a:pt x="9500" y="7266"/>
                    <a:pt x="8627" y="7590"/>
                    <a:pt x="7754" y="7590"/>
                  </a:cubicBezTo>
                  <a:cubicBezTo>
                    <a:pt x="6839" y="7590"/>
                    <a:pt x="5923" y="7234"/>
                    <a:pt x="5230" y="6573"/>
                  </a:cubicBezTo>
                  <a:cubicBezTo>
                    <a:pt x="3939" y="5282"/>
                    <a:pt x="3876" y="3045"/>
                    <a:pt x="5325" y="1659"/>
                  </a:cubicBezTo>
                  <a:cubicBezTo>
                    <a:pt x="6001" y="997"/>
                    <a:pt x="6858" y="682"/>
                    <a:pt x="7712" y="682"/>
                  </a:cubicBezTo>
                  <a:close/>
                  <a:moveTo>
                    <a:pt x="4128" y="6258"/>
                  </a:moveTo>
                  <a:cubicBezTo>
                    <a:pt x="4285" y="6573"/>
                    <a:pt x="4537" y="6857"/>
                    <a:pt x="4758" y="7078"/>
                  </a:cubicBezTo>
                  <a:cubicBezTo>
                    <a:pt x="5010" y="7330"/>
                    <a:pt x="5293" y="7550"/>
                    <a:pt x="5577" y="7708"/>
                  </a:cubicBezTo>
                  <a:lnTo>
                    <a:pt x="5136" y="8180"/>
                  </a:lnTo>
                  <a:cubicBezTo>
                    <a:pt x="5073" y="8243"/>
                    <a:pt x="4978" y="8275"/>
                    <a:pt x="4888" y="8275"/>
                  </a:cubicBezTo>
                  <a:cubicBezTo>
                    <a:pt x="4797" y="8275"/>
                    <a:pt x="4710" y="8243"/>
                    <a:pt x="4663" y="8180"/>
                  </a:cubicBezTo>
                  <a:lnTo>
                    <a:pt x="3655" y="7204"/>
                  </a:lnTo>
                  <a:cubicBezTo>
                    <a:pt x="3498" y="7078"/>
                    <a:pt x="3498" y="6857"/>
                    <a:pt x="3655" y="6731"/>
                  </a:cubicBezTo>
                  <a:lnTo>
                    <a:pt x="4128" y="6258"/>
                  </a:lnTo>
                  <a:close/>
                  <a:moveTo>
                    <a:pt x="3403" y="7960"/>
                  </a:moveTo>
                  <a:lnTo>
                    <a:pt x="3876" y="8432"/>
                  </a:lnTo>
                  <a:lnTo>
                    <a:pt x="3309" y="8968"/>
                  </a:lnTo>
                  <a:lnTo>
                    <a:pt x="2836" y="8495"/>
                  </a:lnTo>
                  <a:lnTo>
                    <a:pt x="3403" y="7960"/>
                  </a:lnTo>
                  <a:close/>
                  <a:moveTo>
                    <a:pt x="2363" y="8968"/>
                  </a:moveTo>
                  <a:lnTo>
                    <a:pt x="2836" y="9440"/>
                  </a:lnTo>
                  <a:lnTo>
                    <a:pt x="1292" y="10984"/>
                  </a:lnTo>
                  <a:cubicBezTo>
                    <a:pt x="1245" y="11047"/>
                    <a:pt x="1158" y="11079"/>
                    <a:pt x="1068" y="11079"/>
                  </a:cubicBezTo>
                  <a:cubicBezTo>
                    <a:pt x="977" y="11079"/>
                    <a:pt x="883" y="11047"/>
                    <a:pt x="820" y="10984"/>
                  </a:cubicBezTo>
                  <a:cubicBezTo>
                    <a:pt x="725" y="10858"/>
                    <a:pt x="725" y="10669"/>
                    <a:pt x="820" y="10512"/>
                  </a:cubicBezTo>
                  <a:lnTo>
                    <a:pt x="2363" y="8968"/>
                  </a:lnTo>
                  <a:close/>
                  <a:moveTo>
                    <a:pt x="7731" y="1"/>
                  </a:moveTo>
                  <a:cubicBezTo>
                    <a:pt x="6669" y="1"/>
                    <a:pt x="5604" y="403"/>
                    <a:pt x="4789" y="1218"/>
                  </a:cubicBezTo>
                  <a:cubicBezTo>
                    <a:pt x="3592" y="2446"/>
                    <a:pt x="3309" y="4179"/>
                    <a:pt x="3844" y="5628"/>
                  </a:cubicBezTo>
                  <a:lnTo>
                    <a:pt x="3182" y="6290"/>
                  </a:lnTo>
                  <a:cubicBezTo>
                    <a:pt x="2867" y="6605"/>
                    <a:pt x="2804" y="7078"/>
                    <a:pt x="2993" y="7487"/>
                  </a:cubicBezTo>
                  <a:lnTo>
                    <a:pt x="410" y="10071"/>
                  </a:lnTo>
                  <a:cubicBezTo>
                    <a:pt x="0" y="10480"/>
                    <a:pt x="0" y="11142"/>
                    <a:pt x="410" y="11520"/>
                  </a:cubicBezTo>
                  <a:cubicBezTo>
                    <a:pt x="580" y="11721"/>
                    <a:pt x="826" y="11823"/>
                    <a:pt x="1081" y="11823"/>
                  </a:cubicBezTo>
                  <a:cubicBezTo>
                    <a:pt x="1345" y="11823"/>
                    <a:pt x="1619" y="11713"/>
                    <a:pt x="1828" y="11488"/>
                  </a:cubicBezTo>
                  <a:lnTo>
                    <a:pt x="4411" y="8905"/>
                  </a:lnTo>
                  <a:cubicBezTo>
                    <a:pt x="4565" y="8976"/>
                    <a:pt x="4727" y="9011"/>
                    <a:pt x="4887" y="9011"/>
                  </a:cubicBezTo>
                  <a:cubicBezTo>
                    <a:pt x="5153" y="9011"/>
                    <a:pt x="5411" y="8913"/>
                    <a:pt x="5608" y="8716"/>
                  </a:cubicBezTo>
                  <a:lnTo>
                    <a:pt x="6270" y="8023"/>
                  </a:lnTo>
                  <a:cubicBezTo>
                    <a:pt x="6736" y="8205"/>
                    <a:pt x="7231" y="8296"/>
                    <a:pt x="7729" y="8296"/>
                  </a:cubicBezTo>
                  <a:cubicBezTo>
                    <a:pt x="8781" y="8296"/>
                    <a:pt x="9847" y="7890"/>
                    <a:pt x="10681" y="7078"/>
                  </a:cubicBezTo>
                  <a:cubicBezTo>
                    <a:pt x="12319" y="5439"/>
                    <a:pt x="12287" y="2793"/>
                    <a:pt x="10681" y="1218"/>
                  </a:cubicBezTo>
                  <a:cubicBezTo>
                    <a:pt x="9873" y="410"/>
                    <a:pt x="8804" y="1"/>
                    <a:pt x="773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5" name="Google Shape;8804;p68">
            <a:extLst>
              <a:ext uri="{FF2B5EF4-FFF2-40B4-BE49-F238E27FC236}">
                <a16:creationId xmlns:a16="http://schemas.microsoft.com/office/drawing/2014/main" id="{4CCC5D97-A636-4E59-969B-A5A3E8291035}"/>
              </a:ext>
            </a:extLst>
          </p:cNvPr>
          <p:cNvGrpSpPr/>
          <p:nvPr/>
        </p:nvGrpSpPr>
        <p:grpSpPr>
          <a:xfrm>
            <a:off x="1676963" y="4699918"/>
            <a:ext cx="228804" cy="226966"/>
            <a:chOff x="2139425" y="2682250"/>
            <a:chExt cx="298550" cy="296150"/>
          </a:xfrm>
          <a:solidFill>
            <a:schemeClr val="tx1"/>
          </a:solidFill>
        </p:grpSpPr>
        <p:sp>
          <p:nvSpPr>
            <p:cNvPr id="83" name="Google Shape;8805;p68">
              <a:extLst>
                <a:ext uri="{FF2B5EF4-FFF2-40B4-BE49-F238E27FC236}">
                  <a16:creationId xmlns:a16="http://schemas.microsoft.com/office/drawing/2014/main" id="{C2E430BB-2FB7-4510-A9A0-0694700800DB}"/>
                </a:ext>
              </a:extLst>
            </p:cNvPr>
            <p:cNvSpPr/>
            <p:nvPr/>
          </p:nvSpPr>
          <p:spPr>
            <a:xfrm>
              <a:off x="2139425" y="2787000"/>
              <a:ext cx="159125" cy="191400"/>
            </a:xfrm>
            <a:custGeom>
              <a:avLst/>
              <a:gdLst/>
              <a:ahLst/>
              <a:cxnLst/>
              <a:rect l="l" t="t" r="r" b="b"/>
              <a:pathLst>
                <a:path w="6365" h="7656" extrusionOk="0">
                  <a:moveTo>
                    <a:pt x="3214" y="630"/>
                  </a:moveTo>
                  <a:cubicBezTo>
                    <a:pt x="3813" y="630"/>
                    <a:pt x="4286" y="1103"/>
                    <a:pt x="4286" y="1670"/>
                  </a:cubicBezTo>
                  <a:cubicBezTo>
                    <a:pt x="4286" y="2206"/>
                    <a:pt x="3813" y="2678"/>
                    <a:pt x="3214" y="2678"/>
                  </a:cubicBezTo>
                  <a:cubicBezTo>
                    <a:pt x="2647" y="2678"/>
                    <a:pt x="2175" y="2206"/>
                    <a:pt x="2175" y="1670"/>
                  </a:cubicBezTo>
                  <a:cubicBezTo>
                    <a:pt x="2175" y="1166"/>
                    <a:pt x="2647" y="630"/>
                    <a:pt x="3214" y="630"/>
                  </a:cubicBezTo>
                  <a:close/>
                  <a:moveTo>
                    <a:pt x="3183" y="3403"/>
                  </a:moveTo>
                  <a:cubicBezTo>
                    <a:pt x="4538" y="3403"/>
                    <a:pt x="5609" y="4506"/>
                    <a:pt x="5609" y="5829"/>
                  </a:cubicBezTo>
                  <a:lnTo>
                    <a:pt x="5609" y="6931"/>
                  </a:lnTo>
                  <a:lnTo>
                    <a:pt x="757" y="6931"/>
                  </a:lnTo>
                  <a:lnTo>
                    <a:pt x="757" y="5829"/>
                  </a:lnTo>
                  <a:cubicBezTo>
                    <a:pt x="757" y="4506"/>
                    <a:pt x="1860" y="3403"/>
                    <a:pt x="3183" y="3403"/>
                  </a:cubicBezTo>
                  <a:close/>
                  <a:moveTo>
                    <a:pt x="3183" y="0"/>
                  </a:moveTo>
                  <a:cubicBezTo>
                    <a:pt x="2238" y="0"/>
                    <a:pt x="1419" y="788"/>
                    <a:pt x="1419" y="1733"/>
                  </a:cubicBezTo>
                  <a:cubicBezTo>
                    <a:pt x="1419" y="2206"/>
                    <a:pt x="1608" y="2678"/>
                    <a:pt x="1954" y="2993"/>
                  </a:cubicBezTo>
                  <a:cubicBezTo>
                    <a:pt x="820" y="3466"/>
                    <a:pt x="1" y="4569"/>
                    <a:pt x="1" y="5892"/>
                  </a:cubicBezTo>
                  <a:lnTo>
                    <a:pt x="1" y="7309"/>
                  </a:lnTo>
                  <a:cubicBezTo>
                    <a:pt x="64" y="7498"/>
                    <a:pt x="222" y="7656"/>
                    <a:pt x="442" y="7656"/>
                  </a:cubicBezTo>
                  <a:lnTo>
                    <a:pt x="6018" y="7656"/>
                  </a:lnTo>
                  <a:cubicBezTo>
                    <a:pt x="6207" y="7656"/>
                    <a:pt x="6365" y="7498"/>
                    <a:pt x="6365" y="7309"/>
                  </a:cubicBezTo>
                  <a:lnTo>
                    <a:pt x="6365" y="5892"/>
                  </a:lnTo>
                  <a:cubicBezTo>
                    <a:pt x="6365" y="4569"/>
                    <a:pt x="5546" y="3466"/>
                    <a:pt x="4412" y="2993"/>
                  </a:cubicBezTo>
                  <a:cubicBezTo>
                    <a:pt x="4758" y="2647"/>
                    <a:pt x="4947" y="2206"/>
                    <a:pt x="4947" y="1733"/>
                  </a:cubicBezTo>
                  <a:cubicBezTo>
                    <a:pt x="4947" y="788"/>
                    <a:pt x="4160" y="0"/>
                    <a:pt x="3183" y="0"/>
                  </a:cubicBezTo>
                  <a:close/>
                </a:path>
              </a:pathLst>
            </a:custGeom>
            <a:grpFill/>
            <a:ln>
              <a:noFill/>
            </a:ln>
          </p:spPr>
          <p:txBody>
            <a:bodyPr spcFirstLastPara="1" wrap="square" lIns="62728" tIns="62728" rIns="62728" bIns="62728" anchor="ctr" anchorCtr="0">
              <a:noAutofit/>
            </a:bodyPr>
            <a:lstStyle/>
            <a:p>
              <a:endParaRPr sz="764"/>
            </a:p>
          </p:txBody>
        </p:sp>
        <p:sp>
          <p:nvSpPr>
            <p:cNvPr id="84" name="Google Shape;8806;p68">
              <a:extLst>
                <a:ext uri="{FF2B5EF4-FFF2-40B4-BE49-F238E27FC236}">
                  <a16:creationId xmlns:a16="http://schemas.microsoft.com/office/drawing/2014/main" id="{18DB0C57-C3A7-456F-B77C-765A76F9BD9F}"/>
                </a:ext>
              </a:extLst>
            </p:cNvPr>
            <p:cNvSpPr/>
            <p:nvPr/>
          </p:nvSpPr>
          <p:spPr>
            <a:xfrm>
              <a:off x="2280425" y="2682250"/>
              <a:ext cx="157550" cy="155975"/>
            </a:xfrm>
            <a:custGeom>
              <a:avLst/>
              <a:gdLst/>
              <a:ahLst/>
              <a:cxnLst/>
              <a:rect l="l" t="t" r="r" b="b"/>
              <a:pathLst>
                <a:path w="6302" h="6239" extrusionOk="0">
                  <a:moveTo>
                    <a:pt x="3182" y="662"/>
                  </a:moveTo>
                  <a:cubicBezTo>
                    <a:pt x="4506" y="662"/>
                    <a:pt x="5608" y="1764"/>
                    <a:pt x="5608" y="3088"/>
                  </a:cubicBezTo>
                  <a:cubicBezTo>
                    <a:pt x="5577" y="4442"/>
                    <a:pt x="4474" y="5545"/>
                    <a:pt x="3151" y="5545"/>
                  </a:cubicBezTo>
                  <a:cubicBezTo>
                    <a:pt x="2710" y="5545"/>
                    <a:pt x="2300" y="5419"/>
                    <a:pt x="1954" y="5230"/>
                  </a:cubicBezTo>
                  <a:cubicBezTo>
                    <a:pt x="1891" y="5198"/>
                    <a:pt x="1796" y="5198"/>
                    <a:pt x="1733" y="5198"/>
                  </a:cubicBezTo>
                  <a:lnTo>
                    <a:pt x="946" y="5388"/>
                  </a:lnTo>
                  <a:lnTo>
                    <a:pt x="1166" y="4663"/>
                  </a:lnTo>
                  <a:cubicBezTo>
                    <a:pt x="1198" y="4568"/>
                    <a:pt x="1166" y="4474"/>
                    <a:pt x="1135" y="4411"/>
                  </a:cubicBezTo>
                  <a:cubicBezTo>
                    <a:pt x="883" y="4001"/>
                    <a:pt x="725" y="3560"/>
                    <a:pt x="725" y="3088"/>
                  </a:cubicBezTo>
                  <a:cubicBezTo>
                    <a:pt x="725" y="1764"/>
                    <a:pt x="1828" y="662"/>
                    <a:pt x="3182" y="662"/>
                  </a:cubicBezTo>
                  <a:close/>
                  <a:moveTo>
                    <a:pt x="3151" y="0"/>
                  </a:moveTo>
                  <a:cubicBezTo>
                    <a:pt x="1418" y="0"/>
                    <a:pt x="32" y="1418"/>
                    <a:pt x="32" y="3088"/>
                  </a:cubicBezTo>
                  <a:cubicBezTo>
                    <a:pt x="32" y="3655"/>
                    <a:pt x="158" y="4159"/>
                    <a:pt x="410" y="4631"/>
                  </a:cubicBezTo>
                  <a:lnTo>
                    <a:pt x="32" y="5766"/>
                  </a:lnTo>
                  <a:cubicBezTo>
                    <a:pt x="0" y="5892"/>
                    <a:pt x="32" y="6018"/>
                    <a:pt x="95" y="6144"/>
                  </a:cubicBezTo>
                  <a:cubicBezTo>
                    <a:pt x="189" y="6207"/>
                    <a:pt x="315" y="6238"/>
                    <a:pt x="473" y="6238"/>
                  </a:cubicBezTo>
                  <a:lnTo>
                    <a:pt x="1765" y="5923"/>
                  </a:lnTo>
                  <a:cubicBezTo>
                    <a:pt x="2206" y="6175"/>
                    <a:pt x="2678" y="6238"/>
                    <a:pt x="3182" y="6238"/>
                  </a:cubicBezTo>
                  <a:cubicBezTo>
                    <a:pt x="4915" y="6238"/>
                    <a:pt x="6301" y="4820"/>
                    <a:pt x="6301" y="3151"/>
                  </a:cubicBezTo>
                  <a:cubicBezTo>
                    <a:pt x="6238" y="1418"/>
                    <a:pt x="4884" y="0"/>
                    <a:pt x="3151" y="0"/>
                  </a:cubicBezTo>
                  <a:close/>
                </a:path>
              </a:pathLst>
            </a:custGeom>
            <a:grpFill/>
            <a:ln>
              <a:noFill/>
            </a:ln>
          </p:spPr>
          <p:txBody>
            <a:bodyPr spcFirstLastPara="1" wrap="square" lIns="62728" tIns="62728" rIns="62728" bIns="62728" anchor="ctr" anchorCtr="0">
              <a:noAutofit/>
            </a:bodyPr>
            <a:lstStyle/>
            <a:p>
              <a:endParaRPr sz="764"/>
            </a:p>
          </p:txBody>
        </p:sp>
        <p:sp>
          <p:nvSpPr>
            <p:cNvPr id="85" name="Google Shape;8807;p68">
              <a:extLst>
                <a:ext uri="{FF2B5EF4-FFF2-40B4-BE49-F238E27FC236}">
                  <a16:creationId xmlns:a16="http://schemas.microsoft.com/office/drawing/2014/main" id="{F228A726-32B0-4EDC-ADA7-F0C45A835975}"/>
                </a:ext>
              </a:extLst>
            </p:cNvPr>
            <p:cNvSpPr/>
            <p:nvPr/>
          </p:nvSpPr>
          <p:spPr>
            <a:xfrm>
              <a:off x="2349725" y="2725550"/>
              <a:ext cx="18150" cy="17375"/>
            </a:xfrm>
            <a:custGeom>
              <a:avLst/>
              <a:gdLst/>
              <a:ahLst/>
              <a:cxnLst/>
              <a:rect l="l" t="t" r="r" b="b"/>
              <a:pathLst>
                <a:path w="726" h="695" extrusionOk="0">
                  <a:moveTo>
                    <a:pt x="379" y="1"/>
                  </a:moveTo>
                  <a:cubicBezTo>
                    <a:pt x="158" y="1"/>
                    <a:pt x="1" y="158"/>
                    <a:pt x="1" y="348"/>
                  </a:cubicBezTo>
                  <a:cubicBezTo>
                    <a:pt x="1" y="537"/>
                    <a:pt x="158" y="694"/>
                    <a:pt x="379" y="694"/>
                  </a:cubicBezTo>
                  <a:cubicBezTo>
                    <a:pt x="568" y="694"/>
                    <a:pt x="725" y="537"/>
                    <a:pt x="725" y="348"/>
                  </a:cubicBezTo>
                  <a:cubicBezTo>
                    <a:pt x="725" y="158"/>
                    <a:pt x="568" y="1"/>
                    <a:pt x="379" y="1"/>
                  </a:cubicBezTo>
                  <a:close/>
                </a:path>
              </a:pathLst>
            </a:custGeom>
            <a:grpFill/>
            <a:ln>
              <a:noFill/>
            </a:ln>
          </p:spPr>
          <p:txBody>
            <a:bodyPr spcFirstLastPara="1" wrap="square" lIns="62728" tIns="62728" rIns="62728" bIns="62728" anchor="ctr" anchorCtr="0">
              <a:noAutofit/>
            </a:bodyPr>
            <a:lstStyle/>
            <a:p>
              <a:endParaRPr sz="764"/>
            </a:p>
          </p:txBody>
        </p:sp>
        <p:sp>
          <p:nvSpPr>
            <p:cNvPr id="86" name="Google Shape;8808;p68">
              <a:extLst>
                <a:ext uri="{FF2B5EF4-FFF2-40B4-BE49-F238E27FC236}">
                  <a16:creationId xmlns:a16="http://schemas.microsoft.com/office/drawing/2014/main" id="{05C90B09-C018-4965-8767-525B3B6910D0}"/>
                </a:ext>
              </a:extLst>
            </p:cNvPr>
            <p:cNvSpPr/>
            <p:nvPr/>
          </p:nvSpPr>
          <p:spPr>
            <a:xfrm>
              <a:off x="2349725" y="2751550"/>
              <a:ext cx="18150" cy="52800"/>
            </a:xfrm>
            <a:custGeom>
              <a:avLst/>
              <a:gdLst/>
              <a:ahLst/>
              <a:cxnLst/>
              <a:rect l="l" t="t" r="r" b="b"/>
              <a:pathLst>
                <a:path w="726" h="2112" extrusionOk="0">
                  <a:moveTo>
                    <a:pt x="379" y="1"/>
                  </a:moveTo>
                  <a:cubicBezTo>
                    <a:pt x="158" y="1"/>
                    <a:pt x="1" y="158"/>
                    <a:pt x="1" y="379"/>
                  </a:cubicBezTo>
                  <a:lnTo>
                    <a:pt x="1" y="1733"/>
                  </a:lnTo>
                  <a:cubicBezTo>
                    <a:pt x="1" y="1954"/>
                    <a:pt x="158" y="2111"/>
                    <a:pt x="379" y="2111"/>
                  </a:cubicBezTo>
                  <a:cubicBezTo>
                    <a:pt x="568" y="2111"/>
                    <a:pt x="725" y="1954"/>
                    <a:pt x="725" y="1733"/>
                  </a:cubicBezTo>
                  <a:lnTo>
                    <a:pt x="725" y="379"/>
                  </a:lnTo>
                  <a:cubicBezTo>
                    <a:pt x="725" y="158"/>
                    <a:pt x="568" y="1"/>
                    <a:pt x="37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6" name="Google Shape;8809;p68">
            <a:extLst>
              <a:ext uri="{FF2B5EF4-FFF2-40B4-BE49-F238E27FC236}">
                <a16:creationId xmlns:a16="http://schemas.microsoft.com/office/drawing/2014/main" id="{1BE820C8-AD1F-42FE-8C3D-423F95C5D726}"/>
              </a:ext>
            </a:extLst>
          </p:cNvPr>
          <p:cNvGrpSpPr/>
          <p:nvPr/>
        </p:nvGrpSpPr>
        <p:grpSpPr>
          <a:xfrm>
            <a:off x="3115844" y="4166610"/>
            <a:ext cx="227597" cy="172054"/>
            <a:chOff x="3962775" y="1990700"/>
            <a:chExt cx="296975" cy="224500"/>
          </a:xfrm>
          <a:solidFill>
            <a:schemeClr val="tx1"/>
          </a:solidFill>
        </p:grpSpPr>
        <p:sp>
          <p:nvSpPr>
            <p:cNvPr id="79" name="Google Shape;8810;p68">
              <a:extLst>
                <a:ext uri="{FF2B5EF4-FFF2-40B4-BE49-F238E27FC236}">
                  <a16:creationId xmlns:a16="http://schemas.microsoft.com/office/drawing/2014/main" id="{C298A719-2038-4F42-A029-98BE3C717A20}"/>
                </a:ext>
              </a:extLst>
            </p:cNvPr>
            <p:cNvSpPr/>
            <p:nvPr/>
          </p:nvSpPr>
          <p:spPr>
            <a:xfrm>
              <a:off x="4216400" y="2093100"/>
              <a:ext cx="43350" cy="18150"/>
            </a:xfrm>
            <a:custGeom>
              <a:avLst/>
              <a:gdLst/>
              <a:ahLst/>
              <a:cxnLst/>
              <a:rect l="l" t="t" r="r" b="b"/>
              <a:pathLst>
                <a:path w="1734" h="726" extrusionOk="0">
                  <a:moveTo>
                    <a:pt x="379" y="1"/>
                  </a:moveTo>
                  <a:cubicBezTo>
                    <a:pt x="158" y="1"/>
                    <a:pt x="1" y="158"/>
                    <a:pt x="1" y="347"/>
                  </a:cubicBezTo>
                  <a:cubicBezTo>
                    <a:pt x="1" y="568"/>
                    <a:pt x="158" y="725"/>
                    <a:pt x="379" y="725"/>
                  </a:cubicBezTo>
                  <a:lnTo>
                    <a:pt x="1387" y="725"/>
                  </a:lnTo>
                  <a:cubicBezTo>
                    <a:pt x="1576" y="725"/>
                    <a:pt x="1733" y="568"/>
                    <a:pt x="1733" y="347"/>
                  </a:cubicBezTo>
                  <a:cubicBezTo>
                    <a:pt x="1702" y="158"/>
                    <a:pt x="1544" y="1"/>
                    <a:pt x="1387" y="1"/>
                  </a:cubicBezTo>
                  <a:close/>
                </a:path>
              </a:pathLst>
            </a:custGeom>
            <a:grpFill/>
            <a:ln>
              <a:noFill/>
            </a:ln>
          </p:spPr>
          <p:txBody>
            <a:bodyPr spcFirstLastPara="1" wrap="square" lIns="62728" tIns="62728" rIns="62728" bIns="62728" anchor="ctr" anchorCtr="0">
              <a:noAutofit/>
            </a:bodyPr>
            <a:lstStyle/>
            <a:p>
              <a:endParaRPr sz="764"/>
            </a:p>
          </p:txBody>
        </p:sp>
        <p:sp>
          <p:nvSpPr>
            <p:cNvPr id="80" name="Google Shape;8811;p68">
              <a:extLst>
                <a:ext uri="{FF2B5EF4-FFF2-40B4-BE49-F238E27FC236}">
                  <a16:creationId xmlns:a16="http://schemas.microsoft.com/office/drawing/2014/main" id="{316E264D-1E80-40C1-B161-7042A5736943}"/>
                </a:ext>
              </a:extLst>
            </p:cNvPr>
            <p:cNvSpPr/>
            <p:nvPr/>
          </p:nvSpPr>
          <p:spPr>
            <a:xfrm>
              <a:off x="4206950" y="2129325"/>
              <a:ext cx="35475" cy="33900"/>
            </a:xfrm>
            <a:custGeom>
              <a:avLst/>
              <a:gdLst/>
              <a:ahLst/>
              <a:cxnLst/>
              <a:rect l="l" t="t" r="r" b="b"/>
              <a:pathLst>
                <a:path w="1419" h="1356" extrusionOk="0">
                  <a:moveTo>
                    <a:pt x="351" y="1"/>
                  </a:moveTo>
                  <a:cubicBezTo>
                    <a:pt x="260" y="1"/>
                    <a:pt x="174" y="32"/>
                    <a:pt x="127" y="95"/>
                  </a:cubicBezTo>
                  <a:cubicBezTo>
                    <a:pt x="1" y="221"/>
                    <a:pt x="1" y="410"/>
                    <a:pt x="127" y="568"/>
                  </a:cubicBezTo>
                  <a:lnTo>
                    <a:pt x="820" y="1261"/>
                  </a:lnTo>
                  <a:cubicBezTo>
                    <a:pt x="883" y="1324"/>
                    <a:pt x="969" y="1356"/>
                    <a:pt x="1056" y="1356"/>
                  </a:cubicBezTo>
                  <a:cubicBezTo>
                    <a:pt x="1143" y="1356"/>
                    <a:pt x="1229" y="1324"/>
                    <a:pt x="1292" y="1261"/>
                  </a:cubicBezTo>
                  <a:cubicBezTo>
                    <a:pt x="1418" y="1166"/>
                    <a:pt x="1418" y="914"/>
                    <a:pt x="1292" y="788"/>
                  </a:cubicBezTo>
                  <a:lnTo>
                    <a:pt x="599" y="95"/>
                  </a:lnTo>
                  <a:cubicBezTo>
                    <a:pt x="536" y="32"/>
                    <a:pt x="442" y="1"/>
                    <a:pt x="351" y="1"/>
                  </a:cubicBezTo>
                  <a:close/>
                </a:path>
              </a:pathLst>
            </a:custGeom>
            <a:grpFill/>
            <a:ln>
              <a:noFill/>
            </a:ln>
          </p:spPr>
          <p:txBody>
            <a:bodyPr spcFirstLastPara="1" wrap="square" lIns="62728" tIns="62728" rIns="62728" bIns="62728" anchor="ctr" anchorCtr="0">
              <a:noAutofit/>
            </a:bodyPr>
            <a:lstStyle/>
            <a:p>
              <a:endParaRPr sz="764"/>
            </a:p>
          </p:txBody>
        </p:sp>
        <p:sp>
          <p:nvSpPr>
            <p:cNvPr id="81" name="Google Shape;8812;p68">
              <a:extLst>
                <a:ext uri="{FF2B5EF4-FFF2-40B4-BE49-F238E27FC236}">
                  <a16:creationId xmlns:a16="http://schemas.microsoft.com/office/drawing/2014/main" id="{B11E3B5F-86DE-4746-9CB5-E26386860284}"/>
                </a:ext>
              </a:extLst>
            </p:cNvPr>
            <p:cNvSpPr/>
            <p:nvPr/>
          </p:nvSpPr>
          <p:spPr>
            <a:xfrm>
              <a:off x="4207750" y="2041900"/>
              <a:ext cx="35450" cy="34500"/>
            </a:xfrm>
            <a:custGeom>
              <a:avLst/>
              <a:gdLst/>
              <a:ahLst/>
              <a:cxnLst/>
              <a:rect l="l" t="t" r="r" b="b"/>
              <a:pathLst>
                <a:path w="1418" h="1380" extrusionOk="0">
                  <a:moveTo>
                    <a:pt x="1067" y="1"/>
                  </a:moveTo>
                  <a:cubicBezTo>
                    <a:pt x="977" y="1"/>
                    <a:pt x="882" y="32"/>
                    <a:pt x="819" y="95"/>
                  </a:cubicBezTo>
                  <a:lnTo>
                    <a:pt x="126" y="788"/>
                  </a:lnTo>
                  <a:cubicBezTo>
                    <a:pt x="0" y="914"/>
                    <a:pt x="0" y="1135"/>
                    <a:pt x="126" y="1261"/>
                  </a:cubicBezTo>
                  <a:cubicBezTo>
                    <a:pt x="189" y="1340"/>
                    <a:pt x="268" y="1379"/>
                    <a:pt x="351" y="1379"/>
                  </a:cubicBezTo>
                  <a:cubicBezTo>
                    <a:pt x="433" y="1379"/>
                    <a:pt x="520" y="1340"/>
                    <a:pt x="599" y="1261"/>
                  </a:cubicBezTo>
                  <a:lnTo>
                    <a:pt x="1292" y="568"/>
                  </a:lnTo>
                  <a:cubicBezTo>
                    <a:pt x="1418" y="442"/>
                    <a:pt x="1418" y="190"/>
                    <a:pt x="1292" y="95"/>
                  </a:cubicBezTo>
                  <a:cubicBezTo>
                    <a:pt x="1244" y="32"/>
                    <a:pt x="1158" y="1"/>
                    <a:pt x="1067" y="1"/>
                  </a:cubicBezTo>
                  <a:close/>
                </a:path>
              </a:pathLst>
            </a:custGeom>
            <a:grpFill/>
            <a:ln>
              <a:noFill/>
            </a:ln>
          </p:spPr>
          <p:txBody>
            <a:bodyPr spcFirstLastPara="1" wrap="square" lIns="62728" tIns="62728" rIns="62728" bIns="62728" anchor="ctr" anchorCtr="0">
              <a:noAutofit/>
            </a:bodyPr>
            <a:lstStyle/>
            <a:p>
              <a:endParaRPr sz="764"/>
            </a:p>
          </p:txBody>
        </p:sp>
        <p:sp>
          <p:nvSpPr>
            <p:cNvPr id="82" name="Google Shape;8813;p68">
              <a:extLst>
                <a:ext uri="{FF2B5EF4-FFF2-40B4-BE49-F238E27FC236}">
                  <a16:creationId xmlns:a16="http://schemas.microsoft.com/office/drawing/2014/main" id="{72D44235-39AC-449A-921A-04F6E1E935BF}"/>
                </a:ext>
              </a:extLst>
            </p:cNvPr>
            <p:cNvSpPr/>
            <p:nvPr/>
          </p:nvSpPr>
          <p:spPr>
            <a:xfrm>
              <a:off x="3962775" y="1990700"/>
              <a:ext cx="226075" cy="224500"/>
            </a:xfrm>
            <a:custGeom>
              <a:avLst/>
              <a:gdLst/>
              <a:ahLst/>
              <a:cxnLst/>
              <a:rect l="l" t="t" r="r" b="b"/>
              <a:pathLst>
                <a:path w="9043" h="8980" extrusionOk="0">
                  <a:moveTo>
                    <a:pt x="1419" y="3403"/>
                  </a:moveTo>
                  <a:lnTo>
                    <a:pt x="1419" y="4790"/>
                  </a:lnTo>
                  <a:cubicBezTo>
                    <a:pt x="1009" y="4790"/>
                    <a:pt x="694" y="4506"/>
                    <a:pt x="694" y="4097"/>
                  </a:cubicBezTo>
                  <a:cubicBezTo>
                    <a:pt x="694" y="3719"/>
                    <a:pt x="1009" y="3403"/>
                    <a:pt x="1419" y="3403"/>
                  </a:cubicBezTo>
                  <a:close/>
                  <a:moveTo>
                    <a:pt x="4191" y="2710"/>
                  </a:moveTo>
                  <a:lnTo>
                    <a:pt x="4191" y="5483"/>
                  </a:lnTo>
                  <a:lnTo>
                    <a:pt x="2490" y="5483"/>
                  </a:lnTo>
                  <a:cubicBezTo>
                    <a:pt x="2269" y="5483"/>
                    <a:pt x="2112" y="5325"/>
                    <a:pt x="2112" y="5105"/>
                  </a:cubicBezTo>
                  <a:lnTo>
                    <a:pt x="2112" y="3088"/>
                  </a:lnTo>
                  <a:cubicBezTo>
                    <a:pt x="2112" y="2868"/>
                    <a:pt x="2269" y="2710"/>
                    <a:pt x="2490" y="2710"/>
                  </a:cubicBezTo>
                  <a:close/>
                  <a:moveTo>
                    <a:pt x="6995" y="1828"/>
                  </a:moveTo>
                  <a:lnTo>
                    <a:pt x="6995" y="6428"/>
                  </a:lnTo>
                  <a:cubicBezTo>
                    <a:pt x="6428" y="5924"/>
                    <a:pt x="5672" y="5609"/>
                    <a:pt x="4884" y="5514"/>
                  </a:cubicBezTo>
                  <a:lnTo>
                    <a:pt x="4884" y="2710"/>
                  </a:lnTo>
                  <a:cubicBezTo>
                    <a:pt x="5672" y="2647"/>
                    <a:pt x="6428" y="2332"/>
                    <a:pt x="6995" y="1828"/>
                  </a:cubicBezTo>
                  <a:close/>
                  <a:moveTo>
                    <a:pt x="8066" y="631"/>
                  </a:moveTo>
                  <a:cubicBezTo>
                    <a:pt x="8255" y="631"/>
                    <a:pt x="8413" y="789"/>
                    <a:pt x="8413" y="978"/>
                  </a:cubicBezTo>
                  <a:lnTo>
                    <a:pt x="8413" y="7216"/>
                  </a:lnTo>
                  <a:cubicBezTo>
                    <a:pt x="8413" y="7405"/>
                    <a:pt x="8255" y="7562"/>
                    <a:pt x="8066" y="7562"/>
                  </a:cubicBezTo>
                  <a:cubicBezTo>
                    <a:pt x="7877" y="7562"/>
                    <a:pt x="7720" y="7405"/>
                    <a:pt x="7720" y="7216"/>
                  </a:cubicBezTo>
                  <a:lnTo>
                    <a:pt x="7720" y="978"/>
                  </a:lnTo>
                  <a:cubicBezTo>
                    <a:pt x="7720" y="789"/>
                    <a:pt x="7877" y="631"/>
                    <a:pt x="8066" y="631"/>
                  </a:cubicBezTo>
                  <a:close/>
                  <a:moveTo>
                    <a:pt x="3498" y="6176"/>
                  </a:moveTo>
                  <a:lnTo>
                    <a:pt x="3498" y="7909"/>
                  </a:lnTo>
                  <a:cubicBezTo>
                    <a:pt x="3498" y="8129"/>
                    <a:pt x="3340" y="8287"/>
                    <a:pt x="3151" y="8287"/>
                  </a:cubicBezTo>
                  <a:cubicBezTo>
                    <a:pt x="2962" y="8287"/>
                    <a:pt x="2805" y="8129"/>
                    <a:pt x="2805" y="7909"/>
                  </a:cubicBezTo>
                  <a:lnTo>
                    <a:pt x="2805" y="6176"/>
                  </a:lnTo>
                  <a:close/>
                  <a:moveTo>
                    <a:pt x="8035" y="1"/>
                  </a:moveTo>
                  <a:cubicBezTo>
                    <a:pt x="7531" y="1"/>
                    <a:pt x="7090" y="411"/>
                    <a:pt x="6995" y="883"/>
                  </a:cubicBezTo>
                  <a:lnTo>
                    <a:pt x="6680" y="1198"/>
                  </a:lnTo>
                  <a:cubicBezTo>
                    <a:pt x="6144" y="1734"/>
                    <a:pt x="5325" y="2049"/>
                    <a:pt x="4538" y="2049"/>
                  </a:cubicBezTo>
                  <a:lnTo>
                    <a:pt x="2427" y="2049"/>
                  </a:lnTo>
                  <a:cubicBezTo>
                    <a:pt x="2017" y="2049"/>
                    <a:pt x="1608" y="2332"/>
                    <a:pt x="1450" y="2773"/>
                  </a:cubicBezTo>
                  <a:lnTo>
                    <a:pt x="1387" y="2773"/>
                  </a:lnTo>
                  <a:cubicBezTo>
                    <a:pt x="631" y="2773"/>
                    <a:pt x="1" y="3403"/>
                    <a:pt x="1" y="4128"/>
                  </a:cubicBezTo>
                  <a:cubicBezTo>
                    <a:pt x="1" y="4884"/>
                    <a:pt x="631" y="5514"/>
                    <a:pt x="1387" y="5514"/>
                  </a:cubicBezTo>
                  <a:lnTo>
                    <a:pt x="1450" y="5514"/>
                  </a:lnTo>
                  <a:cubicBezTo>
                    <a:pt x="1576" y="5798"/>
                    <a:pt x="1797" y="6018"/>
                    <a:pt x="2080" y="6144"/>
                  </a:cubicBezTo>
                  <a:lnTo>
                    <a:pt x="2080" y="7940"/>
                  </a:lnTo>
                  <a:cubicBezTo>
                    <a:pt x="2112" y="8507"/>
                    <a:pt x="2584" y="8980"/>
                    <a:pt x="3151" y="8980"/>
                  </a:cubicBezTo>
                  <a:cubicBezTo>
                    <a:pt x="3750" y="8980"/>
                    <a:pt x="4160" y="8507"/>
                    <a:pt x="4160" y="7972"/>
                  </a:cubicBezTo>
                  <a:lnTo>
                    <a:pt x="4160" y="6239"/>
                  </a:lnTo>
                  <a:lnTo>
                    <a:pt x="4538" y="6239"/>
                  </a:lnTo>
                  <a:cubicBezTo>
                    <a:pt x="5325" y="6239"/>
                    <a:pt x="6144" y="6554"/>
                    <a:pt x="6680" y="7090"/>
                  </a:cubicBezTo>
                  <a:lnTo>
                    <a:pt x="6995" y="7405"/>
                  </a:lnTo>
                  <a:cubicBezTo>
                    <a:pt x="7090" y="7909"/>
                    <a:pt x="7531" y="8287"/>
                    <a:pt x="8035" y="8287"/>
                  </a:cubicBezTo>
                  <a:cubicBezTo>
                    <a:pt x="8633" y="8287"/>
                    <a:pt x="9043" y="7814"/>
                    <a:pt x="9043" y="7247"/>
                  </a:cubicBezTo>
                  <a:lnTo>
                    <a:pt x="9043" y="1041"/>
                  </a:lnTo>
                  <a:cubicBezTo>
                    <a:pt x="9043" y="442"/>
                    <a:pt x="8570" y="1"/>
                    <a:pt x="8035"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7" name="Google Shape;8814;p68">
            <a:extLst>
              <a:ext uri="{FF2B5EF4-FFF2-40B4-BE49-F238E27FC236}">
                <a16:creationId xmlns:a16="http://schemas.microsoft.com/office/drawing/2014/main" id="{5220F65A-8A23-440B-B69D-148B9C970177}"/>
              </a:ext>
            </a:extLst>
          </p:cNvPr>
          <p:cNvGrpSpPr/>
          <p:nvPr/>
        </p:nvGrpSpPr>
        <p:grpSpPr>
          <a:xfrm>
            <a:off x="3116151" y="4408060"/>
            <a:ext cx="226984" cy="226984"/>
            <a:chOff x="3963575" y="2317575"/>
            <a:chExt cx="296175" cy="296175"/>
          </a:xfrm>
          <a:solidFill>
            <a:schemeClr val="tx1"/>
          </a:solidFill>
        </p:grpSpPr>
        <p:sp>
          <p:nvSpPr>
            <p:cNvPr id="63" name="Google Shape;8815;p68">
              <a:extLst>
                <a:ext uri="{FF2B5EF4-FFF2-40B4-BE49-F238E27FC236}">
                  <a16:creationId xmlns:a16="http://schemas.microsoft.com/office/drawing/2014/main" id="{C85C9DEE-2BD8-4FED-983D-5F823915429E}"/>
                </a:ext>
              </a:extLst>
            </p:cNvPr>
            <p:cNvSpPr/>
            <p:nvPr/>
          </p:nvSpPr>
          <p:spPr>
            <a:xfrm>
              <a:off x="3963575" y="2317575"/>
              <a:ext cx="296175" cy="296175"/>
            </a:xfrm>
            <a:custGeom>
              <a:avLst/>
              <a:gdLst/>
              <a:ahLst/>
              <a:cxnLst/>
              <a:rect l="l" t="t" r="r" b="b"/>
              <a:pathLst>
                <a:path w="11847" h="11847" extrusionOk="0">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grpFill/>
            <a:ln>
              <a:noFill/>
            </a:ln>
          </p:spPr>
          <p:txBody>
            <a:bodyPr spcFirstLastPara="1" wrap="square" lIns="62728" tIns="62728" rIns="62728" bIns="62728" anchor="ctr" anchorCtr="0">
              <a:noAutofit/>
            </a:bodyPr>
            <a:lstStyle/>
            <a:p>
              <a:endParaRPr sz="764"/>
            </a:p>
          </p:txBody>
        </p:sp>
        <p:sp>
          <p:nvSpPr>
            <p:cNvPr id="64" name="Google Shape;8816;p68">
              <a:extLst>
                <a:ext uri="{FF2B5EF4-FFF2-40B4-BE49-F238E27FC236}">
                  <a16:creationId xmlns:a16="http://schemas.microsoft.com/office/drawing/2014/main" id="{D6E009E4-A19A-4F25-94E0-26162A573C5C}"/>
                </a:ext>
              </a:extLst>
            </p:cNvPr>
            <p:cNvSpPr/>
            <p:nvPr/>
          </p:nvSpPr>
          <p:spPr>
            <a:xfrm>
              <a:off x="4190400" y="2526300"/>
              <a:ext cx="34700" cy="35450"/>
            </a:xfrm>
            <a:custGeom>
              <a:avLst/>
              <a:gdLst/>
              <a:ahLst/>
              <a:cxnLst/>
              <a:rect l="l" t="t" r="r" b="b"/>
              <a:pathLst>
                <a:path w="1388" h="1418" extrusionOk="0">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65" name="Google Shape;8817;p68">
              <a:extLst>
                <a:ext uri="{FF2B5EF4-FFF2-40B4-BE49-F238E27FC236}">
                  <a16:creationId xmlns:a16="http://schemas.microsoft.com/office/drawing/2014/main" id="{CADB1BDA-2DEF-4EC8-93DB-E63DE34E9B6D}"/>
                </a:ext>
              </a:extLst>
            </p:cNvPr>
            <p:cNvSpPr/>
            <p:nvPr/>
          </p:nvSpPr>
          <p:spPr>
            <a:xfrm>
              <a:off x="39982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66" name="Google Shape;8818;p68">
              <a:extLst>
                <a:ext uri="{FF2B5EF4-FFF2-40B4-BE49-F238E27FC236}">
                  <a16:creationId xmlns:a16="http://schemas.microsoft.com/office/drawing/2014/main" id="{6BC67BC8-842E-4549-A657-405039AE8C31}"/>
                </a:ext>
              </a:extLst>
            </p:cNvPr>
            <p:cNvSpPr/>
            <p:nvPr/>
          </p:nvSpPr>
          <p:spPr>
            <a:xfrm>
              <a:off x="4050225" y="24215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pFill/>
            <a:ln>
              <a:noFill/>
            </a:ln>
          </p:spPr>
          <p:txBody>
            <a:bodyPr spcFirstLastPara="1" wrap="square" lIns="62728" tIns="62728" rIns="62728" bIns="62728" anchor="ctr" anchorCtr="0">
              <a:noAutofit/>
            </a:bodyPr>
            <a:lstStyle/>
            <a:p>
              <a:endParaRPr sz="764"/>
            </a:p>
          </p:txBody>
        </p:sp>
        <p:sp>
          <p:nvSpPr>
            <p:cNvPr id="67" name="Google Shape;8819;p68">
              <a:extLst>
                <a:ext uri="{FF2B5EF4-FFF2-40B4-BE49-F238E27FC236}">
                  <a16:creationId xmlns:a16="http://schemas.microsoft.com/office/drawing/2014/main" id="{7A59E9A1-1F75-4BE5-B2A8-B29928D9BE7E}"/>
                </a:ext>
              </a:extLst>
            </p:cNvPr>
            <p:cNvSpPr/>
            <p:nvPr/>
          </p:nvSpPr>
          <p:spPr>
            <a:xfrm>
              <a:off x="4102200" y="24215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68" name="Google Shape;8820;p68">
              <a:extLst>
                <a:ext uri="{FF2B5EF4-FFF2-40B4-BE49-F238E27FC236}">
                  <a16:creationId xmlns:a16="http://schemas.microsoft.com/office/drawing/2014/main" id="{A646BBDB-DE31-42F2-BD21-A213410B669B}"/>
                </a:ext>
              </a:extLst>
            </p:cNvPr>
            <p:cNvSpPr/>
            <p:nvPr/>
          </p:nvSpPr>
          <p:spPr>
            <a:xfrm>
              <a:off x="4155750"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69" name="Google Shape;8821;p68">
              <a:extLst>
                <a:ext uri="{FF2B5EF4-FFF2-40B4-BE49-F238E27FC236}">
                  <a16:creationId xmlns:a16="http://schemas.microsoft.com/office/drawing/2014/main" id="{2EAEE71D-DEA9-46FF-BAE9-CA580FDBE755}"/>
                </a:ext>
              </a:extLst>
            </p:cNvPr>
            <p:cNvSpPr/>
            <p:nvPr/>
          </p:nvSpPr>
          <p:spPr>
            <a:xfrm>
              <a:off x="3998225"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pFill/>
            <a:ln>
              <a:noFill/>
            </a:ln>
          </p:spPr>
          <p:txBody>
            <a:bodyPr spcFirstLastPara="1" wrap="square" lIns="62728" tIns="62728" rIns="62728" bIns="62728" anchor="ctr" anchorCtr="0">
              <a:noAutofit/>
            </a:bodyPr>
            <a:lstStyle/>
            <a:p>
              <a:endParaRPr sz="764"/>
            </a:p>
          </p:txBody>
        </p:sp>
        <p:sp>
          <p:nvSpPr>
            <p:cNvPr id="70" name="Google Shape;8822;p68">
              <a:extLst>
                <a:ext uri="{FF2B5EF4-FFF2-40B4-BE49-F238E27FC236}">
                  <a16:creationId xmlns:a16="http://schemas.microsoft.com/office/drawing/2014/main" id="{9A536970-E676-476E-9DFB-44B7D5CEA5C9}"/>
                </a:ext>
              </a:extLst>
            </p:cNvPr>
            <p:cNvSpPr/>
            <p:nvPr/>
          </p:nvSpPr>
          <p:spPr>
            <a:xfrm>
              <a:off x="4050225" y="2456975"/>
              <a:ext cx="35450" cy="18150"/>
            </a:xfrm>
            <a:custGeom>
              <a:avLst/>
              <a:gdLst/>
              <a:ahLst/>
              <a:cxnLst/>
              <a:rect l="l" t="t" r="r" b="b"/>
              <a:pathLst>
                <a:path w="1418" h="726" extrusionOk="0">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grpFill/>
            <a:ln>
              <a:noFill/>
            </a:ln>
          </p:spPr>
          <p:txBody>
            <a:bodyPr spcFirstLastPara="1" wrap="square" lIns="62728" tIns="62728" rIns="62728" bIns="62728" anchor="ctr" anchorCtr="0">
              <a:noAutofit/>
            </a:bodyPr>
            <a:lstStyle/>
            <a:p>
              <a:endParaRPr sz="764"/>
            </a:p>
          </p:txBody>
        </p:sp>
        <p:sp>
          <p:nvSpPr>
            <p:cNvPr id="71" name="Google Shape;8823;p68">
              <a:extLst>
                <a:ext uri="{FF2B5EF4-FFF2-40B4-BE49-F238E27FC236}">
                  <a16:creationId xmlns:a16="http://schemas.microsoft.com/office/drawing/2014/main" id="{1BB17A5C-F57C-47C2-8F90-689B0938A5A6}"/>
                </a:ext>
              </a:extLst>
            </p:cNvPr>
            <p:cNvSpPr/>
            <p:nvPr/>
          </p:nvSpPr>
          <p:spPr>
            <a:xfrm>
              <a:off x="4102200" y="2456975"/>
              <a:ext cx="35475" cy="18150"/>
            </a:xfrm>
            <a:custGeom>
              <a:avLst/>
              <a:gdLst/>
              <a:ahLst/>
              <a:cxnLst/>
              <a:rect l="l" t="t" r="r" b="b"/>
              <a:pathLst>
                <a:path w="1419" h="726" extrusionOk="0">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grpFill/>
            <a:ln>
              <a:noFill/>
            </a:ln>
          </p:spPr>
          <p:txBody>
            <a:bodyPr spcFirstLastPara="1" wrap="square" lIns="62728" tIns="62728" rIns="62728" bIns="62728" anchor="ctr" anchorCtr="0">
              <a:noAutofit/>
            </a:bodyPr>
            <a:lstStyle/>
            <a:p>
              <a:endParaRPr sz="764"/>
            </a:p>
          </p:txBody>
        </p:sp>
        <p:sp>
          <p:nvSpPr>
            <p:cNvPr id="72" name="Google Shape;8824;p68">
              <a:extLst>
                <a:ext uri="{FF2B5EF4-FFF2-40B4-BE49-F238E27FC236}">
                  <a16:creationId xmlns:a16="http://schemas.microsoft.com/office/drawing/2014/main" id="{4855FB6E-96E1-4D2D-818B-9877F21DFC21}"/>
                </a:ext>
              </a:extLst>
            </p:cNvPr>
            <p:cNvSpPr/>
            <p:nvPr/>
          </p:nvSpPr>
          <p:spPr>
            <a:xfrm>
              <a:off x="4155750"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pFill/>
            <a:ln>
              <a:noFill/>
            </a:ln>
          </p:spPr>
          <p:txBody>
            <a:bodyPr spcFirstLastPara="1" wrap="square" lIns="62728" tIns="62728" rIns="62728" bIns="62728" anchor="ctr" anchorCtr="0">
              <a:noAutofit/>
            </a:bodyPr>
            <a:lstStyle/>
            <a:p>
              <a:endParaRPr sz="764"/>
            </a:p>
          </p:txBody>
        </p:sp>
        <p:sp>
          <p:nvSpPr>
            <p:cNvPr id="73" name="Google Shape;8825;p68">
              <a:extLst>
                <a:ext uri="{FF2B5EF4-FFF2-40B4-BE49-F238E27FC236}">
                  <a16:creationId xmlns:a16="http://schemas.microsoft.com/office/drawing/2014/main" id="{BFCB02CB-8A71-4D29-8FB5-0F7C05A5095F}"/>
                </a:ext>
              </a:extLst>
            </p:cNvPr>
            <p:cNvSpPr/>
            <p:nvPr/>
          </p:nvSpPr>
          <p:spPr>
            <a:xfrm>
              <a:off x="3998225" y="24916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74" name="Google Shape;8826;p68">
              <a:extLst>
                <a:ext uri="{FF2B5EF4-FFF2-40B4-BE49-F238E27FC236}">
                  <a16:creationId xmlns:a16="http://schemas.microsoft.com/office/drawing/2014/main" id="{97A91361-F92D-4D01-9AAC-C8460E455669}"/>
                </a:ext>
              </a:extLst>
            </p:cNvPr>
            <p:cNvSpPr/>
            <p:nvPr/>
          </p:nvSpPr>
          <p:spPr>
            <a:xfrm>
              <a:off x="4050225" y="24916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pFill/>
            <a:ln>
              <a:noFill/>
            </a:ln>
          </p:spPr>
          <p:txBody>
            <a:bodyPr spcFirstLastPara="1" wrap="square" lIns="62728" tIns="62728" rIns="62728" bIns="62728" anchor="ctr" anchorCtr="0">
              <a:noAutofit/>
            </a:bodyPr>
            <a:lstStyle/>
            <a:p>
              <a:endParaRPr sz="764"/>
            </a:p>
          </p:txBody>
        </p:sp>
        <p:sp>
          <p:nvSpPr>
            <p:cNvPr id="75" name="Google Shape;8827;p68">
              <a:extLst>
                <a:ext uri="{FF2B5EF4-FFF2-40B4-BE49-F238E27FC236}">
                  <a16:creationId xmlns:a16="http://schemas.microsoft.com/office/drawing/2014/main" id="{BBE7B85D-466B-441F-A796-AE32AC343B61}"/>
                </a:ext>
              </a:extLst>
            </p:cNvPr>
            <p:cNvSpPr/>
            <p:nvPr/>
          </p:nvSpPr>
          <p:spPr>
            <a:xfrm>
              <a:off x="4102200" y="24916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76" name="Google Shape;8828;p68">
              <a:extLst>
                <a:ext uri="{FF2B5EF4-FFF2-40B4-BE49-F238E27FC236}">
                  <a16:creationId xmlns:a16="http://schemas.microsoft.com/office/drawing/2014/main" id="{A861B026-EB9E-464A-92D7-06963E22C500}"/>
                </a:ext>
              </a:extLst>
            </p:cNvPr>
            <p:cNvSpPr/>
            <p:nvPr/>
          </p:nvSpPr>
          <p:spPr>
            <a:xfrm>
              <a:off x="3998225" y="2526300"/>
              <a:ext cx="35475" cy="18125"/>
            </a:xfrm>
            <a:custGeom>
              <a:avLst/>
              <a:gdLst/>
              <a:ahLst/>
              <a:cxnLst/>
              <a:rect l="l" t="t" r="r" b="b"/>
              <a:pathLst>
                <a:path w="1419" h="725" extrusionOk="0">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77" name="Google Shape;8829;p68">
              <a:extLst>
                <a:ext uri="{FF2B5EF4-FFF2-40B4-BE49-F238E27FC236}">
                  <a16:creationId xmlns:a16="http://schemas.microsoft.com/office/drawing/2014/main" id="{46101150-6CA0-4771-AEC3-BEF8E1F94225}"/>
                </a:ext>
              </a:extLst>
            </p:cNvPr>
            <p:cNvSpPr/>
            <p:nvPr/>
          </p:nvSpPr>
          <p:spPr>
            <a:xfrm>
              <a:off x="4050225" y="2526300"/>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grpFill/>
            <a:ln>
              <a:noFill/>
            </a:ln>
          </p:spPr>
          <p:txBody>
            <a:bodyPr spcFirstLastPara="1" wrap="square" lIns="62728" tIns="62728" rIns="62728" bIns="62728" anchor="ctr" anchorCtr="0">
              <a:noAutofit/>
            </a:bodyPr>
            <a:lstStyle/>
            <a:p>
              <a:endParaRPr sz="764"/>
            </a:p>
          </p:txBody>
        </p:sp>
        <p:sp>
          <p:nvSpPr>
            <p:cNvPr id="78" name="Google Shape;8830;p68">
              <a:extLst>
                <a:ext uri="{FF2B5EF4-FFF2-40B4-BE49-F238E27FC236}">
                  <a16:creationId xmlns:a16="http://schemas.microsoft.com/office/drawing/2014/main" id="{66573D54-6F0A-408A-A25D-BF0CF24E2435}"/>
                </a:ext>
              </a:extLst>
            </p:cNvPr>
            <p:cNvSpPr/>
            <p:nvPr/>
          </p:nvSpPr>
          <p:spPr>
            <a:xfrm>
              <a:off x="4102200" y="2526300"/>
              <a:ext cx="35475" cy="18125"/>
            </a:xfrm>
            <a:custGeom>
              <a:avLst/>
              <a:gdLst/>
              <a:ahLst/>
              <a:cxnLst/>
              <a:rect l="l" t="t" r="r" b="b"/>
              <a:pathLst>
                <a:path w="1419" h="725" extrusionOk="0">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8" name="Google Shape;8831;p68">
            <a:extLst>
              <a:ext uri="{FF2B5EF4-FFF2-40B4-BE49-F238E27FC236}">
                <a16:creationId xmlns:a16="http://schemas.microsoft.com/office/drawing/2014/main" id="{21ABB58D-DED5-41AA-AA6D-1FD4C6B57B4D}"/>
              </a:ext>
            </a:extLst>
          </p:cNvPr>
          <p:cNvGrpSpPr/>
          <p:nvPr/>
        </p:nvGrpSpPr>
        <p:grpSpPr>
          <a:xfrm>
            <a:off x="3116151" y="4700215"/>
            <a:ext cx="226984" cy="226371"/>
            <a:chOff x="3962775" y="2683025"/>
            <a:chExt cx="296175" cy="295375"/>
          </a:xfrm>
          <a:solidFill>
            <a:schemeClr val="tx1"/>
          </a:solidFill>
        </p:grpSpPr>
        <p:sp>
          <p:nvSpPr>
            <p:cNvPr id="60" name="Google Shape;8832;p68">
              <a:extLst>
                <a:ext uri="{FF2B5EF4-FFF2-40B4-BE49-F238E27FC236}">
                  <a16:creationId xmlns:a16="http://schemas.microsoft.com/office/drawing/2014/main" id="{70C55F22-D8BA-4A02-9C29-421D2A067A08}"/>
                </a:ext>
              </a:extLst>
            </p:cNvPr>
            <p:cNvSpPr/>
            <p:nvPr/>
          </p:nvSpPr>
          <p:spPr>
            <a:xfrm>
              <a:off x="3962775" y="2838200"/>
              <a:ext cx="296175" cy="140200"/>
            </a:xfrm>
            <a:custGeom>
              <a:avLst/>
              <a:gdLst/>
              <a:ahLst/>
              <a:cxnLst/>
              <a:rect l="l" t="t" r="r" b="b"/>
              <a:pathLst>
                <a:path w="11847" h="5608" extrusionOk="0">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grpFill/>
            <a:ln>
              <a:noFill/>
            </a:ln>
          </p:spPr>
          <p:txBody>
            <a:bodyPr spcFirstLastPara="1" wrap="square" lIns="62728" tIns="62728" rIns="62728" bIns="62728" anchor="ctr" anchorCtr="0">
              <a:noAutofit/>
            </a:bodyPr>
            <a:lstStyle/>
            <a:p>
              <a:endParaRPr sz="764"/>
            </a:p>
          </p:txBody>
        </p:sp>
        <p:sp>
          <p:nvSpPr>
            <p:cNvPr id="61" name="Google Shape;8833;p68">
              <a:extLst>
                <a:ext uri="{FF2B5EF4-FFF2-40B4-BE49-F238E27FC236}">
                  <a16:creationId xmlns:a16="http://schemas.microsoft.com/office/drawing/2014/main" id="{966B1100-031F-488C-9996-BDE90C71EC1A}"/>
                </a:ext>
              </a:extLst>
            </p:cNvPr>
            <p:cNvSpPr/>
            <p:nvPr/>
          </p:nvSpPr>
          <p:spPr>
            <a:xfrm>
              <a:off x="4051000" y="2683025"/>
              <a:ext cx="122100" cy="138650"/>
            </a:xfrm>
            <a:custGeom>
              <a:avLst/>
              <a:gdLst/>
              <a:ahLst/>
              <a:cxnLst/>
              <a:rect l="l" t="t" r="r" b="b"/>
              <a:pathLst>
                <a:path w="4884" h="5546" extrusionOk="0">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grpFill/>
            <a:ln>
              <a:noFill/>
            </a:ln>
          </p:spPr>
          <p:txBody>
            <a:bodyPr spcFirstLastPara="1" wrap="square" lIns="62728" tIns="62728" rIns="62728" bIns="62728" anchor="ctr" anchorCtr="0">
              <a:noAutofit/>
            </a:bodyPr>
            <a:lstStyle/>
            <a:p>
              <a:endParaRPr sz="764"/>
            </a:p>
          </p:txBody>
        </p:sp>
        <p:sp>
          <p:nvSpPr>
            <p:cNvPr id="62" name="Google Shape;8834;p68">
              <a:extLst>
                <a:ext uri="{FF2B5EF4-FFF2-40B4-BE49-F238E27FC236}">
                  <a16:creationId xmlns:a16="http://schemas.microsoft.com/office/drawing/2014/main" id="{601FEC4E-A10B-4A1A-90C1-238E53011FB3}"/>
                </a:ext>
              </a:extLst>
            </p:cNvPr>
            <p:cNvSpPr/>
            <p:nvPr/>
          </p:nvSpPr>
          <p:spPr>
            <a:xfrm>
              <a:off x="4084875" y="2873200"/>
              <a:ext cx="52800" cy="69775"/>
            </a:xfrm>
            <a:custGeom>
              <a:avLst/>
              <a:gdLst/>
              <a:ahLst/>
              <a:cxnLst/>
              <a:rect l="l" t="t" r="r" b="b"/>
              <a:pathLst>
                <a:path w="2112" h="2791" extrusionOk="0">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grpFill/>
            <a:ln>
              <a:noFill/>
            </a:ln>
          </p:spPr>
          <p:txBody>
            <a:bodyPr spcFirstLastPara="1" wrap="square" lIns="62728" tIns="62728" rIns="62728" bIns="62728" anchor="ctr" anchorCtr="0">
              <a:noAutofit/>
            </a:bodyPr>
            <a:lstStyle/>
            <a:p>
              <a:endParaRPr sz="764"/>
            </a:p>
          </p:txBody>
        </p:sp>
      </p:grpSp>
      <p:sp>
        <p:nvSpPr>
          <p:cNvPr id="49" name="Google Shape;8835;p68">
            <a:extLst>
              <a:ext uri="{FF2B5EF4-FFF2-40B4-BE49-F238E27FC236}">
                <a16:creationId xmlns:a16="http://schemas.microsoft.com/office/drawing/2014/main" id="{AE4AED3F-1E45-4688-A677-566C01BAB1B3}"/>
              </a:ext>
            </a:extLst>
          </p:cNvPr>
          <p:cNvSpPr/>
          <p:nvPr/>
        </p:nvSpPr>
        <p:spPr>
          <a:xfrm>
            <a:off x="4552714" y="4139448"/>
            <a:ext cx="230012" cy="226371"/>
          </a:xfrm>
          <a:custGeom>
            <a:avLst/>
            <a:gdLst/>
            <a:ahLst/>
            <a:cxnLst/>
            <a:rect l="l" t="t" r="r" b="b"/>
            <a:pathLst>
              <a:path w="12005" h="11815" extrusionOk="0">
                <a:moveTo>
                  <a:pt x="6003" y="693"/>
                </a:moveTo>
                <a:cubicBezTo>
                  <a:pt x="6089" y="693"/>
                  <a:pt x="6176" y="725"/>
                  <a:pt x="6239" y="788"/>
                </a:cubicBezTo>
                <a:lnTo>
                  <a:pt x="8444" y="2993"/>
                </a:lnTo>
                <a:lnTo>
                  <a:pt x="7972" y="3466"/>
                </a:lnTo>
                <a:lnTo>
                  <a:pt x="7751" y="3214"/>
                </a:lnTo>
                <a:cubicBezTo>
                  <a:pt x="7562" y="3025"/>
                  <a:pt x="7279" y="2899"/>
                  <a:pt x="6995" y="2899"/>
                </a:cubicBezTo>
                <a:cubicBezTo>
                  <a:pt x="6711" y="2899"/>
                  <a:pt x="6459" y="3025"/>
                  <a:pt x="6239" y="3214"/>
                </a:cubicBezTo>
                <a:cubicBezTo>
                  <a:pt x="5861" y="3623"/>
                  <a:pt x="5861" y="4285"/>
                  <a:pt x="6239" y="4663"/>
                </a:cubicBezTo>
                <a:lnTo>
                  <a:pt x="6491" y="4915"/>
                </a:lnTo>
                <a:lnTo>
                  <a:pt x="6018" y="5388"/>
                </a:lnTo>
                <a:lnTo>
                  <a:pt x="5262" y="4631"/>
                </a:lnTo>
                <a:cubicBezTo>
                  <a:pt x="5199" y="4568"/>
                  <a:pt x="5113" y="4537"/>
                  <a:pt x="5026" y="4537"/>
                </a:cubicBezTo>
                <a:cubicBezTo>
                  <a:pt x="4939" y="4537"/>
                  <a:pt x="4853" y="4568"/>
                  <a:pt x="4790" y="4631"/>
                </a:cubicBezTo>
                <a:lnTo>
                  <a:pt x="4317" y="5104"/>
                </a:lnTo>
                <a:cubicBezTo>
                  <a:pt x="4254" y="5167"/>
                  <a:pt x="4167" y="5198"/>
                  <a:pt x="4081" y="5198"/>
                </a:cubicBezTo>
                <a:cubicBezTo>
                  <a:pt x="3994" y="5198"/>
                  <a:pt x="3907" y="5167"/>
                  <a:pt x="3844" y="5104"/>
                </a:cubicBezTo>
                <a:cubicBezTo>
                  <a:pt x="3718" y="4978"/>
                  <a:pt x="3718" y="4757"/>
                  <a:pt x="3844" y="4631"/>
                </a:cubicBezTo>
                <a:lnTo>
                  <a:pt x="4317" y="4159"/>
                </a:lnTo>
                <a:cubicBezTo>
                  <a:pt x="4443" y="4033"/>
                  <a:pt x="4443" y="3812"/>
                  <a:pt x="4317" y="3686"/>
                </a:cubicBezTo>
                <a:lnTo>
                  <a:pt x="3624" y="2993"/>
                </a:lnTo>
                <a:lnTo>
                  <a:pt x="5766" y="788"/>
                </a:lnTo>
                <a:cubicBezTo>
                  <a:pt x="5829" y="725"/>
                  <a:pt x="5916" y="693"/>
                  <a:pt x="6003" y="693"/>
                </a:cubicBezTo>
                <a:close/>
                <a:moveTo>
                  <a:pt x="3088" y="3466"/>
                </a:moveTo>
                <a:lnTo>
                  <a:pt x="3561" y="3938"/>
                </a:lnTo>
                <a:lnTo>
                  <a:pt x="3340" y="4159"/>
                </a:lnTo>
                <a:cubicBezTo>
                  <a:pt x="2931" y="4568"/>
                  <a:pt x="2931" y="5230"/>
                  <a:pt x="3340" y="5608"/>
                </a:cubicBezTo>
                <a:cubicBezTo>
                  <a:pt x="3529" y="5813"/>
                  <a:pt x="3797" y="5915"/>
                  <a:pt x="4065" y="5915"/>
                </a:cubicBezTo>
                <a:cubicBezTo>
                  <a:pt x="4333" y="5915"/>
                  <a:pt x="4601" y="5813"/>
                  <a:pt x="4790" y="5608"/>
                </a:cubicBezTo>
                <a:lnTo>
                  <a:pt x="5042" y="5388"/>
                </a:lnTo>
                <a:lnTo>
                  <a:pt x="5514" y="5860"/>
                </a:lnTo>
                <a:lnTo>
                  <a:pt x="4758" y="6616"/>
                </a:lnTo>
                <a:cubicBezTo>
                  <a:pt x="4632" y="6711"/>
                  <a:pt x="4632" y="6963"/>
                  <a:pt x="4758" y="7089"/>
                </a:cubicBezTo>
                <a:lnTo>
                  <a:pt x="5231" y="7561"/>
                </a:lnTo>
                <a:cubicBezTo>
                  <a:pt x="5357" y="7656"/>
                  <a:pt x="5357" y="7908"/>
                  <a:pt x="5231" y="8002"/>
                </a:cubicBezTo>
                <a:cubicBezTo>
                  <a:pt x="5168" y="8065"/>
                  <a:pt x="5081" y="8097"/>
                  <a:pt x="4994" y="8097"/>
                </a:cubicBezTo>
                <a:cubicBezTo>
                  <a:pt x="4908" y="8097"/>
                  <a:pt x="4821" y="8065"/>
                  <a:pt x="4758" y="8002"/>
                </a:cubicBezTo>
                <a:lnTo>
                  <a:pt x="4286" y="7561"/>
                </a:lnTo>
                <a:cubicBezTo>
                  <a:pt x="4223" y="7498"/>
                  <a:pt x="4136" y="7467"/>
                  <a:pt x="4049" y="7467"/>
                </a:cubicBezTo>
                <a:cubicBezTo>
                  <a:pt x="3963" y="7467"/>
                  <a:pt x="3876" y="7498"/>
                  <a:pt x="3813" y="7561"/>
                </a:cubicBezTo>
                <a:lnTo>
                  <a:pt x="3088" y="8254"/>
                </a:lnTo>
                <a:lnTo>
                  <a:pt x="883" y="6049"/>
                </a:lnTo>
                <a:cubicBezTo>
                  <a:pt x="789" y="6018"/>
                  <a:pt x="789" y="5829"/>
                  <a:pt x="883" y="5671"/>
                </a:cubicBezTo>
                <a:lnTo>
                  <a:pt x="3088" y="3466"/>
                </a:lnTo>
                <a:close/>
                <a:moveTo>
                  <a:pt x="8917" y="3529"/>
                </a:moveTo>
                <a:lnTo>
                  <a:pt x="11122" y="5671"/>
                </a:lnTo>
                <a:cubicBezTo>
                  <a:pt x="11248" y="5766"/>
                  <a:pt x="11248" y="6018"/>
                  <a:pt x="11122" y="6144"/>
                </a:cubicBezTo>
                <a:lnTo>
                  <a:pt x="8917" y="8349"/>
                </a:lnTo>
                <a:lnTo>
                  <a:pt x="8444" y="7876"/>
                </a:lnTo>
                <a:lnTo>
                  <a:pt x="8696" y="7624"/>
                </a:lnTo>
                <a:cubicBezTo>
                  <a:pt x="9074" y="7246"/>
                  <a:pt x="9074" y="6553"/>
                  <a:pt x="8696" y="6175"/>
                </a:cubicBezTo>
                <a:cubicBezTo>
                  <a:pt x="8491" y="5970"/>
                  <a:pt x="8224" y="5868"/>
                  <a:pt x="7956" y="5868"/>
                </a:cubicBezTo>
                <a:cubicBezTo>
                  <a:pt x="7688" y="5868"/>
                  <a:pt x="7420" y="5970"/>
                  <a:pt x="7216" y="6175"/>
                </a:cubicBezTo>
                <a:lnTo>
                  <a:pt x="6995" y="6396"/>
                </a:lnTo>
                <a:lnTo>
                  <a:pt x="6522" y="5923"/>
                </a:lnTo>
                <a:lnTo>
                  <a:pt x="7279" y="5198"/>
                </a:lnTo>
                <a:cubicBezTo>
                  <a:pt x="7373" y="5072"/>
                  <a:pt x="7373" y="4820"/>
                  <a:pt x="7279" y="4726"/>
                </a:cubicBezTo>
                <a:lnTo>
                  <a:pt x="6806" y="4222"/>
                </a:lnTo>
                <a:cubicBezTo>
                  <a:pt x="6680" y="4127"/>
                  <a:pt x="6680" y="3875"/>
                  <a:pt x="6806" y="3749"/>
                </a:cubicBezTo>
                <a:cubicBezTo>
                  <a:pt x="6869" y="3686"/>
                  <a:pt x="6963" y="3655"/>
                  <a:pt x="7026" y="3655"/>
                </a:cubicBezTo>
                <a:cubicBezTo>
                  <a:pt x="7121" y="3655"/>
                  <a:pt x="7216" y="3686"/>
                  <a:pt x="7279" y="3749"/>
                </a:cubicBezTo>
                <a:lnTo>
                  <a:pt x="7751" y="4222"/>
                </a:lnTo>
                <a:cubicBezTo>
                  <a:pt x="7798" y="4285"/>
                  <a:pt x="7885" y="4316"/>
                  <a:pt x="7976" y="4316"/>
                </a:cubicBezTo>
                <a:cubicBezTo>
                  <a:pt x="8066" y="4316"/>
                  <a:pt x="8161" y="4285"/>
                  <a:pt x="8224" y="4222"/>
                </a:cubicBezTo>
                <a:lnTo>
                  <a:pt x="8917" y="3529"/>
                </a:lnTo>
                <a:close/>
                <a:moveTo>
                  <a:pt x="5987" y="6396"/>
                </a:moveTo>
                <a:lnTo>
                  <a:pt x="6711" y="7152"/>
                </a:lnTo>
                <a:cubicBezTo>
                  <a:pt x="6774" y="7215"/>
                  <a:pt x="6869" y="7246"/>
                  <a:pt x="6960" y="7246"/>
                </a:cubicBezTo>
                <a:cubicBezTo>
                  <a:pt x="7050" y="7246"/>
                  <a:pt x="7137" y="7215"/>
                  <a:pt x="7184" y="7152"/>
                </a:cubicBezTo>
                <a:lnTo>
                  <a:pt x="7657" y="6679"/>
                </a:lnTo>
                <a:cubicBezTo>
                  <a:pt x="7720" y="6616"/>
                  <a:pt x="7814" y="6585"/>
                  <a:pt x="7905" y="6585"/>
                </a:cubicBezTo>
                <a:cubicBezTo>
                  <a:pt x="7995" y="6585"/>
                  <a:pt x="8082" y="6616"/>
                  <a:pt x="8129" y="6679"/>
                </a:cubicBezTo>
                <a:cubicBezTo>
                  <a:pt x="8255" y="6805"/>
                  <a:pt x="8255" y="7026"/>
                  <a:pt x="8129" y="7152"/>
                </a:cubicBezTo>
                <a:lnTo>
                  <a:pt x="7657" y="7624"/>
                </a:lnTo>
                <a:cubicBezTo>
                  <a:pt x="7562" y="7750"/>
                  <a:pt x="7562" y="7971"/>
                  <a:pt x="7657" y="8097"/>
                </a:cubicBezTo>
                <a:lnTo>
                  <a:pt x="8381" y="8822"/>
                </a:lnTo>
                <a:lnTo>
                  <a:pt x="6239" y="11027"/>
                </a:lnTo>
                <a:cubicBezTo>
                  <a:pt x="6192" y="11074"/>
                  <a:pt x="6105" y="11098"/>
                  <a:pt x="6014" y="11098"/>
                </a:cubicBezTo>
                <a:cubicBezTo>
                  <a:pt x="5924" y="11098"/>
                  <a:pt x="5829" y="11074"/>
                  <a:pt x="5766" y="11027"/>
                </a:cubicBezTo>
                <a:lnTo>
                  <a:pt x="3561" y="8822"/>
                </a:lnTo>
                <a:lnTo>
                  <a:pt x="4034" y="8349"/>
                </a:lnTo>
                <a:lnTo>
                  <a:pt x="4286" y="8570"/>
                </a:lnTo>
                <a:cubicBezTo>
                  <a:pt x="4475" y="8774"/>
                  <a:pt x="4742" y="8877"/>
                  <a:pt x="5010" y="8877"/>
                </a:cubicBezTo>
                <a:cubicBezTo>
                  <a:pt x="5278" y="8877"/>
                  <a:pt x="5546" y="8774"/>
                  <a:pt x="5735" y="8570"/>
                </a:cubicBezTo>
                <a:cubicBezTo>
                  <a:pt x="6144" y="8191"/>
                  <a:pt x="6144" y="7498"/>
                  <a:pt x="5735" y="7120"/>
                </a:cubicBezTo>
                <a:lnTo>
                  <a:pt x="5514" y="6868"/>
                </a:lnTo>
                <a:lnTo>
                  <a:pt x="5987" y="6396"/>
                </a:lnTo>
                <a:close/>
                <a:moveTo>
                  <a:pt x="5999" y="0"/>
                </a:moveTo>
                <a:cubicBezTo>
                  <a:pt x="5735" y="0"/>
                  <a:pt x="5467" y="95"/>
                  <a:pt x="5262" y="284"/>
                </a:cubicBezTo>
                <a:lnTo>
                  <a:pt x="379" y="5167"/>
                </a:lnTo>
                <a:cubicBezTo>
                  <a:pt x="1" y="5577"/>
                  <a:pt x="1" y="6238"/>
                  <a:pt x="379" y="6648"/>
                </a:cubicBezTo>
                <a:lnTo>
                  <a:pt x="5262" y="11531"/>
                </a:lnTo>
                <a:cubicBezTo>
                  <a:pt x="5467" y="11720"/>
                  <a:pt x="5735" y="11814"/>
                  <a:pt x="5999" y="11814"/>
                </a:cubicBezTo>
                <a:cubicBezTo>
                  <a:pt x="6262" y="11814"/>
                  <a:pt x="6522" y="11720"/>
                  <a:pt x="6711" y="11531"/>
                </a:cubicBezTo>
                <a:lnTo>
                  <a:pt x="11595" y="6648"/>
                </a:lnTo>
                <a:cubicBezTo>
                  <a:pt x="12004" y="6238"/>
                  <a:pt x="12004" y="5577"/>
                  <a:pt x="11595" y="5167"/>
                </a:cubicBezTo>
                <a:lnTo>
                  <a:pt x="6711" y="284"/>
                </a:lnTo>
                <a:cubicBezTo>
                  <a:pt x="6522" y="95"/>
                  <a:pt x="6262" y="0"/>
                  <a:pt x="599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0" name="Google Shape;8836;p68">
            <a:extLst>
              <a:ext uri="{FF2B5EF4-FFF2-40B4-BE49-F238E27FC236}">
                <a16:creationId xmlns:a16="http://schemas.microsoft.com/office/drawing/2014/main" id="{6F5F1D78-03E2-4B04-B8C1-087891A3D1EE}"/>
              </a:ext>
            </a:extLst>
          </p:cNvPr>
          <p:cNvGrpSpPr/>
          <p:nvPr/>
        </p:nvGrpSpPr>
        <p:grpSpPr>
          <a:xfrm>
            <a:off x="4554569" y="4408366"/>
            <a:ext cx="226371" cy="226371"/>
            <a:chOff x="5775900" y="2308125"/>
            <a:chExt cx="295375" cy="295375"/>
          </a:xfrm>
          <a:solidFill>
            <a:schemeClr val="tx1"/>
          </a:solidFill>
        </p:grpSpPr>
        <p:sp>
          <p:nvSpPr>
            <p:cNvPr id="55" name="Google Shape;8837;p68">
              <a:extLst>
                <a:ext uri="{FF2B5EF4-FFF2-40B4-BE49-F238E27FC236}">
                  <a16:creationId xmlns:a16="http://schemas.microsoft.com/office/drawing/2014/main" id="{463FC687-1BA8-4E4D-8FC0-838EE46EB33E}"/>
                </a:ext>
              </a:extLst>
            </p:cNvPr>
            <p:cNvSpPr/>
            <p:nvPr/>
          </p:nvSpPr>
          <p:spPr>
            <a:xfrm>
              <a:off x="5984625" y="2482975"/>
              <a:ext cx="18125" cy="18150"/>
            </a:xfrm>
            <a:custGeom>
              <a:avLst/>
              <a:gdLst/>
              <a:ahLst/>
              <a:cxnLst/>
              <a:rect l="l" t="t" r="r" b="b"/>
              <a:pathLst>
                <a:path w="725" h="726" extrusionOk="0">
                  <a:moveTo>
                    <a:pt x="378" y="0"/>
                  </a:moveTo>
                  <a:cubicBezTo>
                    <a:pt x="158" y="0"/>
                    <a:pt x="0" y="158"/>
                    <a:pt x="0" y="347"/>
                  </a:cubicBezTo>
                  <a:cubicBezTo>
                    <a:pt x="0" y="568"/>
                    <a:pt x="158" y="725"/>
                    <a:pt x="378" y="725"/>
                  </a:cubicBezTo>
                  <a:cubicBezTo>
                    <a:pt x="567" y="725"/>
                    <a:pt x="725" y="568"/>
                    <a:pt x="725" y="347"/>
                  </a:cubicBezTo>
                  <a:cubicBezTo>
                    <a:pt x="725" y="158"/>
                    <a:pt x="567" y="0"/>
                    <a:pt x="378" y="0"/>
                  </a:cubicBezTo>
                  <a:close/>
                </a:path>
              </a:pathLst>
            </a:custGeom>
            <a:grpFill/>
            <a:ln>
              <a:noFill/>
            </a:ln>
          </p:spPr>
          <p:txBody>
            <a:bodyPr spcFirstLastPara="1" wrap="square" lIns="62728" tIns="62728" rIns="62728" bIns="62728" anchor="ctr" anchorCtr="0">
              <a:noAutofit/>
            </a:bodyPr>
            <a:lstStyle/>
            <a:p>
              <a:endParaRPr sz="764"/>
            </a:p>
          </p:txBody>
        </p:sp>
        <p:sp>
          <p:nvSpPr>
            <p:cNvPr id="56" name="Google Shape;8838;p68">
              <a:extLst>
                <a:ext uri="{FF2B5EF4-FFF2-40B4-BE49-F238E27FC236}">
                  <a16:creationId xmlns:a16="http://schemas.microsoft.com/office/drawing/2014/main" id="{64BEB7CE-F609-4E94-A6F6-D6B1E26DC3A1}"/>
                </a:ext>
              </a:extLst>
            </p:cNvPr>
            <p:cNvSpPr/>
            <p:nvPr/>
          </p:nvSpPr>
          <p:spPr>
            <a:xfrm>
              <a:off x="5775900" y="2308125"/>
              <a:ext cx="295375" cy="295375"/>
            </a:xfrm>
            <a:custGeom>
              <a:avLst/>
              <a:gdLst/>
              <a:ahLst/>
              <a:cxnLst/>
              <a:rect l="l" t="t" r="r" b="b"/>
              <a:pathLst>
                <a:path w="11815" h="11815" extrusionOk="0">
                  <a:moveTo>
                    <a:pt x="7845" y="725"/>
                  </a:moveTo>
                  <a:cubicBezTo>
                    <a:pt x="7719" y="914"/>
                    <a:pt x="7656" y="1166"/>
                    <a:pt x="7656" y="1450"/>
                  </a:cubicBezTo>
                  <a:cubicBezTo>
                    <a:pt x="7656" y="1670"/>
                    <a:pt x="7719" y="1922"/>
                    <a:pt x="7845" y="2143"/>
                  </a:cubicBezTo>
                  <a:lnTo>
                    <a:pt x="1387" y="2143"/>
                  </a:lnTo>
                  <a:cubicBezTo>
                    <a:pt x="1009" y="2143"/>
                    <a:pt x="694" y="1828"/>
                    <a:pt x="694" y="1450"/>
                  </a:cubicBezTo>
                  <a:cubicBezTo>
                    <a:pt x="694" y="1040"/>
                    <a:pt x="1009" y="725"/>
                    <a:pt x="1387" y="725"/>
                  </a:cubicBezTo>
                  <a:close/>
                  <a:moveTo>
                    <a:pt x="6112" y="6994"/>
                  </a:moveTo>
                  <a:cubicBezTo>
                    <a:pt x="5955" y="7183"/>
                    <a:pt x="5829" y="7436"/>
                    <a:pt x="5766" y="7719"/>
                  </a:cubicBezTo>
                  <a:lnTo>
                    <a:pt x="3466" y="7719"/>
                  </a:lnTo>
                  <a:lnTo>
                    <a:pt x="3466" y="6994"/>
                  </a:lnTo>
                  <a:close/>
                  <a:moveTo>
                    <a:pt x="694" y="2678"/>
                  </a:moveTo>
                  <a:cubicBezTo>
                    <a:pt x="883" y="2773"/>
                    <a:pt x="1103" y="2867"/>
                    <a:pt x="1387" y="2867"/>
                  </a:cubicBezTo>
                  <a:lnTo>
                    <a:pt x="1387" y="10460"/>
                  </a:lnTo>
                  <a:cubicBezTo>
                    <a:pt x="1009" y="10460"/>
                    <a:pt x="694" y="10145"/>
                    <a:pt x="694" y="9767"/>
                  </a:cubicBezTo>
                  <a:lnTo>
                    <a:pt x="694" y="2678"/>
                  </a:lnTo>
                  <a:close/>
                  <a:moveTo>
                    <a:pt x="8381" y="2836"/>
                  </a:moveTo>
                  <a:lnTo>
                    <a:pt x="8381" y="5608"/>
                  </a:lnTo>
                  <a:cubicBezTo>
                    <a:pt x="7814" y="5703"/>
                    <a:pt x="7247" y="5923"/>
                    <a:pt x="6774" y="6301"/>
                  </a:cubicBezTo>
                  <a:lnTo>
                    <a:pt x="3151" y="6301"/>
                  </a:lnTo>
                  <a:cubicBezTo>
                    <a:pt x="2962" y="6301"/>
                    <a:pt x="2804" y="6459"/>
                    <a:pt x="2804" y="6648"/>
                  </a:cubicBezTo>
                  <a:lnTo>
                    <a:pt x="2804" y="8034"/>
                  </a:lnTo>
                  <a:cubicBezTo>
                    <a:pt x="2804" y="8223"/>
                    <a:pt x="2962" y="8381"/>
                    <a:pt x="3151" y="8381"/>
                  </a:cubicBezTo>
                  <a:lnTo>
                    <a:pt x="5640" y="8381"/>
                  </a:lnTo>
                  <a:lnTo>
                    <a:pt x="5640" y="8727"/>
                  </a:lnTo>
                  <a:cubicBezTo>
                    <a:pt x="5640" y="9357"/>
                    <a:pt x="5829" y="9956"/>
                    <a:pt x="6144" y="10492"/>
                  </a:cubicBezTo>
                  <a:lnTo>
                    <a:pt x="2080" y="10492"/>
                  </a:lnTo>
                  <a:lnTo>
                    <a:pt x="2080" y="10460"/>
                  </a:lnTo>
                  <a:lnTo>
                    <a:pt x="2080" y="2836"/>
                  </a:lnTo>
                  <a:close/>
                  <a:moveTo>
                    <a:pt x="8727" y="6301"/>
                  </a:moveTo>
                  <a:cubicBezTo>
                    <a:pt x="10050" y="6301"/>
                    <a:pt x="11153" y="7404"/>
                    <a:pt x="11153" y="8727"/>
                  </a:cubicBezTo>
                  <a:cubicBezTo>
                    <a:pt x="11153" y="10082"/>
                    <a:pt x="10050" y="11216"/>
                    <a:pt x="8727" y="11216"/>
                  </a:cubicBezTo>
                  <a:cubicBezTo>
                    <a:pt x="7373" y="11216"/>
                    <a:pt x="6270" y="10113"/>
                    <a:pt x="6270" y="8727"/>
                  </a:cubicBezTo>
                  <a:cubicBezTo>
                    <a:pt x="6270" y="7373"/>
                    <a:pt x="7373" y="6301"/>
                    <a:pt x="8727" y="6301"/>
                  </a:cubicBezTo>
                  <a:close/>
                  <a:moveTo>
                    <a:pt x="1387" y="0"/>
                  </a:moveTo>
                  <a:cubicBezTo>
                    <a:pt x="630" y="0"/>
                    <a:pt x="0" y="630"/>
                    <a:pt x="0" y="1355"/>
                  </a:cubicBezTo>
                  <a:lnTo>
                    <a:pt x="0" y="9704"/>
                  </a:lnTo>
                  <a:cubicBezTo>
                    <a:pt x="0" y="10460"/>
                    <a:pt x="630" y="11090"/>
                    <a:pt x="1387" y="11090"/>
                  </a:cubicBezTo>
                  <a:lnTo>
                    <a:pt x="6742" y="11090"/>
                  </a:lnTo>
                  <a:cubicBezTo>
                    <a:pt x="7310" y="11563"/>
                    <a:pt x="8003" y="11815"/>
                    <a:pt x="8727" y="11815"/>
                  </a:cubicBezTo>
                  <a:cubicBezTo>
                    <a:pt x="10460" y="11815"/>
                    <a:pt x="11815" y="10334"/>
                    <a:pt x="11815" y="8664"/>
                  </a:cubicBezTo>
                  <a:cubicBezTo>
                    <a:pt x="11815" y="7120"/>
                    <a:pt x="10618" y="5829"/>
                    <a:pt x="9074" y="5608"/>
                  </a:cubicBezTo>
                  <a:lnTo>
                    <a:pt x="9074" y="2458"/>
                  </a:lnTo>
                  <a:cubicBezTo>
                    <a:pt x="9074" y="2269"/>
                    <a:pt x="9042" y="2143"/>
                    <a:pt x="8822" y="2080"/>
                  </a:cubicBezTo>
                  <a:cubicBezTo>
                    <a:pt x="8538" y="1985"/>
                    <a:pt x="8349" y="1733"/>
                    <a:pt x="8349" y="1418"/>
                  </a:cubicBezTo>
                  <a:cubicBezTo>
                    <a:pt x="8349" y="1135"/>
                    <a:pt x="8538" y="851"/>
                    <a:pt x="8822" y="725"/>
                  </a:cubicBezTo>
                  <a:cubicBezTo>
                    <a:pt x="8979" y="694"/>
                    <a:pt x="9074" y="536"/>
                    <a:pt x="9074" y="410"/>
                  </a:cubicBezTo>
                  <a:lnTo>
                    <a:pt x="9074" y="347"/>
                  </a:lnTo>
                  <a:cubicBezTo>
                    <a:pt x="9074" y="158"/>
                    <a:pt x="8916" y="0"/>
                    <a:pt x="8727" y="0"/>
                  </a:cubicBezTo>
                  <a:close/>
                </a:path>
              </a:pathLst>
            </a:custGeom>
            <a:grpFill/>
            <a:ln>
              <a:noFill/>
            </a:ln>
          </p:spPr>
          <p:txBody>
            <a:bodyPr spcFirstLastPara="1" wrap="square" lIns="62728" tIns="62728" rIns="62728" bIns="62728" anchor="ctr" anchorCtr="0">
              <a:noAutofit/>
            </a:bodyPr>
            <a:lstStyle/>
            <a:p>
              <a:endParaRPr sz="764"/>
            </a:p>
          </p:txBody>
        </p:sp>
        <p:sp>
          <p:nvSpPr>
            <p:cNvPr id="57" name="Google Shape;8839;p68">
              <a:extLst>
                <a:ext uri="{FF2B5EF4-FFF2-40B4-BE49-F238E27FC236}">
                  <a16:creationId xmlns:a16="http://schemas.microsoft.com/office/drawing/2014/main" id="{8736E947-609A-4443-A0C3-2BE0B434FFA6}"/>
                </a:ext>
              </a:extLst>
            </p:cNvPr>
            <p:cNvSpPr/>
            <p:nvPr/>
          </p:nvSpPr>
          <p:spPr>
            <a:xfrm>
              <a:off x="5984625" y="2508975"/>
              <a:ext cx="18125" cy="61450"/>
            </a:xfrm>
            <a:custGeom>
              <a:avLst/>
              <a:gdLst/>
              <a:ahLst/>
              <a:cxnLst/>
              <a:rect l="l" t="t" r="r" b="b"/>
              <a:pathLst>
                <a:path w="725" h="2458" extrusionOk="0">
                  <a:moveTo>
                    <a:pt x="378" y="0"/>
                  </a:moveTo>
                  <a:cubicBezTo>
                    <a:pt x="158" y="0"/>
                    <a:pt x="0" y="158"/>
                    <a:pt x="0" y="347"/>
                  </a:cubicBezTo>
                  <a:lnTo>
                    <a:pt x="0" y="2111"/>
                  </a:lnTo>
                  <a:cubicBezTo>
                    <a:pt x="0" y="2300"/>
                    <a:pt x="158" y="2458"/>
                    <a:pt x="378" y="2458"/>
                  </a:cubicBezTo>
                  <a:cubicBezTo>
                    <a:pt x="567" y="2458"/>
                    <a:pt x="725" y="2300"/>
                    <a:pt x="725" y="2111"/>
                  </a:cubicBezTo>
                  <a:lnTo>
                    <a:pt x="725" y="347"/>
                  </a:lnTo>
                  <a:cubicBezTo>
                    <a:pt x="725" y="158"/>
                    <a:pt x="567" y="0"/>
                    <a:pt x="378" y="0"/>
                  </a:cubicBezTo>
                  <a:close/>
                </a:path>
              </a:pathLst>
            </a:custGeom>
            <a:grpFill/>
            <a:ln>
              <a:noFill/>
            </a:ln>
          </p:spPr>
          <p:txBody>
            <a:bodyPr spcFirstLastPara="1" wrap="square" lIns="62728" tIns="62728" rIns="62728" bIns="62728" anchor="ctr" anchorCtr="0">
              <a:noAutofit/>
            </a:bodyPr>
            <a:lstStyle/>
            <a:p>
              <a:endParaRPr sz="764"/>
            </a:p>
          </p:txBody>
        </p:sp>
        <p:sp>
          <p:nvSpPr>
            <p:cNvPr id="58" name="Google Shape;8840;p68">
              <a:extLst>
                <a:ext uri="{FF2B5EF4-FFF2-40B4-BE49-F238E27FC236}">
                  <a16:creationId xmlns:a16="http://schemas.microsoft.com/office/drawing/2014/main" id="{654356A3-0383-4BF5-8DE7-780C7A28A2C0}"/>
                </a:ext>
              </a:extLst>
            </p:cNvPr>
            <p:cNvSpPr/>
            <p:nvPr/>
          </p:nvSpPr>
          <p:spPr>
            <a:xfrm>
              <a:off x="5845200" y="2395550"/>
              <a:ext cx="122900" cy="17350"/>
            </a:xfrm>
            <a:custGeom>
              <a:avLst/>
              <a:gdLst/>
              <a:ahLst/>
              <a:cxnLst/>
              <a:rect l="l" t="t" r="r" b="b"/>
              <a:pathLst>
                <a:path w="4916" h="694" extrusionOk="0">
                  <a:moveTo>
                    <a:pt x="347" y="0"/>
                  </a:moveTo>
                  <a:cubicBezTo>
                    <a:pt x="158" y="0"/>
                    <a:pt x="1" y="158"/>
                    <a:pt x="1" y="347"/>
                  </a:cubicBezTo>
                  <a:cubicBezTo>
                    <a:pt x="1" y="599"/>
                    <a:pt x="158" y="694"/>
                    <a:pt x="347" y="694"/>
                  </a:cubicBezTo>
                  <a:lnTo>
                    <a:pt x="4569" y="694"/>
                  </a:lnTo>
                  <a:cubicBezTo>
                    <a:pt x="4758" y="694"/>
                    <a:pt x="4916" y="536"/>
                    <a:pt x="4916" y="347"/>
                  </a:cubicBezTo>
                  <a:cubicBezTo>
                    <a:pt x="4916" y="158"/>
                    <a:pt x="4758" y="0"/>
                    <a:pt x="4569" y="0"/>
                  </a:cubicBezTo>
                  <a:close/>
                </a:path>
              </a:pathLst>
            </a:custGeom>
            <a:grpFill/>
            <a:ln>
              <a:noFill/>
            </a:ln>
          </p:spPr>
          <p:txBody>
            <a:bodyPr spcFirstLastPara="1" wrap="square" lIns="62728" tIns="62728" rIns="62728" bIns="62728" anchor="ctr" anchorCtr="0">
              <a:noAutofit/>
            </a:bodyPr>
            <a:lstStyle/>
            <a:p>
              <a:endParaRPr sz="764"/>
            </a:p>
          </p:txBody>
        </p:sp>
        <p:sp>
          <p:nvSpPr>
            <p:cNvPr id="59" name="Google Shape;8841;p68">
              <a:extLst>
                <a:ext uri="{FF2B5EF4-FFF2-40B4-BE49-F238E27FC236}">
                  <a16:creationId xmlns:a16="http://schemas.microsoft.com/office/drawing/2014/main" id="{FA96C5CC-D205-4AB0-9B23-81E5D59CB10D}"/>
                </a:ext>
              </a:extLst>
            </p:cNvPr>
            <p:cNvSpPr/>
            <p:nvPr/>
          </p:nvSpPr>
          <p:spPr>
            <a:xfrm>
              <a:off x="5845200" y="2431000"/>
              <a:ext cx="122900" cy="17350"/>
            </a:xfrm>
            <a:custGeom>
              <a:avLst/>
              <a:gdLst/>
              <a:ahLst/>
              <a:cxnLst/>
              <a:rect l="l" t="t" r="r" b="b"/>
              <a:pathLst>
                <a:path w="4916" h="694" extrusionOk="0">
                  <a:moveTo>
                    <a:pt x="347" y="0"/>
                  </a:moveTo>
                  <a:cubicBezTo>
                    <a:pt x="158" y="0"/>
                    <a:pt x="1" y="158"/>
                    <a:pt x="1" y="347"/>
                  </a:cubicBezTo>
                  <a:cubicBezTo>
                    <a:pt x="1" y="536"/>
                    <a:pt x="158" y="693"/>
                    <a:pt x="347" y="693"/>
                  </a:cubicBezTo>
                  <a:lnTo>
                    <a:pt x="4569" y="693"/>
                  </a:lnTo>
                  <a:cubicBezTo>
                    <a:pt x="4758" y="693"/>
                    <a:pt x="4916" y="536"/>
                    <a:pt x="4916" y="347"/>
                  </a:cubicBezTo>
                  <a:cubicBezTo>
                    <a:pt x="4916" y="158"/>
                    <a:pt x="4758" y="0"/>
                    <a:pt x="456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1" name="Google Shape;8842;p68">
            <a:extLst>
              <a:ext uri="{FF2B5EF4-FFF2-40B4-BE49-F238E27FC236}">
                <a16:creationId xmlns:a16="http://schemas.microsoft.com/office/drawing/2014/main" id="{011D5F63-F510-4A34-A483-23F6C27CDC46}"/>
              </a:ext>
            </a:extLst>
          </p:cNvPr>
          <p:cNvGrpSpPr/>
          <p:nvPr/>
        </p:nvGrpSpPr>
        <p:grpSpPr>
          <a:xfrm>
            <a:off x="2558831" y="4418969"/>
            <a:ext cx="199203" cy="226984"/>
            <a:chOff x="5794025" y="2673575"/>
            <a:chExt cx="259925" cy="296175"/>
          </a:xfrm>
          <a:solidFill>
            <a:schemeClr val="tx1"/>
          </a:solidFill>
        </p:grpSpPr>
        <p:sp>
          <p:nvSpPr>
            <p:cNvPr id="53" name="Google Shape;8843;p68">
              <a:extLst>
                <a:ext uri="{FF2B5EF4-FFF2-40B4-BE49-F238E27FC236}">
                  <a16:creationId xmlns:a16="http://schemas.microsoft.com/office/drawing/2014/main" id="{BA7BF067-8352-4BAC-8295-A851D2E2AC18}"/>
                </a:ext>
              </a:extLst>
            </p:cNvPr>
            <p:cNvSpPr/>
            <p:nvPr/>
          </p:nvSpPr>
          <p:spPr>
            <a:xfrm>
              <a:off x="5794025" y="2673575"/>
              <a:ext cx="259925" cy="296175"/>
            </a:xfrm>
            <a:custGeom>
              <a:avLst/>
              <a:gdLst/>
              <a:ahLst/>
              <a:cxnLst/>
              <a:rect l="l" t="t" r="r" b="b"/>
              <a:pathLst>
                <a:path w="10397" h="11847" extrusionOk="0">
                  <a:moveTo>
                    <a:pt x="5860" y="694"/>
                  </a:moveTo>
                  <a:cubicBezTo>
                    <a:pt x="7089" y="694"/>
                    <a:pt x="8097" y="1639"/>
                    <a:pt x="8254" y="2805"/>
                  </a:cubicBezTo>
                  <a:cubicBezTo>
                    <a:pt x="8160" y="2773"/>
                    <a:pt x="8065" y="2773"/>
                    <a:pt x="7939" y="2773"/>
                  </a:cubicBezTo>
                  <a:lnTo>
                    <a:pt x="7561" y="2773"/>
                  </a:lnTo>
                  <a:cubicBezTo>
                    <a:pt x="7404" y="1985"/>
                    <a:pt x="6679" y="1387"/>
                    <a:pt x="5860" y="1387"/>
                  </a:cubicBezTo>
                  <a:lnTo>
                    <a:pt x="4474" y="1387"/>
                  </a:lnTo>
                  <a:cubicBezTo>
                    <a:pt x="3655" y="1387"/>
                    <a:pt x="2930" y="1985"/>
                    <a:pt x="2804" y="2773"/>
                  </a:cubicBezTo>
                  <a:lnTo>
                    <a:pt x="2394" y="2773"/>
                  </a:lnTo>
                  <a:cubicBezTo>
                    <a:pt x="2268" y="2773"/>
                    <a:pt x="2142" y="2773"/>
                    <a:pt x="2079" y="2805"/>
                  </a:cubicBezTo>
                  <a:cubicBezTo>
                    <a:pt x="2237" y="1639"/>
                    <a:pt x="3277" y="694"/>
                    <a:pt x="4474" y="694"/>
                  </a:cubicBezTo>
                  <a:close/>
                  <a:moveTo>
                    <a:pt x="6206" y="2143"/>
                  </a:moveTo>
                  <a:cubicBezTo>
                    <a:pt x="6616" y="2300"/>
                    <a:pt x="6931" y="2647"/>
                    <a:pt x="6931" y="3120"/>
                  </a:cubicBezTo>
                  <a:lnTo>
                    <a:pt x="6931" y="3403"/>
                  </a:lnTo>
                  <a:cubicBezTo>
                    <a:pt x="6522" y="3246"/>
                    <a:pt x="6206" y="2899"/>
                    <a:pt x="6206" y="2427"/>
                  </a:cubicBezTo>
                  <a:lnTo>
                    <a:pt x="6206" y="2143"/>
                  </a:lnTo>
                  <a:close/>
                  <a:moveTo>
                    <a:pt x="5513" y="2080"/>
                  </a:moveTo>
                  <a:lnTo>
                    <a:pt x="5513" y="2427"/>
                  </a:lnTo>
                  <a:cubicBezTo>
                    <a:pt x="5513" y="3025"/>
                    <a:pt x="5041" y="3435"/>
                    <a:pt x="4474" y="3435"/>
                  </a:cubicBezTo>
                  <a:lnTo>
                    <a:pt x="3466" y="3435"/>
                  </a:lnTo>
                  <a:lnTo>
                    <a:pt x="3466" y="3088"/>
                  </a:lnTo>
                  <a:cubicBezTo>
                    <a:pt x="3466" y="2490"/>
                    <a:pt x="3938" y="2080"/>
                    <a:pt x="4474" y="2080"/>
                  </a:cubicBezTo>
                  <a:close/>
                  <a:moveTo>
                    <a:pt x="2741" y="3435"/>
                  </a:moveTo>
                  <a:lnTo>
                    <a:pt x="2741" y="5451"/>
                  </a:lnTo>
                  <a:cubicBezTo>
                    <a:pt x="2363" y="5293"/>
                    <a:pt x="2048" y="4947"/>
                    <a:pt x="2048" y="4474"/>
                  </a:cubicBezTo>
                  <a:lnTo>
                    <a:pt x="2048" y="3813"/>
                  </a:lnTo>
                  <a:cubicBezTo>
                    <a:pt x="2048" y="3592"/>
                    <a:pt x="2205" y="3435"/>
                    <a:pt x="2394" y="3435"/>
                  </a:cubicBezTo>
                  <a:close/>
                  <a:moveTo>
                    <a:pt x="7939" y="3498"/>
                  </a:moveTo>
                  <a:cubicBezTo>
                    <a:pt x="8160" y="3498"/>
                    <a:pt x="8317" y="3655"/>
                    <a:pt x="8317" y="3844"/>
                  </a:cubicBezTo>
                  <a:lnTo>
                    <a:pt x="8317" y="4506"/>
                  </a:lnTo>
                  <a:cubicBezTo>
                    <a:pt x="8317" y="4947"/>
                    <a:pt x="8034" y="5325"/>
                    <a:pt x="7593" y="5482"/>
                  </a:cubicBezTo>
                  <a:lnTo>
                    <a:pt x="7593" y="3498"/>
                  </a:lnTo>
                  <a:close/>
                  <a:moveTo>
                    <a:pt x="5891" y="3435"/>
                  </a:moveTo>
                  <a:cubicBezTo>
                    <a:pt x="6143" y="3750"/>
                    <a:pt x="6522" y="4033"/>
                    <a:pt x="6931" y="4128"/>
                  </a:cubicBezTo>
                  <a:lnTo>
                    <a:pt x="6931" y="5892"/>
                  </a:lnTo>
                  <a:cubicBezTo>
                    <a:pt x="6931" y="6491"/>
                    <a:pt x="6459" y="6900"/>
                    <a:pt x="5891" y="6900"/>
                  </a:cubicBezTo>
                  <a:lnTo>
                    <a:pt x="4505" y="6900"/>
                  </a:lnTo>
                  <a:cubicBezTo>
                    <a:pt x="3938" y="6900"/>
                    <a:pt x="3497" y="6428"/>
                    <a:pt x="3497" y="5892"/>
                  </a:cubicBezTo>
                  <a:lnTo>
                    <a:pt x="3497" y="4159"/>
                  </a:lnTo>
                  <a:lnTo>
                    <a:pt x="4505" y="4159"/>
                  </a:lnTo>
                  <a:cubicBezTo>
                    <a:pt x="5072" y="4159"/>
                    <a:pt x="5576" y="3876"/>
                    <a:pt x="5891" y="3435"/>
                  </a:cubicBezTo>
                  <a:close/>
                  <a:moveTo>
                    <a:pt x="6238" y="7593"/>
                  </a:moveTo>
                  <a:cubicBezTo>
                    <a:pt x="6333" y="7782"/>
                    <a:pt x="6459" y="7971"/>
                    <a:pt x="6616" y="8097"/>
                  </a:cubicBezTo>
                  <a:lnTo>
                    <a:pt x="5198" y="9547"/>
                  </a:lnTo>
                  <a:lnTo>
                    <a:pt x="3718" y="8097"/>
                  </a:lnTo>
                  <a:cubicBezTo>
                    <a:pt x="3875" y="7971"/>
                    <a:pt x="4033" y="7782"/>
                    <a:pt x="4096" y="7593"/>
                  </a:cubicBezTo>
                  <a:cubicBezTo>
                    <a:pt x="4190" y="7625"/>
                    <a:pt x="4379" y="7625"/>
                    <a:pt x="4474" y="7625"/>
                  </a:cubicBezTo>
                  <a:lnTo>
                    <a:pt x="5860" y="7625"/>
                  </a:lnTo>
                  <a:cubicBezTo>
                    <a:pt x="5986" y="7625"/>
                    <a:pt x="6143" y="7625"/>
                    <a:pt x="6238" y="7593"/>
                  </a:cubicBezTo>
                  <a:close/>
                  <a:moveTo>
                    <a:pt x="2961" y="8318"/>
                  </a:moveTo>
                  <a:lnTo>
                    <a:pt x="4852" y="10177"/>
                  </a:lnTo>
                  <a:lnTo>
                    <a:pt x="4852" y="11122"/>
                  </a:lnTo>
                  <a:lnTo>
                    <a:pt x="662" y="11122"/>
                  </a:lnTo>
                  <a:lnTo>
                    <a:pt x="662" y="9358"/>
                  </a:lnTo>
                  <a:cubicBezTo>
                    <a:pt x="662" y="8759"/>
                    <a:pt x="1134" y="8318"/>
                    <a:pt x="1701" y="8318"/>
                  </a:cubicBezTo>
                  <a:close/>
                  <a:moveTo>
                    <a:pt x="8664" y="8318"/>
                  </a:moveTo>
                  <a:cubicBezTo>
                    <a:pt x="9262" y="8318"/>
                    <a:pt x="9672" y="8790"/>
                    <a:pt x="9672" y="9358"/>
                  </a:cubicBezTo>
                  <a:lnTo>
                    <a:pt x="9672" y="11122"/>
                  </a:lnTo>
                  <a:lnTo>
                    <a:pt x="5513" y="11122"/>
                  </a:lnTo>
                  <a:lnTo>
                    <a:pt x="5513" y="10177"/>
                  </a:lnTo>
                  <a:lnTo>
                    <a:pt x="7404" y="8318"/>
                  </a:lnTo>
                  <a:close/>
                  <a:moveTo>
                    <a:pt x="4537" y="1"/>
                  </a:moveTo>
                  <a:cubicBezTo>
                    <a:pt x="2804" y="1"/>
                    <a:pt x="1418" y="1418"/>
                    <a:pt x="1418" y="3120"/>
                  </a:cubicBezTo>
                  <a:lnTo>
                    <a:pt x="1418" y="4506"/>
                  </a:lnTo>
                  <a:cubicBezTo>
                    <a:pt x="1418" y="5356"/>
                    <a:pt x="2048" y="6050"/>
                    <a:pt x="2835" y="6207"/>
                  </a:cubicBezTo>
                  <a:cubicBezTo>
                    <a:pt x="2898" y="6648"/>
                    <a:pt x="3151" y="7026"/>
                    <a:pt x="3497" y="7278"/>
                  </a:cubicBezTo>
                  <a:cubicBezTo>
                    <a:pt x="3466" y="7467"/>
                    <a:pt x="3308" y="7625"/>
                    <a:pt x="3119" y="7625"/>
                  </a:cubicBezTo>
                  <a:lnTo>
                    <a:pt x="1733" y="7625"/>
                  </a:lnTo>
                  <a:cubicBezTo>
                    <a:pt x="788" y="7625"/>
                    <a:pt x="0" y="8412"/>
                    <a:pt x="0" y="9358"/>
                  </a:cubicBezTo>
                  <a:lnTo>
                    <a:pt x="0" y="11468"/>
                  </a:lnTo>
                  <a:cubicBezTo>
                    <a:pt x="0" y="11689"/>
                    <a:pt x="158" y="11846"/>
                    <a:pt x="347" y="11846"/>
                  </a:cubicBezTo>
                  <a:lnTo>
                    <a:pt x="10050" y="11846"/>
                  </a:lnTo>
                  <a:cubicBezTo>
                    <a:pt x="10239" y="11846"/>
                    <a:pt x="10397" y="11689"/>
                    <a:pt x="10397" y="11468"/>
                  </a:cubicBezTo>
                  <a:lnTo>
                    <a:pt x="10397" y="9358"/>
                  </a:lnTo>
                  <a:cubicBezTo>
                    <a:pt x="10397" y="8412"/>
                    <a:pt x="9609" y="7625"/>
                    <a:pt x="8664" y="7625"/>
                  </a:cubicBezTo>
                  <a:lnTo>
                    <a:pt x="7278" y="7625"/>
                  </a:lnTo>
                  <a:cubicBezTo>
                    <a:pt x="7089" y="7625"/>
                    <a:pt x="6931" y="7467"/>
                    <a:pt x="6931" y="7278"/>
                  </a:cubicBezTo>
                  <a:cubicBezTo>
                    <a:pt x="7278" y="7026"/>
                    <a:pt x="7530" y="6648"/>
                    <a:pt x="7593" y="6207"/>
                  </a:cubicBezTo>
                  <a:cubicBezTo>
                    <a:pt x="8380" y="6050"/>
                    <a:pt x="9010" y="5325"/>
                    <a:pt x="9010" y="4506"/>
                  </a:cubicBezTo>
                  <a:lnTo>
                    <a:pt x="9010" y="3120"/>
                  </a:lnTo>
                  <a:cubicBezTo>
                    <a:pt x="9010" y="1387"/>
                    <a:pt x="7593" y="1"/>
                    <a:pt x="5891" y="1"/>
                  </a:cubicBezTo>
                  <a:close/>
                </a:path>
              </a:pathLst>
            </a:custGeom>
            <a:grpFill/>
            <a:ln>
              <a:noFill/>
            </a:ln>
          </p:spPr>
          <p:txBody>
            <a:bodyPr spcFirstLastPara="1" wrap="square" lIns="62728" tIns="62728" rIns="62728" bIns="62728" anchor="ctr" anchorCtr="0">
              <a:noAutofit/>
            </a:bodyPr>
            <a:lstStyle/>
            <a:p>
              <a:endParaRPr sz="764"/>
            </a:p>
          </p:txBody>
        </p:sp>
        <p:sp>
          <p:nvSpPr>
            <p:cNvPr id="54" name="Google Shape;8844;p68">
              <a:extLst>
                <a:ext uri="{FF2B5EF4-FFF2-40B4-BE49-F238E27FC236}">
                  <a16:creationId xmlns:a16="http://schemas.microsoft.com/office/drawing/2014/main" id="{502D5598-4EDF-41D9-A220-092E6F633F32}"/>
                </a:ext>
              </a:extLst>
            </p:cNvPr>
            <p:cNvSpPr/>
            <p:nvPr/>
          </p:nvSpPr>
          <p:spPr>
            <a:xfrm>
              <a:off x="5967300" y="29153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40" y="694"/>
                  </a:lnTo>
                  <a:cubicBezTo>
                    <a:pt x="1260" y="694"/>
                    <a:pt x="1418" y="536"/>
                    <a:pt x="1418" y="347"/>
                  </a:cubicBezTo>
                  <a:cubicBezTo>
                    <a:pt x="1418" y="158"/>
                    <a:pt x="1260" y="1"/>
                    <a:pt x="1040" y="1"/>
                  </a:cubicBezTo>
                  <a:close/>
                </a:path>
              </a:pathLst>
            </a:custGeom>
            <a:grpFill/>
            <a:ln>
              <a:noFill/>
            </a:ln>
          </p:spPr>
          <p:txBody>
            <a:bodyPr spcFirstLastPara="1" wrap="square" lIns="62728" tIns="62728" rIns="62728" bIns="62728" anchor="ctr" anchorCtr="0">
              <a:noAutofit/>
            </a:bodyPr>
            <a:lstStyle/>
            <a:p>
              <a:endParaRPr sz="764"/>
            </a:p>
          </p:txBody>
        </p:sp>
      </p:grpSp>
      <p:sp>
        <p:nvSpPr>
          <p:cNvPr id="52" name="Google Shape;8845;p68">
            <a:extLst>
              <a:ext uri="{FF2B5EF4-FFF2-40B4-BE49-F238E27FC236}">
                <a16:creationId xmlns:a16="http://schemas.microsoft.com/office/drawing/2014/main" id="{3F456C2D-31B9-4C46-A3D9-053F46EC5038}"/>
              </a:ext>
            </a:extLst>
          </p:cNvPr>
          <p:cNvSpPr/>
          <p:nvPr/>
        </p:nvSpPr>
        <p:spPr>
          <a:xfrm>
            <a:off x="5134290" y="4408363"/>
            <a:ext cx="226984" cy="226371"/>
          </a:xfrm>
          <a:custGeom>
            <a:avLst/>
            <a:gdLst/>
            <a:ahLst/>
            <a:cxnLst/>
            <a:rect l="l" t="t" r="r" b="b"/>
            <a:pathLst>
              <a:path w="11847" h="11815" extrusionOk="0">
                <a:moveTo>
                  <a:pt x="5892" y="693"/>
                </a:moveTo>
                <a:cubicBezTo>
                  <a:pt x="6491" y="693"/>
                  <a:pt x="6932" y="1134"/>
                  <a:pt x="6932" y="1701"/>
                </a:cubicBezTo>
                <a:cubicBezTo>
                  <a:pt x="6932" y="2269"/>
                  <a:pt x="6459" y="2710"/>
                  <a:pt x="5892" y="2710"/>
                </a:cubicBezTo>
                <a:cubicBezTo>
                  <a:pt x="5325" y="2710"/>
                  <a:pt x="4884" y="2269"/>
                  <a:pt x="4884" y="1701"/>
                </a:cubicBezTo>
                <a:cubicBezTo>
                  <a:pt x="4884" y="1134"/>
                  <a:pt x="5325" y="693"/>
                  <a:pt x="5892" y="693"/>
                </a:cubicBezTo>
                <a:close/>
                <a:moveTo>
                  <a:pt x="5892" y="3466"/>
                </a:moveTo>
                <a:cubicBezTo>
                  <a:pt x="6176" y="3466"/>
                  <a:pt x="6428" y="3497"/>
                  <a:pt x="6680" y="3592"/>
                </a:cubicBezTo>
                <a:lnTo>
                  <a:pt x="5892" y="4631"/>
                </a:lnTo>
                <a:lnTo>
                  <a:pt x="5104" y="3592"/>
                </a:lnTo>
                <a:cubicBezTo>
                  <a:pt x="5357" y="3529"/>
                  <a:pt x="5609" y="3466"/>
                  <a:pt x="5892" y="3466"/>
                </a:cubicBezTo>
                <a:close/>
                <a:moveTo>
                  <a:pt x="4222" y="2048"/>
                </a:moveTo>
                <a:cubicBezTo>
                  <a:pt x="4285" y="2426"/>
                  <a:pt x="4474" y="2710"/>
                  <a:pt x="4726" y="2962"/>
                </a:cubicBezTo>
                <a:cubicBezTo>
                  <a:pt x="4632" y="2993"/>
                  <a:pt x="4537" y="3056"/>
                  <a:pt x="4443" y="3088"/>
                </a:cubicBezTo>
                <a:cubicBezTo>
                  <a:pt x="4443" y="3088"/>
                  <a:pt x="4411" y="3088"/>
                  <a:pt x="4411" y="3119"/>
                </a:cubicBezTo>
                <a:cubicBezTo>
                  <a:pt x="3403" y="3623"/>
                  <a:pt x="2773" y="4694"/>
                  <a:pt x="2773" y="5829"/>
                </a:cubicBezTo>
                <a:lnTo>
                  <a:pt x="2773" y="6207"/>
                </a:lnTo>
                <a:lnTo>
                  <a:pt x="2143" y="6207"/>
                </a:lnTo>
                <a:lnTo>
                  <a:pt x="2647" y="2300"/>
                </a:lnTo>
                <a:cubicBezTo>
                  <a:pt x="2679" y="2174"/>
                  <a:pt x="2836" y="2048"/>
                  <a:pt x="2962" y="2048"/>
                </a:cubicBezTo>
                <a:close/>
                <a:moveTo>
                  <a:pt x="4474" y="3907"/>
                </a:moveTo>
                <a:lnTo>
                  <a:pt x="5546" y="5325"/>
                </a:lnTo>
                <a:lnTo>
                  <a:pt x="5546" y="6238"/>
                </a:lnTo>
                <a:lnTo>
                  <a:pt x="3466" y="6238"/>
                </a:lnTo>
                <a:lnTo>
                  <a:pt x="3466" y="5892"/>
                </a:lnTo>
                <a:cubicBezTo>
                  <a:pt x="3466" y="5041"/>
                  <a:pt x="3844" y="4348"/>
                  <a:pt x="4474" y="3907"/>
                </a:cubicBezTo>
                <a:close/>
                <a:moveTo>
                  <a:pt x="7278" y="3907"/>
                </a:moveTo>
                <a:cubicBezTo>
                  <a:pt x="7908" y="4348"/>
                  <a:pt x="8318" y="5104"/>
                  <a:pt x="8318" y="5892"/>
                </a:cubicBezTo>
                <a:lnTo>
                  <a:pt x="8318" y="6238"/>
                </a:lnTo>
                <a:lnTo>
                  <a:pt x="6207" y="6238"/>
                </a:lnTo>
                <a:lnTo>
                  <a:pt x="6207" y="5325"/>
                </a:lnTo>
                <a:lnTo>
                  <a:pt x="7278" y="3907"/>
                </a:lnTo>
                <a:close/>
                <a:moveTo>
                  <a:pt x="8854" y="2048"/>
                </a:moveTo>
                <a:cubicBezTo>
                  <a:pt x="9011" y="2048"/>
                  <a:pt x="9137" y="2143"/>
                  <a:pt x="9169" y="2300"/>
                </a:cubicBezTo>
                <a:lnTo>
                  <a:pt x="9673" y="6238"/>
                </a:lnTo>
                <a:lnTo>
                  <a:pt x="9043" y="6238"/>
                </a:lnTo>
                <a:lnTo>
                  <a:pt x="9043" y="5860"/>
                </a:lnTo>
                <a:cubicBezTo>
                  <a:pt x="9043" y="4694"/>
                  <a:pt x="8381" y="3655"/>
                  <a:pt x="7436" y="3151"/>
                </a:cubicBezTo>
                <a:cubicBezTo>
                  <a:pt x="7436" y="3151"/>
                  <a:pt x="7404" y="3151"/>
                  <a:pt x="7404" y="3119"/>
                </a:cubicBezTo>
                <a:cubicBezTo>
                  <a:pt x="7310" y="3088"/>
                  <a:pt x="7184" y="3056"/>
                  <a:pt x="7121" y="2993"/>
                </a:cubicBezTo>
                <a:cubicBezTo>
                  <a:pt x="7310" y="2773"/>
                  <a:pt x="7530" y="2458"/>
                  <a:pt x="7593" y="2048"/>
                </a:cubicBezTo>
                <a:close/>
                <a:moveTo>
                  <a:pt x="10744" y="6900"/>
                </a:moveTo>
                <a:cubicBezTo>
                  <a:pt x="10933" y="6900"/>
                  <a:pt x="11090" y="7057"/>
                  <a:pt x="11090" y="7246"/>
                </a:cubicBezTo>
                <a:cubicBezTo>
                  <a:pt x="11090" y="7435"/>
                  <a:pt x="10933" y="7624"/>
                  <a:pt x="10744" y="7624"/>
                </a:cubicBezTo>
                <a:lnTo>
                  <a:pt x="1009" y="7624"/>
                </a:lnTo>
                <a:cubicBezTo>
                  <a:pt x="820" y="7624"/>
                  <a:pt x="662" y="7435"/>
                  <a:pt x="662" y="7246"/>
                </a:cubicBezTo>
                <a:cubicBezTo>
                  <a:pt x="662" y="7057"/>
                  <a:pt x="820" y="6900"/>
                  <a:pt x="1009" y="6900"/>
                </a:cubicBezTo>
                <a:close/>
                <a:moveTo>
                  <a:pt x="10397" y="8317"/>
                </a:moveTo>
                <a:lnTo>
                  <a:pt x="10397" y="11121"/>
                </a:lnTo>
                <a:lnTo>
                  <a:pt x="1387" y="11121"/>
                </a:lnTo>
                <a:lnTo>
                  <a:pt x="1387" y="8317"/>
                </a:lnTo>
                <a:close/>
                <a:moveTo>
                  <a:pt x="5892" y="0"/>
                </a:moveTo>
                <a:cubicBezTo>
                  <a:pt x="5073" y="0"/>
                  <a:pt x="4380" y="599"/>
                  <a:pt x="4222" y="1386"/>
                </a:cubicBezTo>
                <a:lnTo>
                  <a:pt x="2962" y="1386"/>
                </a:lnTo>
                <a:cubicBezTo>
                  <a:pt x="2458" y="1386"/>
                  <a:pt x="2080" y="1701"/>
                  <a:pt x="1954" y="2143"/>
                </a:cubicBezTo>
                <a:lnTo>
                  <a:pt x="1954" y="2174"/>
                </a:lnTo>
                <a:lnTo>
                  <a:pt x="1450" y="6238"/>
                </a:lnTo>
                <a:lnTo>
                  <a:pt x="1072" y="6238"/>
                </a:lnTo>
                <a:cubicBezTo>
                  <a:pt x="473" y="6238"/>
                  <a:pt x="1" y="6711"/>
                  <a:pt x="1" y="7246"/>
                </a:cubicBezTo>
                <a:cubicBezTo>
                  <a:pt x="1" y="7719"/>
                  <a:pt x="316" y="8065"/>
                  <a:pt x="694" y="8254"/>
                </a:cubicBezTo>
                <a:lnTo>
                  <a:pt x="694" y="11468"/>
                </a:lnTo>
                <a:cubicBezTo>
                  <a:pt x="694" y="11657"/>
                  <a:pt x="851" y="11815"/>
                  <a:pt x="1040" y="11815"/>
                </a:cubicBezTo>
                <a:lnTo>
                  <a:pt x="10775" y="11815"/>
                </a:lnTo>
                <a:cubicBezTo>
                  <a:pt x="10996" y="11815"/>
                  <a:pt x="11153" y="11657"/>
                  <a:pt x="11153" y="11468"/>
                </a:cubicBezTo>
                <a:lnTo>
                  <a:pt x="11153" y="8254"/>
                </a:lnTo>
                <a:cubicBezTo>
                  <a:pt x="11531" y="8065"/>
                  <a:pt x="11847" y="7719"/>
                  <a:pt x="11847" y="7246"/>
                </a:cubicBezTo>
                <a:cubicBezTo>
                  <a:pt x="11815" y="6711"/>
                  <a:pt x="11342" y="6238"/>
                  <a:pt x="10744" y="6238"/>
                </a:cubicBezTo>
                <a:lnTo>
                  <a:pt x="10366" y="6238"/>
                </a:lnTo>
                <a:lnTo>
                  <a:pt x="9830" y="2174"/>
                </a:lnTo>
                <a:lnTo>
                  <a:pt x="9830" y="2143"/>
                </a:lnTo>
                <a:cubicBezTo>
                  <a:pt x="9736" y="1701"/>
                  <a:pt x="9295" y="1386"/>
                  <a:pt x="8854" y="1386"/>
                </a:cubicBezTo>
                <a:lnTo>
                  <a:pt x="7593" y="1386"/>
                </a:lnTo>
                <a:cubicBezTo>
                  <a:pt x="7436" y="599"/>
                  <a:pt x="6711" y="0"/>
                  <a:pt x="5892"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69" name="Google Shape;8244;p67">
            <a:extLst>
              <a:ext uri="{FF2B5EF4-FFF2-40B4-BE49-F238E27FC236}">
                <a16:creationId xmlns:a16="http://schemas.microsoft.com/office/drawing/2014/main" id="{0E3FC43C-D444-4183-8595-F01FC70325B0}"/>
              </a:ext>
            </a:extLst>
          </p:cNvPr>
          <p:cNvSpPr/>
          <p:nvPr/>
        </p:nvSpPr>
        <p:spPr>
          <a:xfrm>
            <a:off x="6077117" y="1525457"/>
            <a:ext cx="231598" cy="225984"/>
          </a:xfrm>
          <a:custGeom>
            <a:avLst/>
            <a:gdLst/>
            <a:ahLst/>
            <a:cxnLst/>
            <a:rect l="l" t="t" r="r" b="b"/>
            <a:pathLst>
              <a:path w="12004" h="11713" extrusionOk="0">
                <a:moveTo>
                  <a:pt x="8633" y="2088"/>
                </a:moveTo>
                <a:cubicBezTo>
                  <a:pt x="8900" y="2088"/>
                  <a:pt x="9168" y="2182"/>
                  <a:pt x="9357" y="2371"/>
                </a:cubicBezTo>
                <a:cubicBezTo>
                  <a:pt x="9767" y="2781"/>
                  <a:pt x="9767" y="3442"/>
                  <a:pt x="9357" y="3820"/>
                </a:cubicBezTo>
                <a:lnTo>
                  <a:pt x="8128" y="5018"/>
                </a:lnTo>
                <a:cubicBezTo>
                  <a:pt x="7939" y="4702"/>
                  <a:pt x="7750" y="4419"/>
                  <a:pt x="7498" y="4135"/>
                </a:cubicBezTo>
                <a:cubicBezTo>
                  <a:pt x="7278" y="3915"/>
                  <a:pt x="6994" y="3726"/>
                  <a:pt x="6679" y="3568"/>
                </a:cubicBezTo>
                <a:lnTo>
                  <a:pt x="7908" y="2371"/>
                </a:lnTo>
                <a:cubicBezTo>
                  <a:pt x="8097" y="2182"/>
                  <a:pt x="8365" y="2088"/>
                  <a:pt x="8633" y="2088"/>
                </a:cubicBezTo>
                <a:close/>
                <a:moveTo>
                  <a:pt x="5230" y="5333"/>
                </a:moveTo>
                <a:cubicBezTo>
                  <a:pt x="5514" y="5333"/>
                  <a:pt x="5829" y="5396"/>
                  <a:pt x="6018" y="5648"/>
                </a:cubicBezTo>
                <a:cubicBezTo>
                  <a:pt x="6207" y="5837"/>
                  <a:pt x="6333" y="6120"/>
                  <a:pt x="6333" y="6435"/>
                </a:cubicBezTo>
                <a:cubicBezTo>
                  <a:pt x="6049" y="6435"/>
                  <a:pt x="5766" y="6309"/>
                  <a:pt x="5545" y="6120"/>
                </a:cubicBezTo>
                <a:cubicBezTo>
                  <a:pt x="5356" y="5931"/>
                  <a:pt x="5230" y="5648"/>
                  <a:pt x="5230" y="5333"/>
                </a:cubicBezTo>
                <a:close/>
                <a:moveTo>
                  <a:pt x="8617" y="717"/>
                </a:moveTo>
                <a:cubicBezTo>
                  <a:pt x="9223" y="717"/>
                  <a:pt x="9830" y="953"/>
                  <a:pt x="10302" y="1426"/>
                </a:cubicBezTo>
                <a:cubicBezTo>
                  <a:pt x="11247" y="2340"/>
                  <a:pt x="11247" y="3883"/>
                  <a:pt x="10302" y="4828"/>
                </a:cubicBezTo>
                <a:lnTo>
                  <a:pt x="8381" y="6719"/>
                </a:lnTo>
                <a:cubicBezTo>
                  <a:pt x="8412" y="6404"/>
                  <a:pt x="8412" y="6089"/>
                  <a:pt x="8349" y="5774"/>
                </a:cubicBezTo>
                <a:lnTo>
                  <a:pt x="9798" y="4356"/>
                </a:lnTo>
                <a:cubicBezTo>
                  <a:pt x="10460" y="3663"/>
                  <a:pt x="10460" y="2560"/>
                  <a:pt x="9798" y="1930"/>
                </a:cubicBezTo>
                <a:cubicBezTo>
                  <a:pt x="9467" y="1599"/>
                  <a:pt x="9034" y="1434"/>
                  <a:pt x="8601" y="1434"/>
                </a:cubicBezTo>
                <a:cubicBezTo>
                  <a:pt x="8168" y="1434"/>
                  <a:pt x="7735" y="1599"/>
                  <a:pt x="7404" y="1930"/>
                </a:cubicBezTo>
                <a:cubicBezTo>
                  <a:pt x="7309" y="2025"/>
                  <a:pt x="5356" y="3946"/>
                  <a:pt x="5073" y="4230"/>
                </a:cubicBezTo>
                <a:cubicBezTo>
                  <a:pt x="4411" y="4892"/>
                  <a:pt x="4411" y="5963"/>
                  <a:pt x="5073" y="6624"/>
                </a:cubicBezTo>
                <a:cubicBezTo>
                  <a:pt x="5356" y="6908"/>
                  <a:pt x="5671" y="7065"/>
                  <a:pt x="6049" y="7097"/>
                </a:cubicBezTo>
                <a:lnTo>
                  <a:pt x="5514" y="7664"/>
                </a:lnTo>
                <a:cubicBezTo>
                  <a:pt x="5167" y="7538"/>
                  <a:pt x="4883" y="7349"/>
                  <a:pt x="4600" y="7097"/>
                </a:cubicBezTo>
                <a:cubicBezTo>
                  <a:pt x="3655" y="6152"/>
                  <a:pt x="3655" y="4671"/>
                  <a:pt x="4600" y="3726"/>
                </a:cubicBezTo>
                <a:lnTo>
                  <a:pt x="6931" y="1426"/>
                </a:lnTo>
                <a:cubicBezTo>
                  <a:pt x="7404" y="953"/>
                  <a:pt x="8010" y="717"/>
                  <a:pt x="8617" y="717"/>
                </a:cubicBezTo>
                <a:close/>
                <a:moveTo>
                  <a:pt x="3497" y="6719"/>
                </a:moveTo>
                <a:cubicBezTo>
                  <a:pt x="3655" y="7034"/>
                  <a:pt x="3844" y="7286"/>
                  <a:pt x="4127" y="7569"/>
                </a:cubicBezTo>
                <a:cubicBezTo>
                  <a:pt x="4348" y="7821"/>
                  <a:pt x="4663" y="8042"/>
                  <a:pt x="4978" y="8168"/>
                </a:cubicBezTo>
                <a:lnTo>
                  <a:pt x="3812" y="9334"/>
                </a:lnTo>
                <a:cubicBezTo>
                  <a:pt x="3608" y="9538"/>
                  <a:pt x="3340" y="9641"/>
                  <a:pt x="3076" y="9641"/>
                </a:cubicBezTo>
                <a:cubicBezTo>
                  <a:pt x="2812" y="9641"/>
                  <a:pt x="2552" y="9538"/>
                  <a:pt x="2363" y="9334"/>
                </a:cubicBezTo>
                <a:cubicBezTo>
                  <a:pt x="1954" y="8956"/>
                  <a:pt x="1954" y="8294"/>
                  <a:pt x="2363" y="7884"/>
                </a:cubicBezTo>
                <a:lnTo>
                  <a:pt x="3497" y="6719"/>
                </a:lnTo>
                <a:close/>
                <a:moveTo>
                  <a:pt x="6112" y="4135"/>
                </a:moveTo>
                <a:cubicBezTo>
                  <a:pt x="6396" y="4261"/>
                  <a:pt x="6742" y="4450"/>
                  <a:pt x="6963" y="4702"/>
                </a:cubicBezTo>
                <a:cubicBezTo>
                  <a:pt x="7908" y="5648"/>
                  <a:pt x="7908" y="7128"/>
                  <a:pt x="6963" y="8073"/>
                </a:cubicBezTo>
                <a:lnTo>
                  <a:pt x="4757" y="10342"/>
                </a:lnTo>
                <a:cubicBezTo>
                  <a:pt x="4285" y="10814"/>
                  <a:pt x="3671" y="11051"/>
                  <a:pt x="3056" y="11051"/>
                </a:cubicBezTo>
                <a:cubicBezTo>
                  <a:pt x="2442" y="11051"/>
                  <a:pt x="1828" y="10814"/>
                  <a:pt x="1355" y="10342"/>
                </a:cubicBezTo>
                <a:cubicBezTo>
                  <a:pt x="945" y="9901"/>
                  <a:pt x="662" y="9271"/>
                  <a:pt x="662" y="8641"/>
                </a:cubicBezTo>
                <a:cubicBezTo>
                  <a:pt x="662" y="8010"/>
                  <a:pt x="882" y="7380"/>
                  <a:pt x="1355" y="6939"/>
                </a:cubicBezTo>
                <a:lnTo>
                  <a:pt x="3214" y="5081"/>
                </a:lnTo>
                <a:lnTo>
                  <a:pt x="3214" y="5081"/>
                </a:lnTo>
                <a:cubicBezTo>
                  <a:pt x="3182" y="5396"/>
                  <a:pt x="3214" y="5679"/>
                  <a:pt x="3245" y="5994"/>
                </a:cubicBezTo>
                <a:lnTo>
                  <a:pt x="1828" y="7443"/>
                </a:lnTo>
                <a:cubicBezTo>
                  <a:pt x="1166" y="8105"/>
                  <a:pt x="1166" y="9176"/>
                  <a:pt x="1828" y="9838"/>
                </a:cubicBezTo>
                <a:cubicBezTo>
                  <a:pt x="2174" y="10184"/>
                  <a:pt x="2623" y="10358"/>
                  <a:pt x="3064" y="10358"/>
                </a:cubicBezTo>
                <a:cubicBezTo>
                  <a:pt x="3505" y="10358"/>
                  <a:pt x="3938" y="10184"/>
                  <a:pt x="4253" y="9838"/>
                </a:cubicBezTo>
                <a:lnTo>
                  <a:pt x="6490" y="7569"/>
                </a:lnTo>
                <a:cubicBezTo>
                  <a:pt x="7152" y="6908"/>
                  <a:pt x="7152" y="5837"/>
                  <a:pt x="6490" y="5175"/>
                </a:cubicBezTo>
                <a:cubicBezTo>
                  <a:pt x="6207" y="4892"/>
                  <a:pt x="5892" y="4734"/>
                  <a:pt x="5514" y="4702"/>
                </a:cubicBezTo>
                <a:lnTo>
                  <a:pt x="6112" y="4135"/>
                </a:lnTo>
                <a:close/>
                <a:moveTo>
                  <a:pt x="8585" y="0"/>
                </a:moveTo>
                <a:cubicBezTo>
                  <a:pt x="7798" y="0"/>
                  <a:pt x="7010" y="308"/>
                  <a:pt x="6396" y="922"/>
                </a:cubicBezTo>
                <a:lnTo>
                  <a:pt x="4096" y="3190"/>
                </a:lnTo>
                <a:lnTo>
                  <a:pt x="882" y="6467"/>
                </a:lnTo>
                <a:cubicBezTo>
                  <a:pt x="315" y="7065"/>
                  <a:pt x="0" y="7821"/>
                  <a:pt x="0" y="8641"/>
                </a:cubicBezTo>
                <a:cubicBezTo>
                  <a:pt x="0" y="9460"/>
                  <a:pt x="315" y="10247"/>
                  <a:pt x="882" y="10814"/>
                </a:cubicBezTo>
                <a:cubicBezTo>
                  <a:pt x="1497" y="11413"/>
                  <a:pt x="2284" y="11712"/>
                  <a:pt x="3072" y="11712"/>
                </a:cubicBezTo>
                <a:cubicBezTo>
                  <a:pt x="3860" y="11712"/>
                  <a:pt x="4647" y="11413"/>
                  <a:pt x="5262" y="10814"/>
                </a:cubicBezTo>
                <a:cubicBezTo>
                  <a:pt x="8034" y="8010"/>
                  <a:pt x="6837" y="9145"/>
                  <a:pt x="10775" y="5301"/>
                </a:cubicBezTo>
                <a:cubicBezTo>
                  <a:pt x="12004" y="4072"/>
                  <a:pt x="12004" y="2151"/>
                  <a:pt x="10775" y="922"/>
                </a:cubicBezTo>
                <a:cubicBezTo>
                  <a:pt x="10161" y="308"/>
                  <a:pt x="9373" y="0"/>
                  <a:pt x="8585"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70" name="Google Shape;8245;p67">
            <a:extLst>
              <a:ext uri="{FF2B5EF4-FFF2-40B4-BE49-F238E27FC236}">
                <a16:creationId xmlns:a16="http://schemas.microsoft.com/office/drawing/2014/main" id="{14D6518E-0D31-48CC-9AC1-961E011F0343}"/>
              </a:ext>
            </a:extLst>
          </p:cNvPr>
          <p:cNvGrpSpPr/>
          <p:nvPr/>
        </p:nvGrpSpPr>
        <p:grpSpPr>
          <a:xfrm>
            <a:off x="6078869" y="1798161"/>
            <a:ext cx="227952" cy="224923"/>
            <a:chOff x="-6713450" y="2397900"/>
            <a:chExt cx="295375" cy="291450"/>
          </a:xfrm>
          <a:solidFill>
            <a:schemeClr val="tx1"/>
          </a:solidFill>
        </p:grpSpPr>
        <p:sp>
          <p:nvSpPr>
            <p:cNvPr id="353" name="Google Shape;8246;p67">
              <a:extLst>
                <a:ext uri="{FF2B5EF4-FFF2-40B4-BE49-F238E27FC236}">
                  <a16:creationId xmlns:a16="http://schemas.microsoft.com/office/drawing/2014/main" id="{61B0463D-AC05-4871-9FC0-36E233469AAD}"/>
                </a:ext>
              </a:extLst>
            </p:cNvPr>
            <p:cNvSpPr/>
            <p:nvPr/>
          </p:nvSpPr>
          <p:spPr>
            <a:xfrm>
              <a:off x="-6628400" y="2465650"/>
              <a:ext cx="69350" cy="17350"/>
            </a:xfrm>
            <a:custGeom>
              <a:avLst/>
              <a:gdLst/>
              <a:ahLst/>
              <a:cxnLst/>
              <a:rect l="l" t="t" r="r" b="b"/>
              <a:pathLst>
                <a:path w="2774" h="694" extrusionOk="0">
                  <a:moveTo>
                    <a:pt x="379" y="0"/>
                  </a:moveTo>
                  <a:cubicBezTo>
                    <a:pt x="158" y="0"/>
                    <a:pt x="1" y="158"/>
                    <a:pt x="1" y="347"/>
                  </a:cubicBezTo>
                  <a:cubicBezTo>
                    <a:pt x="1" y="536"/>
                    <a:pt x="158" y="693"/>
                    <a:pt x="379" y="693"/>
                  </a:cubicBezTo>
                  <a:lnTo>
                    <a:pt x="2427" y="693"/>
                  </a:lnTo>
                  <a:cubicBezTo>
                    <a:pt x="2616" y="693"/>
                    <a:pt x="2773" y="536"/>
                    <a:pt x="2773" y="347"/>
                  </a:cubicBezTo>
                  <a:cubicBezTo>
                    <a:pt x="2773" y="158"/>
                    <a:pt x="2616" y="0"/>
                    <a:pt x="2427" y="0"/>
                  </a:cubicBezTo>
                  <a:close/>
                </a:path>
              </a:pathLst>
            </a:custGeom>
            <a:grpFill/>
            <a:ln>
              <a:noFill/>
            </a:ln>
          </p:spPr>
          <p:txBody>
            <a:bodyPr spcFirstLastPara="1" wrap="square" lIns="62728" tIns="62728" rIns="62728" bIns="62728" anchor="ctr" anchorCtr="0">
              <a:noAutofit/>
            </a:bodyPr>
            <a:lstStyle/>
            <a:p>
              <a:endParaRPr sz="764"/>
            </a:p>
          </p:txBody>
        </p:sp>
        <p:sp>
          <p:nvSpPr>
            <p:cNvPr id="354" name="Google Shape;8247;p67">
              <a:extLst>
                <a:ext uri="{FF2B5EF4-FFF2-40B4-BE49-F238E27FC236}">
                  <a16:creationId xmlns:a16="http://schemas.microsoft.com/office/drawing/2014/main" id="{98F0107A-B579-489F-ABFF-AD02D986B9F3}"/>
                </a:ext>
              </a:extLst>
            </p:cNvPr>
            <p:cNvSpPr/>
            <p:nvPr/>
          </p:nvSpPr>
          <p:spPr>
            <a:xfrm>
              <a:off x="-6713450" y="2397900"/>
              <a:ext cx="295375" cy="291450"/>
            </a:xfrm>
            <a:custGeom>
              <a:avLst/>
              <a:gdLst/>
              <a:ahLst/>
              <a:cxnLst/>
              <a:rect l="l" t="t" r="r" b="b"/>
              <a:pathLst>
                <a:path w="11815" h="11658" extrusionOk="0">
                  <a:moveTo>
                    <a:pt x="2048" y="1167"/>
                  </a:moveTo>
                  <a:lnTo>
                    <a:pt x="2048" y="2017"/>
                  </a:lnTo>
                  <a:lnTo>
                    <a:pt x="1166" y="2017"/>
                  </a:lnTo>
                  <a:lnTo>
                    <a:pt x="2048" y="1167"/>
                  </a:lnTo>
                  <a:close/>
                  <a:moveTo>
                    <a:pt x="10330" y="2773"/>
                  </a:moveTo>
                  <a:cubicBezTo>
                    <a:pt x="10507" y="2773"/>
                    <a:pt x="10680" y="2836"/>
                    <a:pt x="10806" y="2962"/>
                  </a:cubicBezTo>
                  <a:cubicBezTo>
                    <a:pt x="11058" y="3246"/>
                    <a:pt x="11058" y="3687"/>
                    <a:pt x="10775" y="3908"/>
                  </a:cubicBezTo>
                  <a:lnTo>
                    <a:pt x="10176" y="4506"/>
                  </a:lnTo>
                  <a:lnTo>
                    <a:pt x="9231" y="3561"/>
                  </a:lnTo>
                  <a:lnTo>
                    <a:pt x="9830" y="2962"/>
                  </a:lnTo>
                  <a:cubicBezTo>
                    <a:pt x="9972" y="2836"/>
                    <a:pt x="10153" y="2773"/>
                    <a:pt x="10330" y="2773"/>
                  </a:cubicBezTo>
                  <a:close/>
                  <a:moveTo>
                    <a:pt x="8727" y="4034"/>
                  </a:moveTo>
                  <a:lnTo>
                    <a:pt x="9672" y="4979"/>
                  </a:lnTo>
                  <a:cubicBezTo>
                    <a:pt x="8538" y="6207"/>
                    <a:pt x="7026" y="7688"/>
                    <a:pt x="5892" y="8854"/>
                  </a:cubicBezTo>
                  <a:lnTo>
                    <a:pt x="4915" y="7846"/>
                  </a:lnTo>
                  <a:lnTo>
                    <a:pt x="8727" y="4034"/>
                  </a:lnTo>
                  <a:close/>
                  <a:moveTo>
                    <a:pt x="4600" y="8539"/>
                  </a:moveTo>
                  <a:lnTo>
                    <a:pt x="5230" y="9169"/>
                  </a:lnTo>
                  <a:lnTo>
                    <a:pt x="4285" y="9421"/>
                  </a:lnTo>
                  <a:cubicBezTo>
                    <a:pt x="4348" y="9232"/>
                    <a:pt x="4505" y="8728"/>
                    <a:pt x="4600" y="8539"/>
                  </a:cubicBezTo>
                  <a:close/>
                  <a:moveTo>
                    <a:pt x="7908" y="694"/>
                  </a:moveTo>
                  <a:cubicBezTo>
                    <a:pt x="8097" y="694"/>
                    <a:pt x="8255" y="852"/>
                    <a:pt x="8255" y="1041"/>
                  </a:cubicBezTo>
                  <a:lnTo>
                    <a:pt x="8255" y="3592"/>
                  </a:lnTo>
                  <a:lnTo>
                    <a:pt x="7467" y="4380"/>
                  </a:lnTo>
                  <a:cubicBezTo>
                    <a:pt x="7435" y="4286"/>
                    <a:pt x="7309" y="4160"/>
                    <a:pt x="7152" y="4160"/>
                  </a:cubicBezTo>
                  <a:lnTo>
                    <a:pt x="1733" y="4160"/>
                  </a:lnTo>
                  <a:cubicBezTo>
                    <a:pt x="1512" y="4160"/>
                    <a:pt x="1386" y="4317"/>
                    <a:pt x="1386" y="4506"/>
                  </a:cubicBezTo>
                  <a:cubicBezTo>
                    <a:pt x="1386" y="4695"/>
                    <a:pt x="1512" y="4853"/>
                    <a:pt x="1733" y="4853"/>
                  </a:cubicBezTo>
                  <a:lnTo>
                    <a:pt x="6994" y="4853"/>
                  </a:lnTo>
                  <a:lnTo>
                    <a:pt x="6333" y="5546"/>
                  </a:lnTo>
                  <a:lnTo>
                    <a:pt x="1733" y="5546"/>
                  </a:lnTo>
                  <a:cubicBezTo>
                    <a:pt x="1512" y="5546"/>
                    <a:pt x="1355" y="5703"/>
                    <a:pt x="1355" y="5892"/>
                  </a:cubicBezTo>
                  <a:cubicBezTo>
                    <a:pt x="1355" y="6081"/>
                    <a:pt x="1512" y="6239"/>
                    <a:pt x="1733" y="6239"/>
                  </a:cubicBezTo>
                  <a:lnTo>
                    <a:pt x="5608" y="6239"/>
                  </a:lnTo>
                  <a:lnTo>
                    <a:pt x="4947" y="6901"/>
                  </a:lnTo>
                  <a:lnTo>
                    <a:pt x="1733" y="6901"/>
                  </a:lnTo>
                  <a:cubicBezTo>
                    <a:pt x="1512" y="6901"/>
                    <a:pt x="1355" y="7058"/>
                    <a:pt x="1355" y="7279"/>
                  </a:cubicBezTo>
                  <a:cubicBezTo>
                    <a:pt x="1355" y="7468"/>
                    <a:pt x="1512" y="7625"/>
                    <a:pt x="1733" y="7625"/>
                  </a:cubicBezTo>
                  <a:lnTo>
                    <a:pt x="4285" y="7625"/>
                  </a:lnTo>
                  <a:cubicBezTo>
                    <a:pt x="4190" y="7688"/>
                    <a:pt x="4159" y="7751"/>
                    <a:pt x="4127" y="7814"/>
                  </a:cubicBezTo>
                  <a:lnTo>
                    <a:pt x="3970" y="8287"/>
                  </a:lnTo>
                  <a:lnTo>
                    <a:pt x="1733" y="8287"/>
                  </a:lnTo>
                  <a:cubicBezTo>
                    <a:pt x="1512" y="8287"/>
                    <a:pt x="1355" y="8444"/>
                    <a:pt x="1355" y="8633"/>
                  </a:cubicBezTo>
                  <a:cubicBezTo>
                    <a:pt x="1355" y="8854"/>
                    <a:pt x="1512" y="9011"/>
                    <a:pt x="1733" y="9011"/>
                  </a:cubicBezTo>
                  <a:lnTo>
                    <a:pt x="3718" y="9011"/>
                  </a:lnTo>
                  <a:lnTo>
                    <a:pt x="3466" y="9893"/>
                  </a:lnTo>
                  <a:cubicBezTo>
                    <a:pt x="3385" y="10136"/>
                    <a:pt x="3557" y="10355"/>
                    <a:pt x="3766" y="10355"/>
                  </a:cubicBezTo>
                  <a:cubicBezTo>
                    <a:pt x="3802" y="10355"/>
                    <a:pt x="3839" y="10348"/>
                    <a:pt x="3875" y="10335"/>
                  </a:cubicBezTo>
                  <a:lnTo>
                    <a:pt x="6018" y="9704"/>
                  </a:lnTo>
                  <a:cubicBezTo>
                    <a:pt x="6049" y="9704"/>
                    <a:pt x="6144" y="9673"/>
                    <a:pt x="6175" y="9641"/>
                  </a:cubicBezTo>
                  <a:lnTo>
                    <a:pt x="8286" y="7499"/>
                  </a:lnTo>
                  <a:lnTo>
                    <a:pt x="8286" y="10681"/>
                  </a:lnTo>
                  <a:cubicBezTo>
                    <a:pt x="8255" y="10839"/>
                    <a:pt x="8097" y="10996"/>
                    <a:pt x="7908" y="10996"/>
                  </a:cubicBezTo>
                  <a:lnTo>
                    <a:pt x="1040" y="10996"/>
                  </a:lnTo>
                  <a:cubicBezTo>
                    <a:pt x="851" y="10996"/>
                    <a:pt x="693" y="10839"/>
                    <a:pt x="693" y="10650"/>
                  </a:cubicBezTo>
                  <a:lnTo>
                    <a:pt x="693" y="2742"/>
                  </a:lnTo>
                  <a:lnTo>
                    <a:pt x="2395" y="2742"/>
                  </a:lnTo>
                  <a:cubicBezTo>
                    <a:pt x="2584" y="2742"/>
                    <a:pt x="2741" y="2584"/>
                    <a:pt x="2741" y="2395"/>
                  </a:cubicBezTo>
                  <a:lnTo>
                    <a:pt x="2741" y="694"/>
                  </a:lnTo>
                  <a:close/>
                  <a:moveTo>
                    <a:pt x="2363" y="1"/>
                  </a:moveTo>
                  <a:cubicBezTo>
                    <a:pt x="2237" y="1"/>
                    <a:pt x="2143" y="64"/>
                    <a:pt x="2111" y="127"/>
                  </a:cubicBezTo>
                  <a:lnTo>
                    <a:pt x="158" y="2112"/>
                  </a:lnTo>
                  <a:cubicBezTo>
                    <a:pt x="63" y="2175"/>
                    <a:pt x="0" y="2269"/>
                    <a:pt x="0" y="2364"/>
                  </a:cubicBezTo>
                  <a:lnTo>
                    <a:pt x="0" y="10650"/>
                  </a:lnTo>
                  <a:cubicBezTo>
                    <a:pt x="0" y="11217"/>
                    <a:pt x="473" y="11658"/>
                    <a:pt x="1008" y="11658"/>
                  </a:cubicBezTo>
                  <a:lnTo>
                    <a:pt x="7908" y="11658"/>
                  </a:lnTo>
                  <a:cubicBezTo>
                    <a:pt x="8444" y="11658"/>
                    <a:pt x="8916" y="11217"/>
                    <a:pt x="8916" y="10650"/>
                  </a:cubicBezTo>
                  <a:lnTo>
                    <a:pt x="8916" y="6774"/>
                  </a:lnTo>
                  <a:lnTo>
                    <a:pt x="11279" y="4412"/>
                  </a:lnTo>
                  <a:cubicBezTo>
                    <a:pt x="11815" y="3876"/>
                    <a:pt x="11815" y="3025"/>
                    <a:pt x="11279" y="2490"/>
                  </a:cubicBezTo>
                  <a:cubicBezTo>
                    <a:pt x="11011" y="2222"/>
                    <a:pt x="10657" y="2088"/>
                    <a:pt x="10306" y="2088"/>
                  </a:cubicBezTo>
                  <a:cubicBezTo>
                    <a:pt x="9956" y="2088"/>
                    <a:pt x="9609" y="2222"/>
                    <a:pt x="9357" y="2490"/>
                  </a:cubicBezTo>
                  <a:lnTo>
                    <a:pt x="8916" y="2931"/>
                  </a:lnTo>
                  <a:lnTo>
                    <a:pt x="8916" y="1041"/>
                  </a:lnTo>
                  <a:cubicBezTo>
                    <a:pt x="8916" y="474"/>
                    <a:pt x="8444" y="1"/>
                    <a:pt x="7908" y="1"/>
                  </a:cubicBezTo>
                  <a:close/>
                </a:path>
              </a:pathLst>
            </a:custGeom>
            <a:grpFill/>
            <a:ln>
              <a:noFill/>
            </a:ln>
          </p:spPr>
          <p:txBody>
            <a:bodyPr spcFirstLastPara="1" wrap="square" lIns="62728" tIns="62728" rIns="62728" bIns="62728" anchor="ctr" anchorCtr="0">
              <a:noAutofit/>
            </a:bodyPr>
            <a:lstStyle/>
            <a:p>
              <a:endParaRPr sz="764"/>
            </a:p>
          </p:txBody>
        </p:sp>
      </p:grpSp>
      <p:sp>
        <p:nvSpPr>
          <p:cNvPr id="171" name="Google Shape;8248;p67">
            <a:extLst>
              <a:ext uri="{FF2B5EF4-FFF2-40B4-BE49-F238E27FC236}">
                <a16:creationId xmlns:a16="http://schemas.microsoft.com/office/drawing/2014/main" id="{D460B75C-B13A-4E9C-AFD8-044D08A156A3}"/>
              </a:ext>
            </a:extLst>
          </p:cNvPr>
          <p:cNvSpPr/>
          <p:nvPr/>
        </p:nvSpPr>
        <p:spPr>
          <a:xfrm>
            <a:off x="6078930" y="2076075"/>
            <a:ext cx="227971" cy="225521"/>
          </a:xfrm>
          <a:custGeom>
            <a:avLst/>
            <a:gdLst/>
            <a:ahLst/>
            <a:cxnLst/>
            <a:rect l="l" t="t" r="r" b="b"/>
            <a:pathLst>
              <a:path w="11816" h="11689" extrusionOk="0">
                <a:moveTo>
                  <a:pt x="7026" y="757"/>
                </a:moveTo>
                <a:lnTo>
                  <a:pt x="7026" y="2710"/>
                </a:lnTo>
                <a:lnTo>
                  <a:pt x="5829" y="2710"/>
                </a:lnTo>
                <a:cubicBezTo>
                  <a:pt x="5924" y="2332"/>
                  <a:pt x="6081" y="1954"/>
                  <a:pt x="6176" y="1702"/>
                </a:cubicBezTo>
                <a:cubicBezTo>
                  <a:pt x="6428" y="1229"/>
                  <a:pt x="6711" y="914"/>
                  <a:pt x="7026" y="757"/>
                </a:cubicBezTo>
                <a:close/>
                <a:moveTo>
                  <a:pt x="7688" y="757"/>
                </a:moveTo>
                <a:cubicBezTo>
                  <a:pt x="8003" y="914"/>
                  <a:pt x="8287" y="1229"/>
                  <a:pt x="8507" y="1702"/>
                </a:cubicBezTo>
                <a:cubicBezTo>
                  <a:pt x="8665" y="2017"/>
                  <a:pt x="8791" y="2364"/>
                  <a:pt x="8854" y="2710"/>
                </a:cubicBezTo>
                <a:lnTo>
                  <a:pt x="7688" y="2710"/>
                </a:lnTo>
                <a:lnTo>
                  <a:pt x="7688" y="757"/>
                </a:lnTo>
                <a:close/>
                <a:moveTo>
                  <a:pt x="8917" y="977"/>
                </a:moveTo>
                <a:cubicBezTo>
                  <a:pt x="9704" y="1387"/>
                  <a:pt x="10334" y="1954"/>
                  <a:pt x="10712" y="2710"/>
                </a:cubicBezTo>
                <a:lnTo>
                  <a:pt x="9578" y="2710"/>
                </a:lnTo>
                <a:cubicBezTo>
                  <a:pt x="9452" y="2206"/>
                  <a:pt x="9295" y="1765"/>
                  <a:pt x="9106" y="1387"/>
                </a:cubicBezTo>
                <a:cubicBezTo>
                  <a:pt x="9011" y="1261"/>
                  <a:pt x="8948" y="1103"/>
                  <a:pt x="8917" y="977"/>
                </a:cubicBezTo>
                <a:close/>
                <a:moveTo>
                  <a:pt x="5798" y="1009"/>
                </a:moveTo>
                <a:lnTo>
                  <a:pt x="5798" y="1009"/>
                </a:lnTo>
                <a:cubicBezTo>
                  <a:pt x="5703" y="1135"/>
                  <a:pt x="5640" y="1261"/>
                  <a:pt x="5609" y="1418"/>
                </a:cubicBezTo>
                <a:cubicBezTo>
                  <a:pt x="5388" y="1796"/>
                  <a:pt x="5231" y="2269"/>
                  <a:pt x="5136" y="2742"/>
                </a:cubicBezTo>
                <a:lnTo>
                  <a:pt x="3970" y="2742"/>
                </a:lnTo>
                <a:cubicBezTo>
                  <a:pt x="4380" y="1954"/>
                  <a:pt x="5042" y="1387"/>
                  <a:pt x="5798" y="1009"/>
                </a:cubicBezTo>
                <a:close/>
                <a:moveTo>
                  <a:pt x="5010" y="3435"/>
                </a:moveTo>
                <a:cubicBezTo>
                  <a:pt x="4978" y="3750"/>
                  <a:pt x="4915" y="4096"/>
                  <a:pt x="4915" y="4443"/>
                </a:cubicBezTo>
                <a:cubicBezTo>
                  <a:pt x="4978" y="4789"/>
                  <a:pt x="4978" y="5167"/>
                  <a:pt x="5010" y="5482"/>
                </a:cubicBezTo>
                <a:lnTo>
                  <a:pt x="3718" y="5482"/>
                </a:lnTo>
                <a:cubicBezTo>
                  <a:pt x="3624" y="5167"/>
                  <a:pt x="3561" y="4789"/>
                  <a:pt x="3561" y="4443"/>
                </a:cubicBezTo>
                <a:cubicBezTo>
                  <a:pt x="3561" y="4096"/>
                  <a:pt x="3592" y="3750"/>
                  <a:pt x="3718" y="3435"/>
                </a:cubicBezTo>
                <a:close/>
                <a:moveTo>
                  <a:pt x="7026" y="3435"/>
                </a:moveTo>
                <a:lnTo>
                  <a:pt x="7026" y="5482"/>
                </a:lnTo>
                <a:lnTo>
                  <a:pt x="5703" y="5482"/>
                </a:lnTo>
                <a:cubicBezTo>
                  <a:pt x="5672" y="5136"/>
                  <a:pt x="5640" y="4789"/>
                  <a:pt x="5640" y="4443"/>
                </a:cubicBezTo>
                <a:cubicBezTo>
                  <a:pt x="5640" y="4096"/>
                  <a:pt x="5672" y="3718"/>
                  <a:pt x="5703" y="3435"/>
                </a:cubicBezTo>
                <a:close/>
                <a:moveTo>
                  <a:pt x="8980" y="3435"/>
                </a:moveTo>
                <a:cubicBezTo>
                  <a:pt x="9011" y="3750"/>
                  <a:pt x="9074" y="4096"/>
                  <a:pt x="9074" y="4443"/>
                </a:cubicBezTo>
                <a:cubicBezTo>
                  <a:pt x="9074" y="4789"/>
                  <a:pt x="9011" y="5167"/>
                  <a:pt x="8980" y="5482"/>
                </a:cubicBezTo>
                <a:lnTo>
                  <a:pt x="7688" y="5482"/>
                </a:lnTo>
                <a:lnTo>
                  <a:pt x="7688" y="3435"/>
                </a:lnTo>
                <a:close/>
                <a:moveTo>
                  <a:pt x="10996" y="3435"/>
                </a:moveTo>
                <a:cubicBezTo>
                  <a:pt x="11059" y="3750"/>
                  <a:pt x="11153" y="4096"/>
                  <a:pt x="11153" y="4443"/>
                </a:cubicBezTo>
                <a:cubicBezTo>
                  <a:pt x="11153" y="4789"/>
                  <a:pt x="11122" y="5167"/>
                  <a:pt x="10996" y="5482"/>
                </a:cubicBezTo>
                <a:lnTo>
                  <a:pt x="9704" y="5482"/>
                </a:lnTo>
                <a:cubicBezTo>
                  <a:pt x="9736" y="5136"/>
                  <a:pt x="9767" y="4789"/>
                  <a:pt x="9767" y="4443"/>
                </a:cubicBezTo>
                <a:cubicBezTo>
                  <a:pt x="9736" y="4096"/>
                  <a:pt x="9736" y="3750"/>
                  <a:pt x="9704" y="3435"/>
                </a:cubicBezTo>
                <a:close/>
                <a:moveTo>
                  <a:pt x="5136" y="6144"/>
                </a:moveTo>
                <a:cubicBezTo>
                  <a:pt x="5231" y="6648"/>
                  <a:pt x="5388" y="7089"/>
                  <a:pt x="5609" y="7467"/>
                </a:cubicBezTo>
                <a:cubicBezTo>
                  <a:pt x="5672" y="7593"/>
                  <a:pt x="5766" y="7751"/>
                  <a:pt x="5798" y="7877"/>
                </a:cubicBezTo>
                <a:cubicBezTo>
                  <a:pt x="5042" y="7530"/>
                  <a:pt x="4380" y="6932"/>
                  <a:pt x="3970" y="6144"/>
                </a:cubicBezTo>
                <a:close/>
                <a:moveTo>
                  <a:pt x="10712" y="6144"/>
                </a:moveTo>
                <a:cubicBezTo>
                  <a:pt x="10334" y="6932"/>
                  <a:pt x="9704" y="7530"/>
                  <a:pt x="8917" y="7877"/>
                </a:cubicBezTo>
                <a:cubicBezTo>
                  <a:pt x="8980" y="7751"/>
                  <a:pt x="9074" y="7625"/>
                  <a:pt x="9106" y="7467"/>
                </a:cubicBezTo>
                <a:cubicBezTo>
                  <a:pt x="9295" y="7089"/>
                  <a:pt x="9452" y="6617"/>
                  <a:pt x="9578" y="6144"/>
                </a:cubicBezTo>
                <a:close/>
                <a:moveTo>
                  <a:pt x="7026" y="6144"/>
                </a:moveTo>
                <a:lnTo>
                  <a:pt x="7026" y="8097"/>
                </a:lnTo>
                <a:cubicBezTo>
                  <a:pt x="6743" y="7940"/>
                  <a:pt x="6428" y="7625"/>
                  <a:pt x="6239" y="7152"/>
                </a:cubicBezTo>
                <a:cubicBezTo>
                  <a:pt x="6081" y="6837"/>
                  <a:pt x="5955" y="6491"/>
                  <a:pt x="5861" y="6144"/>
                </a:cubicBezTo>
                <a:close/>
                <a:moveTo>
                  <a:pt x="8854" y="6144"/>
                </a:moveTo>
                <a:cubicBezTo>
                  <a:pt x="8791" y="6522"/>
                  <a:pt x="8633" y="6900"/>
                  <a:pt x="8507" y="7152"/>
                </a:cubicBezTo>
                <a:cubicBezTo>
                  <a:pt x="8287" y="7688"/>
                  <a:pt x="8003" y="8003"/>
                  <a:pt x="7688" y="8097"/>
                </a:cubicBezTo>
                <a:lnTo>
                  <a:pt x="7688" y="6144"/>
                </a:lnTo>
                <a:close/>
                <a:moveTo>
                  <a:pt x="2726" y="8759"/>
                </a:moveTo>
                <a:cubicBezTo>
                  <a:pt x="2813" y="8759"/>
                  <a:pt x="2899" y="8790"/>
                  <a:pt x="2962" y="8853"/>
                </a:cubicBezTo>
                <a:cubicBezTo>
                  <a:pt x="3088" y="8980"/>
                  <a:pt x="3088" y="9169"/>
                  <a:pt x="2962" y="9326"/>
                </a:cubicBezTo>
                <a:lnTo>
                  <a:pt x="1387" y="10901"/>
                </a:lnTo>
                <a:cubicBezTo>
                  <a:pt x="1324" y="10964"/>
                  <a:pt x="1237" y="10996"/>
                  <a:pt x="1151" y="10996"/>
                </a:cubicBezTo>
                <a:cubicBezTo>
                  <a:pt x="1064" y="10996"/>
                  <a:pt x="977" y="10964"/>
                  <a:pt x="914" y="10901"/>
                </a:cubicBezTo>
                <a:cubicBezTo>
                  <a:pt x="788" y="10775"/>
                  <a:pt x="788" y="10555"/>
                  <a:pt x="914" y="10429"/>
                </a:cubicBezTo>
                <a:lnTo>
                  <a:pt x="2490" y="8853"/>
                </a:lnTo>
                <a:cubicBezTo>
                  <a:pt x="2553" y="8790"/>
                  <a:pt x="2639" y="8759"/>
                  <a:pt x="2726" y="8759"/>
                </a:cubicBezTo>
                <a:close/>
                <a:moveTo>
                  <a:pt x="7373" y="1"/>
                </a:moveTo>
                <a:cubicBezTo>
                  <a:pt x="4915" y="1"/>
                  <a:pt x="2931" y="1985"/>
                  <a:pt x="2931" y="4443"/>
                </a:cubicBezTo>
                <a:cubicBezTo>
                  <a:pt x="2931" y="5514"/>
                  <a:pt x="3309" y="6522"/>
                  <a:pt x="4002" y="7310"/>
                </a:cubicBezTo>
                <a:lnTo>
                  <a:pt x="3151" y="8160"/>
                </a:lnTo>
                <a:cubicBezTo>
                  <a:pt x="3011" y="8079"/>
                  <a:pt x="2858" y="8040"/>
                  <a:pt x="2705" y="8040"/>
                </a:cubicBezTo>
                <a:cubicBezTo>
                  <a:pt x="2445" y="8040"/>
                  <a:pt x="2184" y="8151"/>
                  <a:pt x="1986" y="8349"/>
                </a:cubicBezTo>
                <a:lnTo>
                  <a:pt x="410" y="9925"/>
                </a:lnTo>
                <a:cubicBezTo>
                  <a:pt x="1" y="10303"/>
                  <a:pt x="1" y="10996"/>
                  <a:pt x="410" y="11374"/>
                </a:cubicBezTo>
                <a:cubicBezTo>
                  <a:pt x="599" y="11563"/>
                  <a:pt x="883" y="11689"/>
                  <a:pt x="1103" y="11689"/>
                </a:cubicBezTo>
                <a:cubicBezTo>
                  <a:pt x="1387" y="11689"/>
                  <a:pt x="1607" y="11563"/>
                  <a:pt x="1828" y="11374"/>
                </a:cubicBezTo>
                <a:lnTo>
                  <a:pt x="3403" y="9799"/>
                </a:lnTo>
                <a:cubicBezTo>
                  <a:pt x="3718" y="9484"/>
                  <a:pt x="3781" y="9011"/>
                  <a:pt x="3592" y="8633"/>
                </a:cubicBezTo>
                <a:lnTo>
                  <a:pt x="4411" y="7782"/>
                </a:lnTo>
                <a:cubicBezTo>
                  <a:pt x="5199" y="8444"/>
                  <a:pt x="6207" y="8853"/>
                  <a:pt x="7278" y="8853"/>
                </a:cubicBezTo>
                <a:cubicBezTo>
                  <a:pt x="7298" y="8854"/>
                  <a:pt x="7318" y="8854"/>
                  <a:pt x="7338" y="8854"/>
                </a:cubicBezTo>
                <a:cubicBezTo>
                  <a:pt x="9830" y="8854"/>
                  <a:pt x="11815" y="6881"/>
                  <a:pt x="11815" y="4443"/>
                </a:cubicBezTo>
                <a:cubicBezTo>
                  <a:pt x="11815" y="2017"/>
                  <a:pt x="9799" y="1"/>
                  <a:pt x="7373"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72" name="Google Shape;8249;p67">
            <a:extLst>
              <a:ext uri="{FF2B5EF4-FFF2-40B4-BE49-F238E27FC236}">
                <a16:creationId xmlns:a16="http://schemas.microsoft.com/office/drawing/2014/main" id="{4FB7367F-BDD5-4617-BE39-075B1519147C}"/>
              </a:ext>
            </a:extLst>
          </p:cNvPr>
          <p:cNvGrpSpPr/>
          <p:nvPr/>
        </p:nvGrpSpPr>
        <p:grpSpPr>
          <a:xfrm>
            <a:off x="7524616" y="1526083"/>
            <a:ext cx="226139" cy="224769"/>
            <a:chOff x="-4932650" y="2046625"/>
            <a:chExt cx="293025" cy="291250"/>
          </a:xfrm>
          <a:solidFill>
            <a:schemeClr val="tx1"/>
          </a:solidFill>
        </p:grpSpPr>
        <p:sp>
          <p:nvSpPr>
            <p:cNvPr id="351" name="Google Shape;8250;p67">
              <a:extLst>
                <a:ext uri="{FF2B5EF4-FFF2-40B4-BE49-F238E27FC236}">
                  <a16:creationId xmlns:a16="http://schemas.microsoft.com/office/drawing/2014/main" id="{3613DBCC-98E3-4020-B2F7-3DFC994FCED8}"/>
                </a:ext>
              </a:extLst>
            </p:cNvPr>
            <p:cNvSpPr/>
            <p:nvPr/>
          </p:nvSpPr>
          <p:spPr>
            <a:xfrm>
              <a:off x="-4932650" y="2046625"/>
              <a:ext cx="293025" cy="291250"/>
            </a:xfrm>
            <a:custGeom>
              <a:avLst/>
              <a:gdLst/>
              <a:ahLst/>
              <a:cxnLst/>
              <a:rect l="l" t="t" r="r" b="b"/>
              <a:pathLst>
                <a:path w="11721" h="11650" extrusionOk="0">
                  <a:moveTo>
                    <a:pt x="7625" y="694"/>
                  </a:moveTo>
                  <a:cubicBezTo>
                    <a:pt x="9515" y="694"/>
                    <a:pt x="11059" y="2206"/>
                    <a:pt x="11059" y="4096"/>
                  </a:cubicBezTo>
                  <a:cubicBezTo>
                    <a:pt x="11059" y="5987"/>
                    <a:pt x="9515" y="7530"/>
                    <a:pt x="7625" y="7530"/>
                  </a:cubicBezTo>
                  <a:cubicBezTo>
                    <a:pt x="5735" y="7530"/>
                    <a:pt x="4223" y="5987"/>
                    <a:pt x="4223" y="4096"/>
                  </a:cubicBezTo>
                  <a:cubicBezTo>
                    <a:pt x="4223" y="2206"/>
                    <a:pt x="5735" y="694"/>
                    <a:pt x="7625" y="694"/>
                  </a:cubicBezTo>
                  <a:close/>
                  <a:moveTo>
                    <a:pt x="3344" y="8066"/>
                  </a:moveTo>
                  <a:cubicBezTo>
                    <a:pt x="3435" y="8066"/>
                    <a:pt x="3529" y="8098"/>
                    <a:pt x="3593" y="8161"/>
                  </a:cubicBezTo>
                  <a:cubicBezTo>
                    <a:pt x="3719" y="8287"/>
                    <a:pt x="3719" y="8507"/>
                    <a:pt x="3593" y="8633"/>
                  </a:cubicBezTo>
                  <a:lnTo>
                    <a:pt x="1324" y="10870"/>
                  </a:lnTo>
                  <a:cubicBezTo>
                    <a:pt x="1277" y="10933"/>
                    <a:pt x="1190" y="10964"/>
                    <a:pt x="1100" y="10964"/>
                  </a:cubicBezTo>
                  <a:cubicBezTo>
                    <a:pt x="1009" y="10964"/>
                    <a:pt x="915" y="10933"/>
                    <a:pt x="852" y="10870"/>
                  </a:cubicBezTo>
                  <a:cubicBezTo>
                    <a:pt x="757" y="10744"/>
                    <a:pt x="757" y="10523"/>
                    <a:pt x="852" y="10397"/>
                  </a:cubicBezTo>
                  <a:lnTo>
                    <a:pt x="3120" y="8161"/>
                  </a:lnTo>
                  <a:cubicBezTo>
                    <a:pt x="3167" y="8098"/>
                    <a:pt x="3254" y="8066"/>
                    <a:pt x="3344" y="8066"/>
                  </a:cubicBezTo>
                  <a:close/>
                  <a:moveTo>
                    <a:pt x="7625" y="1"/>
                  </a:moveTo>
                  <a:cubicBezTo>
                    <a:pt x="5357" y="1"/>
                    <a:pt x="3529" y="1860"/>
                    <a:pt x="3529" y="4096"/>
                  </a:cubicBezTo>
                  <a:cubicBezTo>
                    <a:pt x="3529" y="5136"/>
                    <a:pt x="3908" y="6050"/>
                    <a:pt x="4538" y="6743"/>
                  </a:cubicBezTo>
                  <a:lnTo>
                    <a:pt x="3813" y="7467"/>
                  </a:lnTo>
                  <a:cubicBezTo>
                    <a:pt x="3673" y="7386"/>
                    <a:pt x="3520" y="7347"/>
                    <a:pt x="3367" y="7347"/>
                  </a:cubicBezTo>
                  <a:cubicBezTo>
                    <a:pt x="3106" y="7347"/>
                    <a:pt x="2846" y="7458"/>
                    <a:pt x="2647" y="7656"/>
                  </a:cubicBezTo>
                  <a:lnTo>
                    <a:pt x="379" y="9893"/>
                  </a:lnTo>
                  <a:cubicBezTo>
                    <a:pt x="1" y="10271"/>
                    <a:pt x="1" y="10964"/>
                    <a:pt x="379" y="11343"/>
                  </a:cubicBezTo>
                  <a:cubicBezTo>
                    <a:pt x="584" y="11547"/>
                    <a:pt x="852" y="11650"/>
                    <a:pt x="1119" y="11650"/>
                  </a:cubicBezTo>
                  <a:cubicBezTo>
                    <a:pt x="1387" y="11650"/>
                    <a:pt x="1655" y="11547"/>
                    <a:pt x="1860" y="11343"/>
                  </a:cubicBezTo>
                  <a:lnTo>
                    <a:pt x="4097" y="9106"/>
                  </a:lnTo>
                  <a:cubicBezTo>
                    <a:pt x="4412" y="8791"/>
                    <a:pt x="4506" y="8318"/>
                    <a:pt x="4286" y="7909"/>
                  </a:cubicBezTo>
                  <a:lnTo>
                    <a:pt x="5010" y="7215"/>
                  </a:lnTo>
                  <a:cubicBezTo>
                    <a:pt x="5703" y="7814"/>
                    <a:pt x="6648" y="8192"/>
                    <a:pt x="7625" y="8192"/>
                  </a:cubicBezTo>
                  <a:cubicBezTo>
                    <a:pt x="9925" y="8192"/>
                    <a:pt x="11721" y="6333"/>
                    <a:pt x="11721" y="4096"/>
                  </a:cubicBezTo>
                  <a:cubicBezTo>
                    <a:pt x="11721" y="1828"/>
                    <a:pt x="9893" y="1"/>
                    <a:pt x="7625" y="1"/>
                  </a:cubicBezTo>
                  <a:close/>
                </a:path>
              </a:pathLst>
            </a:custGeom>
            <a:grpFill/>
            <a:ln>
              <a:noFill/>
            </a:ln>
          </p:spPr>
          <p:txBody>
            <a:bodyPr spcFirstLastPara="1" wrap="square" lIns="62728" tIns="62728" rIns="62728" bIns="62728" anchor="ctr" anchorCtr="0">
              <a:noAutofit/>
            </a:bodyPr>
            <a:lstStyle/>
            <a:p>
              <a:endParaRPr sz="764"/>
            </a:p>
          </p:txBody>
        </p:sp>
        <p:sp>
          <p:nvSpPr>
            <p:cNvPr id="352" name="Google Shape;8251;p67">
              <a:extLst>
                <a:ext uri="{FF2B5EF4-FFF2-40B4-BE49-F238E27FC236}">
                  <a16:creationId xmlns:a16="http://schemas.microsoft.com/office/drawing/2014/main" id="{D02444CE-6F4D-4642-AF25-9A3DA86D7A8B}"/>
                </a:ext>
              </a:extLst>
            </p:cNvPr>
            <p:cNvSpPr/>
            <p:nvPr/>
          </p:nvSpPr>
          <p:spPr>
            <a:xfrm>
              <a:off x="-4802675" y="2115050"/>
              <a:ext cx="122100" cy="86075"/>
            </a:xfrm>
            <a:custGeom>
              <a:avLst/>
              <a:gdLst/>
              <a:ahLst/>
              <a:cxnLst/>
              <a:rect l="l" t="t" r="r" b="b"/>
              <a:pathLst>
                <a:path w="4884" h="3443" extrusionOk="0">
                  <a:moveTo>
                    <a:pt x="2428" y="1"/>
                  </a:moveTo>
                  <a:cubicBezTo>
                    <a:pt x="2301" y="1"/>
                    <a:pt x="2172" y="72"/>
                    <a:pt x="2111" y="225"/>
                  </a:cubicBezTo>
                  <a:lnTo>
                    <a:pt x="1418" y="2116"/>
                  </a:lnTo>
                  <a:lnTo>
                    <a:pt x="693" y="225"/>
                  </a:lnTo>
                  <a:cubicBezTo>
                    <a:pt x="645" y="105"/>
                    <a:pt x="524" y="4"/>
                    <a:pt x="400" y="4"/>
                  </a:cubicBezTo>
                  <a:cubicBezTo>
                    <a:pt x="361" y="4"/>
                    <a:pt x="321" y="14"/>
                    <a:pt x="284" y="36"/>
                  </a:cubicBezTo>
                  <a:cubicBezTo>
                    <a:pt x="126" y="99"/>
                    <a:pt x="0" y="288"/>
                    <a:pt x="63" y="446"/>
                  </a:cubicBezTo>
                  <a:lnTo>
                    <a:pt x="1103" y="3218"/>
                  </a:lnTo>
                  <a:cubicBezTo>
                    <a:pt x="1168" y="3364"/>
                    <a:pt x="1299" y="3443"/>
                    <a:pt x="1428" y="3443"/>
                  </a:cubicBezTo>
                  <a:cubicBezTo>
                    <a:pt x="1551" y="3443"/>
                    <a:pt x="1672" y="3372"/>
                    <a:pt x="1733" y="3218"/>
                  </a:cubicBezTo>
                  <a:lnTo>
                    <a:pt x="2426" y="1328"/>
                  </a:lnTo>
                  <a:lnTo>
                    <a:pt x="3151" y="3218"/>
                  </a:lnTo>
                  <a:cubicBezTo>
                    <a:pt x="3215" y="3364"/>
                    <a:pt x="3346" y="3443"/>
                    <a:pt x="3476" y="3443"/>
                  </a:cubicBezTo>
                  <a:cubicBezTo>
                    <a:pt x="3598" y="3443"/>
                    <a:pt x="3719" y="3372"/>
                    <a:pt x="3781" y="3218"/>
                  </a:cubicBezTo>
                  <a:lnTo>
                    <a:pt x="4789" y="446"/>
                  </a:lnTo>
                  <a:cubicBezTo>
                    <a:pt x="4884" y="257"/>
                    <a:pt x="4789" y="68"/>
                    <a:pt x="4600" y="36"/>
                  </a:cubicBezTo>
                  <a:cubicBezTo>
                    <a:pt x="4562" y="14"/>
                    <a:pt x="4521" y="4"/>
                    <a:pt x="4479" y="4"/>
                  </a:cubicBezTo>
                  <a:cubicBezTo>
                    <a:pt x="4346" y="4"/>
                    <a:pt x="4207" y="105"/>
                    <a:pt x="4159" y="225"/>
                  </a:cubicBezTo>
                  <a:lnTo>
                    <a:pt x="3466" y="2116"/>
                  </a:lnTo>
                  <a:lnTo>
                    <a:pt x="2741" y="225"/>
                  </a:lnTo>
                  <a:cubicBezTo>
                    <a:pt x="2693" y="80"/>
                    <a:pt x="2561" y="1"/>
                    <a:pt x="2428" y="1"/>
                  </a:cubicBezTo>
                  <a:close/>
                </a:path>
              </a:pathLst>
            </a:custGeom>
            <a:grpFill/>
            <a:ln>
              <a:noFill/>
            </a:ln>
          </p:spPr>
          <p:txBody>
            <a:bodyPr spcFirstLastPara="1" wrap="square" lIns="62728" tIns="62728" rIns="62728" bIns="62728" anchor="ctr" anchorCtr="0">
              <a:noAutofit/>
            </a:bodyPr>
            <a:lstStyle/>
            <a:p>
              <a:endParaRPr sz="764"/>
            </a:p>
          </p:txBody>
        </p:sp>
      </p:grpSp>
      <p:sp>
        <p:nvSpPr>
          <p:cNvPr id="173" name="Google Shape;8252;p67">
            <a:extLst>
              <a:ext uri="{FF2B5EF4-FFF2-40B4-BE49-F238E27FC236}">
                <a16:creationId xmlns:a16="http://schemas.microsoft.com/office/drawing/2014/main" id="{EE4ED05C-BC06-4B01-A51A-ED0BA3790E99}"/>
              </a:ext>
            </a:extLst>
          </p:cNvPr>
          <p:cNvSpPr/>
          <p:nvPr/>
        </p:nvSpPr>
        <p:spPr>
          <a:xfrm>
            <a:off x="7525276" y="1798436"/>
            <a:ext cx="224923" cy="224325"/>
          </a:xfrm>
          <a:custGeom>
            <a:avLst/>
            <a:gdLst/>
            <a:ahLst/>
            <a:cxnLst/>
            <a:rect l="l" t="t" r="r" b="b"/>
            <a:pathLst>
              <a:path w="11658" h="11627" extrusionOk="0">
                <a:moveTo>
                  <a:pt x="6806" y="2017"/>
                </a:moveTo>
                <a:lnTo>
                  <a:pt x="6806" y="2773"/>
                </a:lnTo>
                <a:lnTo>
                  <a:pt x="4758" y="2773"/>
                </a:lnTo>
                <a:lnTo>
                  <a:pt x="4758" y="2017"/>
                </a:lnTo>
                <a:close/>
                <a:moveTo>
                  <a:pt x="7152" y="694"/>
                </a:moveTo>
                <a:cubicBezTo>
                  <a:pt x="7688" y="694"/>
                  <a:pt x="8192" y="1167"/>
                  <a:pt x="8192" y="1702"/>
                </a:cubicBezTo>
                <a:lnTo>
                  <a:pt x="8192" y="2773"/>
                </a:lnTo>
                <a:lnTo>
                  <a:pt x="7499" y="2773"/>
                </a:lnTo>
                <a:lnTo>
                  <a:pt x="7499" y="1702"/>
                </a:lnTo>
                <a:cubicBezTo>
                  <a:pt x="7499" y="1513"/>
                  <a:pt x="7341" y="1356"/>
                  <a:pt x="7152" y="1356"/>
                </a:cubicBezTo>
                <a:lnTo>
                  <a:pt x="4411" y="1356"/>
                </a:lnTo>
                <a:cubicBezTo>
                  <a:pt x="4191" y="1356"/>
                  <a:pt x="4033" y="1513"/>
                  <a:pt x="4033" y="1702"/>
                </a:cubicBezTo>
                <a:lnTo>
                  <a:pt x="4033" y="2773"/>
                </a:lnTo>
                <a:lnTo>
                  <a:pt x="3371" y="2773"/>
                </a:lnTo>
                <a:lnTo>
                  <a:pt x="3371" y="1702"/>
                </a:lnTo>
                <a:cubicBezTo>
                  <a:pt x="3371" y="1167"/>
                  <a:pt x="3844" y="694"/>
                  <a:pt x="4411" y="694"/>
                </a:cubicBezTo>
                <a:close/>
                <a:moveTo>
                  <a:pt x="10618" y="3498"/>
                </a:moveTo>
                <a:cubicBezTo>
                  <a:pt x="10807" y="3498"/>
                  <a:pt x="10964" y="3656"/>
                  <a:pt x="10964" y="3845"/>
                </a:cubicBezTo>
                <a:lnTo>
                  <a:pt x="10964" y="5010"/>
                </a:lnTo>
                <a:cubicBezTo>
                  <a:pt x="9546" y="6239"/>
                  <a:pt x="7688" y="6901"/>
                  <a:pt x="5766" y="6901"/>
                </a:cubicBezTo>
                <a:cubicBezTo>
                  <a:pt x="3876" y="6901"/>
                  <a:pt x="2080" y="6239"/>
                  <a:pt x="662" y="5010"/>
                </a:cubicBezTo>
                <a:lnTo>
                  <a:pt x="662" y="3971"/>
                </a:lnTo>
                <a:cubicBezTo>
                  <a:pt x="662" y="3687"/>
                  <a:pt x="851" y="3498"/>
                  <a:pt x="1135" y="3498"/>
                </a:cubicBezTo>
                <a:close/>
                <a:moveTo>
                  <a:pt x="6806" y="7531"/>
                </a:moveTo>
                <a:lnTo>
                  <a:pt x="6806" y="7940"/>
                </a:lnTo>
                <a:cubicBezTo>
                  <a:pt x="6806" y="8129"/>
                  <a:pt x="6648" y="8287"/>
                  <a:pt x="6459" y="8287"/>
                </a:cubicBezTo>
                <a:lnTo>
                  <a:pt x="5073" y="8287"/>
                </a:lnTo>
                <a:cubicBezTo>
                  <a:pt x="4884" y="8287"/>
                  <a:pt x="4726" y="8129"/>
                  <a:pt x="4726" y="7940"/>
                </a:cubicBezTo>
                <a:lnTo>
                  <a:pt x="4726" y="7531"/>
                </a:lnTo>
                <a:lnTo>
                  <a:pt x="4758" y="7531"/>
                </a:lnTo>
                <a:cubicBezTo>
                  <a:pt x="5104" y="7594"/>
                  <a:pt x="5419" y="7625"/>
                  <a:pt x="5766" y="7625"/>
                </a:cubicBezTo>
                <a:cubicBezTo>
                  <a:pt x="6112" y="7625"/>
                  <a:pt x="6427" y="7594"/>
                  <a:pt x="6806" y="7531"/>
                </a:cubicBezTo>
                <a:close/>
                <a:moveTo>
                  <a:pt x="10964" y="5892"/>
                </a:moveTo>
                <a:lnTo>
                  <a:pt x="10964" y="9988"/>
                </a:lnTo>
                <a:cubicBezTo>
                  <a:pt x="10964" y="10524"/>
                  <a:pt x="10492" y="10996"/>
                  <a:pt x="9956" y="10996"/>
                </a:cubicBezTo>
                <a:lnTo>
                  <a:pt x="1670" y="10996"/>
                </a:lnTo>
                <a:cubicBezTo>
                  <a:pt x="1135" y="10996"/>
                  <a:pt x="662" y="10524"/>
                  <a:pt x="662" y="9988"/>
                </a:cubicBezTo>
                <a:lnTo>
                  <a:pt x="662" y="5892"/>
                </a:lnTo>
                <a:cubicBezTo>
                  <a:pt x="1670" y="6649"/>
                  <a:pt x="2804" y="7184"/>
                  <a:pt x="4065" y="7436"/>
                </a:cubicBezTo>
                <a:lnTo>
                  <a:pt x="4065" y="7940"/>
                </a:lnTo>
                <a:cubicBezTo>
                  <a:pt x="4065" y="8476"/>
                  <a:pt x="4537" y="8948"/>
                  <a:pt x="5104" y="8948"/>
                </a:cubicBezTo>
                <a:lnTo>
                  <a:pt x="6490" y="8948"/>
                </a:lnTo>
                <a:cubicBezTo>
                  <a:pt x="7026" y="8948"/>
                  <a:pt x="7499" y="8476"/>
                  <a:pt x="7499" y="7940"/>
                </a:cubicBezTo>
                <a:lnTo>
                  <a:pt x="7499" y="7436"/>
                </a:lnTo>
                <a:cubicBezTo>
                  <a:pt x="7971" y="7342"/>
                  <a:pt x="8444" y="7184"/>
                  <a:pt x="8916" y="7027"/>
                </a:cubicBezTo>
                <a:cubicBezTo>
                  <a:pt x="9672" y="6743"/>
                  <a:pt x="10334" y="6365"/>
                  <a:pt x="10964" y="5892"/>
                </a:cubicBezTo>
                <a:close/>
                <a:moveTo>
                  <a:pt x="4411" y="1"/>
                </a:moveTo>
                <a:cubicBezTo>
                  <a:pt x="3466" y="1"/>
                  <a:pt x="2710" y="757"/>
                  <a:pt x="2710" y="1702"/>
                </a:cubicBezTo>
                <a:lnTo>
                  <a:pt x="2710" y="2773"/>
                </a:lnTo>
                <a:lnTo>
                  <a:pt x="1135" y="2773"/>
                </a:lnTo>
                <a:cubicBezTo>
                  <a:pt x="505" y="2773"/>
                  <a:pt x="0" y="3277"/>
                  <a:pt x="0" y="3908"/>
                </a:cubicBezTo>
                <a:lnTo>
                  <a:pt x="0" y="9957"/>
                </a:lnTo>
                <a:cubicBezTo>
                  <a:pt x="0" y="10902"/>
                  <a:pt x="725" y="11626"/>
                  <a:pt x="1670" y="11626"/>
                </a:cubicBezTo>
                <a:lnTo>
                  <a:pt x="9956" y="11626"/>
                </a:lnTo>
                <a:cubicBezTo>
                  <a:pt x="10901" y="11626"/>
                  <a:pt x="11657" y="10902"/>
                  <a:pt x="11657" y="9957"/>
                </a:cubicBezTo>
                <a:lnTo>
                  <a:pt x="11657" y="3813"/>
                </a:lnTo>
                <a:cubicBezTo>
                  <a:pt x="11626" y="3246"/>
                  <a:pt x="11153" y="2773"/>
                  <a:pt x="10618" y="2773"/>
                </a:cubicBezTo>
                <a:lnTo>
                  <a:pt x="8853" y="2773"/>
                </a:lnTo>
                <a:lnTo>
                  <a:pt x="8853" y="1702"/>
                </a:lnTo>
                <a:cubicBezTo>
                  <a:pt x="8853" y="757"/>
                  <a:pt x="8097" y="1"/>
                  <a:pt x="7152"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74" name="Google Shape;8253;p67">
            <a:extLst>
              <a:ext uri="{FF2B5EF4-FFF2-40B4-BE49-F238E27FC236}">
                <a16:creationId xmlns:a16="http://schemas.microsoft.com/office/drawing/2014/main" id="{5356F9A6-8B20-4F70-BBE0-4B1ADE60F436}"/>
              </a:ext>
            </a:extLst>
          </p:cNvPr>
          <p:cNvGrpSpPr/>
          <p:nvPr/>
        </p:nvGrpSpPr>
        <p:grpSpPr>
          <a:xfrm>
            <a:off x="7524616" y="2076401"/>
            <a:ext cx="226139" cy="224923"/>
            <a:chOff x="-4931075" y="2765725"/>
            <a:chExt cx="293025" cy="291450"/>
          </a:xfrm>
          <a:solidFill>
            <a:schemeClr val="tx1"/>
          </a:solidFill>
        </p:grpSpPr>
        <p:sp>
          <p:nvSpPr>
            <p:cNvPr id="349" name="Google Shape;8254;p67">
              <a:extLst>
                <a:ext uri="{FF2B5EF4-FFF2-40B4-BE49-F238E27FC236}">
                  <a16:creationId xmlns:a16="http://schemas.microsoft.com/office/drawing/2014/main" id="{058C388E-935E-4FD2-A46F-CBE970758059}"/>
                </a:ext>
              </a:extLst>
            </p:cNvPr>
            <p:cNvSpPr/>
            <p:nvPr/>
          </p:nvSpPr>
          <p:spPr>
            <a:xfrm>
              <a:off x="-4810550" y="2884650"/>
              <a:ext cx="51225" cy="51225"/>
            </a:xfrm>
            <a:custGeom>
              <a:avLst/>
              <a:gdLst/>
              <a:ahLst/>
              <a:cxnLst/>
              <a:rect l="l" t="t" r="r" b="b"/>
              <a:pathLst>
                <a:path w="2049" h="2049" extrusionOk="0">
                  <a:moveTo>
                    <a:pt x="1008" y="663"/>
                  </a:moveTo>
                  <a:cubicBezTo>
                    <a:pt x="1229" y="663"/>
                    <a:pt x="1386" y="820"/>
                    <a:pt x="1386" y="1041"/>
                  </a:cubicBezTo>
                  <a:cubicBezTo>
                    <a:pt x="1386" y="1230"/>
                    <a:pt x="1229" y="1387"/>
                    <a:pt x="1008" y="1387"/>
                  </a:cubicBezTo>
                  <a:cubicBezTo>
                    <a:pt x="819" y="1387"/>
                    <a:pt x="662" y="1230"/>
                    <a:pt x="662" y="1041"/>
                  </a:cubicBezTo>
                  <a:cubicBezTo>
                    <a:pt x="662" y="820"/>
                    <a:pt x="819" y="663"/>
                    <a:pt x="1008" y="663"/>
                  </a:cubicBezTo>
                  <a:close/>
                  <a:moveTo>
                    <a:pt x="1008" y="1"/>
                  </a:moveTo>
                  <a:cubicBezTo>
                    <a:pt x="473" y="1"/>
                    <a:pt x="0" y="473"/>
                    <a:pt x="0" y="1041"/>
                  </a:cubicBezTo>
                  <a:cubicBezTo>
                    <a:pt x="0" y="1576"/>
                    <a:pt x="473" y="2049"/>
                    <a:pt x="1040" y="2049"/>
                  </a:cubicBezTo>
                  <a:cubicBezTo>
                    <a:pt x="1575" y="2049"/>
                    <a:pt x="2048" y="1576"/>
                    <a:pt x="2048" y="1041"/>
                  </a:cubicBezTo>
                  <a:cubicBezTo>
                    <a:pt x="2048" y="473"/>
                    <a:pt x="1607" y="1"/>
                    <a:pt x="1008" y="1"/>
                  </a:cubicBezTo>
                  <a:close/>
                </a:path>
              </a:pathLst>
            </a:custGeom>
            <a:grpFill/>
            <a:ln>
              <a:noFill/>
            </a:ln>
          </p:spPr>
          <p:txBody>
            <a:bodyPr spcFirstLastPara="1" wrap="square" lIns="62728" tIns="62728" rIns="62728" bIns="62728" anchor="ctr" anchorCtr="0">
              <a:noAutofit/>
            </a:bodyPr>
            <a:lstStyle/>
            <a:p>
              <a:endParaRPr sz="764"/>
            </a:p>
          </p:txBody>
        </p:sp>
        <p:sp>
          <p:nvSpPr>
            <p:cNvPr id="350" name="Google Shape;8255;p67">
              <a:extLst>
                <a:ext uri="{FF2B5EF4-FFF2-40B4-BE49-F238E27FC236}">
                  <a16:creationId xmlns:a16="http://schemas.microsoft.com/office/drawing/2014/main" id="{0B43BA98-330B-4D14-A9D3-2B0BEBFC3B79}"/>
                </a:ext>
              </a:extLst>
            </p:cNvPr>
            <p:cNvSpPr/>
            <p:nvPr/>
          </p:nvSpPr>
          <p:spPr>
            <a:xfrm>
              <a:off x="-4931075" y="2765725"/>
              <a:ext cx="293025" cy="291450"/>
            </a:xfrm>
            <a:custGeom>
              <a:avLst/>
              <a:gdLst/>
              <a:ahLst/>
              <a:cxnLst/>
              <a:rect l="l" t="t" r="r" b="b"/>
              <a:pathLst>
                <a:path w="11721" h="11658" extrusionOk="0">
                  <a:moveTo>
                    <a:pt x="3214" y="1387"/>
                  </a:moveTo>
                  <a:lnTo>
                    <a:pt x="4475" y="3844"/>
                  </a:lnTo>
                  <a:cubicBezTo>
                    <a:pt x="4223" y="4002"/>
                    <a:pt x="4034" y="4222"/>
                    <a:pt x="3876" y="4443"/>
                  </a:cubicBezTo>
                  <a:lnTo>
                    <a:pt x="1356" y="3214"/>
                  </a:lnTo>
                  <a:cubicBezTo>
                    <a:pt x="1828" y="2427"/>
                    <a:pt x="2458" y="1796"/>
                    <a:pt x="3214" y="1387"/>
                  </a:cubicBezTo>
                  <a:close/>
                  <a:moveTo>
                    <a:pt x="5829" y="4128"/>
                  </a:moveTo>
                  <a:cubicBezTo>
                    <a:pt x="6775" y="4128"/>
                    <a:pt x="7531" y="4884"/>
                    <a:pt x="7531" y="5829"/>
                  </a:cubicBezTo>
                  <a:cubicBezTo>
                    <a:pt x="7562" y="6743"/>
                    <a:pt x="6775" y="7530"/>
                    <a:pt x="5829" y="7530"/>
                  </a:cubicBezTo>
                  <a:cubicBezTo>
                    <a:pt x="4884" y="7530"/>
                    <a:pt x="4160" y="6774"/>
                    <a:pt x="4160" y="5829"/>
                  </a:cubicBezTo>
                  <a:cubicBezTo>
                    <a:pt x="4160" y="4884"/>
                    <a:pt x="4884" y="4128"/>
                    <a:pt x="5829" y="4128"/>
                  </a:cubicBezTo>
                  <a:close/>
                  <a:moveTo>
                    <a:pt x="5798" y="662"/>
                  </a:moveTo>
                  <a:cubicBezTo>
                    <a:pt x="8665" y="662"/>
                    <a:pt x="10996" y="2994"/>
                    <a:pt x="10996" y="5861"/>
                  </a:cubicBezTo>
                  <a:cubicBezTo>
                    <a:pt x="10996" y="6585"/>
                    <a:pt x="10839" y="7247"/>
                    <a:pt x="10618" y="7845"/>
                  </a:cubicBezTo>
                  <a:lnTo>
                    <a:pt x="8129" y="6585"/>
                  </a:lnTo>
                  <a:cubicBezTo>
                    <a:pt x="8192" y="6333"/>
                    <a:pt x="8255" y="6050"/>
                    <a:pt x="8255" y="5829"/>
                  </a:cubicBezTo>
                  <a:cubicBezTo>
                    <a:pt x="8255" y="4474"/>
                    <a:pt x="7184" y="3435"/>
                    <a:pt x="5829" y="3435"/>
                  </a:cubicBezTo>
                  <a:cubicBezTo>
                    <a:pt x="5577" y="3435"/>
                    <a:pt x="5325" y="3466"/>
                    <a:pt x="5105" y="3529"/>
                  </a:cubicBezTo>
                  <a:lnTo>
                    <a:pt x="3845" y="1072"/>
                  </a:lnTo>
                  <a:cubicBezTo>
                    <a:pt x="4412" y="820"/>
                    <a:pt x="5105" y="662"/>
                    <a:pt x="5798" y="662"/>
                  </a:cubicBezTo>
                  <a:close/>
                  <a:moveTo>
                    <a:pt x="7814" y="7152"/>
                  </a:moveTo>
                  <a:lnTo>
                    <a:pt x="10303" y="8412"/>
                  </a:lnTo>
                  <a:cubicBezTo>
                    <a:pt x="9862" y="9200"/>
                    <a:pt x="9232" y="9830"/>
                    <a:pt x="8444" y="10271"/>
                  </a:cubicBezTo>
                  <a:lnTo>
                    <a:pt x="7216" y="7751"/>
                  </a:lnTo>
                  <a:cubicBezTo>
                    <a:pt x="7468" y="7593"/>
                    <a:pt x="7657" y="7404"/>
                    <a:pt x="7814" y="7152"/>
                  </a:cubicBezTo>
                  <a:close/>
                  <a:moveTo>
                    <a:pt x="1072" y="3844"/>
                  </a:moveTo>
                  <a:lnTo>
                    <a:pt x="3593" y="5073"/>
                  </a:lnTo>
                  <a:cubicBezTo>
                    <a:pt x="3530" y="5325"/>
                    <a:pt x="3498" y="5546"/>
                    <a:pt x="3498" y="5829"/>
                  </a:cubicBezTo>
                  <a:cubicBezTo>
                    <a:pt x="3498" y="7152"/>
                    <a:pt x="4538" y="8223"/>
                    <a:pt x="5892" y="8223"/>
                  </a:cubicBezTo>
                  <a:cubicBezTo>
                    <a:pt x="6176" y="8223"/>
                    <a:pt x="6396" y="8192"/>
                    <a:pt x="6648" y="8097"/>
                  </a:cubicBezTo>
                  <a:lnTo>
                    <a:pt x="7846" y="10618"/>
                  </a:lnTo>
                  <a:cubicBezTo>
                    <a:pt x="7216" y="10901"/>
                    <a:pt x="6554" y="11027"/>
                    <a:pt x="5892" y="11027"/>
                  </a:cubicBezTo>
                  <a:cubicBezTo>
                    <a:pt x="2994" y="10996"/>
                    <a:pt x="694" y="8665"/>
                    <a:pt x="694" y="5829"/>
                  </a:cubicBezTo>
                  <a:cubicBezTo>
                    <a:pt x="694" y="5104"/>
                    <a:pt x="852" y="4443"/>
                    <a:pt x="1072" y="3844"/>
                  </a:cubicBezTo>
                  <a:close/>
                  <a:moveTo>
                    <a:pt x="5798" y="1"/>
                  </a:moveTo>
                  <a:cubicBezTo>
                    <a:pt x="4254" y="1"/>
                    <a:pt x="2773" y="599"/>
                    <a:pt x="1702" y="1702"/>
                  </a:cubicBezTo>
                  <a:cubicBezTo>
                    <a:pt x="600" y="2805"/>
                    <a:pt x="1" y="4254"/>
                    <a:pt x="1" y="5798"/>
                  </a:cubicBezTo>
                  <a:cubicBezTo>
                    <a:pt x="1" y="8980"/>
                    <a:pt x="2647" y="11657"/>
                    <a:pt x="5892" y="11657"/>
                  </a:cubicBezTo>
                  <a:cubicBezTo>
                    <a:pt x="9106" y="11657"/>
                    <a:pt x="11721" y="9043"/>
                    <a:pt x="11721" y="5829"/>
                  </a:cubicBezTo>
                  <a:cubicBezTo>
                    <a:pt x="11658" y="2647"/>
                    <a:pt x="9043" y="1"/>
                    <a:pt x="579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75" name="Google Shape;8256;p67">
            <a:extLst>
              <a:ext uri="{FF2B5EF4-FFF2-40B4-BE49-F238E27FC236}">
                <a16:creationId xmlns:a16="http://schemas.microsoft.com/office/drawing/2014/main" id="{739A23F2-DD1A-411B-BCE5-73AAC9274EAE}"/>
              </a:ext>
            </a:extLst>
          </p:cNvPr>
          <p:cNvGrpSpPr/>
          <p:nvPr/>
        </p:nvGrpSpPr>
        <p:grpSpPr>
          <a:xfrm>
            <a:off x="8977172" y="1539387"/>
            <a:ext cx="224923" cy="198163"/>
            <a:chOff x="-3137650" y="2067900"/>
            <a:chExt cx="291450" cy="256775"/>
          </a:xfrm>
          <a:solidFill>
            <a:schemeClr val="tx1"/>
          </a:solidFill>
        </p:grpSpPr>
        <p:sp>
          <p:nvSpPr>
            <p:cNvPr id="346" name="Google Shape;8257;p67">
              <a:extLst>
                <a:ext uri="{FF2B5EF4-FFF2-40B4-BE49-F238E27FC236}">
                  <a16:creationId xmlns:a16="http://schemas.microsoft.com/office/drawing/2014/main" id="{205F72DC-F98F-4B01-8220-4BD62FD81882}"/>
                </a:ext>
              </a:extLst>
            </p:cNvPr>
            <p:cNvSpPr/>
            <p:nvPr/>
          </p:nvSpPr>
          <p:spPr>
            <a:xfrm>
              <a:off x="-3137650" y="2067900"/>
              <a:ext cx="291450" cy="187475"/>
            </a:xfrm>
            <a:custGeom>
              <a:avLst/>
              <a:gdLst/>
              <a:ahLst/>
              <a:cxnLst/>
              <a:rect l="l" t="t" r="r" b="b"/>
              <a:pathLst>
                <a:path w="11658" h="7499" extrusionOk="0">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grpFill/>
            <a:ln>
              <a:noFill/>
            </a:ln>
          </p:spPr>
          <p:txBody>
            <a:bodyPr spcFirstLastPara="1" wrap="square" lIns="62728" tIns="62728" rIns="62728" bIns="62728" anchor="ctr" anchorCtr="0">
              <a:noAutofit/>
            </a:bodyPr>
            <a:lstStyle/>
            <a:p>
              <a:endParaRPr sz="764"/>
            </a:p>
          </p:txBody>
        </p:sp>
        <p:sp>
          <p:nvSpPr>
            <p:cNvPr id="347" name="Google Shape;8258;p67">
              <a:extLst>
                <a:ext uri="{FF2B5EF4-FFF2-40B4-BE49-F238E27FC236}">
                  <a16:creationId xmlns:a16="http://schemas.microsoft.com/office/drawing/2014/main" id="{9EB70776-1011-4331-B056-F3DCB9C62A9D}"/>
                </a:ext>
              </a:extLst>
            </p:cNvPr>
            <p:cNvSpPr/>
            <p:nvPr/>
          </p:nvSpPr>
          <p:spPr>
            <a:xfrm>
              <a:off x="-3137650" y="2273475"/>
              <a:ext cx="291450" cy="51200"/>
            </a:xfrm>
            <a:custGeom>
              <a:avLst/>
              <a:gdLst/>
              <a:ahLst/>
              <a:cxnLst/>
              <a:rect l="l" t="t" r="r" b="b"/>
              <a:pathLst>
                <a:path w="11658" h="2048" extrusionOk="0">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grpFill/>
            <a:ln>
              <a:noFill/>
            </a:ln>
          </p:spPr>
          <p:txBody>
            <a:bodyPr spcFirstLastPara="1" wrap="square" lIns="62728" tIns="62728" rIns="62728" bIns="62728" anchor="ctr" anchorCtr="0">
              <a:noAutofit/>
            </a:bodyPr>
            <a:lstStyle/>
            <a:p>
              <a:endParaRPr sz="764"/>
            </a:p>
          </p:txBody>
        </p:sp>
        <p:sp>
          <p:nvSpPr>
            <p:cNvPr id="348" name="Google Shape;8259;p67">
              <a:extLst>
                <a:ext uri="{FF2B5EF4-FFF2-40B4-BE49-F238E27FC236}">
                  <a16:creationId xmlns:a16="http://schemas.microsoft.com/office/drawing/2014/main" id="{7FBC7EF0-EDC8-4B4E-B911-858ABB060AD3}"/>
                </a:ext>
              </a:extLst>
            </p:cNvPr>
            <p:cNvSpPr/>
            <p:nvPr/>
          </p:nvSpPr>
          <p:spPr>
            <a:xfrm>
              <a:off x="-3035250" y="2103000"/>
              <a:ext cx="104000" cy="118500"/>
            </a:xfrm>
            <a:custGeom>
              <a:avLst/>
              <a:gdLst/>
              <a:ahLst/>
              <a:cxnLst/>
              <a:rect l="l" t="t" r="r" b="b"/>
              <a:pathLst>
                <a:path w="4160" h="4740" extrusionOk="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76" name="Google Shape;8260;p67">
            <a:extLst>
              <a:ext uri="{FF2B5EF4-FFF2-40B4-BE49-F238E27FC236}">
                <a16:creationId xmlns:a16="http://schemas.microsoft.com/office/drawing/2014/main" id="{B4BD2784-3923-4DFD-8091-CD513405B995}"/>
              </a:ext>
            </a:extLst>
          </p:cNvPr>
          <p:cNvGrpSpPr/>
          <p:nvPr/>
        </p:nvGrpSpPr>
        <p:grpSpPr>
          <a:xfrm>
            <a:off x="8977172" y="1797899"/>
            <a:ext cx="224923" cy="225444"/>
            <a:chOff x="-3137650" y="2408950"/>
            <a:chExt cx="291450" cy="292125"/>
          </a:xfrm>
          <a:solidFill>
            <a:schemeClr val="tx1"/>
          </a:solidFill>
        </p:grpSpPr>
        <p:sp>
          <p:nvSpPr>
            <p:cNvPr id="341" name="Google Shape;8261;p67">
              <a:extLst>
                <a:ext uri="{FF2B5EF4-FFF2-40B4-BE49-F238E27FC236}">
                  <a16:creationId xmlns:a16="http://schemas.microsoft.com/office/drawing/2014/main" id="{898157E4-1A1B-4719-8C2D-F1378C349372}"/>
                </a:ext>
              </a:extLst>
            </p:cNvPr>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grpFill/>
            <a:ln>
              <a:noFill/>
            </a:ln>
          </p:spPr>
          <p:txBody>
            <a:bodyPr spcFirstLastPara="1" wrap="square" lIns="62728" tIns="62728" rIns="62728" bIns="62728" anchor="ctr" anchorCtr="0">
              <a:noAutofit/>
            </a:bodyPr>
            <a:lstStyle/>
            <a:p>
              <a:endParaRPr sz="764"/>
            </a:p>
          </p:txBody>
        </p:sp>
        <p:sp>
          <p:nvSpPr>
            <p:cNvPr id="342" name="Google Shape;8262;p67">
              <a:extLst>
                <a:ext uri="{FF2B5EF4-FFF2-40B4-BE49-F238E27FC236}">
                  <a16:creationId xmlns:a16="http://schemas.microsoft.com/office/drawing/2014/main" id="{0FD24C0B-F639-466B-9879-B751F77D34A8}"/>
                </a:ext>
              </a:extLst>
            </p:cNvPr>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62728" tIns="62728" rIns="62728" bIns="62728" anchor="ctr" anchorCtr="0">
              <a:noAutofit/>
            </a:bodyPr>
            <a:lstStyle/>
            <a:p>
              <a:endParaRPr sz="764"/>
            </a:p>
          </p:txBody>
        </p:sp>
        <p:sp>
          <p:nvSpPr>
            <p:cNvPr id="343" name="Google Shape;8263;p67">
              <a:extLst>
                <a:ext uri="{FF2B5EF4-FFF2-40B4-BE49-F238E27FC236}">
                  <a16:creationId xmlns:a16="http://schemas.microsoft.com/office/drawing/2014/main" id="{3B6736D5-4EAF-40CC-9B3E-663334941485}"/>
                </a:ext>
              </a:extLst>
            </p:cNvPr>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344" name="Google Shape;8264;p67">
              <a:extLst>
                <a:ext uri="{FF2B5EF4-FFF2-40B4-BE49-F238E27FC236}">
                  <a16:creationId xmlns:a16="http://schemas.microsoft.com/office/drawing/2014/main" id="{E6FAD3AA-643F-47B3-935D-CD6E4CD637AB}"/>
                </a:ext>
              </a:extLst>
            </p:cNvPr>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345" name="Google Shape;8265;p67">
              <a:extLst>
                <a:ext uri="{FF2B5EF4-FFF2-40B4-BE49-F238E27FC236}">
                  <a16:creationId xmlns:a16="http://schemas.microsoft.com/office/drawing/2014/main" id="{6582A008-52E5-4FC4-AE6F-5617F718767C}"/>
                </a:ext>
              </a:extLst>
            </p:cNvPr>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77" name="Google Shape;8266;p67">
            <a:extLst>
              <a:ext uri="{FF2B5EF4-FFF2-40B4-BE49-F238E27FC236}">
                <a16:creationId xmlns:a16="http://schemas.microsoft.com/office/drawing/2014/main" id="{9A4A9475-524B-4423-B51F-142E15EFABEC}"/>
              </a:ext>
            </a:extLst>
          </p:cNvPr>
          <p:cNvGrpSpPr/>
          <p:nvPr/>
        </p:nvGrpSpPr>
        <p:grpSpPr>
          <a:xfrm>
            <a:off x="8977172" y="2089472"/>
            <a:ext cx="224923" cy="198780"/>
            <a:chOff x="-3137650" y="2787000"/>
            <a:chExt cx="291450" cy="257575"/>
          </a:xfrm>
          <a:solidFill>
            <a:schemeClr val="tx1"/>
          </a:solidFill>
        </p:grpSpPr>
        <p:sp>
          <p:nvSpPr>
            <p:cNvPr id="333" name="Google Shape;8267;p67">
              <a:extLst>
                <a:ext uri="{FF2B5EF4-FFF2-40B4-BE49-F238E27FC236}">
                  <a16:creationId xmlns:a16="http://schemas.microsoft.com/office/drawing/2014/main" id="{3AE13841-1CF4-49E1-938E-FF51D1B2E01F}"/>
                </a:ext>
              </a:extLst>
            </p:cNvPr>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grpFill/>
            <a:ln>
              <a:noFill/>
            </a:ln>
          </p:spPr>
          <p:txBody>
            <a:bodyPr spcFirstLastPara="1" wrap="square" lIns="62728" tIns="62728" rIns="62728" bIns="62728" anchor="ctr" anchorCtr="0">
              <a:noAutofit/>
            </a:bodyPr>
            <a:lstStyle/>
            <a:p>
              <a:endParaRPr sz="764"/>
            </a:p>
          </p:txBody>
        </p:sp>
        <p:sp>
          <p:nvSpPr>
            <p:cNvPr id="334" name="Google Shape;8268;p67">
              <a:extLst>
                <a:ext uri="{FF2B5EF4-FFF2-40B4-BE49-F238E27FC236}">
                  <a16:creationId xmlns:a16="http://schemas.microsoft.com/office/drawing/2014/main" id="{CE3E060C-4BC2-4E10-A0E1-95F42AD33158}"/>
                </a:ext>
              </a:extLst>
            </p:cNvPr>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grpFill/>
            <a:ln>
              <a:noFill/>
            </a:ln>
          </p:spPr>
          <p:txBody>
            <a:bodyPr spcFirstLastPara="1" wrap="square" lIns="62728" tIns="62728" rIns="62728" bIns="62728" anchor="ctr" anchorCtr="0">
              <a:noAutofit/>
            </a:bodyPr>
            <a:lstStyle/>
            <a:p>
              <a:endParaRPr sz="764"/>
            </a:p>
          </p:txBody>
        </p:sp>
        <p:sp>
          <p:nvSpPr>
            <p:cNvPr id="335" name="Google Shape;8269;p67">
              <a:extLst>
                <a:ext uri="{FF2B5EF4-FFF2-40B4-BE49-F238E27FC236}">
                  <a16:creationId xmlns:a16="http://schemas.microsoft.com/office/drawing/2014/main" id="{DB9749A4-0C6E-466D-BBDE-5F3BF7A15F31}"/>
                </a:ext>
              </a:extLst>
            </p:cNvPr>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336" name="Google Shape;8270;p67">
              <a:extLst>
                <a:ext uri="{FF2B5EF4-FFF2-40B4-BE49-F238E27FC236}">
                  <a16:creationId xmlns:a16="http://schemas.microsoft.com/office/drawing/2014/main" id="{CF2C1256-0516-4568-A65B-9D012F68DAD7}"/>
                </a:ext>
              </a:extLst>
            </p:cNvPr>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337" name="Google Shape;8271;p67">
              <a:extLst>
                <a:ext uri="{FF2B5EF4-FFF2-40B4-BE49-F238E27FC236}">
                  <a16:creationId xmlns:a16="http://schemas.microsoft.com/office/drawing/2014/main" id="{FF319D62-74C1-47F1-9D61-B1BB4287ED19}"/>
                </a:ext>
              </a:extLst>
            </p:cNvPr>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grpFill/>
            <a:ln>
              <a:noFill/>
            </a:ln>
          </p:spPr>
          <p:txBody>
            <a:bodyPr spcFirstLastPara="1" wrap="square" lIns="62728" tIns="62728" rIns="62728" bIns="62728" anchor="ctr" anchorCtr="0">
              <a:noAutofit/>
            </a:bodyPr>
            <a:lstStyle/>
            <a:p>
              <a:endParaRPr sz="764"/>
            </a:p>
          </p:txBody>
        </p:sp>
        <p:sp>
          <p:nvSpPr>
            <p:cNvPr id="338" name="Google Shape;8272;p67">
              <a:extLst>
                <a:ext uri="{FF2B5EF4-FFF2-40B4-BE49-F238E27FC236}">
                  <a16:creationId xmlns:a16="http://schemas.microsoft.com/office/drawing/2014/main" id="{3F14EEED-09A9-4D28-A640-5DE7DDD3D675}"/>
                </a:ext>
              </a:extLst>
            </p:cNvPr>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339" name="Google Shape;8273;p67">
              <a:extLst>
                <a:ext uri="{FF2B5EF4-FFF2-40B4-BE49-F238E27FC236}">
                  <a16:creationId xmlns:a16="http://schemas.microsoft.com/office/drawing/2014/main" id="{BB31539B-7C01-4F25-94FD-154430ED190F}"/>
                </a:ext>
              </a:extLst>
            </p:cNvPr>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grpFill/>
            <a:ln>
              <a:noFill/>
            </a:ln>
          </p:spPr>
          <p:txBody>
            <a:bodyPr spcFirstLastPara="1" wrap="square" lIns="62728" tIns="62728" rIns="62728" bIns="62728" anchor="ctr" anchorCtr="0">
              <a:noAutofit/>
            </a:bodyPr>
            <a:lstStyle/>
            <a:p>
              <a:endParaRPr sz="764"/>
            </a:p>
          </p:txBody>
        </p:sp>
        <p:sp>
          <p:nvSpPr>
            <p:cNvPr id="340" name="Google Shape;8274;p67">
              <a:extLst>
                <a:ext uri="{FF2B5EF4-FFF2-40B4-BE49-F238E27FC236}">
                  <a16:creationId xmlns:a16="http://schemas.microsoft.com/office/drawing/2014/main" id="{FAC8B8FB-F029-47FE-AE38-610FDD341291}"/>
                </a:ext>
              </a:extLst>
            </p:cNvPr>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grpFill/>
            <a:ln>
              <a:noFill/>
            </a:ln>
          </p:spPr>
          <p:txBody>
            <a:bodyPr spcFirstLastPara="1" wrap="square" lIns="62728" tIns="62728" rIns="62728" bIns="62728" anchor="ctr" anchorCtr="0">
              <a:noAutofit/>
            </a:bodyPr>
            <a:lstStyle/>
            <a:p>
              <a:endParaRPr sz="764"/>
            </a:p>
          </p:txBody>
        </p:sp>
      </p:grpSp>
      <p:sp>
        <p:nvSpPr>
          <p:cNvPr id="178" name="Google Shape;8275;p67">
            <a:extLst>
              <a:ext uri="{FF2B5EF4-FFF2-40B4-BE49-F238E27FC236}">
                <a16:creationId xmlns:a16="http://schemas.microsoft.com/office/drawing/2014/main" id="{5601C404-0859-4A0D-9F26-2194A66516E4}"/>
              </a:ext>
            </a:extLst>
          </p:cNvPr>
          <p:cNvSpPr/>
          <p:nvPr/>
        </p:nvSpPr>
        <p:spPr>
          <a:xfrm>
            <a:off x="10426937" y="1559422"/>
            <a:ext cx="224923" cy="158052"/>
          </a:xfrm>
          <a:custGeom>
            <a:avLst/>
            <a:gdLst/>
            <a:ahLst/>
            <a:cxnLst/>
            <a:rect l="l" t="t" r="r" b="b"/>
            <a:pathLst>
              <a:path w="11658" h="8192" extrusionOk="0">
                <a:moveTo>
                  <a:pt x="10429" y="662"/>
                </a:moveTo>
                <a:cubicBezTo>
                  <a:pt x="10114" y="1008"/>
                  <a:pt x="6207" y="4915"/>
                  <a:pt x="6081" y="5072"/>
                </a:cubicBezTo>
                <a:cubicBezTo>
                  <a:pt x="6018" y="5135"/>
                  <a:pt x="5916" y="5167"/>
                  <a:pt x="5813" y="5167"/>
                </a:cubicBezTo>
                <a:cubicBezTo>
                  <a:pt x="5711" y="5167"/>
                  <a:pt x="5608" y="5135"/>
                  <a:pt x="5545" y="5072"/>
                </a:cubicBezTo>
                <a:lnTo>
                  <a:pt x="1135" y="662"/>
                </a:lnTo>
                <a:close/>
                <a:moveTo>
                  <a:pt x="662" y="1134"/>
                </a:moveTo>
                <a:lnTo>
                  <a:pt x="3624" y="4096"/>
                </a:lnTo>
                <a:lnTo>
                  <a:pt x="662" y="7057"/>
                </a:lnTo>
                <a:lnTo>
                  <a:pt x="662" y="1134"/>
                </a:lnTo>
                <a:close/>
                <a:moveTo>
                  <a:pt x="10996" y="1134"/>
                </a:moveTo>
                <a:lnTo>
                  <a:pt x="10996" y="7057"/>
                </a:lnTo>
                <a:lnTo>
                  <a:pt x="8034" y="4096"/>
                </a:lnTo>
                <a:lnTo>
                  <a:pt x="10996" y="1134"/>
                </a:lnTo>
                <a:close/>
                <a:moveTo>
                  <a:pt x="7562" y="4568"/>
                </a:moveTo>
                <a:lnTo>
                  <a:pt x="10492" y="7530"/>
                </a:lnTo>
                <a:lnTo>
                  <a:pt x="1198" y="7530"/>
                </a:lnTo>
                <a:lnTo>
                  <a:pt x="4096" y="4568"/>
                </a:lnTo>
                <a:lnTo>
                  <a:pt x="5073" y="5545"/>
                </a:lnTo>
                <a:cubicBezTo>
                  <a:pt x="5278" y="5750"/>
                  <a:pt x="5553" y="5852"/>
                  <a:pt x="5829" y="5852"/>
                </a:cubicBezTo>
                <a:cubicBezTo>
                  <a:pt x="6105" y="5852"/>
                  <a:pt x="6380" y="5750"/>
                  <a:pt x="6585" y="5545"/>
                </a:cubicBezTo>
                <a:lnTo>
                  <a:pt x="7562" y="4568"/>
                </a:lnTo>
                <a:close/>
                <a:moveTo>
                  <a:pt x="1009" y="0"/>
                </a:moveTo>
                <a:cubicBezTo>
                  <a:pt x="473" y="0"/>
                  <a:pt x="1" y="473"/>
                  <a:pt x="1" y="1008"/>
                </a:cubicBezTo>
                <a:lnTo>
                  <a:pt x="1" y="7152"/>
                </a:lnTo>
                <a:cubicBezTo>
                  <a:pt x="1" y="7719"/>
                  <a:pt x="473" y="8191"/>
                  <a:pt x="1009" y="8191"/>
                </a:cubicBezTo>
                <a:lnTo>
                  <a:pt x="10618" y="8191"/>
                </a:lnTo>
                <a:cubicBezTo>
                  <a:pt x="11185" y="8191"/>
                  <a:pt x="11657" y="7719"/>
                  <a:pt x="11657" y="7152"/>
                </a:cubicBezTo>
                <a:lnTo>
                  <a:pt x="11657" y="1008"/>
                </a:lnTo>
                <a:cubicBezTo>
                  <a:pt x="11657" y="441"/>
                  <a:pt x="11185" y="0"/>
                  <a:pt x="10618"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79" name="Google Shape;8276;p67">
            <a:extLst>
              <a:ext uri="{FF2B5EF4-FFF2-40B4-BE49-F238E27FC236}">
                <a16:creationId xmlns:a16="http://schemas.microsoft.com/office/drawing/2014/main" id="{5D74E149-B535-48CF-8BA3-8D6BDF9CDBE5}"/>
              </a:ext>
            </a:extLst>
          </p:cNvPr>
          <p:cNvSpPr/>
          <p:nvPr/>
        </p:nvSpPr>
        <p:spPr>
          <a:xfrm>
            <a:off x="6367811" y="1525640"/>
            <a:ext cx="225521" cy="225617"/>
          </a:xfrm>
          <a:custGeom>
            <a:avLst/>
            <a:gdLst/>
            <a:ahLst/>
            <a:cxnLst/>
            <a:rect l="l" t="t" r="r" b="b"/>
            <a:pathLst>
              <a:path w="11689" h="11694" extrusionOk="0">
                <a:moveTo>
                  <a:pt x="5829" y="2048"/>
                </a:moveTo>
                <a:cubicBezTo>
                  <a:pt x="6018" y="2048"/>
                  <a:pt x="6175" y="2206"/>
                  <a:pt x="6175" y="2395"/>
                </a:cubicBezTo>
                <a:cubicBezTo>
                  <a:pt x="6175" y="2615"/>
                  <a:pt x="6018" y="2804"/>
                  <a:pt x="5829" y="2804"/>
                </a:cubicBezTo>
                <a:cubicBezTo>
                  <a:pt x="5640" y="2804"/>
                  <a:pt x="5482" y="2615"/>
                  <a:pt x="5482" y="2395"/>
                </a:cubicBezTo>
                <a:cubicBezTo>
                  <a:pt x="5482" y="2206"/>
                  <a:pt x="5640" y="2048"/>
                  <a:pt x="5829" y="2048"/>
                </a:cubicBezTo>
                <a:close/>
                <a:moveTo>
                  <a:pt x="5829" y="725"/>
                </a:moveTo>
                <a:cubicBezTo>
                  <a:pt x="6774" y="725"/>
                  <a:pt x="7530" y="1449"/>
                  <a:pt x="7530" y="2395"/>
                </a:cubicBezTo>
                <a:cubicBezTo>
                  <a:pt x="7530" y="2521"/>
                  <a:pt x="7530" y="2678"/>
                  <a:pt x="7467" y="2804"/>
                </a:cubicBezTo>
                <a:lnTo>
                  <a:pt x="6774" y="2804"/>
                </a:lnTo>
                <a:cubicBezTo>
                  <a:pt x="6806" y="2678"/>
                  <a:pt x="6837" y="2552"/>
                  <a:pt x="6837" y="2395"/>
                </a:cubicBezTo>
                <a:cubicBezTo>
                  <a:pt x="6837" y="1859"/>
                  <a:pt x="6364" y="1386"/>
                  <a:pt x="5829" y="1386"/>
                </a:cubicBezTo>
                <a:cubicBezTo>
                  <a:pt x="5262" y="1386"/>
                  <a:pt x="4789" y="1859"/>
                  <a:pt x="4789" y="2395"/>
                </a:cubicBezTo>
                <a:cubicBezTo>
                  <a:pt x="4789" y="2521"/>
                  <a:pt x="4852" y="2678"/>
                  <a:pt x="4884" y="2804"/>
                </a:cubicBezTo>
                <a:lnTo>
                  <a:pt x="4159" y="2804"/>
                </a:lnTo>
                <a:cubicBezTo>
                  <a:pt x="4128" y="2678"/>
                  <a:pt x="4128" y="2521"/>
                  <a:pt x="4128" y="2395"/>
                </a:cubicBezTo>
                <a:cubicBezTo>
                  <a:pt x="4128" y="1449"/>
                  <a:pt x="4884" y="725"/>
                  <a:pt x="5829" y="725"/>
                </a:cubicBezTo>
                <a:close/>
                <a:moveTo>
                  <a:pt x="10681" y="3466"/>
                </a:moveTo>
                <a:cubicBezTo>
                  <a:pt x="10870" y="3466"/>
                  <a:pt x="11027" y="3623"/>
                  <a:pt x="11027" y="3812"/>
                </a:cubicBezTo>
                <a:cubicBezTo>
                  <a:pt x="11027" y="4033"/>
                  <a:pt x="10870" y="4190"/>
                  <a:pt x="10681" y="4190"/>
                </a:cubicBezTo>
                <a:lnTo>
                  <a:pt x="1009" y="4190"/>
                </a:lnTo>
                <a:cubicBezTo>
                  <a:pt x="820" y="4190"/>
                  <a:pt x="662" y="4033"/>
                  <a:pt x="662" y="3812"/>
                </a:cubicBezTo>
                <a:cubicBezTo>
                  <a:pt x="662" y="3623"/>
                  <a:pt x="851" y="3466"/>
                  <a:pt x="1009" y="3466"/>
                </a:cubicBezTo>
                <a:close/>
                <a:moveTo>
                  <a:pt x="9799" y="4852"/>
                </a:moveTo>
                <a:lnTo>
                  <a:pt x="7058" y="7593"/>
                </a:lnTo>
                <a:lnTo>
                  <a:pt x="4600" y="7593"/>
                </a:lnTo>
                <a:lnTo>
                  <a:pt x="1859" y="4852"/>
                </a:lnTo>
                <a:close/>
                <a:moveTo>
                  <a:pt x="6869" y="8255"/>
                </a:moveTo>
                <a:lnTo>
                  <a:pt x="6869" y="9767"/>
                </a:lnTo>
                <a:lnTo>
                  <a:pt x="4789" y="10775"/>
                </a:lnTo>
                <a:lnTo>
                  <a:pt x="4789" y="8255"/>
                </a:lnTo>
                <a:close/>
                <a:moveTo>
                  <a:pt x="5829" y="0"/>
                </a:moveTo>
                <a:cubicBezTo>
                  <a:pt x="4474" y="0"/>
                  <a:pt x="3435" y="1071"/>
                  <a:pt x="3435" y="2395"/>
                </a:cubicBezTo>
                <a:cubicBezTo>
                  <a:pt x="3435" y="2521"/>
                  <a:pt x="3435" y="2678"/>
                  <a:pt x="3466" y="2804"/>
                </a:cubicBezTo>
                <a:lnTo>
                  <a:pt x="1009" y="2804"/>
                </a:lnTo>
                <a:cubicBezTo>
                  <a:pt x="473" y="2804"/>
                  <a:pt x="0" y="3277"/>
                  <a:pt x="0" y="3812"/>
                </a:cubicBezTo>
                <a:cubicBezTo>
                  <a:pt x="0" y="4348"/>
                  <a:pt x="379" y="4757"/>
                  <a:pt x="851" y="4852"/>
                </a:cubicBezTo>
                <a:lnTo>
                  <a:pt x="4096" y="8065"/>
                </a:lnTo>
                <a:lnTo>
                  <a:pt x="4096" y="11342"/>
                </a:lnTo>
                <a:cubicBezTo>
                  <a:pt x="4096" y="11518"/>
                  <a:pt x="4277" y="11694"/>
                  <a:pt x="4462" y="11694"/>
                </a:cubicBezTo>
                <a:cubicBezTo>
                  <a:pt x="4508" y="11694"/>
                  <a:pt x="4556" y="11683"/>
                  <a:pt x="4600" y="11657"/>
                </a:cubicBezTo>
                <a:lnTo>
                  <a:pt x="7373" y="10271"/>
                </a:lnTo>
                <a:cubicBezTo>
                  <a:pt x="7467" y="10239"/>
                  <a:pt x="7562" y="10113"/>
                  <a:pt x="7562" y="9956"/>
                </a:cubicBezTo>
                <a:lnTo>
                  <a:pt x="7562" y="8034"/>
                </a:lnTo>
                <a:lnTo>
                  <a:pt x="10838" y="4820"/>
                </a:lnTo>
                <a:cubicBezTo>
                  <a:pt x="11311" y="4757"/>
                  <a:pt x="11689" y="4348"/>
                  <a:pt x="11689" y="3812"/>
                </a:cubicBezTo>
                <a:cubicBezTo>
                  <a:pt x="11689" y="3277"/>
                  <a:pt x="11216" y="2804"/>
                  <a:pt x="10681" y="2804"/>
                </a:cubicBezTo>
                <a:lnTo>
                  <a:pt x="8192" y="2804"/>
                </a:lnTo>
                <a:cubicBezTo>
                  <a:pt x="8192" y="2678"/>
                  <a:pt x="8223" y="2521"/>
                  <a:pt x="8223" y="2395"/>
                </a:cubicBezTo>
                <a:cubicBezTo>
                  <a:pt x="8223" y="1071"/>
                  <a:pt x="7152" y="0"/>
                  <a:pt x="582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80" name="Google Shape;8277;p67">
            <a:extLst>
              <a:ext uri="{FF2B5EF4-FFF2-40B4-BE49-F238E27FC236}">
                <a16:creationId xmlns:a16="http://schemas.microsoft.com/office/drawing/2014/main" id="{B8370AC8-8B12-4B15-B690-C7FA6AB470CB}"/>
              </a:ext>
            </a:extLst>
          </p:cNvPr>
          <p:cNvSpPr/>
          <p:nvPr/>
        </p:nvSpPr>
        <p:spPr>
          <a:xfrm>
            <a:off x="6366894" y="1797606"/>
            <a:ext cx="227354" cy="225984"/>
          </a:xfrm>
          <a:custGeom>
            <a:avLst/>
            <a:gdLst/>
            <a:ahLst/>
            <a:cxnLst/>
            <a:rect l="l" t="t" r="r" b="b"/>
            <a:pathLst>
              <a:path w="11784" h="11713" extrusionOk="0">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81" name="Google Shape;8278;p67">
            <a:extLst>
              <a:ext uri="{FF2B5EF4-FFF2-40B4-BE49-F238E27FC236}">
                <a16:creationId xmlns:a16="http://schemas.microsoft.com/office/drawing/2014/main" id="{B84B8D27-F09D-4B82-B572-62D0FB4CF4F6}"/>
              </a:ext>
            </a:extLst>
          </p:cNvPr>
          <p:cNvGrpSpPr/>
          <p:nvPr/>
        </p:nvGrpSpPr>
        <p:grpSpPr>
          <a:xfrm>
            <a:off x="6367744" y="2076102"/>
            <a:ext cx="225521" cy="225521"/>
            <a:chOff x="-6354300" y="2757075"/>
            <a:chExt cx="292225" cy="292225"/>
          </a:xfrm>
          <a:solidFill>
            <a:schemeClr val="tx1"/>
          </a:solidFill>
        </p:grpSpPr>
        <p:sp>
          <p:nvSpPr>
            <p:cNvPr id="329" name="Google Shape;8279;p67">
              <a:extLst>
                <a:ext uri="{FF2B5EF4-FFF2-40B4-BE49-F238E27FC236}">
                  <a16:creationId xmlns:a16="http://schemas.microsoft.com/office/drawing/2014/main" id="{83235BE5-3FF0-44FF-B79E-8439AFCD4979}"/>
                </a:ext>
              </a:extLst>
            </p:cNvPr>
            <p:cNvSpPr/>
            <p:nvPr/>
          </p:nvSpPr>
          <p:spPr>
            <a:xfrm>
              <a:off x="-6354300" y="2757075"/>
              <a:ext cx="292225" cy="292225"/>
            </a:xfrm>
            <a:custGeom>
              <a:avLst/>
              <a:gdLst/>
              <a:ahLst/>
              <a:cxnLst/>
              <a:rect l="l" t="t" r="r" b="b"/>
              <a:pathLst>
                <a:path w="11689" h="11689" extrusionOk="0">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grpFill/>
            <a:ln>
              <a:noFill/>
            </a:ln>
          </p:spPr>
          <p:txBody>
            <a:bodyPr spcFirstLastPara="1" wrap="square" lIns="62728" tIns="62728" rIns="62728" bIns="62728" anchor="ctr" anchorCtr="0">
              <a:noAutofit/>
            </a:bodyPr>
            <a:lstStyle/>
            <a:p>
              <a:endParaRPr sz="764"/>
            </a:p>
          </p:txBody>
        </p:sp>
        <p:sp>
          <p:nvSpPr>
            <p:cNvPr id="330" name="Google Shape;8280;p67">
              <a:extLst>
                <a:ext uri="{FF2B5EF4-FFF2-40B4-BE49-F238E27FC236}">
                  <a16:creationId xmlns:a16="http://schemas.microsoft.com/office/drawing/2014/main" id="{E02FC70F-0ABD-4AEE-A68B-0BB1D1A9708A}"/>
                </a:ext>
              </a:extLst>
            </p:cNvPr>
            <p:cNvSpPr/>
            <p:nvPr/>
          </p:nvSpPr>
          <p:spPr>
            <a:xfrm>
              <a:off x="-6268450" y="279015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grpFill/>
            <a:ln>
              <a:noFill/>
            </a:ln>
          </p:spPr>
          <p:txBody>
            <a:bodyPr spcFirstLastPara="1" wrap="square" lIns="62728" tIns="62728" rIns="62728" bIns="62728" anchor="ctr" anchorCtr="0">
              <a:noAutofit/>
            </a:bodyPr>
            <a:lstStyle/>
            <a:p>
              <a:endParaRPr sz="764"/>
            </a:p>
          </p:txBody>
        </p:sp>
        <p:sp>
          <p:nvSpPr>
            <p:cNvPr id="331" name="Google Shape;8281;p67">
              <a:extLst>
                <a:ext uri="{FF2B5EF4-FFF2-40B4-BE49-F238E27FC236}">
                  <a16:creationId xmlns:a16="http://schemas.microsoft.com/office/drawing/2014/main" id="{56513DA1-C5FE-4861-B813-583C718AF0CB}"/>
                </a:ext>
              </a:extLst>
            </p:cNvPr>
            <p:cNvSpPr/>
            <p:nvPr/>
          </p:nvSpPr>
          <p:spPr>
            <a:xfrm>
              <a:off x="-6268450" y="282560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grpFill/>
            <a:ln>
              <a:noFill/>
            </a:ln>
          </p:spPr>
          <p:txBody>
            <a:bodyPr spcFirstLastPara="1" wrap="square" lIns="62728" tIns="62728" rIns="62728" bIns="62728" anchor="ctr" anchorCtr="0">
              <a:noAutofit/>
            </a:bodyPr>
            <a:lstStyle/>
            <a:p>
              <a:endParaRPr sz="764"/>
            </a:p>
          </p:txBody>
        </p:sp>
        <p:sp>
          <p:nvSpPr>
            <p:cNvPr id="332" name="Google Shape;8282;p67">
              <a:extLst>
                <a:ext uri="{FF2B5EF4-FFF2-40B4-BE49-F238E27FC236}">
                  <a16:creationId xmlns:a16="http://schemas.microsoft.com/office/drawing/2014/main" id="{973F5F36-B874-4A7F-BF50-B93D5B5EA881}"/>
                </a:ext>
              </a:extLst>
            </p:cNvPr>
            <p:cNvSpPr/>
            <p:nvPr/>
          </p:nvSpPr>
          <p:spPr>
            <a:xfrm>
              <a:off x="-6268450" y="2860250"/>
              <a:ext cx="119750" cy="17350"/>
            </a:xfrm>
            <a:custGeom>
              <a:avLst/>
              <a:gdLst/>
              <a:ahLst/>
              <a:cxnLst/>
              <a:rect l="l" t="t" r="r" b="b"/>
              <a:pathLst>
                <a:path w="4790" h="694" extrusionOk="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82" name="Google Shape;8283;p67">
            <a:extLst>
              <a:ext uri="{FF2B5EF4-FFF2-40B4-BE49-F238E27FC236}">
                <a16:creationId xmlns:a16="http://schemas.microsoft.com/office/drawing/2014/main" id="{20A128EF-3501-4FA7-9C38-BF0AC44176A6}"/>
              </a:ext>
            </a:extLst>
          </p:cNvPr>
          <p:cNvGrpSpPr/>
          <p:nvPr/>
        </p:nvGrpSpPr>
        <p:grpSpPr>
          <a:xfrm>
            <a:off x="7814117" y="1525100"/>
            <a:ext cx="226736" cy="226736"/>
            <a:chOff x="-4573475" y="2045850"/>
            <a:chExt cx="293800" cy="293800"/>
          </a:xfrm>
          <a:solidFill>
            <a:schemeClr val="tx1"/>
          </a:solidFill>
        </p:grpSpPr>
        <p:sp>
          <p:nvSpPr>
            <p:cNvPr id="327" name="Google Shape;8284;p67">
              <a:extLst>
                <a:ext uri="{FF2B5EF4-FFF2-40B4-BE49-F238E27FC236}">
                  <a16:creationId xmlns:a16="http://schemas.microsoft.com/office/drawing/2014/main" id="{38DD7B57-DA21-42A8-A586-95CDB2DAD0E1}"/>
                </a:ext>
              </a:extLst>
            </p:cNvPr>
            <p:cNvSpPr/>
            <p:nvPr/>
          </p:nvSpPr>
          <p:spPr>
            <a:xfrm>
              <a:off x="-4573475" y="2045850"/>
              <a:ext cx="293800" cy="293800"/>
            </a:xfrm>
            <a:custGeom>
              <a:avLst/>
              <a:gdLst/>
              <a:ahLst/>
              <a:cxnLst/>
              <a:rect l="l" t="t" r="r" b="b"/>
              <a:pathLst>
                <a:path w="11752" h="11752" extrusionOk="0">
                  <a:moveTo>
                    <a:pt x="6333" y="756"/>
                  </a:moveTo>
                  <a:lnTo>
                    <a:pt x="6459" y="1292"/>
                  </a:lnTo>
                  <a:cubicBezTo>
                    <a:pt x="6490" y="1418"/>
                    <a:pt x="6585" y="1544"/>
                    <a:pt x="6742" y="1576"/>
                  </a:cubicBezTo>
                  <a:cubicBezTo>
                    <a:pt x="7372" y="1702"/>
                    <a:pt x="7908" y="1922"/>
                    <a:pt x="8444" y="2300"/>
                  </a:cubicBezTo>
                  <a:cubicBezTo>
                    <a:pt x="8491" y="2332"/>
                    <a:pt x="8546" y="2347"/>
                    <a:pt x="8605" y="2347"/>
                  </a:cubicBezTo>
                  <a:cubicBezTo>
                    <a:pt x="8664" y="2347"/>
                    <a:pt x="8727" y="2332"/>
                    <a:pt x="8790" y="2300"/>
                  </a:cubicBezTo>
                  <a:lnTo>
                    <a:pt x="9231" y="2017"/>
                  </a:lnTo>
                  <a:lnTo>
                    <a:pt x="9798" y="2584"/>
                  </a:lnTo>
                  <a:lnTo>
                    <a:pt x="9546" y="3025"/>
                  </a:lnTo>
                  <a:cubicBezTo>
                    <a:pt x="9452" y="3151"/>
                    <a:pt x="9452" y="3308"/>
                    <a:pt x="9546" y="3371"/>
                  </a:cubicBezTo>
                  <a:cubicBezTo>
                    <a:pt x="9893" y="3907"/>
                    <a:pt x="10113" y="4505"/>
                    <a:pt x="10239" y="5073"/>
                  </a:cubicBezTo>
                  <a:cubicBezTo>
                    <a:pt x="10271" y="5199"/>
                    <a:pt x="10365" y="5325"/>
                    <a:pt x="10523" y="5356"/>
                  </a:cubicBezTo>
                  <a:lnTo>
                    <a:pt x="11058" y="5482"/>
                  </a:lnTo>
                  <a:lnTo>
                    <a:pt x="11058" y="6301"/>
                  </a:lnTo>
                  <a:lnTo>
                    <a:pt x="10523" y="6427"/>
                  </a:lnTo>
                  <a:cubicBezTo>
                    <a:pt x="10397" y="6459"/>
                    <a:pt x="10271" y="6553"/>
                    <a:pt x="10239" y="6711"/>
                  </a:cubicBezTo>
                  <a:cubicBezTo>
                    <a:pt x="10113" y="7309"/>
                    <a:pt x="9893" y="7877"/>
                    <a:pt x="9546" y="8381"/>
                  </a:cubicBezTo>
                  <a:cubicBezTo>
                    <a:pt x="9452" y="8507"/>
                    <a:pt x="9452" y="8633"/>
                    <a:pt x="9546" y="8759"/>
                  </a:cubicBezTo>
                  <a:lnTo>
                    <a:pt x="9798" y="9168"/>
                  </a:lnTo>
                  <a:lnTo>
                    <a:pt x="9231" y="9767"/>
                  </a:lnTo>
                  <a:lnTo>
                    <a:pt x="8790" y="9483"/>
                  </a:lnTo>
                  <a:cubicBezTo>
                    <a:pt x="8727" y="9452"/>
                    <a:pt x="8656" y="9436"/>
                    <a:pt x="8593" y="9436"/>
                  </a:cubicBezTo>
                  <a:cubicBezTo>
                    <a:pt x="8530" y="9436"/>
                    <a:pt x="8475" y="9452"/>
                    <a:pt x="8444" y="9483"/>
                  </a:cubicBezTo>
                  <a:cubicBezTo>
                    <a:pt x="7908" y="9861"/>
                    <a:pt x="7341" y="10082"/>
                    <a:pt x="6742" y="10208"/>
                  </a:cubicBezTo>
                  <a:cubicBezTo>
                    <a:pt x="6616" y="10239"/>
                    <a:pt x="6490" y="10334"/>
                    <a:pt x="6459" y="10428"/>
                  </a:cubicBezTo>
                  <a:lnTo>
                    <a:pt x="6333" y="10964"/>
                  </a:lnTo>
                  <a:lnTo>
                    <a:pt x="5514" y="10964"/>
                  </a:lnTo>
                  <a:lnTo>
                    <a:pt x="5388" y="10428"/>
                  </a:lnTo>
                  <a:cubicBezTo>
                    <a:pt x="5356" y="10334"/>
                    <a:pt x="5230" y="10208"/>
                    <a:pt x="5136" y="10208"/>
                  </a:cubicBezTo>
                  <a:cubicBezTo>
                    <a:pt x="4505" y="10082"/>
                    <a:pt x="3938" y="9861"/>
                    <a:pt x="3434" y="9483"/>
                  </a:cubicBezTo>
                  <a:cubicBezTo>
                    <a:pt x="3371" y="9452"/>
                    <a:pt x="3308" y="9436"/>
                    <a:pt x="3249" y="9436"/>
                  </a:cubicBezTo>
                  <a:cubicBezTo>
                    <a:pt x="3190" y="9436"/>
                    <a:pt x="3135" y="9452"/>
                    <a:pt x="3088" y="9483"/>
                  </a:cubicBezTo>
                  <a:lnTo>
                    <a:pt x="2647" y="9767"/>
                  </a:lnTo>
                  <a:lnTo>
                    <a:pt x="2048" y="9168"/>
                  </a:lnTo>
                  <a:lnTo>
                    <a:pt x="2332" y="8759"/>
                  </a:lnTo>
                  <a:cubicBezTo>
                    <a:pt x="2395" y="8633"/>
                    <a:pt x="2395" y="8475"/>
                    <a:pt x="2332" y="8381"/>
                  </a:cubicBezTo>
                  <a:cubicBezTo>
                    <a:pt x="1985" y="7877"/>
                    <a:pt x="1733" y="7278"/>
                    <a:pt x="1607" y="6711"/>
                  </a:cubicBezTo>
                  <a:cubicBezTo>
                    <a:pt x="1575" y="6585"/>
                    <a:pt x="1512" y="6459"/>
                    <a:pt x="1386" y="6427"/>
                  </a:cubicBezTo>
                  <a:lnTo>
                    <a:pt x="882" y="6301"/>
                  </a:lnTo>
                  <a:lnTo>
                    <a:pt x="882" y="5482"/>
                  </a:lnTo>
                  <a:lnTo>
                    <a:pt x="1386" y="5356"/>
                  </a:lnTo>
                  <a:cubicBezTo>
                    <a:pt x="1512" y="5325"/>
                    <a:pt x="1607" y="5199"/>
                    <a:pt x="1607" y="5073"/>
                  </a:cubicBezTo>
                  <a:cubicBezTo>
                    <a:pt x="1733" y="4442"/>
                    <a:pt x="1985" y="3907"/>
                    <a:pt x="2332" y="3371"/>
                  </a:cubicBezTo>
                  <a:cubicBezTo>
                    <a:pt x="2395" y="3277"/>
                    <a:pt x="2395" y="3151"/>
                    <a:pt x="2332" y="3025"/>
                  </a:cubicBezTo>
                  <a:lnTo>
                    <a:pt x="2048" y="2584"/>
                  </a:lnTo>
                  <a:lnTo>
                    <a:pt x="2647" y="2017"/>
                  </a:lnTo>
                  <a:lnTo>
                    <a:pt x="3088" y="2300"/>
                  </a:lnTo>
                  <a:cubicBezTo>
                    <a:pt x="3135" y="2332"/>
                    <a:pt x="3198" y="2347"/>
                    <a:pt x="3261" y="2347"/>
                  </a:cubicBezTo>
                  <a:cubicBezTo>
                    <a:pt x="3324" y="2347"/>
                    <a:pt x="3387" y="2332"/>
                    <a:pt x="3434" y="2300"/>
                  </a:cubicBezTo>
                  <a:cubicBezTo>
                    <a:pt x="3938" y="1922"/>
                    <a:pt x="4537" y="1702"/>
                    <a:pt x="5136" y="1576"/>
                  </a:cubicBezTo>
                  <a:cubicBezTo>
                    <a:pt x="5230" y="1544"/>
                    <a:pt x="5356" y="1450"/>
                    <a:pt x="5388" y="1292"/>
                  </a:cubicBezTo>
                  <a:lnTo>
                    <a:pt x="5514" y="756"/>
                  </a:lnTo>
                  <a:close/>
                  <a:moveTo>
                    <a:pt x="5167" y="0"/>
                  </a:moveTo>
                  <a:cubicBezTo>
                    <a:pt x="5009" y="0"/>
                    <a:pt x="4852" y="126"/>
                    <a:pt x="4852" y="284"/>
                  </a:cubicBezTo>
                  <a:lnTo>
                    <a:pt x="4694" y="882"/>
                  </a:lnTo>
                  <a:cubicBezTo>
                    <a:pt x="4127" y="977"/>
                    <a:pt x="3623" y="1229"/>
                    <a:pt x="3119" y="1513"/>
                  </a:cubicBezTo>
                  <a:lnTo>
                    <a:pt x="2615" y="1197"/>
                  </a:lnTo>
                  <a:cubicBezTo>
                    <a:pt x="2557" y="1154"/>
                    <a:pt x="2485" y="1130"/>
                    <a:pt x="2412" y="1130"/>
                  </a:cubicBezTo>
                  <a:cubicBezTo>
                    <a:pt x="2327" y="1130"/>
                    <a:pt x="2242" y="1161"/>
                    <a:pt x="2174" y="1229"/>
                  </a:cubicBezTo>
                  <a:lnTo>
                    <a:pt x="1197" y="2206"/>
                  </a:lnTo>
                  <a:cubicBezTo>
                    <a:pt x="1071" y="2332"/>
                    <a:pt x="1071" y="2489"/>
                    <a:pt x="1134" y="2647"/>
                  </a:cubicBezTo>
                  <a:lnTo>
                    <a:pt x="1449" y="3151"/>
                  </a:lnTo>
                  <a:cubicBezTo>
                    <a:pt x="1134" y="3623"/>
                    <a:pt x="945" y="4159"/>
                    <a:pt x="819" y="4726"/>
                  </a:cubicBezTo>
                  <a:lnTo>
                    <a:pt x="284" y="4884"/>
                  </a:lnTo>
                  <a:cubicBezTo>
                    <a:pt x="126" y="4915"/>
                    <a:pt x="0" y="5041"/>
                    <a:pt x="0" y="5199"/>
                  </a:cubicBezTo>
                  <a:lnTo>
                    <a:pt x="0" y="6585"/>
                  </a:lnTo>
                  <a:cubicBezTo>
                    <a:pt x="0" y="6742"/>
                    <a:pt x="126" y="6868"/>
                    <a:pt x="284" y="6900"/>
                  </a:cubicBezTo>
                  <a:lnTo>
                    <a:pt x="819" y="7057"/>
                  </a:lnTo>
                  <a:cubicBezTo>
                    <a:pt x="945" y="7593"/>
                    <a:pt x="1197" y="8129"/>
                    <a:pt x="1449" y="8633"/>
                  </a:cubicBezTo>
                  <a:lnTo>
                    <a:pt x="1134" y="9137"/>
                  </a:lnTo>
                  <a:cubicBezTo>
                    <a:pt x="1071" y="9263"/>
                    <a:pt x="1071" y="9452"/>
                    <a:pt x="1197" y="9578"/>
                  </a:cubicBezTo>
                  <a:lnTo>
                    <a:pt x="2174" y="10554"/>
                  </a:lnTo>
                  <a:cubicBezTo>
                    <a:pt x="2242" y="10622"/>
                    <a:pt x="2318" y="10653"/>
                    <a:pt x="2399" y="10653"/>
                  </a:cubicBezTo>
                  <a:cubicBezTo>
                    <a:pt x="2469" y="10653"/>
                    <a:pt x="2542" y="10630"/>
                    <a:pt x="2615" y="10586"/>
                  </a:cubicBezTo>
                  <a:lnTo>
                    <a:pt x="3119" y="10271"/>
                  </a:lnTo>
                  <a:cubicBezTo>
                    <a:pt x="3592" y="10586"/>
                    <a:pt x="4127" y="10806"/>
                    <a:pt x="4694" y="10901"/>
                  </a:cubicBezTo>
                  <a:lnTo>
                    <a:pt x="4852" y="11468"/>
                  </a:lnTo>
                  <a:cubicBezTo>
                    <a:pt x="4883" y="11626"/>
                    <a:pt x="5009" y="11752"/>
                    <a:pt x="5167" y="11752"/>
                  </a:cubicBezTo>
                  <a:lnTo>
                    <a:pt x="6553" y="11752"/>
                  </a:lnTo>
                  <a:cubicBezTo>
                    <a:pt x="6711" y="11752"/>
                    <a:pt x="6805" y="11626"/>
                    <a:pt x="6868" y="11468"/>
                  </a:cubicBezTo>
                  <a:lnTo>
                    <a:pt x="7026" y="10901"/>
                  </a:lnTo>
                  <a:cubicBezTo>
                    <a:pt x="7561" y="10806"/>
                    <a:pt x="8065" y="10554"/>
                    <a:pt x="8601" y="10271"/>
                  </a:cubicBezTo>
                  <a:lnTo>
                    <a:pt x="9105" y="10586"/>
                  </a:lnTo>
                  <a:cubicBezTo>
                    <a:pt x="9164" y="10630"/>
                    <a:pt x="9236" y="10653"/>
                    <a:pt x="9309" y="10653"/>
                  </a:cubicBezTo>
                  <a:cubicBezTo>
                    <a:pt x="9393" y="10653"/>
                    <a:pt x="9479" y="10622"/>
                    <a:pt x="9546" y="10554"/>
                  </a:cubicBezTo>
                  <a:lnTo>
                    <a:pt x="10523" y="9578"/>
                  </a:lnTo>
                  <a:cubicBezTo>
                    <a:pt x="10649" y="9452"/>
                    <a:pt x="10649" y="9294"/>
                    <a:pt x="10554" y="9137"/>
                  </a:cubicBezTo>
                  <a:lnTo>
                    <a:pt x="10239" y="8633"/>
                  </a:lnTo>
                  <a:cubicBezTo>
                    <a:pt x="10554" y="8160"/>
                    <a:pt x="10743" y="7656"/>
                    <a:pt x="10869" y="7057"/>
                  </a:cubicBezTo>
                  <a:lnTo>
                    <a:pt x="11468" y="6900"/>
                  </a:lnTo>
                  <a:cubicBezTo>
                    <a:pt x="11626" y="6868"/>
                    <a:pt x="11752" y="6742"/>
                    <a:pt x="11752" y="6585"/>
                  </a:cubicBezTo>
                  <a:lnTo>
                    <a:pt x="11752" y="5199"/>
                  </a:lnTo>
                  <a:cubicBezTo>
                    <a:pt x="11752" y="5041"/>
                    <a:pt x="11626" y="4915"/>
                    <a:pt x="11468" y="4884"/>
                  </a:cubicBezTo>
                  <a:lnTo>
                    <a:pt x="10869" y="4726"/>
                  </a:lnTo>
                  <a:cubicBezTo>
                    <a:pt x="10743" y="4159"/>
                    <a:pt x="10523" y="3655"/>
                    <a:pt x="10239" y="3151"/>
                  </a:cubicBezTo>
                  <a:lnTo>
                    <a:pt x="10554" y="2647"/>
                  </a:lnTo>
                  <a:cubicBezTo>
                    <a:pt x="10649" y="2521"/>
                    <a:pt x="10649" y="2332"/>
                    <a:pt x="10523" y="2206"/>
                  </a:cubicBezTo>
                  <a:lnTo>
                    <a:pt x="9546" y="1229"/>
                  </a:lnTo>
                  <a:cubicBezTo>
                    <a:pt x="9479" y="1161"/>
                    <a:pt x="9402" y="1130"/>
                    <a:pt x="9321" y="1130"/>
                  </a:cubicBezTo>
                  <a:cubicBezTo>
                    <a:pt x="9251" y="1130"/>
                    <a:pt x="9178" y="1154"/>
                    <a:pt x="9105" y="1197"/>
                  </a:cubicBezTo>
                  <a:lnTo>
                    <a:pt x="8601" y="1513"/>
                  </a:lnTo>
                  <a:cubicBezTo>
                    <a:pt x="8128" y="1197"/>
                    <a:pt x="7593" y="977"/>
                    <a:pt x="7026" y="882"/>
                  </a:cubicBezTo>
                  <a:lnTo>
                    <a:pt x="6868" y="284"/>
                  </a:lnTo>
                  <a:cubicBezTo>
                    <a:pt x="6805" y="126"/>
                    <a:pt x="6711" y="0"/>
                    <a:pt x="6553" y="0"/>
                  </a:cubicBezTo>
                  <a:close/>
                </a:path>
              </a:pathLst>
            </a:custGeom>
            <a:grpFill/>
            <a:ln>
              <a:noFill/>
            </a:ln>
          </p:spPr>
          <p:txBody>
            <a:bodyPr spcFirstLastPara="1" wrap="square" lIns="62728" tIns="62728" rIns="62728" bIns="62728" anchor="ctr" anchorCtr="0">
              <a:noAutofit/>
            </a:bodyPr>
            <a:lstStyle/>
            <a:p>
              <a:endParaRPr sz="764"/>
            </a:p>
          </p:txBody>
        </p:sp>
        <p:sp>
          <p:nvSpPr>
            <p:cNvPr id="328" name="Google Shape;8285;p67">
              <a:extLst>
                <a:ext uri="{FF2B5EF4-FFF2-40B4-BE49-F238E27FC236}">
                  <a16:creationId xmlns:a16="http://schemas.microsoft.com/office/drawing/2014/main" id="{5C13B877-A502-4827-8B46-6ECC0FD90F94}"/>
                </a:ext>
              </a:extLst>
            </p:cNvPr>
            <p:cNvSpPr/>
            <p:nvPr/>
          </p:nvSpPr>
          <p:spPr>
            <a:xfrm>
              <a:off x="-4521500" y="2099400"/>
              <a:ext cx="189050" cy="188275"/>
            </a:xfrm>
            <a:custGeom>
              <a:avLst/>
              <a:gdLst/>
              <a:ahLst/>
              <a:cxnLst/>
              <a:rect l="l" t="t" r="r" b="b"/>
              <a:pathLst>
                <a:path w="7562" h="7531" extrusionOk="0">
                  <a:moveTo>
                    <a:pt x="3750" y="662"/>
                  </a:moveTo>
                  <a:cubicBezTo>
                    <a:pt x="5451" y="662"/>
                    <a:pt x="6837" y="2017"/>
                    <a:pt x="6837" y="3718"/>
                  </a:cubicBezTo>
                  <a:cubicBezTo>
                    <a:pt x="6869" y="5104"/>
                    <a:pt x="6049" y="6239"/>
                    <a:pt x="4821" y="6648"/>
                  </a:cubicBezTo>
                  <a:lnTo>
                    <a:pt x="4821" y="5892"/>
                  </a:lnTo>
                  <a:cubicBezTo>
                    <a:pt x="5640" y="5514"/>
                    <a:pt x="6207" y="4663"/>
                    <a:pt x="6207" y="3718"/>
                  </a:cubicBezTo>
                  <a:cubicBezTo>
                    <a:pt x="6207" y="2710"/>
                    <a:pt x="5577" y="1796"/>
                    <a:pt x="4569" y="1481"/>
                  </a:cubicBezTo>
                  <a:cubicBezTo>
                    <a:pt x="4535" y="1472"/>
                    <a:pt x="4501" y="1467"/>
                    <a:pt x="4468" y="1467"/>
                  </a:cubicBezTo>
                  <a:cubicBezTo>
                    <a:pt x="4278" y="1467"/>
                    <a:pt x="4096" y="1609"/>
                    <a:pt x="4096" y="1796"/>
                  </a:cubicBezTo>
                  <a:lnTo>
                    <a:pt x="4096" y="3372"/>
                  </a:lnTo>
                  <a:lnTo>
                    <a:pt x="3435" y="3372"/>
                  </a:lnTo>
                  <a:lnTo>
                    <a:pt x="3435" y="1796"/>
                  </a:lnTo>
                  <a:cubicBezTo>
                    <a:pt x="3435" y="1609"/>
                    <a:pt x="3276" y="1467"/>
                    <a:pt x="3073" y="1467"/>
                  </a:cubicBezTo>
                  <a:cubicBezTo>
                    <a:pt x="3037" y="1467"/>
                    <a:pt x="3000" y="1472"/>
                    <a:pt x="2962" y="1481"/>
                  </a:cubicBezTo>
                  <a:cubicBezTo>
                    <a:pt x="2017" y="1828"/>
                    <a:pt x="1355" y="2742"/>
                    <a:pt x="1355" y="3718"/>
                  </a:cubicBezTo>
                  <a:cubicBezTo>
                    <a:pt x="1355" y="4663"/>
                    <a:pt x="1891" y="5514"/>
                    <a:pt x="2741" y="5892"/>
                  </a:cubicBezTo>
                  <a:lnTo>
                    <a:pt x="2741" y="6648"/>
                  </a:lnTo>
                  <a:cubicBezTo>
                    <a:pt x="1544" y="6207"/>
                    <a:pt x="694" y="5073"/>
                    <a:pt x="694" y="3718"/>
                  </a:cubicBezTo>
                  <a:cubicBezTo>
                    <a:pt x="694" y="2017"/>
                    <a:pt x="2048" y="662"/>
                    <a:pt x="3750" y="662"/>
                  </a:cubicBezTo>
                  <a:close/>
                  <a:moveTo>
                    <a:pt x="4852" y="2363"/>
                  </a:moveTo>
                  <a:cubicBezTo>
                    <a:pt x="5293" y="2679"/>
                    <a:pt x="5514" y="3183"/>
                    <a:pt x="5514" y="3718"/>
                  </a:cubicBezTo>
                  <a:cubicBezTo>
                    <a:pt x="5514" y="4443"/>
                    <a:pt x="5041" y="5104"/>
                    <a:pt x="4380" y="5356"/>
                  </a:cubicBezTo>
                  <a:cubicBezTo>
                    <a:pt x="4254" y="5388"/>
                    <a:pt x="4159" y="5545"/>
                    <a:pt x="4159" y="5671"/>
                  </a:cubicBezTo>
                  <a:lnTo>
                    <a:pt x="4159" y="6806"/>
                  </a:lnTo>
                  <a:lnTo>
                    <a:pt x="3781" y="6806"/>
                  </a:lnTo>
                  <a:cubicBezTo>
                    <a:pt x="3734" y="6821"/>
                    <a:pt x="3679" y="6829"/>
                    <a:pt x="3624" y="6829"/>
                  </a:cubicBezTo>
                  <a:cubicBezTo>
                    <a:pt x="3568" y="6829"/>
                    <a:pt x="3513" y="6821"/>
                    <a:pt x="3466" y="6806"/>
                  </a:cubicBezTo>
                  <a:lnTo>
                    <a:pt x="3466" y="5671"/>
                  </a:lnTo>
                  <a:cubicBezTo>
                    <a:pt x="3466" y="5514"/>
                    <a:pt x="3403" y="5388"/>
                    <a:pt x="3246" y="5356"/>
                  </a:cubicBezTo>
                  <a:cubicBezTo>
                    <a:pt x="2584" y="5104"/>
                    <a:pt x="2111" y="4443"/>
                    <a:pt x="2111" y="3718"/>
                  </a:cubicBezTo>
                  <a:cubicBezTo>
                    <a:pt x="2111" y="3183"/>
                    <a:pt x="2363" y="2679"/>
                    <a:pt x="2773" y="2363"/>
                  </a:cubicBezTo>
                  <a:lnTo>
                    <a:pt x="2773" y="3718"/>
                  </a:lnTo>
                  <a:cubicBezTo>
                    <a:pt x="2773" y="3939"/>
                    <a:pt x="2930" y="4096"/>
                    <a:pt x="3120" y="4096"/>
                  </a:cubicBezTo>
                  <a:lnTo>
                    <a:pt x="4506" y="4096"/>
                  </a:lnTo>
                  <a:cubicBezTo>
                    <a:pt x="4695" y="4096"/>
                    <a:pt x="4852" y="3939"/>
                    <a:pt x="4852" y="3718"/>
                  </a:cubicBezTo>
                  <a:lnTo>
                    <a:pt x="4852" y="2363"/>
                  </a:lnTo>
                  <a:close/>
                  <a:moveTo>
                    <a:pt x="3781" y="1"/>
                  </a:moveTo>
                  <a:cubicBezTo>
                    <a:pt x="1702" y="1"/>
                    <a:pt x="1" y="1670"/>
                    <a:pt x="1" y="3781"/>
                  </a:cubicBezTo>
                  <a:cubicBezTo>
                    <a:pt x="1" y="5861"/>
                    <a:pt x="1702" y="7530"/>
                    <a:pt x="3781" y="7530"/>
                  </a:cubicBezTo>
                  <a:cubicBezTo>
                    <a:pt x="5892" y="7530"/>
                    <a:pt x="7562" y="5861"/>
                    <a:pt x="7562" y="3781"/>
                  </a:cubicBezTo>
                  <a:cubicBezTo>
                    <a:pt x="7562" y="1670"/>
                    <a:pt x="5892" y="1"/>
                    <a:pt x="378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83" name="Google Shape;8286;p67">
            <a:extLst>
              <a:ext uri="{FF2B5EF4-FFF2-40B4-BE49-F238E27FC236}">
                <a16:creationId xmlns:a16="http://schemas.microsoft.com/office/drawing/2014/main" id="{D4AD41C8-E155-450F-AD3B-698DA3A728EF}"/>
              </a:ext>
            </a:extLst>
          </p:cNvPr>
          <p:cNvGrpSpPr/>
          <p:nvPr/>
        </p:nvGrpSpPr>
        <p:grpSpPr>
          <a:xfrm>
            <a:off x="7813808" y="1797243"/>
            <a:ext cx="227354" cy="226756"/>
            <a:chOff x="-4570325" y="2405775"/>
            <a:chExt cx="294600" cy="293825"/>
          </a:xfrm>
          <a:solidFill>
            <a:schemeClr val="tx1"/>
          </a:solidFill>
        </p:grpSpPr>
        <p:sp>
          <p:nvSpPr>
            <p:cNvPr id="325" name="Google Shape;8287;p67">
              <a:extLst>
                <a:ext uri="{FF2B5EF4-FFF2-40B4-BE49-F238E27FC236}">
                  <a16:creationId xmlns:a16="http://schemas.microsoft.com/office/drawing/2014/main" id="{9F5C8743-A836-4C9B-87D5-7E7D4FD1198F}"/>
                </a:ext>
              </a:extLst>
            </p:cNvPr>
            <p:cNvSpPr/>
            <p:nvPr/>
          </p:nvSpPr>
          <p:spPr>
            <a:xfrm>
              <a:off x="-4570325" y="2405775"/>
              <a:ext cx="294600" cy="293825"/>
            </a:xfrm>
            <a:custGeom>
              <a:avLst/>
              <a:gdLst/>
              <a:ahLst/>
              <a:cxnLst/>
              <a:rect l="l" t="t" r="r" b="b"/>
              <a:pathLst>
                <a:path w="11784" h="11753" extrusionOk="0">
                  <a:moveTo>
                    <a:pt x="5734" y="694"/>
                  </a:moveTo>
                  <a:cubicBezTo>
                    <a:pt x="7624" y="694"/>
                    <a:pt x="9168" y="2238"/>
                    <a:pt x="9168" y="4128"/>
                  </a:cubicBezTo>
                  <a:cubicBezTo>
                    <a:pt x="9168" y="6050"/>
                    <a:pt x="7624" y="7594"/>
                    <a:pt x="5734" y="7594"/>
                  </a:cubicBezTo>
                  <a:cubicBezTo>
                    <a:pt x="3844" y="7594"/>
                    <a:pt x="2332" y="6018"/>
                    <a:pt x="2332" y="4128"/>
                  </a:cubicBezTo>
                  <a:cubicBezTo>
                    <a:pt x="2332" y="2238"/>
                    <a:pt x="3844" y="694"/>
                    <a:pt x="5734" y="694"/>
                  </a:cubicBezTo>
                  <a:close/>
                  <a:moveTo>
                    <a:pt x="977" y="7531"/>
                  </a:moveTo>
                  <a:cubicBezTo>
                    <a:pt x="1166" y="7531"/>
                    <a:pt x="1323" y="7688"/>
                    <a:pt x="1323" y="7909"/>
                  </a:cubicBezTo>
                  <a:cubicBezTo>
                    <a:pt x="1292" y="8129"/>
                    <a:pt x="1134" y="8255"/>
                    <a:pt x="977" y="8255"/>
                  </a:cubicBezTo>
                  <a:cubicBezTo>
                    <a:pt x="788" y="8255"/>
                    <a:pt x="630" y="8098"/>
                    <a:pt x="630" y="7909"/>
                  </a:cubicBezTo>
                  <a:cubicBezTo>
                    <a:pt x="630" y="7688"/>
                    <a:pt x="788" y="7531"/>
                    <a:pt x="977" y="7531"/>
                  </a:cubicBezTo>
                  <a:close/>
                  <a:moveTo>
                    <a:pt x="10586" y="7531"/>
                  </a:moveTo>
                  <a:cubicBezTo>
                    <a:pt x="10775" y="7531"/>
                    <a:pt x="10932" y="7688"/>
                    <a:pt x="10932" y="7909"/>
                  </a:cubicBezTo>
                  <a:cubicBezTo>
                    <a:pt x="10932" y="8129"/>
                    <a:pt x="10775" y="8255"/>
                    <a:pt x="10586" y="8255"/>
                  </a:cubicBezTo>
                  <a:cubicBezTo>
                    <a:pt x="10397" y="8255"/>
                    <a:pt x="10239" y="8098"/>
                    <a:pt x="10239" y="7909"/>
                  </a:cubicBezTo>
                  <a:cubicBezTo>
                    <a:pt x="10239" y="7688"/>
                    <a:pt x="10397" y="7531"/>
                    <a:pt x="10586" y="7531"/>
                  </a:cubicBezTo>
                  <a:close/>
                  <a:moveTo>
                    <a:pt x="3025" y="9641"/>
                  </a:moveTo>
                  <a:cubicBezTo>
                    <a:pt x="3214" y="9641"/>
                    <a:pt x="3371" y="9799"/>
                    <a:pt x="3371" y="9988"/>
                  </a:cubicBezTo>
                  <a:cubicBezTo>
                    <a:pt x="3340" y="10177"/>
                    <a:pt x="3214" y="10335"/>
                    <a:pt x="3025" y="10335"/>
                  </a:cubicBezTo>
                  <a:cubicBezTo>
                    <a:pt x="2836" y="10335"/>
                    <a:pt x="2678" y="10177"/>
                    <a:pt x="2678" y="9988"/>
                  </a:cubicBezTo>
                  <a:cubicBezTo>
                    <a:pt x="2678" y="9799"/>
                    <a:pt x="2836" y="9641"/>
                    <a:pt x="3025" y="9641"/>
                  </a:cubicBezTo>
                  <a:close/>
                  <a:moveTo>
                    <a:pt x="8475" y="9641"/>
                  </a:moveTo>
                  <a:cubicBezTo>
                    <a:pt x="8696" y="9641"/>
                    <a:pt x="8822" y="9799"/>
                    <a:pt x="8822" y="9988"/>
                  </a:cubicBezTo>
                  <a:cubicBezTo>
                    <a:pt x="8822" y="10177"/>
                    <a:pt x="8664" y="10335"/>
                    <a:pt x="8475" y="10335"/>
                  </a:cubicBezTo>
                  <a:cubicBezTo>
                    <a:pt x="8255" y="10335"/>
                    <a:pt x="8128" y="10177"/>
                    <a:pt x="8128" y="9988"/>
                  </a:cubicBezTo>
                  <a:cubicBezTo>
                    <a:pt x="8128" y="9799"/>
                    <a:pt x="8255" y="9641"/>
                    <a:pt x="8475" y="9641"/>
                  </a:cubicBezTo>
                  <a:close/>
                  <a:moveTo>
                    <a:pt x="5734" y="10303"/>
                  </a:moveTo>
                  <a:cubicBezTo>
                    <a:pt x="5955" y="10303"/>
                    <a:pt x="6112" y="10461"/>
                    <a:pt x="6112" y="10650"/>
                  </a:cubicBezTo>
                  <a:cubicBezTo>
                    <a:pt x="6112" y="10839"/>
                    <a:pt x="5955" y="10996"/>
                    <a:pt x="5734" y="10996"/>
                  </a:cubicBezTo>
                  <a:cubicBezTo>
                    <a:pt x="5545" y="10996"/>
                    <a:pt x="5388" y="10839"/>
                    <a:pt x="5388" y="10650"/>
                  </a:cubicBezTo>
                  <a:cubicBezTo>
                    <a:pt x="5388" y="10461"/>
                    <a:pt x="5545" y="10303"/>
                    <a:pt x="5734" y="10303"/>
                  </a:cubicBezTo>
                  <a:close/>
                  <a:moveTo>
                    <a:pt x="5797" y="1"/>
                  </a:moveTo>
                  <a:cubicBezTo>
                    <a:pt x="3497" y="1"/>
                    <a:pt x="1701" y="1860"/>
                    <a:pt x="1701" y="4097"/>
                  </a:cubicBezTo>
                  <a:cubicBezTo>
                    <a:pt x="1701" y="5010"/>
                    <a:pt x="2017" y="5924"/>
                    <a:pt x="2552" y="6617"/>
                  </a:cubicBezTo>
                  <a:lnTo>
                    <a:pt x="1701" y="7153"/>
                  </a:lnTo>
                  <a:cubicBezTo>
                    <a:pt x="1481" y="6995"/>
                    <a:pt x="1260" y="6901"/>
                    <a:pt x="1040" y="6901"/>
                  </a:cubicBezTo>
                  <a:cubicBezTo>
                    <a:pt x="473" y="6901"/>
                    <a:pt x="0" y="7373"/>
                    <a:pt x="0" y="7940"/>
                  </a:cubicBezTo>
                  <a:cubicBezTo>
                    <a:pt x="0" y="8476"/>
                    <a:pt x="473" y="8948"/>
                    <a:pt x="1040" y="8948"/>
                  </a:cubicBezTo>
                  <a:cubicBezTo>
                    <a:pt x="1575" y="8948"/>
                    <a:pt x="2048" y="8476"/>
                    <a:pt x="2048" y="7940"/>
                  </a:cubicBezTo>
                  <a:lnTo>
                    <a:pt x="2048" y="7751"/>
                  </a:lnTo>
                  <a:lnTo>
                    <a:pt x="3088" y="7153"/>
                  </a:lnTo>
                  <a:cubicBezTo>
                    <a:pt x="3340" y="7373"/>
                    <a:pt x="3623" y="7625"/>
                    <a:pt x="3970" y="7783"/>
                  </a:cubicBezTo>
                  <a:lnTo>
                    <a:pt x="3308" y="8948"/>
                  </a:lnTo>
                  <a:lnTo>
                    <a:pt x="3119" y="8948"/>
                  </a:lnTo>
                  <a:cubicBezTo>
                    <a:pt x="2552" y="8948"/>
                    <a:pt x="2080" y="9421"/>
                    <a:pt x="2080" y="9988"/>
                  </a:cubicBezTo>
                  <a:cubicBezTo>
                    <a:pt x="2080" y="10524"/>
                    <a:pt x="2552" y="10996"/>
                    <a:pt x="3119" y="10996"/>
                  </a:cubicBezTo>
                  <a:cubicBezTo>
                    <a:pt x="3655" y="10996"/>
                    <a:pt x="4127" y="10524"/>
                    <a:pt x="4127" y="9988"/>
                  </a:cubicBezTo>
                  <a:cubicBezTo>
                    <a:pt x="4127" y="9736"/>
                    <a:pt x="4064" y="9515"/>
                    <a:pt x="3907" y="9326"/>
                  </a:cubicBezTo>
                  <a:lnTo>
                    <a:pt x="4600" y="8098"/>
                  </a:lnTo>
                  <a:cubicBezTo>
                    <a:pt x="4883" y="8161"/>
                    <a:pt x="5199" y="8255"/>
                    <a:pt x="5514" y="8287"/>
                  </a:cubicBezTo>
                  <a:lnTo>
                    <a:pt x="5514" y="9736"/>
                  </a:lnTo>
                  <a:cubicBezTo>
                    <a:pt x="5136" y="9894"/>
                    <a:pt x="4852" y="10272"/>
                    <a:pt x="4852" y="10713"/>
                  </a:cubicBezTo>
                  <a:cubicBezTo>
                    <a:pt x="4852" y="11280"/>
                    <a:pt x="5325" y="11752"/>
                    <a:pt x="5860" y="11752"/>
                  </a:cubicBezTo>
                  <a:cubicBezTo>
                    <a:pt x="6427" y="11752"/>
                    <a:pt x="6900" y="11280"/>
                    <a:pt x="6900" y="10713"/>
                  </a:cubicBezTo>
                  <a:cubicBezTo>
                    <a:pt x="6900" y="10303"/>
                    <a:pt x="6616" y="9894"/>
                    <a:pt x="6238" y="9736"/>
                  </a:cubicBezTo>
                  <a:lnTo>
                    <a:pt x="6238" y="8287"/>
                  </a:lnTo>
                  <a:cubicBezTo>
                    <a:pt x="6553" y="8255"/>
                    <a:pt x="6868" y="8224"/>
                    <a:pt x="7120" y="8098"/>
                  </a:cubicBezTo>
                  <a:lnTo>
                    <a:pt x="7845" y="9326"/>
                  </a:lnTo>
                  <a:cubicBezTo>
                    <a:pt x="7687" y="9515"/>
                    <a:pt x="7593" y="9736"/>
                    <a:pt x="7593" y="9988"/>
                  </a:cubicBezTo>
                  <a:cubicBezTo>
                    <a:pt x="7593" y="10524"/>
                    <a:pt x="8065" y="10996"/>
                    <a:pt x="8633" y="10996"/>
                  </a:cubicBezTo>
                  <a:cubicBezTo>
                    <a:pt x="9168" y="10996"/>
                    <a:pt x="9641" y="10524"/>
                    <a:pt x="9641" y="9988"/>
                  </a:cubicBezTo>
                  <a:cubicBezTo>
                    <a:pt x="9641" y="9421"/>
                    <a:pt x="9168" y="8948"/>
                    <a:pt x="8633" y="8948"/>
                  </a:cubicBezTo>
                  <a:lnTo>
                    <a:pt x="8444" y="8948"/>
                  </a:lnTo>
                  <a:lnTo>
                    <a:pt x="7750" y="7783"/>
                  </a:lnTo>
                  <a:cubicBezTo>
                    <a:pt x="8065" y="7625"/>
                    <a:pt x="8381" y="7373"/>
                    <a:pt x="8664" y="7153"/>
                  </a:cubicBezTo>
                  <a:lnTo>
                    <a:pt x="9735" y="7751"/>
                  </a:lnTo>
                  <a:lnTo>
                    <a:pt x="9735" y="7940"/>
                  </a:lnTo>
                  <a:cubicBezTo>
                    <a:pt x="9735" y="8476"/>
                    <a:pt x="10208" y="8948"/>
                    <a:pt x="10743" y="8948"/>
                  </a:cubicBezTo>
                  <a:cubicBezTo>
                    <a:pt x="11310" y="8948"/>
                    <a:pt x="11783" y="8476"/>
                    <a:pt x="11783" y="7940"/>
                  </a:cubicBezTo>
                  <a:cubicBezTo>
                    <a:pt x="11626" y="7342"/>
                    <a:pt x="11153" y="6901"/>
                    <a:pt x="10586" y="6901"/>
                  </a:cubicBezTo>
                  <a:cubicBezTo>
                    <a:pt x="10302" y="6901"/>
                    <a:pt x="10082" y="6995"/>
                    <a:pt x="9924" y="7153"/>
                  </a:cubicBezTo>
                  <a:lnTo>
                    <a:pt x="9011" y="6617"/>
                  </a:lnTo>
                  <a:cubicBezTo>
                    <a:pt x="9578" y="5924"/>
                    <a:pt x="9893" y="5010"/>
                    <a:pt x="9893" y="4097"/>
                  </a:cubicBezTo>
                  <a:cubicBezTo>
                    <a:pt x="9893" y="1828"/>
                    <a:pt x="8034" y="1"/>
                    <a:pt x="5797" y="1"/>
                  </a:cubicBezTo>
                  <a:close/>
                </a:path>
              </a:pathLst>
            </a:custGeom>
            <a:grpFill/>
            <a:ln>
              <a:noFill/>
            </a:ln>
          </p:spPr>
          <p:txBody>
            <a:bodyPr spcFirstLastPara="1" wrap="square" lIns="62728" tIns="62728" rIns="62728" bIns="62728" anchor="ctr" anchorCtr="0">
              <a:noAutofit/>
            </a:bodyPr>
            <a:lstStyle/>
            <a:p>
              <a:endParaRPr sz="764"/>
            </a:p>
          </p:txBody>
        </p:sp>
        <p:sp>
          <p:nvSpPr>
            <p:cNvPr id="326" name="Google Shape;8288;p67">
              <a:extLst>
                <a:ext uri="{FF2B5EF4-FFF2-40B4-BE49-F238E27FC236}">
                  <a16:creationId xmlns:a16="http://schemas.microsoft.com/office/drawing/2014/main" id="{E05F22BE-D432-48EA-8130-96B9F2E7196D}"/>
                </a:ext>
              </a:extLst>
            </p:cNvPr>
            <p:cNvSpPr/>
            <p:nvPr/>
          </p:nvSpPr>
          <p:spPr>
            <a:xfrm>
              <a:off x="-4478175" y="2439650"/>
              <a:ext cx="103975" cy="120525"/>
            </a:xfrm>
            <a:custGeom>
              <a:avLst/>
              <a:gdLst/>
              <a:ahLst/>
              <a:cxnLst/>
              <a:rect l="l" t="t" r="r" b="b"/>
              <a:pathLst>
                <a:path w="4159" h="4821" extrusionOk="0">
                  <a:moveTo>
                    <a:pt x="2048" y="725"/>
                  </a:moveTo>
                  <a:cubicBezTo>
                    <a:pt x="2458" y="725"/>
                    <a:pt x="2741" y="1040"/>
                    <a:pt x="2741" y="1387"/>
                  </a:cubicBezTo>
                  <a:cubicBezTo>
                    <a:pt x="2741" y="1765"/>
                    <a:pt x="2426" y="2049"/>
                    <a:pt x="2048" y="2049"/>
                  </a:cubicBezTo>
                  <a:cubicBezTo>
                    <a:pt x="1702" y="2049"/>
                    <a:pt x="1387" y="1733"/>
                    <a:pt x="1387" y="1387"/>
                  </a:cubicBezTo>
                  <a:cubicBezTo>
                    <a:pt x="1387" y="1040"/>
                    <a:pt x="1702" y="725"/>
                    <a:pt x="2048" y="725"/>
                  </a:cubicBezTo>
                  <a:close/>
                  <a:moveTo>
                    <a:pt x="2363" y="2773"/>
                  </a:moveTo>
                  <a:cubicBezTo>
                    <a:pt x="2930" y="2773"/>
                    <a:pt x="3403" y="3246"/>
                    <a:pt x="3403" y="3781"/>
                  </a:cubicBezTo>
                  <a:lnTo>
                    <a:pt x="3403" y="4128"/>
                  </a:lnTo>
                  <a:lnTo>
                    <a:pt x="630" y="4128"/>
                  </a:lnTo>
                  <a:lnTo>
                    <a:pt x="630" y="3781"/>
                  </a:lnTo>
                  <a:lnTo>
                    <a:pt x="693" y="3781"/>
                  </a:lnTo>
                  <a:cubicBezTo>
                    <a:pt x="693" y="3246"/>
                    <a:pt x="1166" y="2773"/>
                    <a:pt x="1702" y="2773"/>
                  </a:cubicBezTo>
                  <a:close/>
                  <a:moveTo>
                    <a:pt x="2111" y="1"/>
                  </a:moveTo>
                  <a:cubicBezTo>
                    <a:pt x="1355" y="1"/>
                    <a:pt x="725" y="631"/>
                    <a:pt x="725" y="1387"/>
                  </a:cubicBezTo>
                  <a:cubicBezTo>
                    <a:pt x="725" y="1702"/>
                    <a:pt x="851" y="2017"/>
                    <a:pt x="1040" y="2238"/>
                  </a:cubicBezTo>
                  <a:cubicBezTo>
                    <a:pt x="441" y="2521"/>
                    <a:pt x="63" y="3120"/>
                    <a:pt x="63" y="3781"/>
                  </a:cubicBezTo>
                  <a:lnTo>
                    <a:pt x="63" y="4443"/>
                  </a:lnTo>
                  <a:cubicBezTo>
                    <a:pt x="0" y="4663"/>
                    <a:pt x="158" y="4821"/>
                    <a:pt x="378" y="4821"/>
                  </a:cubicBezTo>
                  <a:lnTo>
                    <a:pt x="3781" y="4821"/>
                  </a:lnTo>
                  <a:cubicBezTo>
                    <a:pt x="4001" y="4821"/>
                    <a:pt x="4159" y="4663"/>
                    <a:pt x="4159" y="4443"/>
                  </a:cubicBezTo>
                  <a:lnTo>
                    <a:pt x="4159" y="3781"/>
                  </a:lnTo>
                  <a:cubicBezTo>
                    <a:pt x="4159" y="3120"/>
                    <a:pt x="3749" y="2521"/>
                    <a:pt x="3151" y="2238"/>
                  </a:cubicBezTo>
                  <a:cubicBezTo>
                    <a:pt x="3371" y="2017"/>
                    <a:pt x="3466" y="1733"/>
                    <a:pt x="3466" y="1387"/>
                  </a:cubicBezTo>
                  <a:cubicBezTo>
                    <a:pt x="3466" y="631"/>
                    <a:pt x="2836" y="1"/>
                    <a:pt x="211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84" name="Google Shape;8289;p67">
            <a:extLst>
              <a:ext uri="{FF2B5EF4-FFF2-40B4-BE49-F238E27FC236}">
                <a16:creationId xmlns:a16="http://schemas.microsoft.com/office/drawing/2014/main" id="{DA040CB8-F317-4CB4-AE3B-BB1736A96E78}"/>
              </a:ext>
            </a:extLst>
          </p:cNvPr>
          <p:cNvGrpSpPr/>
          <p:nvPr/>
        </p:nvGrpSpPr>
        <p:grpSpPr>
          <a:xfrm>
            <a:off x="7814416" y="2075803"/>
            <a:ext cx="226139" cy="226119"/>
            <a:chOff x="-4572700" y="2764950"/>
            <a:chExt cx="293025" cy="293000"/>
          </a:xfrm>
          <a:solidFill>
            <a:schemeClr val="tx1"/>
          </a:solidFill>
        </p:grpSpPr>
        <p:sp>
          <p:nvSpPr>
            <p:cNvPr id="320" name="Google Shape;8290;p67">
              <a:extLst>
                <a:ext uri="{FF2B5EF4-FFF2-40B4-BE49-F238E27FC236}">
                  <a16:creationId xmlns:a16="http://schemas.microsoft.com/office/drawing/2014/main" id="{1D35B278-857E-4E68-AF0A-EA74EC67E8BC}"/>
                </a:ext>
              </a:extLst>
            </p:cNvPr>
            <p:cNvSpPr/>
            <p:nvPr/>
          </p:nvSpPr>
          <p:spPr>
            <a:xfrm>
              <a:off x="-4572700" y="2764950"/>
              <a:ext cx="293025" cy="293000"/>
            </a:xfrm>
            <a:custGeom>
              <a:avLst/>
              <a:gdLst/>
              <a:ahLst/>
              <a:cxnLst/>
              <a:rect l="l" t="t" r="r" b="b"/>
              <a:pathLst>
                <a:path w="11721" h="11720" extrusionOk="0">
                  <a:moveTo>
                    <a:pt x="10681" y="2048"/>
                  </a:moveTo>
                  <a:cubicBezTo>
                    <a:pt x="10870" y="2048"/>
                    <a:pt x="11027" y="2206"/>
                    <a:pt x="11027" y="2395"/>
                  </a:cubicBezTo>
                  <a:lnTo>
                    <a:pt x="11027" y="7246"/>
                  </a:lnTo>
                  <a:cubicBezTo>
                    <a:pt x="11027" y="7435"/>
                    <a:pt x="10870" y="7593"/>
                    <a:pt x="10681" y="7593"/>
                  </a:cubicBezTo>
                  <a:lnTo>
                    <a:pt x="1072" y="7593"/>
                  </a:lnTo>
                  <a:cubicBezTo>
                    <a:pt x="883" y="7593"/>
                    <a:pt x="725" y="7435"/>
                    <a:pt x="725" y="7246"/>
                  </a:cubicBezTo>
                  <a:lnTo>
                    <a:pt x="725" y="2395"/>
                  </a:lnTo>
                  <a:cubicBezTo>
                    <a:pt x="725" y="2206"/>
                    <a:pt x="883" y="2048"/>
                    <a:pt x="1072" y="2048"/>
                  </a:cubicBezTo>
                  <a:close/>
                  <a:moveTo>
                    <a:pt x="4821" y="8286"/>
                  </a:moveTo>
                  <a:lnTo>
                    <a:pt x="4821" y="8979"/>
                  </a:lnTo>
                  <a:lnTo>
                    <a:pt x="3435" y="8979"/>
                  </a:lnTo>
                  <a:lnTo>
                    <a:pt x="3435" y="8286"/>
                  </a:lnTo>
                  <a:close/>
                  <a:moveTo>
                    <a:pt x="8287" y="8286"/>
                  </a:moveTo>
                  <a:lnTo>
                    <a:pt x="8287" y="8979"/>
                  </a:lnTo>
                  <a:lnTo>
                    <a:pt x="6869" y="8979"/>
                  </a:lnTo>
                  <a:lnTo>
                    <a:pt x="6869" y="8286"/>
                  </a:lnTo>
                  <a:close/>
                  <a:moveTo>
                    <a:pt x="6207" y="8254"/>
                  </a:moveTo>
                  <a:lnTo>
                    <a:pt x="6207" y="11027"/>
                  </a:lnTo>
                  <a:lnTo>
                    <a:pt x="5514" y="11027"/>
                  </a:lnTo>
                  <a:lnTo>
                    <a:pt x="5514" y="8254"/>
                  </a:lnTo>
                  <a:close/>
                  <a:moveTo>
                    <a:pt x="1733" y="0"/>
                  </a:moveTo>
                  <a:cubicBezTo>
                    <a:pt x="1544" y="0"/>
                    <a:pt x="1387" y="158"/>
                    <a:pt x="1387" y="347"/>
                  </a:cubicBezTo>
                  <a:cubicBezTo>
                    <a:pt x="1387" y="536"/>
                    <a:pt x="1544" y="693"/>
                    <a:pt x="1733" y="693"/>
                  </a:cubicBezTo>
                  <a:lnTo>
                    <a:pt x="2112" y="693"/>
                  </a:lnTo>
                  <a:lnTo>
                    <a:pt x="2112" y="1355"/>
                  </a:lnTo>
                  <a:lnTo>
                    <a:pt x="1072" y="1355"/>
                  </a:lnTo>
                  <a:cubicBezTo>
                    <a:pt x="536" y="1355"/>
                    <a:pt x="64" y="1827"/>
                    <a:pt x="64" y="2395"/>
                  </a:cubicBezTo>
                  <a:lnTo>
                    <a:pt x="64" y="7246"/>
                  </a:lnTo>
                  <a:cubicBezTo>
                    <a:pt x="64" y="7782"/>
                    <a:pt x="536" y="8254"/>
                    <a:pt x="1072" y="8254"/>
                  </a:cubicBezTo>
                  <a:lnTo>
                    <a:pt x="2773" y="8254"/>
                  </a:lnTo>
                  <a:lnTo>
                    <a:pt x="2773" y="8916"/>
                  </a:lnTo>
                  <a:lnTo>
                    <a:pt x="1733" y="8916"/>
                  </a:lnTo>
                  <a:cubicBezTo>
                    <a:pt x="1544" y="8916"/>
                    <a:pt x="1387" y="9074"/>
                    <a:pt x="1387" y="9294"/>
                  </a:cubicBezTo>
                  <a:cubicBezTo>
                    <a:pt x="1387" y="9483"/>
                    <a:pt x="1544" y="9641"/>
                    <a:pt x="1733" y="9641"/>
                  </a:cubicBezTo>
                  <a:lnTo>
                    <a:pt x="4821" y="9641"/>
                  </a:lnTo>
                  <a:lnTo>
                    <a:pt x="4821" y="11027"/>
                  </a:lnTo>
                  <a:lnTo>
                    <a:pt x="379" y="11027"/>
                  </a:lnTo>
                  <a:cubicBezTo>
                    <a:pt x="158" y="11027"/>
                    <a:pt x="1" y="11184"/>
                    <a:pt x="1" y="11373"/>
                  </a:cubicBezTo>
                  <a:cubicBezTo>
                    <a:pt x="1" y="11562"/>
                    <a:pt x="158" y="11720"/>
                    <a:pt x="379" y="11720"/>
                  </a:cubicBezTo>
                  <a:lnTo>
                    <a:pt x="11342" y="11720"/>
                  </a:lnTo>
                  <a:cubicBezTo>
                    <a:pt x="11563" y="11720"/>
                    <a:pt x="11721" y="11562"/>
                    <a:pt x="11721" y="11373"/>
                  </a:cubicBezTo>
                  <a:cubicBezTo>
                    <a:pt x="11721" y="11184"/>
                    <a:pt x="11563" y="11027"/>
                    <a:pt x="11342" y="11027"/>
                  </a:cubicBezTo>
                  <a:lnTo>
                    <a:pt x="6869" y="11027"/>
                  </a:lnTo>
                  <a:lnTo>
                    <a:pt x="6869" y="9641"/>
                  </a:lnTo>
                  <a:lnTo>
                    <a:pt x="9988" y="9641"/>
                  </a:lnTo>
                  <a:cubicBezTo>
                    <a:pt x="10177" y="9641"/>
                    <a:pt x="10334" y="9483"/>
                    <a:pt x="10334" y="9294"/>
                  </a:cubicBezTo>
                  <a:cubicBezTo>
                    <a:pt x="10334" y="9074"/>
                    <a:pt x="10177" y="8916"/>
                    <a:pt x="9988" y="8916"/>
                  </a:cubicBezTo>
                  <a:lnTo>
                    <a:pt x="8948" y="8916"/>
                  </a:lnTo>
                  <a:lnTo>
                    <a:pt x="8948" y="8254"/>
                  </a:lnTo>
                  <a:lnTo>
                    <a:pt x="10681" y="8254"/>
                  </a:lnTo>
                  <a:cubicBezTo>
                    <a:pt x="11248" y="8254"/>
                    <a:pt x="11721" y="7782"/>
                    <a:pt x="11721" y="7246"/>
                  </a:cubicBezTo>
                  <a:lnTo>
                    <a:pt x="11721" y="2395"/>
                  </a:lnTo>
                  <a:cubicBezTo>
                    <a:pt x="11721" y="1827"/>
                    <a:pt x="11248" y="1355"/>
                    <a:pt x="10681" y="1355"/>
                  </a:cubicBezTo>
                  <a:lnTo>
                    <a:pt x="9673" y="1355"/>
                  </a:lnTo>
                  <a:lnTo>
                    <a:pt x="9673" y="693"/>
                  </a:lnTo>
                  <a:lnTo>
                    <a:pt x="10019" y="693"/>
                  </a:lnTo>
                  <a:cubicBezTo>
                    <a:pt x="10208" y="693"/>
                    <a:pt x="10366" y="536"/>
                    <a:pt x="10366" y="347"/>
                  </a:cubicBezTo>
                  <a:cubicBezTo>
                    <a:pt x="10366" y="158"/>
                    <a:pt x="10208" y="0"/>
                    <a:pt x="10019" y="0"/>
                  </a:cubicBezTo>
                  <a:lnTo>
                    <a:pt x="8633" y="0"/>
                  </a:lnTo>
                  <a:cubicBezTo>
                    <a:pt x="8444" y="0"/>
                    <a:pt x="8287" y="158"/>
                    <a:pt x="8287" y="347"/>
                  </a:cubicBezTo>
                  <a:cubicBezTo>
                    <a:pt x="8287" y="536"/>
                    <a:pt x="8444" y="693"/>
                    <a:pt x="8633" y="693"/>
                  </a:cubicBezTo>
                  <a:lnTo>
                    <a:pt x="8980" y="693"/>
                  </a:lnTo>
                  <a:lnTo>
                    <a:pt x="8980" y="1355"/>
                  </a:lnTo>
                  <a:lnTo>
                    <a:pt x="6207" y="1355"/>
                  </a:lnTo>
                  <a:lnTo>
                    <a:pt x="6207" y="693"/>
                  </a:lnTo>
                  <a:lnTo>
                    <a:pt x="6554" y="693"/>
                  </a:lnTo>
                  <a:cubicBezTo>
                    <a:pt x="6743" y="693"/>
                    <a:pt x="6900" y="536"/>
                    <a:pt x="6900" y="347"/>
                  </a:cubicBezTo>
                  <a:cubicBezTo>
                    <a:pt x="6900" y="158"/>
                    <a:pt x="6743" y="0"/>
                    <a:pt x="6554" y="0"/>
                  </a:cubicBezTo>
                  <a:lnTo>
                    <a:pt x="5168" y="0"/>
                  </a:lnTo>
                  <a:cubicBezTo>
                    <a:pt x="4978" y="0"/>
                    <a:pt x="4821" y="158"/>
                    <a:pt x="4821" y="347"/>
                  </a:cubicBezTo>
                  <a:cubicBezTo>
                    <a:pt x="4821" y="536"/>
                    <a:pt x="4978" y="693"/>
                    <a:pt x="5168" y="693"/>
                  </a:cubicBezTo>
                  <a:lnTo>
                    <a:pt x="5514" y="693"/>
                  </a:lnTo>
                  <a:lnTo>
                    <a:pt x="5514" y="1355"/>
                  </a:lnTo>
                  <a:lnTo>
                    <a:pt x="2773" y="1355"/>
                  </a:lnTo>
                  <a:lnTo>
                    <a:pt x="2773" y="693"/>
                  </a:lnTo>
                  <a:lnTo>
                    <a:pt x="3120" y="693"/>
                  </a:lnTo>
                  <a:cubicBezTo>
                    <a:pt x="3309" y="693"/>
                    <a:pt x="3466" y="536"/>
                    <a:pt x="3466" y="347"/>
                  </a:cubicBezTo>
                  <a:cubicBezTo>
                    <a:pt x="3466" y="158"/>
                    <a:pt x="3309" y="0"/>
                    <a:pt x="3120" y="0"/>
                  </a:cubicBezTo>
                  <a:close/>
                </a:path>
              </a:pathLst>
            </a:custGeom>
            <a:grpFill/>
            <a:ln>
              <a:noFill/>
            </a:ln>
          </p:spPr>
          <p:txBody>
            <a:bodyPr spcFirstLastPara="1" wrap="square" lIns="62728" tIns="62728" rIns="62728" bIns="62728" anchor="ctr" anchorCtr="0">
              <a:noAutofit/>
            </a:bodyPr>
            <a:lstStyle/>
            <a:p>
              <a:endParaRPr sz="764"/>
            </a:p>
          </p:txBody>
        </p:sp>
        <p:sp>
          <p:nvSpPr>
            <p:cNvPr id="321" name="Google Shape;8291;p67">
              <a:extLst>
                <a:ext uri="{FF2B5EF4-FFF2-40B4-BE49-F238E27FC236}">
                  <a16:creationId xmlns:a16="http://schemas.microsoft.com/office/drawing/2014/main" id="{1C9BE5B3-BAF5-4BA0-8C0D-A27B6E3BB4BF}"/>
                </a:ext>
              </a:extLst>
            </p:cNvPr>
            <p:cNvSpPr/>
            <p:nvPr/>
          </p:nvSpPr>
          <p:spPr>
            <a:xfrm>
              <a:off x="-4538825" y="2833475"/>
              <a:ext cx="86650" cy="104775"/>
            </a:xfrm>
            <a:custGeom>
              <a:avLst/>
              <a:gdLst/>
              <a:ahLst/>
              <a:cxnLst/>
              <a:rect l="l" t="t" r="r" b="b"/>
              <a:pathLst>
                <a:path w="3466" h="4191" extrusionOk="0">
                  <a:moveTo>
                    <a:pt x="2804" y="662"/>
                  </a:moveTo>
                  <a:lnTo>
                    <a:pt x="2804" y="3466"/>
                  </a:lnTo>
                  <a:lnTo>
                    <a:pt x="757" y="3466"/>
                  </a:lnTo>
                  <a:lnTo>
                    <a:pt x="757" y="662"/>
                  </a:lnTo>
                  <a:close/>
                  <a:moveTo>
                    <a:pt x="347" y="0"/>
                  </a:moveTo>
                  <a:cubicBezTo>
                    <a:pt x="158" y="0"/>
                    <a:pt x="0" y="158"/>
                    <a:pt x="0" y="347"/>
                  </a:cubicBezTo>
                  <a:lnTo>
                    <a:pt x="0" y="3812"/>
                  </a:lnTo>
                  <a:cubicBezTo>
                    <a:pt x="0" y="4033"/>
                    <a:pt x="158" y="4190"/>
                    <a:pt x="347" y="4190"/>
                  </a:cubicBezTo>
                  <a:lnTo>
                    <a:pt x="3119" y="4190"/>
                  </a:lnTo>
                  <a:cubicBezTo>
                    <a:pt x="3308" y="4190"/>
                    <a:pt x="3466" y="4033"/>
                    <a:pt x="3466" y="3812"/>
                  </a:cubicBezTo>
                  <a:lnTo>
                    <a:pt x="3466" y="347"/>
                  </a:lnTo>
                  <a:cubicBezTo>
                    <a:pt x="3466" y="158"/>
                    <a:pt x="3308" y="0"/>
                    <a:pt x="3119" y="0"/>
                  </a:cubicBezTo>
                  <a:close/>
                </a:path>
              </a:pathLst>
            </a:custGeom>
            <a:grpFill/>
            <a:ln>
              <a:noFill/>
            </a:ln>
          </p:spPr>
          <p:txBody>
            <a:bodyPr spcFirstLastPara="1" wrap="square" lIns="62728" tIns="62728" rIns="62728" bIns="62728" anchor="ctr" anchorCtr="0">
              <a:noAutofit/>
            </a:bodyPr>
            <a:lstStyle/>
            <a:p>
              <a:endParaRPr sz="764"/>
            </a:p>
          </p:txBody>
        </p:sp>
        <p:sp>
          <p:nvSpPr>
            <p:cNvPr id="322" name="Google Shape;8292;p67">
              <a:extLst>
                <a:ext uri="{FF2B5EF4-FFF2-40B4-BE49-F238E27FC236}">
                  <a16:creationId xmlns:a16="http://schemas.microsoft.com/office/drawing/2014/main" id="{850A017C-3729-4C6A-A3B8-945C3D5D29C5}"/>
                </a:ext>
              </a:extLst>
            </p:cNvPr>
            <p:cNvSpPr/>
            <p:nvPr/>
          </p:nvSpPr>
          <p:spPr>
            <a:xfrm>
              <a:off x="-4435650" y="2902775"/>
              <a:ext cx="121325" cy="17350"/>
            </a:xfrm>
            <a:custGeom>
              <a:avLst/>
              <a:gdLst/>
              <a:ahLst/>
              <a:cxnLst/>
              <a:rect l="l" t="t" r="r" b="b"/>
              <a:pathLst>
                <a:path w="4853" h="694" extrusionOk="0">
                  <a:moveTo>
                    <a:pt x="347" y="1"/>
                  </a:moveTo>
                  <a:cubicBezTo>
                    <a:pt x="158" y="1"/>
                    <a:pt x="1" y="158"/>
                    <a:pt x="1" y="347"/>
                  </a:cubicBezTo>
                  <a:cubicBezTo>
                    <a:pt x="32" y="536"/>
                    <a:pt x="158" y="694"/>
                    <a:pt x="347" y="694"/>
                  </a:cubicBezTo>
                  <a:lnTo>
                    <a:pt x="4506" y="694"/>
                  </a:lnTo>
                  <a:cubicBezTo>
                    <a:pt x="4695" y="694"/>
                    <a:pt x="4852" y="536"/>
                    <a:pt x="4852" y="347"/>
                  </a:cubicBezTo>
                  <a:cubicBezTo>
                    <a:pt x="4852" y="158"/>
                    <a:pt x="4695" y="1"/>
                    <a:pt x="4506" y="1"/>
                  </a:cubicBezTo>
                  <a:close/>
                </a:path>
              </a:pathLst>
            </a:custGeom>
            <a:grpFill/>
            <a:ln>
              <a:noFill/>
            </a:ln>
          </p:spPr>
          <p:txBody>
            <a:bodyPr spcFirstLastPara="1" wrap="square" lIns="62728" tIns="62728" rIns="62728" bIns="62728" anchor="ctr" anchorCtr="0">
              <a:noAutofit/>
            </a:bodyPr>
            <a:lstStyle/>
            <a:p>
              <a:endParaRPr sz="764"/>
            </a:p>
          </p:txBody>
        </p:sp>
        <p:sp>
          <p:nvSpPr>
            <p:cNvPr id="323" name="Google Shape;8293;p67">
              <a:extLst>
                <a:ext uri="{FF2B5EF4-FFF2-40B4-BE49-F238E27FC236}">
                  <a16:creationId xmlns:a16="http://schemas.microsoft.com/office/drawing/2014/main" id="{DD7B76ED-7E90-4B98-AFAF-101A6E0D5BBA}"/>
                </a:ext>
              </a:extLst>
            </p:cNvPr>
            <p:cNvSpPr/>
            <p:nvPr/>
          </p:nvSpPr>
          <p:spPr>
            <a:xfrm>
              <a:off x="-4435650" y="2867325"/>
              <a:ext cx="121325" cy="17350"/>
            </a:xfrm>
            <a:custGeom>
              <a:avLst/>
              <a:gdLst/>
              <a:ahLst/>
              <a:cxnLst/>
              <a:rect l="l" t="t" r="r" b="b"/>
              <a:pathLst>
                <a:path w="4853" h="694" extrusionOk="0">
                  <a:moveTo>
                    <a:pt x="347" y="1"/>
                  </a:moveTo>
                  <a:cubicBezTo>
                    <a:pt x="158" y="1"/>
                    <a:pt x="1" y="158"/>
                    <a:pt x="1" y="347"/>
                  </a:cubicBezTo>
                  <a:cubicBezTo>
                    <a:pt x="32" y="568"/>
                    <a:pt x="158" y="694"/>
                    <a:pt x="347" y="694"/>
                  </a:cubicBezTo>
                  <a:lnTo>
                    <a:pt x="4506" y="694"/>
                  </a:lnTo>
                  <a:cubicBezTo>
                    <a:pt x="4695" y="694"/>
                    <a:pt x="4852" y="536"/>
                    <a:pt x="4852" y="347"/>
                  </a:cubicBezTo>
                  <a:cubicBezTo>
                    <a:pt x="4852" y="158"/>
                    <a:pt x="4695" y="1"/>
                    <a:pt x="4506" y="1"/>
                  </a:cubicBezTo>
                  <a:close/>
                </a:path>
              </a:pathLst>
            </a:custGeom>
            <a:grpFill/>
            <a:ln>
              <a:noFill/>
            </a:ln>
          </p:spPr>
          <p:txBody>
            <a:bodyPr spcFirstLastPara="1" wrap="square" lIns="62728" tIns="62728" rIns="62728" bIns="62728" anchor="ctr" anchorCtr="0">
              <a:noAutofit/>
            </a:bodyPr>
            <a:lstStyle/>
            <a:p>
              <a:endParaRPr sz="764"/>
            </a:p>
          </p:txBody>
        </p:sp>
        <p:sp>
          <p:nvSpPr>
            <p:cNvPr id="324" name="Google Shape;8294;p67">
              <a:extLst>
                <a:ext uri="{FF2B5EF4-FFF2-40B4-BE49-F238E27FC236}">
                  <a16:creationId xmlns:a16="http://schemas.microsoft.com/office/drawing/2014/main" id="{89A7F63A-B1F4-4B25-8731-BBB6FE49AD6C}"/>
                </a:ext>
              </a:extLst>
            </p:cNvPr>
            <p:cNvSpPr/>
            <p:nvPr/>
          </p:nvSpPr>
          <p:spPr>
            <a:xfrm>
              <a:off x="-4435650" y="2833475"/>
              <a:ext cx="121325" cy="18125"/>
            </a:xfrm>
            <a:custGeom>
              <a:avLst/>
              <a:gdLst/>
              <a:ahLst/>
              <a:cxnLst/>
              <a:rect l="l" t="t" r="r" b="b"/>
              <a:pathLst>
                <a:path w="4853" h="725" extrusionOk="0">
                  <a:moveTo>
                    <a:pt x="347" y="0"/>
                  </a:moveTo>
                  <a:cubicBezTo>
                    <a:pt x="158" y="0"/>
                    <a:pt x="1" y="158"/>
                    <a:pt x="1" y="347"/>
                  </a:cubicBezTo>
                  <a:cubicBezTo>
                    <a:pt x="32" y="567"/>
                    <a:pt x="158" y="725"/>
                    <a:pt x="347" y="725"/>
                  </a:cubicBezTo>
                  <a:lnTo>
                    <a:pt x="4506" y="725"/>
                  </a:lnTo>
                  <a:cubicBezTo>
                    <a:pt x="4695" y="725"/>
                    <a:pt x="4852" y="567"/>
                    <a:pt x="4852" y="347"/>
                  </a:cubicBezTo>
                  <a:cubicBezTo>
                    <a:pt x="4852" y="158"/>
                    <a:pt x="4695" y="0"/>
                    <a:pt x="4506"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85" name="Google Shape;8295;p67">
            <a:extLst>
              <a:ext uri="{FF2B5EF4-FFF2-40B4-BE49-F238E27FC236}">
                <a16:creationId xmlns:a16="http://schemas.microsoft.com/office/drawing/2014/main" id="{BE01C3D6-462D-4BE6-9EC6-D5850B339004}"/>
              </a:ext>
            </a:extLst>
          </p:cNvPr>
          <p:cNvGrpSpPr/>
          <p:nvPr/>
        </p:nvGrpSpPr>
        <p:grpSpPr>
          <a:xfrm>
            <a:off x="9268512" y="1525998"/>
            <a:ext cx="221739" cy="224942"/>
            <a:chOff x="-2777700" y="2049775"/>
            <a:chExt cx="287325" cy="291475"/>
          </a:xfrm>
          <a:solidFill>
            <a:schemeClr val="tx1"/>
          </a:solidFill>
        </p:grpSpPr>
        <p:sp>
          <p:nvSpPr>
            <p:cNvPr id="317" name="Google Shape;8296;p67">
              <a:extLst>
                <a:ext uri="{FF2B5EF4-FFF2-40B4-BE49-F238E27FC236}">
                  <a16:creationId xmlns:a16="http://schemas.microsoft.com/office/drawing/2014/main" id="{A1E5AEBE-81B4-40A1-8552-6F1592E42812}"/>
                </a:ext>
              </a:extLst>
            </p:cNvPr>
            <p:cNvSpPr/>
            <p:nvPr/>
          </p:nvSpPr>
          <p:spPr>
            <a:xfrm>
              <a:off x="-2777700" y="2049775"/>
              <a:ext cx="287325" cy="291475"/>
            </a:xfrm>
            <a:custGeom>
              <a:avLst/>
              <a:gdLst/>
              <a:ahLst/>
              <a:cxnLst/>
              <a:rect l="l" t="t" r="r" b="b"/>
              <a:pathLst>
                <a:path w="11493" h="11659" extrusionOk="0">
                  <a:moveTo>
                    <a:pt x="7121" y="662"/>
                  </a:moveTo>
                  <a:cubicBezTo>
                    <a:pt x="7341" y="662"/>
                    <a:pt x="7499" y="820"/>
                    <a:pt x="7499" y="1040"/>
                  </a:cubicBezTo>
                  <a:cubicBezTo>
                    <a:pt x="7499" y="1230"/>
                    <a:pt x="7341" y="1387"/>
                    <a:pt x="7121" y="1387"/>
                  </a:cubicBezTo>
                  <a:lnTo>
                    <a:pt x="4380" y="1387"/>
                  </a:lnTo>
                  <a:cubicBezTo>
                    <a:pt x="4191" y="1387"/>
                    <a:pt x="4033" y="1230"/>
                    <a:pt x="4033" y="1040"/>
                  </a:cubicBezTo>
                  <a:cubicBezTo>
                    <a:pt x="4033" y="820"/>
                    <a:pt x="4191" y="662"/>
                    <a:pt x="4380" y="662"/>
                  </a:cubicBezTo>
                  <a:close/>
                  <a:moveTo>
                    <a:pt x="6774" y="2049"/>
                  </a:moveTo>
                  <a:lnTo>
                    <a:pt x="6774" y="4285"/>
                  </a:lnTo>
                  <a:cubicBezTo>
                    <a:pt x="6774" y="4412"/>
                    <a:pt x="6774" y="4443"/>
                    <a:pt x="7499" y="5514"/>
                  </a:cubicBezTo>
                  <a:lnTo>
                    <a:pt x="3970" y="5514"/>
                  </a:lnTo>
                  <a:cubicBezTo>
                    <a:pt x="4758" y="4412"/>
                    <a:pt x="4726" y="4443"/>
                    <a:pt x="4726" y="4348"/>
                  </a:cubicBezTo>
                  <a:lnTo>
                    <a:pt x="4726" y="2049"/>
                  </a:lnTo>
                  <a:close/>
                  <a:moveTo>
                    <a:pt x="8003" y="6176"/>
                  </a:moveTo>
                  <a:cubicBezTo>
                    <a:pt x="8696" y="7215"/>
                    <a:pt x="9578" y="8507"/>
                    <a:pt x="10177" y="9389"/>
                  </a:cubicBezTo>
                  <a:cubicBezTo>
                    <a:pt x="10649" y="10082"/>
                    <a:pt x="10177" y="10996"/>
                    <a:pt x="9294" y="10996"/>
                  </a:cubicBezTo>
                  <a:lnTo>
                    <a:pt x="2206" y="10996"/>
                  </a:lnTo>
                  <a:cubicBezTo>
                    <a:pt x="1387" y="10996"/>
                    <a:pt x="914" y="10051"/>
                    <a:pt x="1387" y="9389"/>
                  </a:cubicBezTo>
                  <a:cubicBezTo>
                    <a:pt x="1859" y="8665"/>
                    <a:pt x="2804" y="7341"/>
                    <a:pt x="3561" y="6176"/>
                  </a:cubicBezTo>
                  <a:close/>
                  <a:moveTo>
                    <a:pt x="4380" y="1"/>
                  </a:moveTo>
                  <a:cubicBezTo>
                    <a:pt x="3813" y="1"/>
                    <a:pt x="3340" y="473"/>
                    <a:pt x="3340" y="1040"/>
                  </a:cubicBezTo>
                  <a:cubicBezTo>
                    <a:pt x="3340" y="1513"/>
                    <a:pt x="3655" y="1860"/>
                    <a:pt x="4065" y="2017"/>
                  </a:cubicBezTo>
                  <a:lnTo>
                    <a:pt x="4065" y="4222"/>
                  </a:lnTo>
                  <a:cubicBezTo>
                    <a:pt x="3718" y="4790"/>
                    <a:pt x="1198" y="8413"/>
                    <a:pt x="788" y="8980"/>
                  </a:cubicBezTo>
                  <a:cubicBezTo>
                    <a:pt x="1" y="10114"/>
                    <a:pt x="820" y="11658"/>
                    <a:pt x="2206" y="11658"/>
                  </a:cubicBezTo>
                  <a:lnTo>
                    <a:pt x="9294" y="11658"/>
                  </a:lnTo>
                  <a:cubicBezTo>
                    <a:pt x="9308" y="11658"/>
                    <a:pt x="9322" y="11658"/>
                    <a:pt x="9335" y="11658"/>
                  </a:cubicBezTo>
                  <a:cubicBezTo>
                    <a:pt x="10697" y="11658"/>
                    <a:pt x="11492" y="10103"/>
                    <a:pt x="10712" y="9011"/>
                  </a:cubicBezTo>
                  <a:cubicBezTo>
                    <a:pt x="10271" y="8444"/>
                    <a:pt x="7845" y="4853"/>
                    <a:pt x="7499" y="4254"/>
                  </a:cubicBezTo>
                  <a:lnTo>
                    <a:pt x="7499" y="1986"/>
                  </a:lnTo>
                  <a:cubicBezTo>
                    <a:pt x="7877" y="1828"/>
                    <a:pt x="8160" y="1450"/>
                    <a:pt x="8160" y="1040"/>
                  </a:cubicBezTo>
                  <a:cubicBezTo>
                    <a:pt x="8160" y="473"/>
                    <a:pt x="7688" y="1"/>
                    <a:pt x="7121" y="1"/>
                  </a:cubicBezTo>
                  <a:close/>
                </a:path>
              </a:pathLst>
            </a:custGeom>
            <a:grpFill/>
            <a:ln>
              <a:noFill/>
            </a:ln>
          </p:spPr>
          <p:txBody>
            <a:bodyPr spcFirstLastPara="1" wrap="square" lIns="62728" tIns="62728" rIns="62728" bIns="62728" anchor="ctr" anchorCtr="0">
              <a:noAutofit/>
            </a:bodyPr>
            <a:lstStyle/>
            <a:p>
              <a:endParaRPr sz="764"/>
            </a:p>
          </p:txBody>
        </p:sp>
        <p:sp>
          <p:nvSpPr>
            <p:cNvPr id="318" name="Google Shape;8297;p67">
              <a:extLst>
                <a:ext uri="{FF2B5EF4-FFF2-40B4-BE49-F238E27FC236}">
                  <a16:creationId xmlns:a16="http://schemas.microsoft.com/office/drawing/2014/main" id="{0F12E238-FA9E-4540-A88A-DAAB8F51623A}"/>
                </a:ext>
              </a:extLst>
            </p:cNvPr>
            <p:cNvSpPr/>
            <p:nvPr/>
          </p:nvSpPr>
          <p:spPr>
            <a:xfrm>
              <a:off x="-2694200" y="2221475"/>
              <a:ext cx="69325" cy="68550"/>
            </a:xfrm>
            <a:custGeom>
              <a:avLst/>
              <a:gdLst/>
              <a:ahLst/>
              <a:cxnLst/>
              <a:rect l="l" t="t" r="r" b="b"/>
              <a:pathLst>
                <a:path w="2773" h="2742" extrusionOk="0">
                  <a:moveTo>
                    <a:pt x="1386" y="694"/>
                  </a:moveTo>
                  <a:cubicBezTo>
                    <a:pt x="1733" y="694"/>
                    <a:pt x="2048" y="1009"/>
                    <a:pt x="2048" y="1356"/>
                  </a:cubicBezTo>
                  <a:cubicBezTo>
                    <a:pt x="2048" y="1765"/>
                    <a:pt x="1764" y="2049"/>
                    <a:pt x="1386" y="2049"/>
                  </a:cubicBezTo>
                  <a:cubicBezTo>
                    <a:pt x="1008" y="2049"/>
                    <a:pt x="725" y="1702"/>
                    <a:pt x="725" y="1356"/>
                  </a:cubicBezTo>
                  <a:cubicBezTo>
                    <a:pt x="725" y="978"/>
                    <a:pt x="1040" y="694"/>
                    <a:pt x="1386" y="694"/>
                  </a:cubicBezTo>
                  <a:close/>
                  <a:moveTo>
                    <a:pt x="1386" y="1"/>
                  </a:moveTo>
                  <a:cubicBezTo>
                    <a:pt x="630" y="1"/>
                    <a:pt x="0" y="631"/>
                    <a:pt x="0" y="1356"/>
                  </a:cubicBezTo>
                  <a:cubicBezTo>
                    <a:pt x="0" y="2112"/>
                    <a:pt x="630" y="2742"/>
                    <a:pt x="1386" y="2742"/>
                  </a:cubicBezTo>
                  <a:cubicBezTo>
                    <a:pt x="2142" y="2742"/>
                    <a:pt x="2772" y="2112"/>
                    <a:pt x="2772" y="1356"/>
                  </a:cubicBezTo>
                  <a:cubicBezTo>
                    <a:pt x="2772" y="631"/>
                    <a:pt x="2142" y="1"/>
                    <a:pt x="1386" y="1"/>
                  </a:cubicBezTo>
                  <a:close/>
                </a:path>
              </a:pathLst>
            </a:custGeom>
            <a:grpFill/>
            <a:ln>
              <a:noFill/>
            </a:ln>
          </p:spPr>
          <p:txBody>
            <a:bodyPr spcFirstLastPara="1" wrap="square" lIns="62728" tIns="62728" rIns="62728" bIns="62728" anchor="ctr" anchorCtr="0">
              <a:noAutofit/>
            </a:bodyPr>
            <a:lstStyle/>
            <a:p>
              <a:endParaRPr sz="764"/>
            </a:p>
          </p:txBody>
        </p:sp>
        <p:sp>
          <p:nvSpPr>
            <p:cNvPr id="319" name="Google Shape;8298;p67">
              <a:extLst>
                <a:ext uri="{FF2B5EF4-FFF2-40B4-BE49-F238E27FC236}">
                  <a16:creationId xmlns:a16="http://schemas.microsoft.com/office/drawing/2014/main" id="{D0921C78-55F7-480E-A724-926901EC6DC4}"/>
                </a:ext>
              </a:extLst>
            </p:cNvPr>
            <p:cNvSpPr/>
            <p:nvPr/>
          </p:nvSpPr>
          <p:spPr>
            <a:xfrm>
              <a:off x="-2608350" y="2255350"/>
              <a:ext cx="51200" cy="51225"/>
            </a:xfrm>
            <a:custGeom>
              <a:avLst/>
              <a:gdLst/>
              <a:ahLst/>
              <a:cxnLst/>
              <a:rect l="l" t="t" r="r" b="b"/>
              <a:pathLst>
                <a:path w="2048" h="2049" extrusionOk="0">
                  <a:moveTo>
                    <a:pt x="1040" y="694"/>
                  </a:moveTo>
                  <a:cubicBezTo>
                    <a:pt x="1229" y="694"/>
                    <a:pt x="1386" y="851"/>
                    <a:pt x="1386" y="1040"/>
                  </a:cubicBezTo>
                  <a:cubicBezTo>
                    <a:pt x="1386" y="1229"/>
                    <a:pt x="1229" y="1387"/>
                    <a:pt x="1040" y="1387"/>
                  </a:cubicBezTo>
                  <a:cubicBezTo>
                    <a:pt x="819" y="1387"/>
                    <a:pt x="693" y="1229"/>
                    <a:pt x="693" y="1040"/>
                  </a:cubicBezTo>
                  <a:cubicBezTo>
                    <a:pt x="693" y="851"/>
                    <a:pt x="819" y="694"/>
                    <a:pt x="1040" y="694"/>
                  </a:cubicBezTo>
                  <a:close/>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86" name="Google Shape;8299;p67">
            <a:extLst>
              <a:ext uri="{FF2B5EF4-FFF2-40B4-BE49-F238E27FC236}">
                <a16:creationId xmlns:a16="http://schemas.microsoft.com/office/drawing/2014/main" id="{22CF0040-60C1-4071-A717-70BEF71C8457}"/>
              </a:ext>
            </a:extLst>
          </p:cNvPr>
          <p:cNvGrpSpPr/>
          <p:nvPr/>
        </p:nvGrpSpPr>
        <p:grpSpPr>
          <a:xfrm>
            <a:off x="9266623" y="1798170"/>
            <a:ext cx="225521" cy="224904"/>
            <a:chOff x="-2571737" y="2403625"/>
            <a:chExt cx="292225" cy="291425"/>
          </a:xfrm>
          <a:solidFill>
            <a:schemeClr val="tx1"/>
          </a:solidFill>
        </p:grpSpPr>
        <p:sp>
          <p:nvSpPr>
            <p:cNvPr id="310" name="Google Shape;8300;p67">
              <a:extLst>
                <a:ext uri="{FF2B5EF4-FFF2-40B4-BE49-F238E27FC236}">
                  <a16:creationId xmlns:a16="http://schemas.microsoft.com/office/drawing/2014/main" id="{369FEB97-4C46-4F92-9569-39E40944E921}"/>
                </a:ext>
              </a:extLst>
            </p:cNvPr>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grpFill/>
            <a:ln>
              <a:noFill/>
            </a:ln>
          </p:spPr>
          <p:txBody>
            <a:bodyPr spcFirstLastPara="1" wrap="square" lIns="62728" tIns="62728" rIns="62728" bIns="62728" anchor="ctr" anchorCtr="0">
              <a:noAutofit/>
            </a:bodyPr>
            <a:lstStyle/>
            <a:p>
              <a:endParaRPr sz="764"/>
            </a:p>
          </p:txBody>
        </p:sp>
        <p:sp>
          <p:nvSpPr>
            <p:cNvPr id="311" name="Google Shape;8301;p67">
              <a:extLst>
                <a:ext uri="{FF2B5EF4-FFF2-40B4-BE49-F238E27FC236}">
                  <a16:creationId xmlns:a16="http://schemas.microsoft.com/office/drawing/2014/main" id="{77234F8E-2133-45FF-9A67-8BE9F66287B7}"/>
                </a:ext>
              </a:extLst>
            </p:cNvPr>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grpFill/>
            <a:ln>
              <a:noFill/>
            </a:ln>
          </p:spPr>
          <p:txBody>
            <a:bodyPr spcFirstLastPara="1" wrap="square" lIns="62728" tIns="62728" rIns="62728" bIns="62728" anchor="ctr" anchorCtr="0">
              <a:noAutofit/>
            </a:bodyPr>
            <a:lstStyle/>
            <a:p>
              <a:endParaRPr sz="764"/>
            </a:p>
          </p:txBody>
        </p:sp>
        <p:sp>
          <p:nvSpPr>
            <p:cNvPr id="312" name="Google Shape;8302;p67">
              <a:extLst>
                <a:ext uri="{FF2B5EF4-FFF2-40B4-BE49-F238E27FC236}">
                  <a16:creationId xmlns:a16="http://schemas.microsoft.com/office/drawing/2014/main" id="{BE65DC4B-EC7F-4478-8C42-D05BF416670B}"/>
                </a:ext>
              </a:extLst>
            </p:cNvPr>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grpFill/>
            <a:ln>
              <a:noFill/>
            </a:ln>
          </p:spPr>
          <p:txBody>
            <a:bodyPr spcFirstLastPara="1" wrap="square" lIns="62728" tIns="62728" rIns="62728" bIns="62728" anchor="ctr" anchorCtr="0">
              <a:noAutofit/>
            </a:bodyPr>
            <a:lstStyle/>
            <a:p>
              <a:endParaRPr sz="764"/>
            </a:p>
          </p:txBody>
        </p:sp>
        <p:sp>
          <p:nvSpPr>
            <p:cNvPr id="313" name="Google Shape;8303;p67">
              <a:extLst>
                <a:ext uri="{FF2B5EF4-FFF2-40B4-BE49-F238E27FC236}">
                  <a16:creationId xmlns:a16="http://schemas.microsoft.com/office/drawing/2014/main" id="{BF661928-6884-4B2E-9F40-FA5E4467AEA9}"/>
                </a:ext>
              </a:extLst>
            </p:cNvPr>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grpFill/>
            <a:ln>
              <a:noFill/>
            </a:ln>
          </p:spPr>
          <p:txBody>
            <a:bodyPr spcFirstLastPara="1" wrap="square" lIns="62728" tIns="62728" rIns="62728" bIns="62728" anchor="ctr" anchorCtr="0">
              <a:noAutofit/>
            </a:bodyPr>
            <a:lstStyle/>
            <a:p>
              <a:endParaRPr sz="764"/>
            </a:p>
          </p:txBody>
        </p:sp>
        <p:sp>
          <p:nvSpPr>
            <p:cNvPr id="314" name="Google Shape;8304;p67">
              <a:extLst>
                <a:ext uri="{FF2B5EF4-FFF2-40B4-BE49-F238E27FC236}">
                  <a16:creationId xmlns:a16="http://schemas.microsoft.com/office/drawing/2014/main" id="{8C675D82-ACE5-4B85-A857-F841F3C5CD78}"/>
                </a:ext>
              </a:extLst>
            </p:cNvPr>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grpFill/>
            <a:ln>
              <a:noFill/>
            </a:ln>
          </p:spPr>
          <p:txBody>
            <a:bodyPr spcFirstLastPara="1" wrap="square" lIns="62728" tIns="62728" rIns="62728" bIns="62728" anchor="ctr" anchorCtr="0">
              <a:noAutofit/>
            </a:bodyPr>
            <a:lstStyle/>
            <a:p>
              <a:endParaRPr sz="764"/>
            </a:p>
          </p:txBody>
        </p:sp>
        <p:sp>
          <p:nvSpPr>
            <p:cNvPr id="315" name="Google Shape;8305;p67">
              <a:extLst>
                <a:ext uri="{FF2B5EF4-FFF2-40B4-BE49-F238E27FC236}">
                  <a16:creationId xmlns:a16="http://schemas.microsoft.com/office/drawing/2014/main" id="{A6AD7083-AE97-4E63-9923-676B7FA79999}"/>
                </a:ext>
              </a:extLst>
            </p:cNvPr>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grpFill/>
            <a:ln>
              <a:noFill/>
            </a:ln>
          </p:spPr>
          <p:txBody>
            <a:bodyPr spcFirstLastPara="1" wrap="square" lIns="62728" tIns="62728" rIns="62728" bIns="62728" anchor="ctr" anchorCtr="0">
              <a:noAutofit/>
            </a:bodyPr>
            <a:lstStyle/>
            <a:p>
              <a:endParaRPr sz="764"/>
            </a:p>
          </p:txBody>
        </p:sp>
        <p:sp>
          <p:nvSpPr>
            <p:cNvPr id="316" name="Google Shape;8306;p67">
              <a:extLst>
                <a:ext uri="{FF2B5EF4-FFF2-40B4-BE49-F238E27FC236}">
                  <a16:creationId xmlns:a16="http://schemas.microsoft.com/office/drawing/2014/main" id="{7729E55B-4662-4F61-8401-AAC009C06110}"/>
                </a:ext>
              </a:extLst>
            </p:cNvPr>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87" name="Google Shape;8307;p67">
            <a:extLst>
              <a:ext uri="{FF2B5EF4-FFF2-40B4-BE49-F238E27FC236}">
                <a16:creationId xmlns:a16="http://schemas.microsoft.com/office/drawing/2014/main" id="{3EBFD41B-C29F-4FB6-B0B0-20ED4E1A31A1}"/>
              </a:ext>
            </a:extLst>
          </p:cNvPr>
          <p:cNvGrpSpPr/>
          <p:nvPr/>
        </p:nvGrpSpPr>
        <p:grpSpPr>
          <a:xfrm>
            <a:off x="9266623" y="2076709"/>
            <a:ext cx="225521" cy="224306"/>
            <a:chOff x="-2571737" y="2764550"/>
            <a:chExt cx="292225" cy="290650"/>
          </a:xfrm>
          <a:solidFill>
            <a:schemeClr val="tx1"/>
          </a:solidFill>
        </p:grpSpPr>
        <p:sp>
          <p:nvSpPr>
            <p:cNvPr id="307" name="Google Shape;8308;p67">
              <a:extLst>
                <a:ext uri="{FF2B5EF4-FFF2-40B4-BE49-F238E27FC236}">
                  <a16:creationId xmlns:a16="http://schemas.microsoft.com/office/drawing/2014/main" id="{2C1B62CB-1E9B-4D40-BA3A-F25F7C9767BA}"/>
                </a:ext>
              </a:extLst>
            </p:cNvPr>
            <p:cNvSpPr/>
            <p:nvPr/>
          </p:nvSpPr>
          <p:spPr>
            <a:xfrm>
              <a:off x="-2496085" y="3009100"/>
              <a:ext cx="17350" cy="17350"/>
            </a:xfrm>
            <a:custGeom>
              <a:avLst/>
              <a:gdLst/>
              <a:ahLst/>
              <a:cxnLst/>
              <a:rect l="l" t="t" r="r" b="b"/>
              <a:pathLst>
                <a:path w="694" h="694" extrusionOk="0">
                  <a:moveTo>
                    <a:pt x="347" y="1"/>
                  </a:moveTo>
                  <a:cubicBezTo>
                    <a:pt x="127" y="1"/>
                    <a:pt x="0" y="158"/>
                    <a:pt x="0" y="347"/>
                  </a:cubicBezTo>
                  <a:cubicBezTo>
                    <a:pt x="0" y="536"/>
                    <a:pt x="127" y="694"/>
                    <a:pt x="347" y="694"/>
                  </a:cubicBezTo>
                  <a:cubicBezTo>
                    <a:pt x="536" y="694"/>
                    <a:pt x="694" y="536"/>
                    <a:pt x="694" y="347"/>
                  </a:cubicBezTo>
                  <a:cubicBezTo>
                    <a:pt x="662" y="158"/>
                    <a:pt x="505"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308" name="Google Shape;8309;p67">
              <a:extLst>
                <a:ext uri="{FF2B5EF4-FFF2-40B4-BE49-F238E27FC236}">
                  <a16:creationId xmlns:a16="http://schemas.microsoft.com/office/drawing/2014/main" id="{5C1C03C0-64CC-402B-848E-9583DD09C2B9}"/>
                </a:ext>
              </a:extLst>
            </p:cNvPr>
            <p:cNvSpPr/>
            <p:nvPr/>
          </p:nvSpPr>
          <p:spPr>
            <a:xfrm>
              <a:off x="-2398548" y="2800375"/>
              <a:ext cx="52000" cy="120525"/>
            </a:xfrm>
            <a:custGeom>
              <a:avLst/>
              <a:gdLst/>
              <a:ahLst/>
              <a:cxnLst/>
              <a:rect l="l" t="t" r="r" b="b"/>
              <a:pathLst>
                <a:path w="2080" h="4821" extrusionOk="0">
                  <a:moveTo>
                    <a:pt x="1008" y="0"/>
                  </a:moveTo>
                  <a:cubicBezTo>
                    <a:pt x="819" y="0"/>
                    <a:pt x="662" y="158"/>
                    <a:pt x="662" y="378"/>
                  </a:cubicBezTo>
                  <a:lnTo>
                    <a:pt x="662" y="757"/>
                  </a:lnTo>
                  <a:cubicBezTo>
                    <a:pt x="252" y="914"/>
                    <a:pt x="0" y="1261"/>
                    <a:pt x="0" y="1733"/>
                  </a:cubicBezTo>
                  <a:cubicBezTo>
                    <a:pt x="0" y="2300"/>
                    <a:pt x="473" y="2773"/>
                    <a:pt x="1008" y="2773"/>
                  </a:cubicBezTo>
                  <a:cubicBezTo>
                    <a:pt x="1323" y="2773"/>
                    <a:pt x="1481" y="3119"/>
                    <a:pt x="1260" y="3371"/>
                  </a:cubicBezTo>
                  <a:cubicBezTo>
                    <a:pt x="1197" y="3419"/>
                    <a:pt x="1103" y="3442"/>
                    <a:pt x="1012" y="3442"/>
                  </a:cubicBezTo>
                  <a:cubicBezTo>
                    <a:pt x="922" y="3442"/>
                    <a:pt x="835" y="3419"/>
                    <a:pt x="788" y="3371"/>
                  </a:cubicBezTo>
                  <a:cubicBezTo>
                    <a:pt x="725" y="3308"/>
                    <a:pt x="630" y="3277"/>
                    <a:pt x="540" y="3277"/>
                  </a:cubicBezTo>
                  <a:cubicBezTo>
                    <a:pt x="449" y="3277"/>
                    <a:pt x="362" y="3308"/>
                    <a:pt x="315" y="3371"/>
                  </a:cubicBezTo>
                  <a:cubicBezTo>
                    <a:pt x="189" y="3466"/>
                    <a:pt x="189" y="3718"/>
                    <a:pt x="315" y="3844"/>
                  </a:cubicBezTo>
                  <a:cubicBezTo>
                    <a:pt x="410" y="3939"/>
                    <a:pt x="536" y="4033"/>
                    <a:pt x="693" y="4065"/>
                  </a:cubicBezTo>
                  <a:lnTo>
                    <a:pt x="693" y="4474"/>
                  </a:lnTo>
                  <a:cubicBezTo>
                    <a:pt x="693" y="4663"/>
                    <a:pt x="851" y="4821"/>
                    <a:pt x="1040" y="4821"/>
                  </a:cubicBezTo>
                  <a:cubicBezTo>
                    <a:pt x="1260" y="4821"/>
                    <a:pt x="1418" y="4663"/>
                    <a:pt x="1418" y="4474"/>
                  </a:cubicBezTo>
                  <a:lnTo>
                    <a:pt x="1418" y="4065"/>
                  </a:lnTo>
                  <a:cubicBezTo>
                    <a:pt x="1796" y="3907"/>
                    <a:pt x="2079" y="3560"/>
                    <a:pt x="2079" y="3088"/>
                  </a:cubicBezTo>
                  <a:cubicBezTo>
                    <a:pt x="2079" y="2521"/>
                    <a:pt x="1607" y="2048"/>
                    <a:pt x="1040" y="2048"/>
                  </a:cubicBezTo>
                  <a:cubicBezTo>
                    <a:pt x="851" y="2048"/>
                    <a:pt x="693" y="1891"/>
                    <a:pt x="693" y="1702"/>
                  </a:cubicBezTo>
                  <a:cubicBezTo>
                    <a:pt x="693" y="1495"/>
                    <a:pt x="842" y="1356"/>
                    <a:pt x="1016" y="1356"/>
                  </a:cubicBezTo>
                  <a:cubicBezTo>
                    <a:pt x="1107" y="1356"/>
                    <a:pt x="1205" y="1394"/>
                    <a:pt x="1292" y="1481"/>
                  </a:cubicBezTo>
                  <a:cubicBezTo>
                    <a:pt x="1355" y="1528"/>
                    <a:pt x="1441" y="1552"/>
                    <a:pt x="1528" y="1552"/>
                  </a:cubicBezTo>
                  <a:cubicBezTo>
                    <a:pt x="1615" y="1552"/>
                    <a:pt x="1701" y="1528"/>
                    <a:pt x="1764" y="1481"/>
                  </a:cubicBezTo>
                  <a:cubicBezTo>
                    <a:pt x="1859" y="1355"/>
                    <a:pt x="1859" y="1103"/>
                    <a:pt x="1764" y="1009"/>
                  </a:cubicBezTo>
                  <a:cubicBezTo>
                    <a:pt x="1638" y="883"/>
                    <a:pt x="1512" y="788"/>
                    <a:pt x="1355" y="757"/>
                  </a:cubicBezTo>
                  <a:lnTo>
                    <a:pt x="1355" y="378"/>
                  </a:lnTo>
                  <a:cubicBezTo>
                    <a:pt x="1355" y="158"/>
                    <a:pt x="1197" y="0"/>
                    <a:pt x="1008" y="0"/>
                  </a:cubicBezTo>
                  <a:close/>
                </a:path>
              </a:pathLst>
            </a:custGeom>
            <a:grpFill/>
            <a:ln>
              <a:noFill/>
            </a:ln>
          </p:spPr>
          <p:txBody>
            <a:bodyPr spcFirstLastPara="1" wrap="square" lIns="62728" tIns="62728" rIns="62728" bIns="62728" anchor="ctr" anchorCtr="0">
              <a:noAutofit/>
            </a:bodyPr>
            <a:lstStyle/>
            <a:p>
              <a:endParaRPr sz="764"/>
            </a:p>
          </p:txBody>
        </p:sp>
        <p:sp>
          <p:nvSpPr>
            <p:cNvPr id="309" name="Google Shape;8310;p67">
              <a:extLst>
                <a:ext uri="{FF2B5EF4-FFF2-40B4-BE49-F238E27FC236}">
                  <a16:creationId xmlns:a16="http://schemas.microsoft.com/office/drawing/2014/main" id="{7D962A44-B708-4B56-A1E8-23AF0FB0E35A}"/>
                </a:ext>
              </a:extLst>
            </p:cNvPr>
            <p:cNvSpPr/>
            <p:nvPr/>
          </p:nvSpPr>
          <p:spPr>
            <a:xfrm>
              <a:off x="-2571737" y="2764550"/>
              <a:ext cx="292225" cy="290650"/>
            </a:xfrm>
            <a:custGeom>
              <a:avLst/>
              <a:gdLst/>
              <a:ahLst/>
              <a:cxnLst/>
              <a:rect l="l" t="t" r="r" b="b"/>
              <a:pathLst>
                <a:path w="11689" h="11626" extrusionOk="0">
                  <a:moveTo>
                    <a:pt x="5009" y="1355"/>
                  </a:moveTo>
                  <a:cubicBezTo>
                    <a:pt x="4789" y="1576"/>
                    <a:pt x="4694" y="1796"/>
                    <a:pt x="4537" y="2049"/>
                  </a:cubicBezTo>
                  <a:lnTo>
                    <a:pt x="662" y="2049"/>
                  </a:lnTo>
                  <a:lnTo>
                    <a:pt x="662" y="1670"/>
                  </a:lnTo>
                  <a:cubicBezTo>
                    <a:pt x="662" y="1513"/>
                    <a:pt x="819" y="1355"/>
                    <a:pt x="1008" y="1355"/>
                  </a:cubicBezTo>
                  <a:close/>
                  <a:moveTo>
                    <a:pt x="7908" y="694"/>
                  </a:moveTo>
                  <a:cubicBezTo>
                    <a:pt x="9609" y="694"/>
                    <a:pt x="10995" y="2080"/>
                    <a:pt x="10995" y="3781"/>
                  </a:cubicBezTo>
                  <a:cubicBezTo>
                    <a:pt x="10995" y="5451"/>
                    <a:pt x="9609" y="6837"/>
                    <a:pt x="7908" y="6837"/>
                  </a:cubicBezTo>
                  <a:cubicBezTo>
                    <a:pt x="7309" y="6837"/>
                    <a:pt x="6679" y="6680"/>
                    <a:pt x="6206" y="6365"/>
                  </a:cubicBezTo>
                  <a:cubicBezTo>
                    <a:pt x="6162" y="6342"/>
                    <a:pt x="6086" y="6320"/>
                    <a:pt x="6023" y="6320"/>
                  </a:cubicBezTo>
                  <a:cubicBezTo>
                    <a:pt x="5997" y="6320"/>
                    <a:pt x="5973" y="6324"/>
                    <a:pt x="5954" y="6333"/>
                  </a:cubicBezTo>
                  <a:cubicBezTo>
                    <a:pt x="5671" y="6396"/>
                    <a:pt x="5324" y="6522"/>
                    <a:pt x="5009" y="6648"/>
                  </a:cubicBezTo>
                  <a:lnTo>
                    <a:pt x="5324" y="5703"/>
                  </a:lnTo>
                  <a:cubicBezTo>
                    <a:pt x="5356" y="5609"/>
                    <a:pt x="5324" y="5514"/>
                    <a:pt x="5261" y="5420"/>
                  </a:cubicBezTo>
                  <a:cubicBezTo>
                    <a:pt x="4946" y="4947"/>
                    <a:pt x="4789" y="4348"/>
                    <a:pt x="4789" y="3781"/>
                  </a:cubicBezTo>
                  <a:cubicBezTo>
                    <a:pt x="4789" y="2080"/>
                    <a:pt x="6238" y="694"/>
                    <a:pt x="7908" y="694"/>
                  </a:cubicBezTo>
                  <a:close/>
                  <a:moveTo>
                    <a:pt x="4253" y="2710"/>
                  </a:moveTo>
                  <a:cubicBezTo>
                    <a:pt x="4190" y="3025"/>
                    <a:pt x="4096" y="3372"/>
                    <a:pt x="4096" y="3718"/>
                  </a:cubicBezTo>
                  <a:cubicBezTo>
                    <a:pt x="4096" y="4411"/>
                    <a:pt x="4253" y="5041"/>
                    <a:pt x="4600" y="5609"/>
                  </a:cubicBezTo>
                  <a:lnTo>
                    <a:pt x="4127" y="7089"/>
                  </a:lnTo>
                  <a:cubicBezTo>
                    <a:pt x="4096" y="7184"/>
                    <a:pt x="4127" y="7341"/>
                    <a:pt x="4222" y="7436"/>
                  </a:cubicBezTo>
                  <a:cubicBezTo>
                    <a:pt x="4266" y="7480"/>
                    <a:pt x="4358" y="7525"/>
                    <a:pt x="4453" y="7525"/>
                  </a:cubicBezTo>
                  <a:cubicBezTo>
                    <a:pt x="4492" y="7525"/>
                    <a:pt x="4531" y="7517"/>
                    <a:pt x="4568" y="7499"/>
                  </a:cubicBezTo>
                  <a:cubicBezTo>
                    <a:pt x="4568" y="7499"/>
                    <a:pt x="5387" y="7247"/>
                    <a:pt x="6017" y="7026"/>
                  </a:cubicBezTo>
                  <a:cubicBezTo>
                    <a:pt x="6080" y="7089"/>
                    <a:pt x="6143" y="7089"/>
                    <a:pt x="6175" y="7121"/>
                  </a:cubicBezTo>
                  <a:lnTo>
                    <a:pt x="6175" y="8223"/>
                  </a:lnTo>
                  <a:lnTo>
                    <a:pt x="662" y="8223"/>
                  </a:lnTo>
                  <a:lnTo>
                    <a:pt x="662" y="2710"/>
                  </a:lnTo>
                  <a:close/>
                  <a:moveTo>
                    <a:pt x="6112" y="8885"/>
                  </a:moveTo>
                  <a:lnTo>
                    <a:pt x="6112" y="10618"/>
                  </a:lnTo>
                  <a:cubicBezTo>
                    <a:pt x="6143" y="10807"/>
                    <a:pt x="5986" y="10964"/>
                    <a:pt x="5797" y="10964"/>
                  </a:cubicBezTo>
                  <a:lnTo>
                    <a:pt x="977" y="10964"/>
                  </a:lnTo>
                  <a:cubicBezTo>
                    <a:pt x="788" y="10964"/>
                    <a:pt x="630" y="10807"/>
                    <a:pt x="630" y="10618"/>
                  </a:cubicBezTo>
                  <a:lnTo>
                    <a:pt x="630" y="8885"/>
                  </a:lnTo>
                  <a:close/>
                  <a:moveTo>
                    <a:pt x="7908" y="1"/>
                  </a:moveTo>
                  <a:cubicBezTo>
                    <a:pt x="7120" y="1"/>
                    <a:pt x="6364" y="221"/>
                    <a:pt x="5734" y="662"/>
                  </a:cubicBezTo>
                  <a:lnTo>
                    <a:pt x="1008" y="662"/>
                  </a:lnTo>
                  <a:cubicBezTo>
                    <a:pt x="473" y="662"/>
                    <a:pt x="0" y="1135"/>
                    <a:pt x="0" y="1670"/>
                  </a:cubicBezTo>
                  <a:lnTo>
                    <a:pt x="0" y="10618"/>
                  </a:lnTo>
                  <a:cubicBezTo>
                    <a:pt x="0" y="11153"/>
                    <a:pt x="473" y="11626"/>
                    <a:pt x="1008" y="11626"/>
                  </a:cubicBezTo>
                  <a:lnTo>
                    <a:pt x="5828" y="11626"/>
                  </a:lnTo>
                  <a:cubicBezTo>
                    <a:pt x="6364" y="11626"/>
                    <a:pt x="6837" y="11153"/>
                    <a:pt x="6837" y="10618"/>
                  </a:cubicBezTo>
                  <a:lnTo>
                    <a:pt x="6837" y="7341"/>
                  </a:lnTo>
                  <a:cubicBezTo>
                    <a:pt x="7215" y="7436"/>
                    <a:pt x="7561" y="7499"/>
                    <a:pt x="7908" y="7499"/>
                  </a:cubicBezTo>
                  <a:cubicBezTo>
                    <a:pt x="9987" y="7499"/>
                    <a:pt x="11688" y="5798"/>
                    <a:pt x="11688" y="3718"/>
                  </a:cubicBezTo>
                  <a:cubicBezTo>
                    <a:pt x="11657" y="1670"/>
                    <a:pt x="9956" y="1"/>
                    <a:pt x="790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88" name="Google Shape;8311;p67">
            <a:extLst>
              <a:ext uri="{FF2B5EF4-FFF2-40B4-BE49-F238E27FC236}">
                <a16:creationId xmlns:a16="http://schemas.microsoft.com/office/drawing/2014/main" id="{C7BE1471-755E-4718-8588-863C32A44651}"/>
              </a:ext>
            </a:extLst>
          </p:cNvPr>
          <p:cNvGrpSpPr/>
          <p:nvPr/>
        </p:nvGrpSpPr>
        <p:grpSpPr>
          <a:xfrm>
            <a:off x="10426624" y="1786077"/>
            <a:ext cx="225521" cy="226563"/>
            <a:chOff x="-1333975" y="2365850"/>
            <a:chExt cx="292225" cy="293575"/>
          </a:xfrm>
          <a:solidFill>
            <a:schemeClr val="tx1"/>
          </a:solidFill>
        </p:grpSpPr>
        <p:sp>
          <p:nvSpPr>
            <p:cNvPr id="299" name="Google Shape;8312;p67">
              <a:extLst>
                <a:ext uri="{FF2B5EF4-FFF2-40B4-BE49-F238E27FC236}">
                  <a16:creationId xmlns:a16="http://schemas.microsoft.com/office/drawing/2014/main" id="{CF5192D9-4B49-41C1-A749-0A48F9AE12FC}"/>
                </a:ext>
              </a:extLst>
            </p:cNvPr>
            <p:cNvSpPr/>
            <p:nvPr/>
          </p:nvSpPr>
          <p:spPr>
            <a:xfrm>
              <a:off x="-1285150" y="2365850"/>
              <a:ext cx="191225" cy="293575"/>
            </a:xfrm>
            <a:custGeom>
              <a:avLst/>
              <a:gdLst/>
              <a:ahLst/>
              <a:cxnLst/>
              <a:rect l="l" t="t" r="r" b="b"/>
              <a:pathLst>
                <a:path w="7649" h="11743" extrusionOk="0">
                  <a:moveTo>
                    <a:pt x="3813" y="684"/>
                  </a:moveTo>
                  <a:cubicBezTo>
                    <a:pt x="5545" y="684"/>
                    <a:pt x="6900" y="2039"/>
                    <a:pt x="6900" y="3740"/>
                  </a:cubicBezTo>
                  <a:cubicBezTo>
                    <a:pt x="6931" y="4780"/>
                    <a:pt x="6553" y="5347"/>
                    <a:pt x="6270" y="5788"/>
                  </a:cubicBezTo>
                  <a:cubicBezTo>
                    <a:pt x="5797" y="6544"/>
                    <a:pt x="5608" y="6922"/>
                    <a:pt x="5608" y="7930"/>
                  </a:cubicBezTo>
                  <a:cubicBezTo>
                    <a:pt x="5608" y="8119"/>
                    <a:pt x="5451" y="8277"/>
                    <a:pt x="5230" y="8277"/>
                  </a:cubicBezTo>
                  <a:lnTo>
                    <a:pt x="2489" y="8277"/>
                  </a:lnTo>
                  <a:cubicBezTo>
                    <a:pt x="2300" y="8277"/>
                    <a:pt x="2143" y="8119"/>
                    <a:pt x="2143" y="7930"/>
                  </a:cubicBezTo>
                  <a:cubicBezTo>
                    <a:pt x="2143" y="6922"/>
                    <a:pt x="1922" y="6576"/>
                    <a:pt x="1450" y="5820"/>
                  </a:cubicBezTo>
                  <a:cubicBezTo>
                    <a:pt x="1198" y="5347"/>
                    <a:pt x="567" y="4528"/>
                    <a:pt x="788" y="3205"/>
                  </a:cubicBezTo>
                  <a:cubicBezTo>
                    <a:pt x="1040" y="1819"/>
                    <a:pt x="2237" y="684"/>
                    <a:pt x="3813" y="684"/>
                  </a:cubicBezTo>
                  <a:close/>
                  <a:moveTo>
                    <a:pt x="4852" y="8907"/>
                  </a:moveTo>
                  <a:lnTo>
                    <a:pt x="4852" y="9569"/>
                  </a:lnTo>
                  <a:lnTo>
                    <a:pt x="4506" y="9569"/>
                  </a:lnTo>
                  <a:cubicBezTo>
                    <a:pt x="4285" y="9569"/>
                    <a:pt x="4128" y="9726"/>
                    <a:pt x="4128" y="9915"/>
                  </a:cubicBezTo>
                  <a:cubicBezTo>
                    <a:pt x="4128" y="10136"/>
                    <a:pt x="4285" y="10293"/>
                    <a:pt x="4506" y="10293"/>
                  </a:cubicBezTo>
                  <a:lnTo>
                    <a:pt x="4852" y="10293"/>
                  </a:lnTo>
                  <a:lnTo>
                    <a:pt x="4852" y="10640"/>
                  </a:lnTo>
                  <a:cubicBezTo>
                    <a:pt x="4884" y="10829"/>
                    <a:pt x="4726" y="10986"/>
                    <a:pt x="4537" y="10986"/>
                  </a:cubicBezTo>
                  <a:lnTo>
                    <a:pt x="3151" y="10986"/>
                  </a:lnTo>
                  <a:cubicBezTo>
                    <a:pt x="2962" y="10986"/>
                    <a:pt x="2804" y="10829"/>
                    <a:pt x="2804" y="10640"/>
                  </a:cubicBezTo>
                  <a:lnTo>
                    <a:pt x="2804" y="10293"/>
                  </a:lnTo>
                  <a:lnTo>
                    <a:pt x="3151" y="10293"/>
                  </a:lnTo>
                  <a:cubicBezTo>
                    <a:pt x="3371" y="10293"/>
                    <a:pt x="3529" y="10136"/>
                    <a:pt x="3529" y="9915"/>
                  </a:cubicBezTo>
                  <a:cubicBezTo>
                    <a:pt x="3529" y="9726"/>
                    <a:pt x="3371" y="9569"/>
                    <a:pt x="3151" y="9569"/>
                  </a:cubicBezTo>
                  <a:lnTo>
                    <a:pt x="2804" y="9569"/>
                  </a:lnTo>
                  <a:lnTo>
                    <a:pt x="2804" y="8907"/>
                  </a:lnTo>
                  <a:close/>
                  <a:moveTo>
                    <a:pt x="3897" y="1"/>
                  </a:moveTo>
                  <a:cubicBezTo>
                    <a:pt x="3632" y="1"/>
                    <a:pt x="3361" y="28"/>
                    <a:pt x="3088" y="86"/>
                  </a:cubicBezTo>
                  <a:cubicBezTo>
                    <a:pt x="1607" y="401"/>
                    <a:pt x="441" y="1566"/>
                    <a:pt x="158" y="3079"/>
                  </a:cubicBezTo>
                  <a:cubicBezTo>
                    <a:pt x="0" y="3992"/>
                    <a:pt x="158" y="4969"/>
                    <a:pt x="631" y="5757"/>
                  </a:cubicBezTo>
                  <a:cubicBezTo>
                    <a:pt x="757" y="5914"/>
                    <a:pt x="820" y="6072"/>
                    <a:pt x="914" y="6229"/>
                  </a:cubicBezTo>
                  <a:cubicBezTo>
                    <a:pt x="1355" y="6891"/>
                    <a:pt x="1450" y="7143"/>
                    <a:pt x="1450" y="7962"/>
                  </a:cubicBezTo>
                  <a:cubicBezTo>
                    <a:pt x="1450" y="8403"/>
                    <a:pt x="1733" y="8781"/>
                    <a:pt x="2143" y="8939"/>
                  </a:cubicBezTo>
                  <a:lnTo>
                    <a:pt x="2143" y="10703"/>
                  </a:lnTo>
                  <a:cubicBezTo>
                    <a:pt x="2143" y="11270"/>
                    <a:pt x="2615" y="11743"/>
                    <a:pt x="3151" y="11743"/>
                  </a:cubicBezTo>
                  <a:lnTo>
                    <a:pt x="4537" y="11743"/>
                  </a:lnTo>
                  <a:cubicBezTo>
                    <a:pt x="5073" y="11743"/>
                    <a:pt x="5545" y="11270"/>
                    <a:pt x="5545" y="10703"/>
                  </a:cubicBezTo>
                  <a:lnTo>
                    <a:pt x="5545" y="8939"/>
                  </a:lnTo>
                  <a:cubicBezTo>
                    <a:pt x="5955" y="8781"/>
                    <a:pt x="6238" y="8435"/>
                    <a:pt x="6238" y="7962"/>
                  </a:cubicBezTo>
                  <a:lnTo>
                    <a:pt x="6238" y="7930"/>
                  </a:lnTo>
                  <a:cubicBezTo>
                    <a:pt x="6238" y="7143"/>
                    <a:pt x="6427" y="6828"/>
                    <a:pt x="6805" y="6229"/>
                  </a:cubicBezTo>
                  <a:cubicBezTo>
                    <a:pt x="7089" y="5788"/>
                    <a:pt x="7593" y="5032"/>
                    <a:pt x="7593" y="3835"/>
                  </a:cubicBezTo>
                  <a:cubicBezTo>
                    <a:pt x="7649" y="1658"/>
                    <a:pt x="5950" y="1"/>
                    <a:pt x="3897" y="1"/>
                  </a:cubicBezTo>
                  <a:close/>
                </a:path>
              </a:pathLst>
            </a:custGeom>
            <a:grpFill/>
            <a:ln>
              <a:noFill/>
            </a:ln>
          </p:spPr>
          <p:txBody>
            <a:bodyPr spcFirstLastPara="1" wrap="square" lIns="62728" tIns="62728" rIns="62728" bIns="62728" anchor="ctr" anchorCtr="0">
              <a:noAutofit/>
            </a:bodyPr>
            <a:lstStyle/>
            <a:p>
              <a:endParaRPr sz="764"/>
            </a:p>
          </p:txBody>
        </p:sp>
        <p:sp>
          <p:nvSpPr>
            <p:cNvPr id="300" name="Google Shape;8313;p67">
              <a:extLst>
                <a:ext uri="{FF2B5EF4-FFF2-40B4-BE49-F238E27FC236}">
                  <a16:creationId xmlns:a16="http://schemas.microsoft.com/office/drawing/2014/main" id="{BB1066D5-C5F3-4809-A0B0-B42B0B2C0119}"/>
                </a:ext>
              </a:extLst>
            </p:cNvPr>
            <p:cNvSpPr/>
            <p:nvPr/>
          </p:nvSpPr>
          <p:spPr>
            <a:xfrm>
              <a:off x="-1076425" y="2452250"/>
              <a:ext cx="34675" cy="18150"/>
            </a:xfrm>
            <a:custGeom>
              <a:avLst/>
              <a:gdLst/>
              <a:ahLst/>
              <a:cxnLst/>
              <a:rect l="l" t="t" r="r" b="b"/>
              <a:pathLst>
                <a:path w="1387" h="726" extrusionOk="0">
                  <a:moveTo>
                    <a:pt x="347" y="1"/>
                  </a:moveTo>
                  <a:cubicBezTo>
                    <a:pt x="158" y="1"/>
                    <a:pt x="0" y="158"/>
                    <a:pt x="0" y="379"/>
                  </a:cubicBezTo>
                  <a:cubicBezTo>
                    <a:pt x="0" y="568"/>
                    <a:pt x="158" y="725"/>
                    <a:pt x="347" y="725"/>
                  </a:cubicBezTo>
                  <a:lnTo>
                    <a:pt x="1040" y="725"/>
                  </a:lnTo>
                  <a:cubicBezTo>
                    <a:pt x="1229" y="725"/>
                    <a:pt x="1386" y="568"/>
                    <a:pt x="1386" y="379"/>
                  </a:cubicBezTo>
                  <a:cubicBezTo>
                    <a:pt x="1386" y="158"/>
                    <a:pt x="1229" y="1"/>
                    <a:pt x="1040" y="1"/>
                  </a:cubicBezTo>
                  <a:close/>
                </a:path>
              </a:pathLst>
            </a:custGeom>
            <a:grpFill/>
            <a:ln>
              <a:noFill/>
            </a:ln>
          </p:spPr>
          <p:txBody>
            <a:bodyPr spcFirstLastPara="1" wrap="square" lIns="62728" tIns="62728" rIns="62728" bIns="62728" anchor="ctr" anchorCtr="0">
              <a:noAutofit/>
            </a:bodyPr>
            <a:lstStyle/>
            <a:p>
              <a:endParaRPr sz="764"/>
            </a:p>
          </p:txBody>
        </p:sp>
        <p:sp>
          <p:nvSpPr>
            <p:cNvPr id="301" name="Google Shape;8314;p67">
              <a:extLst>
                <a:ext uri="{FF2B5EF4-FFF2-40B4-BE49-F238E27FC236}">
                  <a16:creationId xmlns:a16="http://schemas.microsoft.com/office/drawing/2014/main" id="{A59A54E3-B9BC-48F3-B048-85364490D907}"/>
                </a:ext>
              </a:extLst>
            </p:cNvPr>
            <p:cNvSpPr/>
            <p:nvPr/>
          </p:nvSpPr>
          <p:spPr>
            <a:xfrm>
              <a:off x="-1333975" y="2452250"/>
              <a:ext cx="34675" cy="18150"/>
            </a:xfrm>
            <a:custGeom>
              <a:avLst/>
              <a:gdLst/>
              <a:ahLst/>
              <a:cxnLst/>
              <a:rect l="l" t="t" r="r" b="b"/>
              <a:pathLst>
                <a:path w="1387" h="726" extrusionOk="0">
                  <a:moveTo>
                    <a:pt x="347" y="1"/>
                  </a:moveTo>
                  <a:cubicBezTo>
                    <a:pt x="158" y="1"/>
                    <a:pt x="0" y="158"/>
                    <a:pt x="0" y="379"/>
                  </a:cubicBezTo>
                  <a:cubicBezTo>
                    <a:pt x="0" y="568"/>
                    <a:pt x="158" y="725"/>
                    <a:pt x="347" y="725"/>
                  </a:cubicBezTo>
                  <a:lnTo>
                    <a:pt x="1008" y="725"/>
                  </a:lnTo>
                  <a:cubicBezTo>
                    <a:pt x="1197" y="694"/>
                    <a:pt x="1386" y="536"/>
                    <a:pt x="1386" y="379"/>
                  </a:cubicBezTo>
                  <a:cubicBezTo>
                    <a:pt x="1386" y="158"/>
                    <a:pt x="1197" y="1"/>
                    <a:pt x="1008" y="1"/>
                  </a:cubicBezTo>
                  <a:close/>
                </a:path>
              </a:pathLst>
            </a:custGeom>
            <a:grpFill/>
            <a:ln>
              <a:noFill/>
            </a:ln>
          </p:spPr>
          <p:txBody>
            <a:bodyPr spcFirstLastPara="1" wrap="square" lIns="62728" tIns="62728" rIns="62728" bIns="62728" anchor="ctr" anchorCtr="0">
              <a:noAutofit/>
            </a:bodyPr>
            <a:lstStyle/>
            <a:p>
              <a:endParaRPr sz="764"/>
            </a:p>
          </p:txBody>
        </p:sp>
        <p:sp>
          <p:nvSpPr>
            <p:cNvPr id="302" name="Google Shape;8315;p67">
              <a:extLst>
                <a:ext uri="{FF2B5EF4-FFF2-40B4-BE49-F238E27FC236}">
                  <a16:creationId xmlns:a16="http://schemas.microsoft.com/office/drawing/2014/main" id="{9157166B-C991-484B-A4FF-11B380163983}"/>
                </a:ext>
              </a:extLst>
            </p:cNvPr>
            <p:cNvSpPr/>
            <p:nvPr/>
          </p:nvSpPr>
          <p:spPr>
            <a:xfrm>
              <a:off x="-1093750" y="2383050"/>
              <a:ext cx="35450" cy="26575"/>
            </a:xfrm>
            <a:custGeom>
              <a:avLst/>
              <a:gdLst/>
              <a:ahLst/>
              <a:cxnLst/>
              <a:rect l="l" t="t" r="r" b="b"/>
              <a:pathLst>
                <a:path w="1418" h="1063" extrusionOk="0">
                  <a:moveTo>
                    <a:pt x="992" y="1"/>
                  </a:moveTo>
                  <a:cubicBezTo>
                    <a:pt x="931" y="1"/>
                    <a:pt x="870" y="19"/>
                    <a:pt x="819" y="59"/>
                  </a:cubicBezTo>
                  <a:lnTo>
                    <a:pt x="221" y="406"/>
                  </a:lnTo>
                  <a:cubicBezTo>
                    <a:pt x="63" y="500"/>
                    <a:pt x="0" y="721"/>
                    <a:pt x="95" y="878"/>
                  </a:cubicBezTo>
                  <a:cubicBezTo>
                    <a:pt x="159" y="985"/>
                    <a:pt x="295" y="1063"/>
                    <a:pt x="415" y="1063"/>
                  </a:cubicBezTo>
                  <a:cubicBezTo>
                    <a:pt x="473" y="1063"/>
                    <a:pt x="527" y="1045"/>
                    <a:pt x="567" y="1005"/>
                  </a:cubicBezTo>
                  <a:lnTo>
                    <a:pt x="1166" y="658"/>
                  </a:lnTo>
                  <a:cubicBezTo>
                    <a:pt x="1323" y="563"/>
                    <a:pt x="1418" y="343"/>
                    <a:pt x="1292" y="185"/>
                  </a:cubicBezTo>
                  <a:cubicBezTo>
                    <a:pt x="1249" y="79"/>
                    <a:pt x="1120" y="1"/>
                    <a:pt x="992" y="1"/>
                  </a:cubicBezTo>
                  <a:close/>
                </a:path>
              </a:pathLst>
            </a:custGeom>
            <a:grpFill/>
            <a:ln>
              <a:noFill/>
            </a:ln>
          </p:spPr>
          <p:txBody>
            <a:bodyPr spcFirstLastPara="1" wrap="square" lIns="62728" tIns="62728" rIns="62728" bIns="62728" anchor="ctr" anchorCtr="0">
              <a:noAutofit/>
            </a:bodyPr>
            <a:lstStyle/>
            <a:p>
              <a:endParaRPr sz="764"/>
            </a:p>
          </p:txBody>
        </p:sp>
        <p:sp>
          <p:nvSpPr>
            <p:cNvPr id="303" name="Google Shape;8316;p67">
              <a:extLst>
                <a:ext uri="{FF2B5EF4-FFF2-40B4-BE49-F238E27FC236}">
                  <a16:creationId xmlns:a16="http://schemas.microsoft.com/office/drawing/2014/main" id="{2E36C14E-46E4-4892-982D-BC5EADE57635}"/>
                </a:ext>
              </a:extLst>
            </p:cNvPr>
            <p:cNvSpPr/>
            <p:nvPr/>
          </p:nvSpPr>
          <p:spPr>
            <a:xfrm>
              <a:off x="-1317450" y="2512575"/>
              <a:ext cx="35475" cy="26225"/>
            </a:xfrm>
            <a:custGeom>
              <a:avLst/>
              <a:gdLst/>
              <a:ahLst/>
              <a:cxnLst/>
              <a:rect l="l" t="t" r="r" b="b"/>
              <a:pathLst>
                <a:path w="1419" h="1049" extrusionOk="0">
                  <a:moveTo>
                    <a:pt x="1005" y="1"/>
                  </a:moveTo>
                  <a:cubicBezTo>
                    <a:pt x="944" y="1"/>
                    <a:pt x="880" y="15"/>
                    <a:pt x="820" y="45"/>
                  </a:cubicBezTo>
                  <a:lnTo>
                    <a:pt x="221" y="392"/>
                  </a:lnTo>
                  <a:cubicBezTo>
                    <a:pt x="64" y="486"/>
                    <a:pt x="1" y="707"/>
                    <a:pt x="127" y="864"/>
                  </a:cubicBezTo>
                  <a:cubicBezTo>
                    <a:pt x="169" y="971"/>
                    <a:pt x="299" y="1049"/>
                    <a:pt x="427" y="1049"/>
                  </a:cubicBezTo>
                  <a:cubicBezTo>
                    <a:pt x="488" y="1049"/>
                    <a:pt x="548" y="1031"/>
                    <a:pt x="599" y="990"/>
                  </a:cubicBezTo>
                  <a:lnTo>
                    <a:pt x="1166" y="644"/>
                  </a:lnTo>
                  <a:cubicBezTo>
                    <a:pt x="1324" y="549"/>
                    <a:pt x="1418" y="329"/>
                    <a:pt x="1292" y="171"/>
                  </a:cubicBezTo>
                  <a:cubicBezTo>
                    <a:pt x="1250" y="64"/>
                    <a:pt x="1134" y="1"/>
                    <a:pt x="1005" y="1"/>
                  </a:cubicBezTo>
                  <a:close/>
                </a:path>
              </a:pathLst>
            </a:custGeom>
            <a:grpFill/>
            <a:ln>
              <a:noFill/>
            </a:ln>
          </p:spPr>
          <p:txBody>
            <a:bodyPr spcFirstLastPara="1" wrap="square" lIns="62728" tIns="62728" rIns="62728" bIns="62728" anchor="ctr" anchorCtr="0">
              <a:noAutofit/>
            </a:bodyPr>
            <a:lstStyle/>
            <a:p>
              <a:endParaRPr sz="764"/>
            </a:p>
          </p:txBody>
        </p:sp>
        <p:sp>
          <p:nvSpPr>
            <p:cNvPr id="304" name="Google Shape;8317;p67">
              <a:extLst>
                <a:ext uri="{FF2B5EF4-FFF2-40B4-BE49-F238E27FC236}">
                  <a16:creationId xmlns:a16="http://schemas.microsoft.com/office/drawing/2014/main" id="{FC4A376E-9746-4C94-A16C-85EBD33B1742}"/>
                </a:ext>
              </a:extLst>
            </p:cNvPr>
            <p:cNvSpPr/>
            <p:nvPr/>
          </p:nvSpPr>
          <p:spPr>
            <a:xfrm>
              <a:off x="-1092975" y="2512575"/>
              <a:ext cx="34675" cy="25525"/>
            </a:xfrm>
            <a:custGeom>
              <a:avLst/>
              <a:gdLst/>
              <a:ahLst/>
              <a:cxnLst/>
              <a:rect l="l" t="t" r="r" b="b"/>
              <a:pathLst>
                <a:path w="1387" h="1021" extrusionOk="0">
                  <a:moveTo>
                    <a:pt x="378" y="1"/>
                  </a:moveTo>
                  <a:cubicBezTo>
                    <a:pt x="264" y="1"/>
                    <a:pt x="149" y="64"/>
                    <a:pt x="64" y="171"/>
                  </a:cubicBezTo>
                  <a:cubicBezTo>
                    <a:pt x="1" y="329"/>
                    <a:pt x="32" y="518"/>
                    <a:pt x="190" y="644"/>
                  </a:cubicBezTo>
                  <a:lnTo>
                    <a:pt x="788" y="990"/>
                  </a:lnTo>
                  <a:cubicBezTo>
                    <a:pt x="838" y="1010"/>
                    <a:pt x="891" y="1021"/>
                    <a:pt x="944" y="1021"/>
                  </a:cubicBezTo>
                  <a:cubicBezTo>
                    <a:pt x="1059" y="1021"/>
                    <a:pt x="1175" y="972"/>
                    <a:pt x="1261" y="864"/>
                  </a:cubicBezTo>
                  <a:cubicBezTo>
                    <a:pt x="1387" y="675"/>
                    <a:pt x="1292" y="486"/>
                    <a:pt x="1135" y="392"/>
                  </a:cubicBezTo>
                  <a:lnTo>
                    <a:pt x="536" y="45"/>
                  </a:lnTo>
                  <a:cubicBezTo>
                    <a:pt x="486" y="15"/>
                    <a:pt x="432" y="1"/>
                    <a:pt x="378" y="1"/>
                  </a:cubicBezTo>
                  <a:close/>
                </a:path>
              </a:pathLst>
            </a:custGeom>
            <a:grpFill/>
            <a:ln>
              <a:noFill/>
            </a:ln>
          </p:spPr>
          <p:txBody>
            <a:bodyPr spcFirstLastPara="1" wrap="square" lIns="62728" tIns="62728" rIns="62728" bIns="62728" anchor="ctr" anchorCtr="0">
              <a:noAutofit/>
            </a:bodyPr>
            <a:lstStyle/>
            <a:p>
              <a:endParaRPr sz="764"/>
            </a:p>
          </p:txBody>
        </p:sp>
        <p:sp>
          <p:nvSpPr>
            <p:cNvPr id="305" name="Google Shape;8318;p67">
              <a:extLst>
                <a:ext uri="{FF2B5EF4-FFF2-40B4-BE49-F238E27FC236}">
                  <a16:creationId xmlns:a16="http://schemas.microsoft.com/office/drawing/2014/main" id="{55E63867-F004-4A9D-9BD5-75084ACA3FC3}"/>
                </a:ext>
              </a:extLst>
            </p:cNvPr>
            <p:cNvSpPr/>
            <p:nvPr/>
          </p:nvSpPr>
          <p:spPr>
            <a:xfrm>
              <a:off x="-1316650" y="2383750"/>
              <a:ext cx="34675" cy="25525"/>
            </a:xfrm>
            <a:custGeom>
              <a:avLst/>
              <a:gdLst/>
              <a:ahLst/>
              <a:cxnLst/>
              <a:rect l="l" t="t" r="r" b="b"/>
              <a:pathLst>
                <a:path w="1387" h="1021" extrusionOk="0">
                  <a:moveTo>
                    <a:pt x="405" y="1"/>
                  </a:moveTo>
                  <a:cubicBezTo>
                    <a:pt x="283" y="1"/>
                    <a:pt x="159" y="50"/>
                    <a:pt x="95" y="157"/>
                  </a:cubicBezTo>
                  <a:cubicBezTo>
                    <a:pt x="0" y="315"/>
                    <a:pt x="63" y="504"/>
                    <a:pt x="221" y="630"/>
                  </a:cubicBezTo>
                  <a:lnTo>
                    <a:pt x="788" y="977"/>
                  </a:lnTo>
                  <a:cubicBezTo>
                    <a:pt x="838" y="1007"/>
                    <a:pt x="895" y="1021"/>
                    <a:pt x="953" y="1021"/>
                  </a:cubicBezTo>
                  <a:cubicBezTo>
                    <a:pt x="1074" y="1021"/>
                    <a:pt x="1196" y="958"/>
                    <a:pt x="1260" y="850"/>
                  </a:cubicBezTo>
                  <a:cubicBezTo>
                    <a:pt x="1386" y="693"/>
                    <a:pt x="1292" y="504"/>
                    <a:pt x="1134" y="378"/>
                  </a:cubicBezTo>
                  <a:lnTo>
                    <a:pt x="567" y="31"/>
                  </a:lnTo>
                  <a:cubicBezTo>
                    <a:pt x="517" y="11"/>
                    <a:pt x="461" y="1"/>
                    <a:pt x="405" y="1"/>
                  </a:cubicBezTo>
                  <a:close/>
                </a:path>
              </a:pathLst>
            </a:custGeom>
            <a:grpFill/>
            <a:ln>
              <a:noFill/>
            </a:ln>
          </p:spPr>
          <p:txBody>
            <a:bodyPr spcFirstLastPara="1" wrap="square" lIns="62728" tIns="62728" rIns="62728" bIns="62728" anchor="ctr" anchorCtr="0">
              <a:noAutofit/>
            </a:bodyPr>
            <a:lstStyle/>
            <a:p>
              <a:endParaRPr sz="764"/>
            </a:p>
          </p:txBody>
        </p:sp>
        <p:sp>
          <p:nvSpPr>
            <p:cNvPr id="306" name="Google Shape;8319;p67">
              <a:extLst>
                <a:ext uri="{FF2B5EF4-FFF2-40B4-BE49-F238E27FC236}">
                  <a16:creationId xmlns:a16="http://schemas.microsoft.com/office/drawing/2014/main" id="{D7388371-8D44-4ABE-9A28-CDF540822353}"/>
                </a:ext>
              </a:extLst>
            </p:cNvPr>
            <p:cNvSpPr/>
            <p:nvPr/>
          </p:nvSpPr>
          <p:spPr>
            <a:xfrm>
              <a:off x="-1239475" y="2401575"/>
              <a:ext cx="102425" cy="153100"/>
            </a:xfrm>
            <a:custGeom>
              <a:avLst/>
              <a:gdLst/>
              <a:ahLst/>
              <a:cxnLst/>
              <a:rect l="l" t="t" r="r" b="b"/>
              <a:pathLst>
                <a:path w="4097" h="6124" extrusionOk="0">
                  <a:moveTo>
                    <a:pt x="1733" y="1492"/>
                  </a:moveTo>
                  <a:lnTo>
                    <a:pt x="1733" y="2343"/>
                  </a:lnTo>
                  <a:cubicBezTo>
                    <a:pt x="1733" y="2500"/>
                    <a:pt x="1796" y="2626"/>
                    <a:pt x="1922" y="2658"/>
                  </a:cubicBezTo>
                  <a:lnTo>
                    <a:pt x="3246" y="3225"/>
                  </a:lnTo>
                  <a:lnTo>
                    <a:pt x="2395" y="4611"/>
                  </a:lnTo>
                  <a:lnTo>
                    <a:pt x="2395" y="3729"/>
                  </a:lnTo>
                  <a:cubicBezTo>
                    <a:pt x="2395" y="3572"/>
                    <a:pt x="2332" y="3445"/>
                    <a:pt x="2206" y="3414"/>
                  </a:cubicBezTo>
                  <a:lnTo>
                    <a:pt x="851" y="2878"/>
                  </a:lnTo>
                  <a:lnTo>
                    <a:pt x="1733" y="1492"/>
                  </a:lnTo>
                  <a:close/>
                  <a:moveTo>
                    <a:pt x="2038" y="0"/>
                  </a:moveTo>
                  <a:cubicBezTo>
                    <a:pt x="1919" y="0"/>
                    <a:pt x="1814" y="47"/>
                    <a:pt x="1765" y="169"/>
                  </a:cubicBezTo>
                  <a:lnTo>
                    <a:pt x="64" y="2941"/>
                  </a:lnTo>
                  <a:cubicBezTo>
                    <a:pt x="32" y="3004"/>
                    <a:pt x="1" y="3130"/>
                    <a:pt x="32" y="3225"/>
                  </a:cubicBezTo>
                  <a:cubicBezTo>
                    <a:pt x="64" y="3288"/>
                    <a:pt x="158" y="3382"/>
                    <a:pt x="221" y="3414"/>
                  </a:cubicBezTo>
                  <a:lnTo>
                    <a:pt x="1733" y="4013"/>
                  </a:lnTo>
                  <a:lnTo>
                    <a:pt x="1733" y="5808"/>
                  </a:lnTo>
                  <a:cubicBezTo>
                    <a:pt x="1733" y="5966"/>
                    <a:pt x="1859" y="6092"/>
                    <a:pt x="1954" y="6123"/>
                  </a:cubicBezTo>
                  <a:lnTo>
                    <a:pt x="2049" y="6123"/>
                  </a:lnTo>
                  <a:cubicBezTo>
                    <a:pt x="2143" y="6123"/>
                    <a:pt x="2269" y="6092"/>
                    <a:pt x="2301" y="5966"/>
                  </a:cubicBezTo>
                  <a:lnTo>
                    <a:pt x="4002" y="3225"/>
                  </a:lnTo>
                  <a:cubicBezTo>
                    <a:pt x="4033" y="3130"/>
                    <a:pt x="4096" y="3004"/>
                    <a:pt x="4033" y="2941"/>
                  </a:cubicBezTo>
                  <a:cubicBezTo>
                    <a:pt x="4033" y="2878"/>
                    <a:pt x="3970" y="2784"/>
                    <a:pt x="3907" y="2752"/>
                  </a:cubicBezTo>
                  <a:lnTo>
                    <a:pt x="2395" y="2154"/>
                  </a:lnTo>
                  <a:lnTo>
                    <a:pt x="2395" y="358"/>
                  </a:lnTo>
                  <a:cubicBezTo>
                    <a:pt x="2395" y="169"/>
                    <a:pt x="2269" y="74"/>
                    <a:pt x="2143" y="11"/>
                  </a:cubicBezTo>
                  <a:cubicBezTo>
                    <a:pt x="2108" y="4"/>
                    <a:pt x="2072" y="0"/>
                    <a:pt x="203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89" name="Google Shape;8320;p67">
            <a:extLst>
              <a:ext uri="{FF2B5EF4-FFF2-40B4-BE49-F238E27FC236}">
                <a16:creationId xmlns:a16="http://schemas.microsoft.com/office/drawing/2014/main" id="{3D164AE0-CBFA-4364-B693-B4C60FE0F4D3}"/>
              </a:ext>
            </a:extLst>
          </p:cNvPr>
          <p:cNvGrpSpPr/>
          <p:nvPr/>
        </p:nvGrpSpPr>
        <p:grpSpPr>
          <a:xfrm>
            <a:off x="6664239" y="2076102"/>
            <a:ext cx="212749" cy="225521"/>
            <a:chOff x="-5995925" y="2757850"/>
            <a:chExt cx="275675" cy="292225"/>
          </a:xfrm>
          <a:solidFill>
            <a:schemeClr val="tx1"/>
          </a:solidFill>
        </p:grpSpPr>
        <p:sp>
          <p:nvSpPr>
            <p:cNvPr id="290" name="Google Shape;8321;p67">
              <a:extLst>
                <a:ext uri="{FF2B5EF4-FFF2-40B4-BE49-F238E27FC236}">
                  <a16:creationId xmlns:a16="http://schemas.microsoft.com/office/drawing/2014/main" id="{09547F94-EC8C-4EBE-AD2B-F506DC534DB9}"/>
                </a:ext>
              </a:extLst>
            </p:cNvPr>
            <p:cNvSpPr/>
            <p:nvPr/>
          </p:nvSpPr>
          <p:spPr>
            <a:xfrm>
              <a:off x="-5995925" y="2757850"/>
              <a:ext cx="275675" cy="292225"/>
            </a:xfrm>
            <a:custGeom>
              <a:avLst/>
              <a:gdLst/>
              <a:ahLst/>
              <a:cxnLst/>
              <a:rect l="l" t="t" r="r" b="b"/>
              <a:pathLst>
                <a:path w="11027" h="11689" extrusionOk="0">
                  <a:moveTo>
                    <a:pt x="9924" y="1324"/>
                  </a:moveTo>
                  <a:cubicBezTo>
                    <a:pt x="10113" y="1324"/>
                    <a:pt x="10271" y="1481"/>
                    <a:pt x="10271" y="1702"/>
                  </a:cubicBezTo>
                  <a:lnTo>
                    <a:pt x="10271" y="9263"/>
                  </a:lnTo>
                  <a:lnTo>
                    <a:pt x="10302" y="9263"/>
                  </a:lnTo>
                  <a:cubicBezTo>
                    <a:pt x="10302" y="9452"/>
                    <a:pt x="10145" y="9610"/>
                    <a:pt x="9956" y="9610"/>
                  </a:cubicBezTo>
                  <a:lnTo>
                    <a:pt x="9609" y="9610"/>
                  </a:lnTo>
                  <a:lnTo>
                    <a:pt x="9609" y="8570"/>
                  </a:lnTo>
                  <a:cubicBezTo>
                    <a:pt x="9609" y="8381"/>
                    <a:pt x="9452" y="8223"/>
                    <a:pt x="9263" y="8223"/>
                  </a:cubicBezTo>
                  <a:lnTo>
                    <a:pt x="4442" y="8223"/>
                  </a:lnTo>
                  <a:cubicBezTo>
                    <a:pt x="4253" y="8223"/>
                    <a:pt x="4096" y="8381"/>
                    <a:pt x="4096" y="8570"/>
                  </a:cubicBezTo>
                  <a:lnTo>
                    <a:pt x="4096" y="9610"/>
                  </a:lnTo>
                  <a:lnTo>
                    <a:pt x="3434" y="9610"/>
                  </a:lnTo>
                  <a:lnTo>
                    <a:pt x="3434" y="1324"/>
                  </a:lnTo>
                  <a:close/>
                  <a:moveTo>
                    <a:pt x="2426" y="631"/>
                  </a:moveTo>
                  <a:cubicBezTo>
                    <a:pt x="2647" y="631"/>
                    <a:pt x="2804" y="788"/>
                    <a:pt x="2804" y="977"/>
                  </a:cubicBezTo>
                  <a:lnTo>
                    <a:pt x="2804" y="9925"/>
                  </a:lnTo>
                  <a:cubicBezTo>
                    <a:pt x="2804" y="10114"/>
                    <a:pt x="2647" y="10271"/>
                    <a:pt x="2426" y="10271"/>
                  </a:cubicBezTo>
                  <a:lnTo>
                    <a:pt x="1071" y="10271"/>
                  </a:lnTo>
                  <a:cubicBezTo>
                    <a:pt x="851" y="10271"/>
                    <a:pt x="693" y="10114"/>
                    <a:pt x="693" y="9925"/>
                  </a:cubicBezTo>
                  <a:lnTo>
                    <a:pt x="693" y="977"/>
                  </a:lnTo>
                  <a:cubicBezTo>
                    <a:pt x="693" y="788"/>
                    <a:pt x="851" y="631"/>
                    <a:pt x="1071" y="631"/>
                  </a:cubicBezTo>
                  <a:close/>
                  <a:moveTo>
                    <a:pt x="8948" y="8948"/>
                  </a:moveTo>
                  <a:lnTo>
                    <a:pt x="8948" y="10996"/>
                  </a:lnTo>
                  <a:lnTo>
                    <a:pt x="4852" y="10996"/>
                  </a:lnTo>
                  <a:lnTo>
                    <a:pt x="4852" y="8948"/>
                  </a:lnTo>
                  <a:close/>
                  <a:moveTo>
                    <a:pt x="1008" y="1"/>
                  </a:moveTo>
                  <a:cubicBezTo>
                    <a:pt x="473" y="1"/>
                    <a:pt x="0" y="473"/>
                    <a:pt x="0" y="1009"/>
                  </a:cubicBezTo>
                  <a:lnTo>
                    <a:pt x="0" y="9956"/>
                  </a:lnTo>
                  <a:cubicBezTo>
                    <a:pt x="0" y="10523"/>
                    <a:pt x="473" y="10996"/>
                    <a:pt x="1008" y="10996"/>
                  </a:cubicBezTo>
                  <a:lnTo>
                    <a:pt x="2395" y="10996"/>
                  </a:lnTo>
                  <a:cubicBezTo>
                    <a:pt x="2836" y="10996"/>
                    <a:pt x="3214" y="10712"/>
                    <a:pt x="3371" y="10303"/>
                  </a:cubicBezTo>
                  <a:lnTo>
                    <a:pt x="4127" y="10303"/>
                  </a:lnTo>
                  <a:lnTo>
                    <a:pt x="4127" y="11342"/>
                  </a:lnTo>
                  <a:cubicBezTo>
                    <a:pt x="4127" y="11531"/>
                    <a:pt x="4285" y="11689"/>
                    <a:pt x="4474" y="11689"/>
                  </a:cubicBezTo>
                  <a:lnTo>
                    <a:pt x="9294" y="11689"/>
                  </a:lnTo>
                  <a:cubicBezTo>
                    <a:pt x="9483" y="11689"/>
                    <a:pt x="9641" y="11531"/>
                    <a:pt x="9641" y="11342"/>
                  </a:cubicBezTo>
                  <a:lnTo>
                    <a:pt x="9641" y="10271"/>
                  </a:lnTo>
                  <a:lnTo>
                    <a:pt x="9987" y="10271"/>
                  </a:lnTo>
                  <a:cubicBezTo>
                    <a:pt x="10554" y="10271"/>
                    <a:pt x="11027" y="9799"/>
                    <a:pt x="11027" y="9263"/>
                  </a:cubicBezTo>
                  <a:lnTo>
                    <a:pt x="11027" y="1702"/>
                  </a:lnTo>
                  <a:cubicBezTo>
                    <a:pt x="10995" y="1103"/>
                    <a:pt x="10554" y="662"/>
                    <a:pt x="9956" y="662"/>
                  </a:cubicBezTo>
                  <a:lnTo>
                    <a:pt x="3371" y="662"/>
                  </a:lnTo>
                  <a:cubicBezTo>
                    <a:pt x="3214" y="284"/>
                    <a:pt x="2867" y="1"/>
                    <a:pt x="2395" y="1"/>
                  </a:cubicBezTo>
                  <a:close/>
                </a:path>
              </a:pathLst>
            </a:custGeom>
            <a:grpFill/>
            <a:ln>
              <a:noFill/>
            </a:ln>
          </p:spPr>
          <p:txBody>
            <a:bodyPr spcFirstLastPara="1" wrap="square" lIns="62728" tIns="62728" rIns="62728" bIns="62728" anchor="ctr" anchorCtr="0">
              <a:noAutofit/>
            </a:bodyPr>
            <a:lstStyle/>
            <a:p>
              <a:endParaRPr sz="764"/>
            </a:p>
          </p:txBody>
        </p:sp>
        <p:sp>
          <p:nvSpPr>
            <p:cNvPr id="291" name="Google Shape;8322;p67">
              <a:extLst>
                <a:ext uri="{FF2B5EF4-FFF2-40B4-BE49-F238E27FC236}">
                  <a16:creationId xmlns:a16="http://schemas.microsoft.com/office/drawing/2014/main" id="{8A6608A1-2749-4462-AD93-C1A8371EBEAD}"/>
                </a:ext>
              </a:extLst>
            </p:cNvPr>
            <p:cNvSpPr/>
            <p:nvPr/>
          </p:nvSpPr>
          <p:spPr>
            <a:xfrm>
              <a:off x="-5892750" y="2808250"/>
              <a:ext cx="137850" cy="69350"/>
            </a:xfrm>
            <a:custGeom>
              <a:avLst/>
              <a:gdLst/>
              <a:ahLst/>
              <a:cxnLst/>
              <a:rect l="l" t="t" r="r" b="b"/>
              <a:pathLst>
                <a:path w="5514" h="2774" extrusionOk="0">
                  <a:moveTo>
                    <a:pt x="4821" y="694"/>
                  </a:moveTo>
                  <a:lnTo>
                    <a:pt x="4821" y="2112"/>
                  </a:lnTo>
                  <a:lnTo>
                    <a:pt x="725" y="2112"/>
                  </a:lnTo>
                  <a:lnTo>
                    <a:pt x="725" y="694"/>
                  </a:lnTo>
                  <a:close/>
                  <a:moveTo>
                    <a:pt x="347" y="1"/>
                  </a:moveTo>
                  <a:cubicBezTo>
                    <a:pt x="158" y="1"/>
                    <a:pt x="0" y="158"/>
                    <a:pt x="0" y="348"/>
                  </a:cubicBezTo>
                  <a:lnTo>
                    <a:pt x="0" y="2427"/>
                  </a:lnTo>
                  <a:cubicBezTo>
                    <a:pt x="0" y="2616"/>
                    <a:pt x="158" y="2773"/>
                    <a:pt x="347" y="2773"/>
                  </a:cubicBezTo>
                  <a:lnTo>
                    <a:pt x="5167" y="2773"/>
                  </a:lnTo>
                  <a:cubicBezTo>
                    <a:pt x="5356" y="2773"/>
                    <a:pt x="5514" y="2616"/>
                    <a:pt x="5514" y="2427"/>
                  </a:cubicBezTo>
                  <a:lnTo>
                    <a:pt x="5514" y="348"/>
                  </a:lnTo>
                  <a:cubicBezTo>
                    <a:pt x="5514" y="158"/>
                    <a:pt x="5356" y="1"/>
                    <a:pt x="5167" y="1"/>
                  </a:cubicBezTo>
                  <a:close/>
                </a:path>
              </a:pathLst>
            </a:custGeom>
            <a:grpFill/>
            <a:ln>
              <a:noFill/>
            </a:ln>
          </p:spPr>
          <p:txBody>
            <a:bodyPr spcFirstLastPara="1" wrap="square" lIns="62728" tIns="62728" rIns="62728" bIns="62728" anchor="ctr" anchorCtr="0">
              <a:noAutofit/>
            </a:bodyPr>
            <a:lstStyle/>
            <a:p>
              <a:endParaRPr sz="764"/>
            </a:p>
          </p:txBody>
        </p:sp>
        <p:sp>
          <p:nvSpPr>
            <p:cNvPr id="292" name="Google Shape;8323;p67">
              <a:extLst>
                <a:ext uri="{FF2B5EF4-FFF2-40B4-BE49-F238E27FC236}">
                  <a16:creationId xmlns:a16="http://schemas.microsoft.com/office/drawing/2014/main" id="{4AE4D793-8A38-49FC-951F-20F57638D977}"/>
                </a:ext>
              </a:extLst>
            </p:cNvPr>
            <p:cNvSpPr/>
            <p:nvPr/>
          </p:nvSpPr>
          <p:spPr>
            <a:xfrm>
              <a:off x="-5891975" y="2895675"/>
              <a:ext cx="34700" cy="17375"/>
            </a:xfrm>
            <a:custGeom>
              <a:avLst/>
              <a:gdLst/>
              <a:ahLst/>
              <a:cxnLst/>
              <a:rect l="l" t="t" r="r" b="b"/>
              <a:pathLst>
                <a:path w="1388" h="695" extrusionOk="0">
                  <a:moveTo>
                    <a:pt x="379" y="1"/>
                  </a:moveTo>
                  <a:cubicBezTo>
                    <a:pt x="158" y="1"/>
                    <a:pt x="1" y="159"/>
                    <a:pt x="1" y="348"/>
                  </a:cubicBezTo>
                  <a:cubicBezTo>
                    <a:pt x="1" y="537"/>
                    <a:pt x="158" y="694"/>
                    <a:pt x="379" y="694"/>
                  </a:cubicBezTo>
                  <a:lnTo>
                    <a:pt x="1041" y="694"/>
                  </a:lnTo>
                  <a:cubicBezTo>
                    <a:pt x="1230" y="694"/>
                    <a:pt x="1387" y="537"/>
                    <a:pt x="1387" y="348"/>
                  </a:cubicBezTo>
                  <a:cubicBezTo>
                    <a:pt x="1356" y="127"/>
                    <a:pt x="1198" y="1"/>
                    <a:pt x="1041" y="1"/>
                  </a:cubicBezTo>
                  <a:close/>
                </a:path>
              </a:pathLst>
            </a:custGeom>
            <a:grpFill/>
            <a:ln>
              <a:noFill/>
            </a:ln>
          </p:spPr>
          <p:txBody>
            <a:bodyPr spcFirstLastPara="1" wrap="square" lIns="62728" tIns="62728" rIns="62728" bIns="62728" anchor="ctr" anchorCtr="0">
              <a:noAutofit/>
            </a:bodyPr>
            <a:lstStyle/>
            <a:p>
              <a:endParaRPr sz="764"/>
            </a:p>
          </p:txBody>
        </p:sp>
        <p:sp>
          <p:nvSpPr>
            <p:cNvPr id="293" name="Google Shape;8324;p67">
              <a:extLst>
                <a:ext uri="{FF2B5EF4-FFF2-40B4-BE49-F238E27FC236}">
                  <a16:creationId xmlns:a16="http://schemas.microsoft.com/office/drawing/2014/main" id="{AF8DCF49-3E54-4206-8719-56B8E1D93AB1}"/>
                </a:ext>
              </a:extLst>
            </p:cNvPr>
            <p:cNvSpPr/>
            <p:nvPr/>
          </p:nvSpPr>
          <p:spPr>
            <a:xfrm>
              <a:off x="-5891975" y="2928775"/>
              <a:ext cx="34700" cy="18125"/>
            </a:xfrm>
            <a:custGeom>
              <a:avLst/>
              <a:gdLst/>
              <a:ahLst/>
              <a:cxnLst/>
              <a:rect l="l" t="t" r="r" b="b"/>
              <a:pathLst>
                <a:path w="1388" h="725" extrusionOk="0">
                  <a:moveTo>
                    <a:pt x="379" y="0"/>
                  </a:moveTo>
                  <a:cubicBezTo>
                    <a:pt x="158" y="0"/>
                    <a:pt x="1" y="158"/>
                    <a:pt x="1" y="378"/>
                  </a:cubicBezTo>
                  <a:cubicBezTo>
                    <a:pt x="1" y="567"/>
                    <a:pt x="158" y="725"/>
                    <a:pt x="379" y="725"/>
                  </a:cubicBezTo>
                  <a:lnTo>
                    <a:pt x="1041" y="725"/>
                  </a:lnTo>
                  <a:cubicBezTo>
                    <a:pt x="1230" y="725"/>
                    <a:pt x="1387" y="567"/>
                    <a:pt x="1387" y="378"/>
                  </a:cubicBezTo>
                  <a:cubicBezTo>
                    <a:pt x="1356" y="158"/>
                    <a:pt x="1198" y="0"/>
                    <a:pt x="1041" y="0"/>
                  </a:cubicBezTo>
                  <a:close/>
                </a:path>
              </a:pathLst>
            </a:custGeom>
            <a:grpFill/>
            <a:ln>
              <a:noFill/>
            </a:ln>
          </p:spPr>
          <p:txBody>
            <a:bodyPr spcFirstLastPara="1" wrap="square" lIns="62728" tIns="62728" rIns="62728" bIns="62728" anchor="ctr" anchorCtr="0">
              <a:noAutofit/>
            </a:bodyPr>
            <a:lstStyle/>
            <a:p>
              <a:endParaRPr sz="764"/>
            </a:p>
          </p:txBody>
        </p:sp>
        <p:sp>
          <p:nvSpPr>
            <p:cNvPr id="294" name="Google Shape;8325;p67">
              <a:extLst>
                <a:ext uri="{FF2B5EF4-FFF2-40B4-BE49-F238E27FC236}">
                  <a16:creationId xmlns:a16="http://schemas.microsoft.com/office/drawing/2014/main" id="{6330C8D2-1FFB-4F1E-B440-3F42017CA520}"/>
                </a:ext>
              </a:extLst>
            </p:cNvPr>
            <p:cNvSpPr/>
            <p:nvPr/>
          </p:nvSpPr>
          <p:spPr>
            <a:xfrm>
              <a:off x="-5840775" y="2928775"/>
              <a:ext cx="34675" cy="18125"/>
            </a:xfrm>
            <a:custGeom>
              <a:avLst/>
              <a:gdLst/>
              <a:ahLst/>
              <a:cxnLst/>
              <a:rect l="l" t="t" r="r" b="b"/>
              <a:pathLst>
                <a:path w="1387" h="725" extrusionOk="0">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grpFill/>
            <a:ln>
              <a:noFill/>
            </a:ln>
          </p:spPr>
          <p:txBody>
            <a:bodyPr spcFirstLastPara="1" wrap="square" lIns="62728" tIns="62728" rIns="62728" bIns="62728" anchor="ctr" anchorCtr="0">
              <a:noAutofit/>
            </a:bodyPr>
            <a:lstStyle/>
            <a:p>
              <a:endParaRPr sz="764"/>
            </a:p>
          </p:txBody>
        </p:sp>
        <p:sp>
          <p:nvSpPr>
            <p:cNvPr id="295" name="Google Shape;8326;p67">
              <a:extLst>
                <a:ext uri="{FF2B5EF4-FFF2-40B4-BE49-F238E27FC236}">
                  <a16:creationId xmlns:a16="http://schemas.microsoft.com/office/drawing/2014/main" id="{6117AA9F-869C-4AB7-98F5-42C8A1211E2D}"/>
                </a:ext>
              </a:extLst>
            </p:cNvPr>
            <p:cNvSpPr/>
            <p:nvPr/>
          </p:nvSpPr>
          <p:spPr>
            <a:xfrm>
              <a:off x="-5840775" y="2895675"/>
              <a:ext cx="34675" cy="17375"/>
            </a:xfrm>
            <a:custGeom>
              <a:avLst/>
              <a:gdLst/>
              <a:ahLst/>
              <a:cxnLst/>
              <a:rect l="l" t="t" r="r" b="b"/>
              <a:pathLst>
                <a:path w="1387" h="695" extrusionOk="0">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grpFill/>
            <a:ln>
              <a:noFill/>
            </a:ln>
          </p:spPr>
          <p:txBody>
            <a:bodyPr spcFirstLastPara="1" wrap="square" lIns="62728" tIns="62728" rIns="62728" bIns="62728" anchor="ctr" anchorCtr="0">
              <a:noAutofit/>
            </a:bodyPr>
            <a:lstStyle/>
            <a:p>
              <a:endParaRPr sz="764"/>
            </a:p>
          </p:txBody>
        </p:sp>
        <p:sp>
          <p:nvSpPr>
            <p:cNvPr id="296" name="Google Shape;8327;p67">
              <a:extLst>
                <a:ext uri="{FF2B5EF4-FFF2-40B4-BE49-F238E27FC236}">
                  <a16:creationId xmlns:a16="http://schemas.microsoft.com/office/drawing/2014/main" id="{BF8C7D81-7DA7-4574-A4BE-29AD4D2E8781}"/>
                </a:ext>
              </a:extLst>
            </p:cNvPr>
            <p:cNvSpPr/>
            <p:nvPr/>
          </p:nvSpPr>
          <p:spPr>
            <a:xfrm>
              <a:off x="-5789575" y="2895675"/>
              <a:ext cx="34675" cy="17375"/>
            </a:xfrm>
            <a:custGeom>
              <a:avLst/>
              <a:gdLst/>
              <a:ahLst/>
              <a:cxnLst/>
              <a:rect l="l" t="t" r="r" b="b"/>
              <a:pathLst>
                <a:path w="1387" h="695" extrusionOk="0">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grpFill/>
            <a:ln>
              <a:noFill/>
            </a:ln>
          </p:spPr>
          <p:txBody>
            <a:bodyPr spcFirstLastPara="1" wrap="square" lIns="62728" tIns="62728" rIns="62728" bIns="62728" anchor="ctr" anchorCtr="0">
              <a:noAutofit/>
            </a:bodyPr>
            <a:lstStyle/>
            <a:p>
              <a:endParaRPr sz="764"/>
            </a:p>
          </p:txBody>
        </p:sp>
        <p:sp>
          <p:nvSpPr>
            <p:cNvPr id="297" name="Google Shape;8328;p67">
              <a:extLst>
                <a:ext uri="{FF2B5EF4-FFF2-40B4-BE49-F238E27FC236}">
                  <a16:creationId xmlns:a16="http://schemas.microsoft.com/office/drawing/2014/main" id="{1BEB5ABC-24DD-47BB-829D-9AA4408CFBA2}"/>
                </a:ext>
              </a:extLst>
            </p:cNvPr>
            <p:cNvSpPr/>
            <p:nvPr/>
          </p:nvSpPr>
          <p:spPr>
            <a:xfrm>
              <a:off x="-5789575" y="2928775"/>
              <a:ext cx="34675" cy="18125"/>
            </a:xfrm>
            <a:custGeom>
              <a:avLst/>
              <a:gdLst/>
              <a:ahLst/>
              <a:cxnLst/>
              <a:rect l="l" t="t" r="r" b="b"/>
              <a:pathLst>
                <a:path w="1387" h="725" extrusionOk="0">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grpFill/>
            <a:ln>
              <a:noFill/>
            </a:ln>
          </p:spPr>
          <p:txBody>
            <a:bodyPr spcFirstLastPara="1" wrap="square" lIns="62728" tIns="62728" rIns="62728" bIns="62728" anchor="ctr" anchorCtr="0">
              <a:noAutofit/>
            </a:bodyPr>
            <a:lstStyle/>
            <a:p>
              <a:endParaRPr sz="764"/>
            </a:p>
          </p:txBody>
        </p:sp>
        <p:sp>
          <p:nvSpPr>
            <p:cNvPr id="298" name="Google Shape;8329;p67">
              <a:extLst>
                <a:ext uri="{FF2B5EF4-FFF2-40B4-BE49-F238E27FC236}">
                  <a16:creationId xmlns:a16="http://schemas.microsoft.com/office/drawing/2014/main" id="{661CC541-1175-44BF-9B23-88DE8945208D}"/>
                </a:ext>
              </a:extLst>
            </p:cNvPr>
            <p:cNvSpPr/>
            <p:nvPr/>
          </p:nvSpPr>
          <p:spPr>
            <a:xfrm>
              <a:off x="-5858100" y="2998075"/>
              <a:ext cx="68550" cy="17350"/>
            </a:xfrm>
            <a:custGeom>
              <a:avLst/>
              <a:gdLst/>
              <a:ahLst/>
              <a:cxnLst/>
              <a:rect l="l" t="t" r="r" b="b"/>
              <a:pathLst>
                <a:path w="2742" h="694" extrusionOk="0">
                  <a:moveTo>
                    <a:pt x="347" y="1"/>
                  </a:moveTo>
                  <a:cubicBezTo>
                    <a:pt x="158" y="1"/>
                    <a:pt x="1" y="158"/>
                    <a:pt x="1" y="347"/>
                  </a:cubicBezTo>
                  <a:cubicBezTo>
                    <a:pt x="1" y="536"/>
                    <a:pt x="158" y="694"/>
                    <a:pt x="347" y="694"/>
                  </a:cubicBezTo>
                  <a:lnTo>
                    <a:pt x="2395" y="694"/>
                  </a:lnTo>
                  <a:cubicBezTo>
                    <a:pt x="2584" y="694"/>
                    <a:pt x="2742" y="536"/>
                    <a:pt x="2742" y="347"/>
                  </a:cubicBezTo>
                  <a:cubicBezTo>
                    <a:pt x="2742" y="158"/>
                    <a:pt x="2584" y="1"/>
                    <a:pt x="2395"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90" name="Google Shape;8330;p67">
            <a:extLst>
              <a:ext uri="{FF2B5EF4-FFF2-40B4-BE49-F238E27FC236}">
                <a16:creationId xmlns:a16="http://schemas.microsoft.com/office/drawing/2014/main" id="{C1A562D5-B006-432A-9912-F772A01E1648}"/>
              </a:ext>
            </a:extLst>
          </p:cNvPr>
          <p:cNvGrpSpPr/>
          <p:nvPr/>
        </p:nvGrpSpPr>
        <p:grpSpPr>
          <a:xfrm>
            <a:off x="8103281" y="1526306"/>
            <a:ext cx="225541" cy="224325"/>
            <a:chOff x="-4211975" y="2046625"/>
            <a:chExt cx="292250" cy="290675"/>
          </a:xfrm>
          <a:solidFill>
            <a:schemeClr val="tx1"/>
          </a:solidFill>
        </p:grpSpPr>
        <p:sp>
          <p:nvSpPr>
            <p:cNvPr id="288" name="Google Shape;8331;p67">
              <a:extLst>
                <a:ext uri="{FF2B5EF4-FFF2-40B4-BE49-F238E27FC236}">
                  <a16:creationId xmlns:a16="http://schemas.microsoft.com/office/drawing/2014/main" id="{68AAA4FC-5A8D-444E-B6E9-6A1853786624}"/>
                </a:ext>
              </a:extLst>
            </p:cNvPr>
            <p:cNvSpPr/>
            <p:nvPr/>
          </p:nvSpPr>
          <p:spPr>
            <a:xfrm>
              <a:off x="-4211975" y="2081300"/>
              <a:ext cx="256025" cy="256000"/>
            </a:xfrm>
            <a:custGeom>
              <a:avLst/>
              <a:gdLst/>
              <a:ahLst/>
              <a:cxnLst/>
              <a:rect l="l" t="t" r="r" b="b"/>
              <a:pathLst>
                <a:path w="10241" h="10240" extrusionOk="0">
                  <a:moveTo>
                    <a:pt x="4758" y="693"/>
                  </a:moveTo>
                  <a:lnTo>
                    <a:pt x="4758" y="5167"/>
                  </a:lnTo>
                  <a:cubicBezTo>
                    <a:pt x="4758" y="5356"/>
                    <a:pt x="4916" y="5513"/>
                    <a:pt x="5105" y="5513"/>
                  </a:cubicBezTo>
                  <a:lnTo>
                    <a:pt x="9578" y="5513"/>
                  </a:lnTo>
                  <a:cubicBezTo>
                    <a:pt x="9358" y="7813"/>
                    <a:pt x="7436" y="9609"/>
                    <a:pt x="5105" y="9609"/>
                  </a:cubicBezTo>
                  <a:cubicBezTo>
                    <a:pt x="2679" y="9609"/>
                    <a:pt x="663" y="7593"/>
                    <a:pt x="663" y="5167"/>
                  </a:cubicBezTo>
                  <a:cubicBezTo>
                    <a:pt x="663" y="2835"/>
                    <a:pt x="2490" y="914"/>
                    <a:pt x="4758" y="693"/>
                  </a:cubicBezTo>
                  <a:close/>
                  <a:moveTo>
                    <a:pt x="5105" y="0"/>
                  </a:moveTo>
                  <a:cubicBezTo>
                    <a:pt x="2269" y="0"/>
                    <a:pt x="1" y="2300"/>
                    <a:pt x="1" y="5104"/>
                  </a:cubicBezTo>
                  <a:cubicBezTo>
                    <a:pt x="1" y="7939"/>
                    <a:pt x="2269" y="10239"/>
                    <a:pt x="5105" y="10239"/>
                  </a:cubicBezTo>
                  <a:cubicBezTo>
                    <a:pt x="7940" y="10239"/>
                    <a:pt x="10240" y="7939"/>
                    <a:pt x="10240" y="5104"/>
                  </a:cubicBezTo>
                  <a:cubicBezTo>
                    <a:pt x="10240" y="4978"/>
                    <a:pt x="10083" y="4820"/>
                    <a:pt x="9925" y="4820"/>
                  </a:cubicBezTo>
                  <a:lnTo>
                    <a:pt x="5483" y="4820"/>
                  </a:lnTo>
                  <a:lnTo>
                    <a:pt x="5483" y="347"/>
                  </a:lnTo>
                  <a:cubicBezTo>
                    <a:pt x="5483" y="158"/>
                    <a:pt x="5325" y="0"/>
                    <a:pt x="5105" y="0"/>
                  </a:cubicBezTo>
                  <a:close/>
                </a:path>
              </a:pathLst>
            </a:custGeom>
            <a:grpFill/>
            <a:ln>
              <a:noFill/>
            </a:ln>
          </p:spPr>
          <p:txBody>
            <a:bodyPr spcFirstLastPara="1" wrap="square" lIns="62728" tIns="62728" rIns="62728" bIns="62728" anchor="ctr" anchorCtr="0">
              <a:noAutofit/>
            </a:bodyPr>
            <a:lstStyle/>
            <a:p>
              <a:endParaRPr sz="764"/>
            </a:p>
          </p:txBody>
        </p:sp>
        <p:sp>
          <p:nvSpPr>
            <p:cNvPr id="289" name="Google Shape;8332;p67">
              <a:extLst>
                <a:ext uri="{FF2B5EF4-FFF2-40B4-BE49-F238E27FC236}">
                  <a16:creationId xmlns:a16="http://schemas.microsoft.com/office/drawing/2014/main" id="{7BDC3D5C-2C41-43F8-8B7E-36C16ABA82B0}"/>
                </a:ext>
              </a:extLst>
            </p:cNvPr>
            <p:cNvSpPr/>
            <p:nvPr/>
          </p:nvSpPr>
          <p:spPr>
            <a:xfrm>
              <a:off x="-4057600" y="2046625"/>
              <a:ext cx="137875" cy="137875"/>
            </a:xfrm>
            <a:custGeom>
              <a:avLst/>
              <a:gdLst/>
              <a:ahLst/>
              <a:cxnLst/>
              <a:rect l="l" t="t" r="r" b="b"/>
              <a:pathLst>
                <a:path w="5515" h="5515" extrusionOk="0">
                  <a:moveTo>
                    <a:pt x="663" y="694"/>
                  </a:moveTo>
                  <a:cubicBezTo>
                    <a:pt x="2836" y="851"/>
                    <a:pt x="4601" y="2616"/>
                    <a:pt x="4758" y="4790"/>
                  </a:cubicBezTo>
                  <a:lnTo>
                    <a:pt x="663" y="4790"/>
                  </a:lnTo>
                  <a:lnTo>
                    <a:pt x="663" y="694"/>
                  </a:lnTo>
                  <a:close/>
                  <a:moveTo>
                    <a:pt x="348" y="1"/>
                  </a:moveTo>
                  <a:cubicBezTo>
                    <a:pt x="158" y="1"/>
                    <a:pt x="1" y="158"/>
                    <a:pt x="1" y="379"/>
                  </a:cubicBezTo>
                  <a:lnTo>
                    <a:pt x="1" y="5168"/>
                  </a:lnTo>
                  <a:cubicBezTo>
                    <a:pt x="1" y="5357"/>
                    <a:pt x="158" y="5514"/>
                    <a:pt x="348" y="5514"/>
                  </a:cubicBezTo>
                  <a:lnTo>
                    <a:pt x="5168" y="5514"/>
                  </a:lnTo>
                  <a:cubicBezTo>
                    <a:pt x="5357" y="5514"/>
                    <a:pt x="5514" y="5357"/>
                    <a:pt x="5514" y="5168"/>
                  </a:cubicBezTo>
                  <a:cubicBezTo>
                    <a:pt x="5483" y="3750"/>
                    <a:pt x="4979" y="2490"/>
                    <a:pt x="3971" y="1513"/>
                  </a:cubicBezTo>
                  <a:cubicBezTo>
                    <a:pt x="2994" y="536"/>
                    <a:pt x="1734" y="1"/>
                    <a:pt x="34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91" name="Google Shape;8333;p67">
            <a:extLst>
              <a:ext uri="{FF2B5EF4-FFF2-40B4-BE49-F238E27FC236}">
                <a16:creationId xmlns:a16="http://schemas.microsoft.com/office/drawing/2014/main" id="{43EB51CF-1132-43F5-B554-14E50B81A1EB}"/>
              </a:ext>
            </a:extLst>
          </p:cNvPr>
          <p:cNvGrpSpPr/>
          <p:nvPr/>
        </p:nvGrpSpPr>
        <p:grpSpPr>
          <a:xfrm>
            <a:off x="8130031" y="1797243"/>
            <a:ext cx="172040" cy="226756"/>
            <a:chOff x="-4178875" y="2405775"/>
            <a:chExt cx="222925" cy="293825"/>
          </a:xfrm>
          <a:solidFill>
            <a:schemeClr val="tx1"/>
          </a:solidFill>
        </p:grpSpPr>
        <p:sp>
          <p:nvSpPr>
            <p:cNvPr id="285" name="Google Shape;8334;p67">
              <a:extLst>
                <a:ext uri="{FF2B5EF4-FFF2-40B4-BE49-F238E27FC236}">
                  <a16:creationId xmlns:a16="http://schemas.microsoft.com/office/drawing/2014/main" id="{680F9E0B-97CD-4E87-9DBC-24DC1620761C}"/>
                </a:ext>
              </a:extLst>
            </p:cNvPr>
            <p:cNvSpPr/>
            <p:nvPr/>
          </p:nvSpPr>
          <p:spPr>
            <a:xfrm>
              <a:off x="-4178875" y="2405775"/>
              <a:ext cx="222925" cy="293825"/>
            </a:xfrm>
            <a:custGeom>
              <a:avLst/>
              <a:gdLst/>
              <a:ahLst/>
              <a:cxnLst/>
              <a:rect l="l" t="t" r="r" b="b"/>
              <a:pathLst>
                <a:path w="8917" h="11753" extrusionOk="0">
                  <a:moveTo>
                    <a:pt x="4474" y="694"/>
                  </a:moveTo>
                  <a:cubicBezTo>
                    <a:pt x="6553" y="694"/>
                    <a:pt x="8254" y="2395"/>
                    <a:pt x="8254" y="4475"/>
                  </a:cubicBezTo>
                  <a:cubicBezTo>
                    <a:pt x="8191" y="5262"/>
                    <a:pt x="7971" y="6018"/>
                    <a:pt x="7530" y="6649"/>
                  </a:cubicBezTo>
                  <a:lnTo>
                    <a:pt x="4474" y="10776"/>
                  </a:lnTo>
                  <a:lnTo>
                    <a:pt x="1418" y="6712"/>
                  </a:lnTo>
                  <a:cubicBezTo>
                    <a:pt x="945" y="6050"/>
                    <a:pt x="693" y="5294"/>
                    <a:pt x="693" y="4475"/>
                  </a:cubicBezTo>
                  <a:cubicBezTo>
                    <a:pt x="693" y="2395"/>
                    <a:pt x="2363" y="694"/>
                    <a:pt x="4474" y="694"/>
                  </a:cubicBezTo>
                  <a:close/>
                  <a:moveTo>
                    <a:pt x="4474" y="1"/>
                  </a:moveTo>
                  <a:cubicBezTo>
                    <a:pt x="2017" y="1"/>
                    <a:pt x="0" y="2017"/>
                    <a:pt x="0" y="4475"/>
                  </a:cubicBezTo>
                  <a:cubicBezTo>
                    <a:pt x="0" y="5451"/>
                    <a:pt x="315" y="6365"/>
                    <a:pt x="882" y="7153"/>
                  </a:cubicBezTo>
                  <a:lnTo>
                    <a:pt x="4190" y="11595"/>
                  </a:lnTo>
                  <a:cubicBezTo>
                    <a:pt x="4253" y="11689"/>
                    <a:pt x="4348" y="11752"/>
                    <a:pt x="4474" y="11752"/>
                  </a:cubicBezTo>
                  <a:cubicBezTo>
                    <a:pt x="4568" y="11752"/>
                    <a:pt x="4663" y="11721"/>
                    <a:pt x="4726" y="11595"/>
                  </a:cubicBezTo>
                  <a:lnTo>
                    <a:pt x="8097" y="7058"/>
                  </a:lnTo>
                  <a:cubicBezTo>
                    <a:pt x="8633" y="6333"/>
                    <a:pt x="8916" y="5420"/>
                    <a:pt x="8916" y="4506"/>
                  </a:cubicBezTo>
                  <a:cubicBezTo>
                    <a:pt x="8916" y="1986"/>
                    <a:pt x="6900" y="1"/>
                    <a:pt x="4474" y="1"/>
                  </a:cubicBezTo>
                  <a:close/>
                </a:path>
              </a:pathLst>
            </a:custGeom>
            <a:grpFill/>
            <a:ln>
              <a:noFill/>
            </a:ln>
          </p:spPr>
          <p:txBody>
            <a:bodyPr spcFirstLastPara="1" wrap="square" lIns="62728" tIns="62728" rIns="62728" bIns="62728" anchor="ctr" anchorCtr="0">
              <a:noAutofit/>
            </a:bodyPr>
            <a:lstStyle/>
            <a:p>
              <a:endParaRPr sz="764"/>
            </a:p>
          </p:txBody>
        </p:sp>
        <p:sp>
          <p:nvSpPr>
            <p:cNvPr id="286" name="Google Shape;8335;p67">
              <a:extLst>
                <a:ext uri="{FF2B5EF4-FFF2-40B4-BE49-F238E27FC236}">
                  <a16:creationId xmlns:a16="http://schemas.microsoft.com/office/drawing/2014/main" id="{932914B4-DA67-4CBC-B21F-796593B53090}"/>
                </a:ext>
              </a:extLst>
            </p:cNvPr>
            <p:cNvSpPr/>
            <p:nvPr/>
          </p:nvSpPr>
          <p:spPr>
            <a:xfrm>
              <a:off x="-4093025" y="2491650"/>
              <a:ext cx="51225" cy="51200"/>
            </a:xfrm>
            <a:custGeom>
              <a:avLst/>
              <a:gdLst/>
              <a:ahLst/>
              <a:cxnLst/>
              <a:rect l="l" t="t" r="r" b="b"/>
              <a:pathLst>
                <a:path w="2049" h="2048" extrusionOk="0">
                  <a:moveTo>
                    <a:pt x="1040" y="630"/>
                  </a:moveTo>
                  <a:cubicBezTo>
                    <a:pt x="1229" y="630"/>
                    <a:pt x="1386" y="788"/>
                    <a:pt x="1386" y="1008"/>
                  </a:cubicBezTo>
                  <a:cubicBezTo>
                    <a:pt x="1386" y="1197"/>
                    <a:pt x="1197" y="1355"/>
                    <a:pt x="1040" y="1355"/>
                  </a:cubicBezTo>
                  <a:cubicBezTo>
                    <a:pt x="819" y="1355"/>
                    <a:pt x="662" y="1197"/>
                    <a:pt x="662" y="1008"/>
                  </a:cubicBezTo>
                  <a:cubicBezTo>
                    <a:pt x="662" y="788"/>
                    <a:pt x="819" y="630"/>
                    <a:pt x="1040" y="630"/>
                  </a:cubicBezTo>
                  <a:close/>
                  <a:moveTo>
                    <a:pt x="1040" y="0"/>
                  </a:moveTo>
                  <a:cubicBezTo>
                    <a:pt x="473" y="0"/>
                    <a:pt x="0" y="473"/>
                    <a:pt x="0" y="1040"/>
                  </a:cubicBezTo>
                  <a:cubicBezTo>
                    <a:pt x="0" y="1575"/>
                    <a:pt x="473" y="2048"/>
                    <a:pt x="1040" y="2048"/>
                  </a:cubicBezTo>
                  <a:cubicBezTo>
                    <a:pt x="1575" y="2048"/>
                    <a:pt x="2048" y="1575"/>
                    <a:pt x="2048" y="1040"/>
                  </a:cubicBezTo>
                  <a:cubicBezTo>
                    <a:pt x="2048" y="441"/>
                    <a:pt x="1575" y="0"/>
                    <a:pt x="1040" y="0"/>
                  </a:cubicBezTo>
                  <a:close/>
                </a:path>
              </a:pathLst>
            </a:custGeom>
            <a:grpFill/>
            <a:ln>
              <a:noFill/>
            </a:ln>
          </p:spPr>
          <p:txBody>
            <a:bodyPr spcFirstLastPara="1" wrap="square" lIns="62728" tIns="62728" rIns="62728" bIns="62728" anchor="ctr" anchorCtr="0">
              <a:noAutofit/>
            </a:bodyPr>
            <a:lstStyle/>
            <a:p>
              <a:endParaRPr sz="764"/>
            </a:p>
          </p:txBody>
        </p:sp>
        <p:sp>
          <p:nvSpPr>
            <p:cNvPr id="287" name="Google Shape;8336;p67">
              <a:extLst>
                <a:ext uri="{FF2B5EF4-FFF2-40B4-BE49-F238E27FC236}">
                  <a16:creationId xmlns:a16="http://schemas.microsoft.com/office/drawing/2014/main" id="{C34C8FFF-7B91-4260-856F-AAC5D8F3E5F2}"/>
                </a:ext>
              </a:extLst>
            </p:cNvPr>
            <p:cNvSpPr/>
            <p:nvPr/>
          </p:nvSpPr>
          <p:spPr>
            <a:xfrm>
              <a:off x="-4145800" y="2439650"/>
              <a:ext cx="155975" cy="155200"/>
            </a:xfrm>
            <a:custGeom>
              <a:avLst/>
              <a:gdLst/>
              <a:ahLst/>
              <a:cxnLst/>
              <a:rect l="l" t="t" r="r" b="b"/>
              <a:pathLst>
                <a:path w="6239" h="6208" extrusionOk="0">
                  <a:moveTo>
                    <a:pt x="3403" y="694"/>
                  </a:moveTo>
                  <a:lnTo>
                    <a:pt x="3403" y="1166"/>
                  </a:lnTo>
                  <a:cubicBezTo>
                    <a:pt x="3403" y="1324"/>
                    <a:pt x="3497" y="1450"/>
                    <a:pt x="3655" y="1481"/>
                  </a:cubicBezTo>
                  <a:cubicBezTo>
                    <a:pt x="3844" y="1576"/>
                    <a:pt x="4033" y="1670"/>
                    <a:pt x="4191" y="1828"/>
                  </a:cubicBezTo>
                  <a:cubicBezTo>
                    <a:pt x="4268" y="1867"/>
                    <a:pt x="4358" y="1894"/>
                    <a:pt x="4445" y="1894"/>
                  </a:cubicBezTo>
                  <a:cubicBezTo>
                    <a:pt x="4499" y="1894"/>
                    <a:pt x="4552" y="1884"/>
                    <a:pt x="4600" y="1859"/>
                  </a:cubicBezTo>
                  <a:lnTo>
                    <a:pt x="4978" y="1607"/>
                  </a:lnTo>
                  <a:lnTo>
                    <a:pt x="5356" y="2206"/>
                  </a:lnTo>
                  <a:lnTo>
                    <a:pt x="4947" y="2458"/>
                  </a:lnTo>
                  <a:cubicBezTo>
                    <a:pt x="4821" y="2521"/>
                    <a:pt x="4789" y="2647"/>
                    <a:pt x="4789" y="2805"/>
                  </a:cubicBezTo>
                  <a:cubicBezTo>
                    <a:pt x="4821" y="3025"/>
                    <a:pt x="4821" y="3183"/>
                    <a:pt x="4789" y="3435"/>
                  </a:cubicBezTo>
                  <a:cubicBezTo>
                    <a:pt x="4758" y="3592"/>
                    <a:pt x="4821" y="3687"/>
                    <a:pt x="4947" y="3781"/>
                  </a:cubicBezTo>
                  <a:lnTo>
                    <a:pt x="5356" y="4033"/>
                  </a:lnTo>
                  <a:lnTo>
                    <a:pt x="4978" y="4600"/>
                  </a:lnTo>
                  <a:lnTo>
                    <a:pt x="4600" y="4380"/>
                  </a:lnTo>
                  <a:cubicBezTo>
                    <a:pt x="4554" y="4345"/>
                    <a:pt x="4503" y="4332"/>
                    <a:pt x="4452" y="4332"/>
                  </a:cubicBezTo>
                  <a:cubicBezTo>
                    <a:pt x="4363" y="4332"/>
                    <a:pt x="4270" y="4372"/>
                    <a:pt x="4191" y="4411"/>
                  </a:cubicBezTo>
                  <a:cubicBezTo>
                    <a:pt x="4033" y="4537"/>
                    <a:pt x="3844" y="4632"/>
                    <a:pt x="3655" y="4726"/>
                  </a:cubicBezTo>
                  <a:cubicBezTo>
                    <a:pt x="3529" y="4758"/>
                    <a:pt x="3403" y="4915"/>
                    <a:pt x="3403" y="5041"/>
                  </a:cubicBezTo>
                  <a:lnTo>
                    <a:pt x="3403" y="5514"/>
                  </a:lnTo>
                  <a:lnTo>
                    <a:pt x="2741" y="5514"/>
                  </a:lnTo>
                  <a:lnTo>
                    <a:pt x="2741" y="5041"/>
                  </a:lnTo>
                  <a:cubicBezTo>
                    <a:pt x="2741" y="4884"/>
                    <a:pt x="2678" y="4758"/>
                    <a:pt x="2521" y="4726"/>
                  </a:cubicBezTo>
                  <a:cubicBezTo>
                    <a:pt x="2300" y="4663"/>
                    <a:pt x="2111" y="4569"/>
                    <a:pt x="1954" y="4411"/>
                  </a:cubicBezTo>
                  <a:cubicBezTo>
                    <a:pt x="1874" y="4372"/>
                    <a:pt x="1782" y="4332"/>
                    <a:pt x="1701" y="4332"/>
                  </a:cubicBezTo>
                  <a:cubicBezTo>
                    <a:pt x="1654" y="4332"/>
                    <a:pt x="1610" y="4345"/>
                    <a:pt x="1576" y="4380"/>
                  </a:cubicBezTo>
                  <a:lnTo>
                    <a:pt x="1166" y="4600"/>
                  </a:lnTo>
                  <a:lnTo>
                    <a:pt x="820" y="4033"/>
                  </a:lnTo>
                  <a:lnTo>
                    <a:pt x="1198" y="3781"/>
                  </a:lnTo>
                  <a:cubicBezTo>
                    <a:pt x="1324" y="3718"/>
                    <a:pt x="1418" y="3592"/>
                    <a:pt x="1355" y="3435"/>
                  </a:cubicBezTo>
                  <a:cubicBezTo>
                    <a:pt x="1324" y="3183"/>
                    <a:pt x="1324" y="3025"/>
                    <a:pt x="1355" y="2805"/>
                  </a:cubicBezTo>
                  <a:cubicBezTo>
                    <a:pt x="1418" y="2647"/>
                    <a:pt x="1324" y="2521"/>
                    <a:pt x="1198" y="2458"/>
                  </a:cubicBezTo>
                  <a:lnTo>
                    <a:pt x="820" y="2206"/>
                  </a:lnTo>
                  <a:lnTo>
                    <a:pt x="1166" y="1607"/>
                  </a:lnTo>
                  <a:lnTo>
                    <a:pt x="1576" y="1859"/>
                  </a:lnTo>
                  <a:cubicBezTo>
                    <a:pt x="1612" y="1884"/>
                    <a:pt x="1657" y="1894"/>
                    <a:pt x="1706" y="1894"/>
                  </a:cubicBezTo>
                  <a:cubicBezTo>
                    <a:pt x="1786" y="1894"/>
                    <a:pt x="1876" y="1867"/>
                    <a:pt x="1954" y="1828"/>
                  </a:cubicBezTo>
                  <a:cubicBezTo>
                    <a:pt x="2111" y="1702"/>
                    <a:pt x="2300" y="1576"/>
                    <a:pt x="2521" y="1481"/>
                  </a:cubicBezTo>
                  <a:cubicBezTo>
                    <a:pt x="2615" y="1450"/>
                    <a:pt x="2741" y="1292"/>
                    <a:pt x="2741" y="1166"/>
                  </a:cubicBezTo>
                  <a:lnTo>
                    <a:pt x="2741" y="694"/>
                  </a:lnTo>
                  <a:close/>
                  <a:moveTo>
                    <a:pt x="2426" y="1"/>
                  </a:moveTo>
                  <a:cubicBezTo>
                    <a:pt x="2237" y="1"/>
                    <a:pt x="2080" y="158"/>
                    <a:pt x="2080" y="347"/>
                  </a:cubicBezTo>
                  <a:lnTo>
                    <a:pt x="2080" y="946"/>
                  </a:lnTo>
                  <a:cubicBezTo>
                    <a:pt x="1954" y="977"/>
                    <a:pt x="1828" y="1072"/>
                    <a:pt x="1765" y="1135"/>
                  </a:cubicBezTo>
                  <a:lnTo>
                    <a:pt x="1261" y="851"/>
                  </a:lnTo>
                  <a:cubicBezTo>
                    <a:pt x="1211" y="831"/>
                    <a:pt x="1158" y="821"/>
                    <a:pt x="1104" y="821"/>
                  </a:cubicBezTo>
                  <a:cubicBezTo>
                    <a:pt x="990" y="821"/>
                    <a:pt x="874" y="870"/>
                    <a:pt x="788" y="977"/>
                  </a:cubicBezTo>
                  <a:lnTo>
                    <a:pt x="126" y="2175"/>
                  </a:lnTo>
                  <a:cubicBezTo>
                    <a:pt x="32" y="2332"/>
                    <a:pt x="63" y="2521"/>
                    <a:pt x="221" y="2647"/>
                  </a:cubicBezTo>
                  <a:lnTo>
                    <a:pt x="757" y="2899"/>
                  </a:lnTo>
                  <a:lnTo>
                    <a:pt x="757" y="3120"/>
                  </a:lnTo>
                  <a:lnTo>
                    <a:pt x="757" y="3309"/>
                  </a:lnTo>
                  <a:lnTo>
                    <a:pt x="221" y="3592"/>
                  </a:lnTo>
                  <a:cubicBezTo>
                    <a:pt x="63" y="3655"/>
                    <a:pt x="0" y="3907"/>
                    <a:pt x="126" y="4065"/>
                  </a:cubicBezTo>
                  <a:lnTo>
                    <a:pt x="788" y="5231"/>
                  </a:lnTo>
                  <a:cubicBezTo>
                    <a:pt x="831" y="5337"/>
                    <a:pt x="960" y="5415"/>
                    <a:pt x="1088" y="5415"/>
                  </a:cubicBezTo>
                  <a:cubicBezTo>
                    <a:pt x="1149" y="5415"/>
                    <a:pt x="1210" y="5397"/>
                    <a:pt x="1261" y="5357"/>
                  </a:cubicBezTo>
                  <a:lnTo>
                    <a:pt x="1765" y="5073"/>
                  </a:lnTo>
                  <a:cubicBezTo>
                    <a:pt x="1891" y="5167"/>
                    <a:pt x="1954" y="5199"/>
                    <a:pt x="2080" y="5262"/>
                  </a:cubicBezTo>
                  <a:lnTo>
                    <a:pt x="2080" y="5861"/>
                  </a:lnTo>
                  <a:cubicBezTo>
                    <a:pt x="2080" y="6050"/>
                    <a:pt x="2237" y="6207"/>
                    <a:pt x="2426" y="6207"/>
                  </a:cubicBezTo>
                  <a:lnTo>
                    <a:pt x="3812" y="6207"/>
                  </a:lnTo>
                  <a:cubicBezTo>
                    <a:pt x="4002" y="6207"/>
                    <a:pt x="4159" y="6050"/>
                    <a:pt x="4159" y="5861"/>
                  </a:cubicBezTo>
                  <a:lnTo>
                    <a:pt x="4159" y="5262"/>
                  </a:lnTo>
                  <a:cubicBezTo>
                    <a:pt x="4285" y="5231"/>
                    <a:pt x="4411" y="5167"/>
                    <a:pt x="4474" y="5073"/>
                  </a:cubicBezTo>
                  <a:lnTo>
                    <a:pt x="4978" y="5357"/>
                  </a:lnTo>
                  <a:cubicBezTo>
                    <a:pt x="5028" y="5376"/>
                    <a:pt x="5084" y="5387"/>
                    <a:pt x="5141" y="5387"/>
                  </a:cubicBezTo>
                  <a:cubicBezTo>
                    <a:pt x="5263" y="5387"/>
                    <a:pt x="5386" y="5338"/>
                    <a:pt x="5451" y="5231"/>
                  </a:cubicBezTo>
                  <a:lnTo>
                    <a:pt x="6144" y="4065"/>
                  </a:lnTo>
                  <a:cubicBezTo>
                    <a:pt x="6207" y="3907"/>
                    <a:pt x="6175" y="3687"/>
                    <a:pt x="6018" y="3592"/>
                  </a:cubicBezTo>
                  <a:lnTo>
                    <a:pt x="5514" y="3309"/>
                  </a:lnTo>
                  <a:lnTo>
                    <a:pt x="5514" y="3120"/>
                  </a:lnTo>
                  <a:lnTo>
                    <a:pt x="5514" y="2899"/>
                  </a:lnTo>
                  <a:lnTo>
                    <a:pt x="6018" y="2647"/>
                  </a:lnTo>
                  <a:cubicBezTo>
                    <a:pt x="6175" y="2521"/>
                    <a:pt x="6238" y="2332"/>
                    <a:pt x="6144" y="2175"/>
                  </a:cubicBezTo>
                  <a:lnTo>
                    <a:pt x="5451" y="977"/>
                  </a:lnTo>
                  <a:cubicBezTo>
                    <a:pt x="5408" y="870"/>
                    <a:pt x="5278" y="807"/>
                    <a:pt x="5149" y="807"/>
                  </a:cubicBezTo>
                  <a:cubicBezTo>
                    <a:pt x="5089" y="807"/>
                    <a:pt x="5029" y="821"/>
                    <a:pt x="4978" y="851"/>
                  </a:cubicBezTo>
                  <a:lnTo>
                    <a:pt x="4474" y="1135"/>
                  </a:lnTo>
                  <a:cubicBezTo>
                    <a:pt x="4348" y="1072"/>
                    <a:pt x="4285" y="1009"/>
                    <a:pt x="4159" y="946"/>
                  </a:cubicBezTo>
                  <a:lnTo>
                    <a:pt x="4159" y="347"/>
                  </a:lnTo>
                  <a:cubicBezTo>
                    <a:pt x="4159" y="158"/>
                    <a:pt x="4002" y="1"/>
                    <a:pt x="3812"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92" name="Google Shape;8337;p67">
            <a:extLst>
              <a:ext uri="{FF2B5EF4-FFF2-40B4-BE49-F238E27FC236}">
                <a16:creationId xmlns:a16="http://schemas.microsoft.com/office/drawing/2014/main" id="{35C21A39-3CDF-40D1-B76A-002F67563D90}"/>
              </a:ext>
            </a:extLst>
          </p:cNvPr>
          <p:cNvGrpSpPr/>
          <p:nvPr/>
        </p:nvGrpSpPr>
        <p:grpSpPr>
          <a:xfrm>
            <a:off x="8103590" y="2083095"/>
            <a:ext cx="224923" cy="211534"/>
            <a:chOff x="-4211975" y="2783850"/>
            <a:chExt cx="291450" cy="274100"/>
          </a:xfrm>
          <a:solidFill>
            <a:schemeClr val="tx1"/>
          </a:solidFill>
        </p:grpSpPr>
        <p:sp>
          <p:nvSpPr>
            <p:cNvPr id="282" name="Google Shape;8338;p67">
              <a:extLst>
                <a:ext uri="{FF2B5EF4-FFF2-40B4-BE49-F238E27FC236}">
                  <a16:creationId xmlns:a16="http://schemas.microsoft.com/office/drawing/2014/main" id="{F6769DAA-7EB2-4AF3-8E04-232541011AF2}"/>
                </a:ext>
              </a:extLst>
            </p:cNvPr>
            <p:cNvSpPr/>
            <p:nvPr/>
          </p:nvSpPr>
          <p:spPr>
            <a:xfrm>
              <a:off x="-4211975" y="2937125"/>
              <a:ext cx="291450" cy="120825"/>
            </a:xfrm>
            <a:custGeom>
              <a:avLst/>
              <a:gdLst/>
              <a:ahLst/>
              <a:cxnLst/>
              <a:rect l="l" t="t" r="r" b="b"/>
              <a:pathLst>
                <a:path w="11658" h="4833" extrusionOk="0">
                  <a:moveTo>
                    <a:pt x="978" y="706"/>
                  </a:moveTo>
                  <a:cubicBezTo>
                    <a:pt x="1167" y="706"/>
                    <a:pt x="1324" y="863"/>
                    <a:pt x="1324" y="1052"/>
                  </a:cubicBezTo>
                  <a:lnTo>
                    <a:pt x="1324" y="3762"/>
                  </a:lnTo>
                  <a:cubicBezTo>
                    <a:pt x="1324" y="3982"/>
                    <a:pt x="1167" y="4140"/>
                    <a:pt x="978" y="4140"/>
                  </a:cubicBezTo>
                  <a:lnTo>
                    <a:pt x="631" y="4140"/>
                  </a:lnTo>
                  <a:lnTo>
                    <a:pt x="631" y="706"/>
                  </a:lnTo>
                  <a:close/>
                  <a:moveTo>
                    <a:pt x="3866" y="717"/>
                  </a:moveTo>
                  <a:cubicBezTo>
                    <a:pt x="4374" y="717"/>
                    <a:pt x="4886" y="859"/>
                    <a:pt x="5325" y="1147"/>
                  </a:cubicBezTo>
                  <a:cubicBezTo>
                    <a:pt x="5672" y="1367"/>
                    <a:pt x="5703" y="1399"/>
                    <a:pt x="5829" y="1399"/>
                  </a:cubicBezTo>
                  <a:lnTo>
                    <a:pt x="7247" y="1399"/>
                  </a:lnTo>
                  <a:cubicBezTo>
                    <a:pt x="7436" y="1399"/>
                    <a:pt x="7594" y="1556"/>
                    <a:pt x="7594" y="1777"/>
                  </a:cubicBezTo>
                  <a:cubicBezTo>
                    <a:pt x="7594" y="1966"/>
                    <a:pt x="7436" y="2124"/>
                    <a:pt x="7247" y="2124"/>
                  </a:cubicBezTo>
                  <a:lnTo>
                    <a:pt x="4758" y="2124"/>
                  </a:lnTo>
                  <a:cubicBezTo>
                    <a:pt x="4380" y="2124"/>
                    <a:pt x="4034" y="2344"/>
                    <a:pt x="3845" y="2659"/>
                  </a:cubicBezTo>
                  <a:cubicBezTo>
                    <a:pt x="3782" y="2817"/>
                    <a:pt x="3845" y="3069"/>
                    <a:pt x="4002" y="3132"/>
                  </a:cubicBezTo>
                  <a:cubicBezTo>
                    <a:pt x="4045" y="3158"/>
                    <a:pt x="4096" y="3169"/>
                    <a:pt x="4148" y="3169"/>
                  </a:cubicBezTo>
                  <a:cubicBezTo>
                    <a:pt x="4284" y="3169"/>
                    <a:pt x="4429" y="3088"/>
                    <a:pt x="4475" y="2974"/>
                  </a:cubicBezTo>
                  <a:cubicBezTo>
                    <a:pt x="4538" y="2848"/>
                    <a:pt x="4632" y="2785"/>
                    <a:pt x="4790" y="2785"/>
                  </a:cubicBezTo>
                  <a:lnTo>
                    <a:pt x="7562" y="2785"/>
                  </a:lnTo>
                  <a:cubicBezTo>
                    <a:pt x="7783" y="2785"/>
                    <a:pt x="8003" y="2722"/>
                    <a:pt x="8192" y="2596"/>
                  </a:cubicBezTo>
                  <a:lnTo>
                    <a:pt x="10555" y="769"/>
                  </a:lnTo>
                  <a:cubicBezTo>
                    <a:pt x="10603" y="747"/>
                    <a:pt x="10649" y="737"/>
                    <a:pt x="10693" y="737"/>
                  </a:cubicBezTo>
                  <a:cubicBezTo>
                    <a:pt x="10969" y="737"/>
                    <a:pt x="11146" y="1123"/>
                    <a:pt x="10902" y="1367"/>
                  </a:cubicBezTo>
                  <a:cubicBezTo>
                    <a:pt x="10844" y="1406"/>
                    <a:pt x="10817" y="1419"/>
                    <a:pt x="10805" y="1419"/>
                  </a:cubicBezTo>
                  <a:cubicBezTo>
                    <a:pt x="10780" y="1419"/>
                    <a:pt x="10836" y="1354"/>
                    <a:pt x="10826" y="1354"/>
                  </a:cubicBezTo>
                  <a:cubicBezTo>
                    <a:pt x="10804" y="1354"/>
                    <a:pt x="10447" y="1686"/>
                    <a:pt x="8066" y="3856"/>
                  </a:cubicBezTo>
                  <a:cubicBezTo>
                    <a:pt x="7877" y="4014"/>
                    <a:pt x="7625" y="4140"/>
                    <a:pt x="7373" y="4140"/>
                  </a:cubicBezTo>
                  <a:lnTo>
                    <a:pt x="3435" y="4140"/>
                  </a:lnTo>
                  <a:cubicBezTo>
                    <a:pt x="2962" y="4140"/>
                    <a:pt x="2490" y="4014"/>
                    <a:pt x="2049" y="3825"/>
                  </a:cubicBezTo>
                  <a:lnTo>
                    <a:pt x="2049" y="1399"/>
                  </a:lnTo>
                  <a:lnTo>
                    <a:pt x="2332" y="1210"/>
                  </a:lnTo>
                  <a:cubicBezTo>
                    <a:pt x="2774" y="883"/>
                    <a:pt x="3318" y="717"/>
                    <a:pt x="3866" y="717"/>
                  </a:cubicBezTo>
                  <a:close/>
                  <a:moveTo>
                    <a:pt x="3817" y="0"/>
                  </a:moveTo>
                  <a:cubicBezTo>
                    <a:pt x="3151" y="0"/>
                    <a:pt x="2491" y="205"/>
                    <a:pt x="1923" y="611"/>
                  </a:cubicBezTo>
                  <a:cubicBezTo>
                    <a:pt x="1765" y="265"/>
                    <a:pt x="1419" y="13"/>
                    <a:pt x="1009" y="13"/>
                  </a:cubicBezTo>
                  <a:lnTo>
                    <a:pt x="348" y="13"/>
                  </a:lnTo>
                  <a:cubicBezTo>
                    <a:pt x="159" y="13"/>
                    <a:pt x="1" y="170"/>
                    <a:pt x="1" y="391"/>
                  </a:cubicBezTo>
                  <a:lnTo>
                    <a:pt x="1" y="4486"/>
                  </a:lnTo>
                  <a:cubicBezTo>
                    <a:pt x="1" y="4675"/>
                    <a:pt x="159" y="4833"/>
                    <a:pt x="348" y="4833"/>
                  </a:cubicBezTo>
                  <a:lnTo>
                    <a:pt x="1009" y="4833"/>
                  </a:lnTo>
                  <a:cubicBezTo>
                    <a:pt x="1324" y="4833"/>
                    <a:pt x="1608" y="4675"/>
                    <a:pt x="1797" y="4486"/>
                  </a:cubicBezTo>
                  <a:cubicBezTo>
                    <a:pt x="2332" y="4707"/>
                    <a:pt x="2868" y="4833"/>
                    <a:pt x="3435" y="4833"/>
                  </a:cubicBezTo>
                  <a:lnTo>
                    <a:pt x="7373" y="4833"/>
                  </a:lnTo>
                  <a:cubicBezTo>
                    <a:pt x="7783" y="4833"/>
                    <a:pt x="8192" y="4675"/>
                    <a:pt x="8507" y="4392"/>
                  </a:cubicBezTo>
                  <a:cubicBezTo>
                    <a:pt x="8539" y="4392"/>
                    <a:pt x="11217" y="1903"/>
                    <a:pt x="11248" y="1872"/>
                  </a:cubicBezTo>
                  <a:cubicBezTo>
                    <a:pt x="11406" y="1809"/>
                    <a:pt x="11658" y="1493"/>
                    <a:pt x="11658" y="1084"/>
                  </a:cubicBezTo>
                  <a:cubicBezTo>
                    <a:pt x="11658" y="454"/>
                    <a:pt x="11185" y="44"/>
                    <a:pt x="10618" y="44"/>
                  </a:cubicBezTo>
                  <a:cubicBezTo>
                    <a:pt x="10303" y="44"/>
                    <a:pt x="10051" y="202"/>
                    <a:pt x="9925" y="296"/>
                  </a:cubicBezTo>
                  <a:lnTo>
                    <a:pt x="8192" y="1619"/>
                  </a:lnTo>
                  <a:cubicBezTo>
                    <a:pt x="8098" y="1084"/>
                    <a:pt x="7688" y="706"/>
                    <a:pt x="7153" y="706"/>
                  </a:cubicBezTo>
                  <a:lnTo>
                    <a:pt x="5861" y="706"/>
                  </a:lnTo>
                  <a:lnTo>
                    <a:pt x="5640" y="548"/>
                  </a:lnTo>
                  <a:cubicBezTo>
                    <a:pt x="5075" y="182"/>
                    <a:pt x="4444" y="0"/>
                    <a:pt x="3817" y="0"/>
                  </a:cubicBezTo>
                  <a:close/>
                </a:path>
              </a:pathLst>
            </a:custGeom>
            <a:grpFill/>
            <a:ln>
              <a:noFill/>
            </a:ln>
          </p:spPr>
          <p:txBody>
            <a:bodyPr spcFirstLastPara="1" wrap="square" lIns="62728" tIns="62728" rIns="62728" bIns="62728" anchor="ctr" anchorCtr="0">
              <a:noAutofit/>
            </a:bodyPr>
            <a:lstStyle/>
            <a:p>
              <a:endParaRPr sz="764"/>
            </a:p>
          </p:txBody>
        </p:sp>
        <p:sp>
          <p:nvSpPr>
            <p:cNvPr id="283" name="Google Shape;8339;p67">
              <a:extLst>
                <a:ext uri="{FF2B5EF4-FFF2-40B4-BE49-F238E27FC236}">
                  <a16:creationId xmlns:a16="http://schemas.microsoft.com/office/drawing/2014/main" id="{DA634883-4A88-44FE-8E7E-1BCDCD2AC400}"/>
                </a:ext>
              </a:extLst>
            </p:cNvPr>
            <p:cNvSpPr/>
            <p:nvPr/>
          </p:nvSpPr>
          <p:spPr>
            <a:xfrm>
              <a:off x="-4109575" y="2783850"/>
              <a:ext cx="153625" cy="154400"/>
            </a:xfrm>
            <a:custGeom>
              <a:avLst/>
              <a:gdLst/>
              <a:ahLst/>
              <a:cxnLst/>
              <a:rect l="l" t="t" r="r" b="b"/>
              <a:pathLst>
                <a:path w="6145" h="6176" extrusionOk="0">
                  <a:moveTo>
                    <a:pt x="3057" y="693"/>
                  </a:moveTo>
                  <a:cubicBezTo>
                    <a:pt x="4411" y="693"/>
                    <a:pt x="5482" y="1765"/>
                    <a:pt x="5482" y="3088"/>
                  </a:cubicBezTo>
                  <a:cubicBezTo>
                    <a:pt x="5482" y="4442"/>
                    <a:pt x="4411" y="5482"/>
                    <a:pt x="3057" y="5482"/>
                  </a:cubicBezTo>
                  <a:cubicBezTo>
                    <a:pt x="1733" y="5482"/>
                    <a:pt x="662" y="4442"/>
                    <a:pt x="662" y="3088"/>
                  </a:cubicBezTo>
                  <a:cubicBezTo>
                    <a:pt x="662" y="1765"/>
                    <a:pt x="1733" y="693"/>
                    <a:pt x="3057" y="693"/>
                  </a:cubicBezTo>
                  <a:close/>
                  <a:moveTo>
                    <a:pt x="3057" y="0"/>
                  </a:moveTo>
                  <a:cubicBezTo>
                    <a:pt x="1387" y="0"/>
                    <a:pt x="1" y="1387"/>
                    <a:pt x="1" y="3088"/>
                  </a:cubicBezTo>
                  <a:cubicBezTo>
                    <a:pt x="1" y="4789"/>
                    <a:pt x="1387" y="6175"/>
                    <a:pt x="3057" y="6175"/>
                  </a:cubicBezTo>
                  <a:cubicBezTo>
                    <a:pt x="4758" y="6175"/>
                    <a:pt x="6144" y="4789"/>
                    <a:pt x="6144" y="3088"/>
                  </a:cubicBezTo>
                  <a:cubicBezTo>
                    <a:pt x="6144" y="1387"/>
                    <a:pt x="4758" y="0"/>
                    <a:pt x="3057" y="0"/>
                  </a:cubicBezTo>
                  <a:close/>
                </a:path>
              </a:pathLst>
            </a:custGeom>
            <a:grpFill/>
            <a:ln>
              <a:noFill/>
            </a:ln>
          </p:spPr>
          <p:txBody>
            <a:bodyPr spcFirstLastPara="1" wrap="square" lIns="62728" tIns="62728" rIns="62728" bIns="62728" anchor="ctr" anchorCtr="0">
              <a:noAutofit/>
            </a:bodyPr>
            <a:lstStyle/>
            <a:p>
              <a:endParaRPr sz="764"/>
            </a:p>
          </p:txBody>
        </p:sp>
        <p:sp>
          <p:nvSpPr>
            <p:cNvPr id="284" name="Google Shape;8340;p67">
              <a:extLst>
                <a:ext uri="{FF2B5EF4-FFF2-40B4-BE49-F238E27FC236}">
                  <a16:creationId xmlns:a16="http://schemas.microsoft.com/office/drawing/2014/main" id="{1E30F5BE-6B01-4EF1-9AF4-79CD17A11AC0}"/>
                </a:ext>
              </a:extLst>
            </p:cNvPr>
            <p:cNvSpPr/>
            <p:nvPr/>
          </p:nvSpPr>
          <p:spPr>
            <a:xfrm>
              <a:off x="-4074925" y="2818500"/>
              <a:ext cx="84300" cy="85100"/>
            </a:xfrm>
            <a:custGeom>
              <a:avLst/>
              <a:gdLst/>
              <a:ahLst/>
              <a:cxnLst/>
              <a:rect l="l" t="t" r="r" b="b"/>
              <a:pathLst>
                <a:path w="3372" h="3404" extrusionOk="0">
                  <a:moveTo>
                    <a:pt x="1671" y="631"/>
                  </a:moveTo>
                  <a:cubicBezTo>
                    <a:pt x="2238" y="631"/>
                    <a:pt x="2710" y="1103"/>
                    <a:pt x="2710" y="1670"/>
                  </a:cubicBezTo>
                  <a:cubicBezTo>
                    <a:pt x="2710" y="2206"/>
                    <a:pt x="2238" y="2678"/>
                    <a:pt x="1671" y="2678"/>
                  </a:cubicBezTo>
                  <a:cubicBezTo>
                    <a:pt x="1135" y="2678"/>
                    <a:pt x="662" y="2206"/>
                    <a:pt x="662" y="1670"/>
                  </a:cubicBezTo>
                  <a:cubicBezTo>
                    <a:pt x="662" y="1103"/>
                    <a:pt x="1135" y="631"/>
                    <a:pt x="1671" y="631"/>
                  </a:cubicBezTo>
                  <a:close/>
                  <a:moveTo>
                    <a:pt x="1671" y="1"/>
                  </a:moveTo>
                  <a:cubicBezTo>
                    <a:pt x="725" y="1"/>
                    <a:pt x="1" y="757"/>
                    <a:pt x="1" y="1702"/>
                  </a:cubicBezTo>
                  <a:cubicBezTo>
                    <a:pt x="1" y="2647"/>
                    <a:pt x="725" y="3403"/>
                    <a:pt x="1671" y="3403"/>
                  </a:cubicBezTo>
                  <a:cubicBezTo>
                    <a:pt x="2616" y="3403"/>
                    <a:pt x="3372" y="2647"/>
                    <a:pt x="3372" y="1702"/>
                  </a:cubicBezTo>
                  <a:cubicBezTo>
                    <a:pt x="3372" y="757"/>
                    <a:pt x="2616" y="1"/>
                    <a:pt x="1671" y="1"/>
                  </a:cubicBezTo>
                  <a:close/>
                </a:path>
              </a:pathLst>
            </a:custGeom>
            <a:grpFill/>
            <a:ln>
              <a:noFill/>
            </a:ln>
          </p:spPr>
          <p:txBody>
            <a:bodyPr spcFirstLastPara="1" wrap="square" lIns="62728" tIns="62728" rIns="62728" bIns="62728" anchor="ctr" anchorCtr="0">
              <a:noAutofit/>
            </a:bodyPr>
            <a:lstStyle/>
            <a:p>
              <a:endParaRPr sz="764"/>
            </a:p>
          </p:txBody>
        </p:sp>
      </p:grpSp>
      <p:sp>
        <p:nvSpPr>
          <p:cNvPr id="193" name="Google Shape;8341;p67">
            <a:extLst>
              <a:ext uri="{FF2B5EF4-FFF2-40B4-BE49-F238E27FC236}">
                <a16:creationId xmlns:a16="http://schemas.microsoft.com/office/drawing/2014/main" id="{EF184512-C16B-4F00-866A-F9E3FAFEEFE6}"/>
              </a:ext>
            </a:extLst>
          </p:cNvPr>
          <p:cNvSpPr/>
          <p:nvPr/>
        </p:nvSpPr>
        <p:spPr>
          <a:xfrm>
            <a:off x="9561608" y="1525379"/>
            <a:ext cx="213366" cy="226139"/>
          </a:xfrm>
          <a:custGeom>
            <a:avLst/>
            <a:gdLst/>
            <a:ahLst/>
            <a:cxnLst/>
            <a:rect l="l" t="t" r="r" b="b"/>
            <a:pathLst>
              <a:path w="11059" h="11721" extrusionOk="0">
                <a:moveTo>
                  <a:pt x="1418" y="693"/>
                </a:moveTo>
                <a:lnTo>
                  <a:pt x="1418" y="1387"/>
                </a:lnTo>
                <a:lnTo>
                  <a:pt x="725" y="1387"/>
                </a:lnTo>
                <a:lnTo>
                  <a:pt x="725" y="693"/>
                </a:lnTo>
                <a:close/>
                <a:moveTo>
                  <a:pt x="9011" y="693"/>
                </a:moveTo>
                <a:lnTo>
                  <a:pt x="9011" y="1387"/>
                </a:lnTo>
                <a:lnTo>
                  <a:pt x="8349" y="1387"/>
                </a:lnTo>
                <a:lnTo>
                  <a:pt x="8349" y="693"/>
                </a:lnTo>
                <a:close/>
                <a:moveTo>
                  <a:pt x="7656" y="1324"/>
                </a:moveTo>
                <a:lnTo>
                  <a:pt x="7656" y="1670"/>
                </a:lnTo>
                <a:cubicBezTo>
                  <a:pt x="7656" y="1891"/>
                  <a:pt x="7813" y="2048"/>
                  <a:pt x="8034" y="2048"/>
                </a:cubicBezTo>
                <a:lnTo>
                  <a:pt x="8381" y="2048"/>
                </a:lnTo>
                <a:lnTo>
                  <a:pt x="8381" y="4222"/>
                </a:lnTo>
                <a:cubicBezTo>
                  <a:pt x="8255" y="4253"/>
                  <a:pt x="8160" y="4316"/>
                  <a:pt x="8034" y="4411"/>
                </a:cubicBezTo>
                <a:cubicBezTo>
                  <a:pt x="7845" y="4243"/>
                  <a:pt x="7614" y="4159"/>
                  <a:pt x="7369" y="4159"/>
                </a:cubicBezTo>
                <a:cubicBezTo>
                  <a:pt x="7246" y="4159"/>
                  <a:pt x="7120" y="4180"/>
                  <a:pt x="6994" y="4222"/>
                </a:cubicBezTo>
                <a:lnTo>
                  <a:pt x="6994" y="3088"/>
                </a:lnTo>
                <a:cubicBezTo>
                  <a:pt x="6994" y="2552"/>
                  <a:pt x="6522" y="2080"/>
                  <a:pt x="5986" y="2080"/>
                </a:cubicBezTo>
                <a:cubicBezTo>
                  <a:pt x="5419" y="2080"/>
                  <a:pt x="4947" y="2552"/>
                  <a:pt x="4947" y="3088"/>
                </a:cubicBezTo>
                <a:lnTo>
                  <a:pt x="4947" y="6459"/>
                </a:lnTo>
                <a:lnTo>
                  <a:pt x="4789" y="6301"/>
                </a:lnTo>
                <a:cubicBezTo>
                  <a:pt x="4600" y="6097"/>
                  <a:pt x="4340" y="5994"/>
                  <a:pt x="4076" y="5994"/>
                </a:cubicBezTo>
                <a:cubicBezTo>
                  <a:pt x="3812" y="5994"/>
                  <a:pt x="3545" y="6097"/>
                  <a:pt x="3340" y="6301"/>
                </a:cubicBezTo>
                <a:cubicBezTo>
                  <a:pt x="2962" y="6679"/>
                  <a:pt x="2962" y="7341"/>
                  <a:pt x="3340" y="7751"/>
                </a:cubicBezTo>
                <a:lnTo>
                  <a:pt x="3812" y="8223"/>
                </a:lnTo>
                <a:lnTo>
                  <a:pt x="2111" y="8223"/>
                </a:lnTo>
                <a:lnTo>
                  <a:pt x="2111" y="7908"/>
                </a:lnTo>
                <a:cubicBezTo>
                  <a:pt x="2111" y="7719"/>
                  <a:pt x="1954" y="7561"/>
                  <a:pt x="1765" y="7561"/>
                </a:cubicBezTo>
                <a:lnTo>
                  <a:pt x="1418" y="7561"/>
                </a:lnTo>
                <a:lnTo>
                  <a:pt x="1418" y="2048"/>
                </a:lnTo>
                <a:lnTo>
                  <a:pt x="1765" y="2048"/>
                </a:lnTo>
                <a:cubicBezTo>
                  <a:pt x="1954" y="2048"/>
                  <a:pt x="2111" y="1891"/>
                  <a:pt x="2111" y="1670"/>
                </a:cubicBezTo>
                <a:lnTo>
                  <a:pt x="2111" y="1324"/>
                </a:lnTo>
                <a:close/>
                <a:moveTo>
                  <a:pt x="1418" y="8255"/>
                </a:moveTo>
                <a:lnTo>
                  <a:pt x="1418" y="8948"/>
                </a:lnTo>
                <a:lnTo>
                  <a:pt x="725" y="8948"/>
                </a:lnTo>
                <a:lnTo>
                  <a:pt x="725" y="8255"/>
                </a:lnTo>
                <a:close/>
                <a:moveTo>
                  <a:pt x="5955" y="2836"/>
                </a:moveTo>
                <a:cubicBezTo>
                  <a:pt x="6144" y="2836"/>
                  <a:pt x="6301" y="2993"/>
                  <a:pt x="6301" y="3182"/>
                </a:cubicBezTo>
                <a:lnTo>
                  <a:pt x="6301" y="6616"/>
                </a:lnTo>
                <a:cubicBezTo>
                  <a:pt x="6301" y="6805"/>
                  <a:pt x="6459" y="6963"/>
                  <a:pt x="6648" y="6963"/>
                </a:cubicBezTo>
                <a:cubicBezTo>
                  <a:pt x="6837" y="6963"/>
                  <a:pt x="6994" y="6805"/>
                  <a:pt x="6994" y="6616"/>
                </a:cubicBezTo>
                <a:lnTo>
                  <a:pt x="6994" y="5230"/>
                </a:lnTo>
                <a:cubicBezTo>
                  <a:pt x="6994" y="5041"/>
                  <a:pt x="7152" y="4884"/>
                  <a:pt x="7372" y="4884"/>
                </a:cubicBezTo>
                <a:cubicBezTo>
                  <a:pt x="7561" y="4884"/>
                  <a:pt x="7719" y="5041"/>
                  <a:pt x="7719" y="5230"/>
                </a:cubicBezTo>
                <a:lnTo>
                  <a:pt x="7719" y="6616"/>
                </a:lnTo>
                <a:cubicBezTo>
                  <a:pt x="7719" y="6805"/>
                  <a:pt x="7876" y="6963"/>
                  <a:pt x="8066" y="6963"/>
                </a:cubicBezTo>
                <a:cubicBezTo>
                  <a:pt x="8255" y="6963"/>
                  <a:pt x="8412" y="6805"/>
                  <a:pt x="8412" y="6616"/>
                </a:cubicBezTo>
                <a:lnTo>
                  <a:pt x="8412" y="5230"/>
                </a:lnTo>
                <a:cubicBezTo>
                  <a:pt x="8412" y="5041"/>
                  <a:pt x="8570" y="4884"/>
                  <a:pt x="8790" y="4884"/>
                </a:cubicBezTo>
                <a:cubicBezTo>
                  <a:pt x="8979" y="4884"/>
                  <a:pt x="9137" y="5041"/>
                  <a:pt x="9137" y="5230"/>
                </a:cubicBezTo>
                <a:lnTo>
                  <a:pt x="9137" y="6616"/>
                </a:lnTo>
                <a:cubicBezTo>
                  <a:pt x="9137" y="6805"/>
                  <a:pt x="9294" y="6963"/>
                  <a:pt x="9483" y="6963"/>
                </a:cubicBezTo>
                <a:cubicBezTo>
                  <a:pt x="9672" y="6963"/>
                  <a:pt x="9830" y="6805"/>
                  <a:pt x="9830" y="6616"/>
                </a:cubicBezTo>
                <a:lnTo>
                  <a:pt x="9830" y="5955"/>
                </a:lnTo>
                <a:cubicBezTo>
                  <a:pt x="9704" y="5703"/>
                  <a:pt x="9861" y="5545"/>
                  <a:pt x="10019" y="5545"/>
                </a:cubicBezTo>
                <a:cubicBezTo>
                  <a:pt x="10239" y="5545"/>
                  <a:pt x="10397" y="5703"/>
                  <a:pt x="10397" y="5892"/>
                </a:cubicBezTo>
                <a:lnTo>
                  <a:pt x="10397" y="7057"/>
                </a:lnTo>
                <a:cubicBezTo>
                  <a:pt x="10397" y="8003"/>
                  <a:pt x="10176" y="8885"/>
                  <a:pt x="9830" y="9672"/>
                </a:cubicBezTo>
                <a:lnTo>
                  <a:pt x="6144" y="9672"/>
                </a:lnTo>
                <a:lnTo>
                  <a:pt x="3812" y="7372"/>
                </a:lnTo>
                <a:cubicBezTo>
                  <a:pt x="3686" y="7246"/>
                  <a:pt x="3686" y="6994"/>
                  <a:pt x="3812" y="6900"/>
                </a:cubicBezTo>
                <a:cubicBezTo>
                  <a:pt x="3875" y="6837"/>
                  <a:pt x="3962" y="6805"/>
                  <a:pt x="4049" y="6805"/>
                </a:cubicBezTo>
                <a:cubicBezTo>
                  <a:pt x="4135" y="6805"/>
                  <a:pt x="4222" y="6837"/>
                  <a:pt x="4285" y="6900"/>
                </a:cubicBezTo>
                <a:lnTo>
                  <a:pt x="5010" y="7593"/>
                </a:lnTo>
                <a:cubicBezTo>
                  <a:pt x="5075" y="7659"/>
                  <a:pt x="5163" y="7690"/>
                  <a:pt x="5251" y="7690"/>
                </a:cubicBezTo>
                <a:cubicBezTo>
                  <a:pt x="5415" y="7690"/>
                  <a:pt x="5577" y="7578"/>
                  <a:pt x="5577" y="7372"/>
                </a:cubicBezTo>
                <a:lnTo>
                  <a:pt x="5577" y="3182"/>
                </a:lnTo>
                <a:cubicBezTo>
                  <a:pt x="5577" y="2993"/>
                  <a:pt x="5734" y="2836"/>
                  <a:pt x="5955" y="2836"/>
                </a:cubicBezTo>
                <a:close/>
                <a:moveTo>
                  <a:pt x="9672" y="10302"/>
                </a:moveTo>
                <a:lnTo>
                  <a:pt x="9672" y="10680"/>
                </a:lnTo>
                <a:cubicBezTo>
                  <a:pt x="9704" y="10869"/>
                  <a:pt x="9546" y="11027"/>
                  <a:pt x="9357" y="11027"/>
                </a:cubicBezTo>
                <a:lnTo>
                  <a:pt x="6616" y="11027"/>
                </a:lnTo>
                <a:cubicBezTo>
                  <a:pt x="6396" y="11027"/>
                  <a:pt x="6238" y="10869"/>
                  <a:pt x="6238" y="10680"/>
                </a:cubicBezTo>
                <a:lnTo>
                  <a:pt x="6238" y="10302"/>
                </a:lnTo>
                <a:close/>
                <a:moveTo>
                  <a:pt x="347" y="0"/>
                </a:moveTo>
                <a:cubicBezTo>
                  <a:pt x="158" y="0"/>
                  <a:pt x="0" y="158"/>
                  <a:pt x="0" y="347"/>
                </a:cubicBezTo>
                <a:lnTo>
                  <a:pt x="0" y="1733"/>
                </a:lnTo>
                <a:cubicBezTo>
                  <a:pt x="0" y="1922"/>
                  <a:pt x="158" y="2080"/>
                  <a:pt x="347" y="2080"/>
                </a:cubicBezTo>
                <a:lnTo>
                  <a:pt x="693" y="2080"/>
                </a:lnTo>
                <a:lnTo>
                  <a:pt x="693" y="7593"/>
                </a:lnTo>
                <a:lnTo>
                  <a:pt x="347" y="7593"/>
                </a:lnTo>
                <a:cubicBezTo>
                  <a:pt x="158" y="7593"/>
                  <a:pt x="0" y="7751"/>
                  <a:pt x="0" y="7940"/>
                </a:cubicBezTo>
                <a:lnTo>
                  <a:pt x="0" y="9326"/>
                </a:lnTo>
                <a:cubicBezTo>
                  <a:pt x="0" y="9515"/>
                  <a:pt x="158" y="9672"/>
                  <a:pt x="347" y="9672"/>
                </a:cubicBezTo>
                <a:lnTo>
                  <a:pt x="1733" y="9672"/>
                </a:lnTo>
                <a:cubicBezTo>
                  <a:pt x="1922" y="9672"/>
                  <a:pt x="2080" y="9515"/>
                  <a:pt x="2080" y="9326"/>
                </a:cubicBezTo>
                <a:lnTo>
                  <a:pt x="2080" y="8979"/>
                </a:lnTo>
                <a:lnTo>
                  <a:pt x="4442" y="8979"/>
                </a:lnTo>
                <a:lnTo>
                  <a:pt x="5577" y="10113"/>
                </a:lnTo>
                <a:lnTo>
                  <a:pt x="5577" y="10712"/>
                </a:lnTo>
                <a:cubicBezTo>
                  <a:pt x="5577" y="11248"/>
                  <a:pt x="6049" y="11720"/>
                  <a:pt x="6616" y="11720"/>
                </a:cubicBezTo>
                <a:lnTo>
                  <a:pt x="9357" y="11720"/>
                </a:lnTo>
                <a:cubicBezTo>
                  <a:pt x="9924" y="11720"/>
                  <a:pt x="10397" y="11248"/>
                  <a:pt x="10397" y="10712"/>
                </a:cubicBezTo>
                <a:lnTo>
                  <a:pt x="10397" y="10113"/>
                </a:lnTo>
                <a:cubicBezTo>
                  <a:pt x="10806" y="9200"/>
                  <a:pt x="11058" y="8160"/>
                  <a:pt x="11058" y="7026"/>
                </a:cubicBezTo>
                <a:lnTo>
                  <a:pt x="11058" y="5892"/>
                </a:lnTo>
                <a:cubicBezTo>
                  <a:pt x="11058" y="5325"/>
                  <a:pt x="10617" y="4884"/>
                  <a:pt x="10019" y="4884"/>
                </a:cubicBezTo>
                <a:cubicBezTo>
                  <a:pt x="9924" y="4884"/>
                  <a:pt x="9767" y="4915"/>
                  <a:pt x="9641" y="4947"/>
                </a:cubicBezTo>
                <a:cubicBezTo>
                  <a:pt x="9546" y="4632"/>
                  <a:pt x="9326" y="4379"/>
                  <a:pt x="9011" y="4253"/>
                </a:cubicBezTo>
                <a:lnTo>
                  <a:pt x="9011" y="2080"/>
                </a:lnTo>
                <a:lnTo>
                  <a:pt x="9357" y="2080"/>
                </a:lnTo>
                <a:cubicBezTo>
                  <a:pt x="9546" y="2080"/>
                  <a:pt x="9735" y="1922"/>
                  <a:pt x="9735" y="1733"/>
                </a:cubicBezTo>
                <a:lnTo>
                  <a:pt x="9735" y="347"/>
                </a:lnTo>
                <a:cubicBezTo>
                  <a:pt x="9735" y="158"/>
                  <a:pt x="9546" y="0"/>
                  <a:pt x="9357" y="0"/>
                </a:cubicBezTo>
                <a:lnTo>
                  <a:pt x="7971" y="0"/>
                </a:lnTo>
                <a:cubicBezTo>
                  <a:pt x="7782" y="0"/>
                  <a:pt x="7624" y="158"/>
                  <a:pt x="7624" y="347"/>
                </a:cubicBezTo>
                <a:lnTo>
                  <a:pt x="7624" y="693"/>
                </a:lnTo>
                <a:lnTo>
                  <a:pt x="2080" y="693"/>
                </a:lnTo>
                <a:lnTo>
                  <a:pt x="2080" y="347"/>
                </a:lnTo>
                <a:cubicBezTo>
                  <a:pt x="2080" y="158"/>
                  <a:pt x="1922" y="0"/>
                  <a:pt x="1733"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94" name="Google Shape;8342;p67">
            <a:extLst>
              <a:ext uri="{FF2B5EF4-FFF2-40B4-BE49-F238E27FC236}">
                <a16:creationId xmlns:a16="http://schemas.microsoft.com/office/drawing/2014/main" id="{151CD699-B28E-4E69-96EE-F1C5DA181FB2}"/>
              </a:ext>
            </a:extLst>
          </p:cNvPr>
          <p:cNvGrpSpPr/>
          <p:nvPr/>
        </p:nvGrpSpPr>
        <p:grpSpPr>
          <a:xfrm>
            <a:off x="9555804" y="1798161"/>
            <a:ext cx="224923" cy="224923"/>
            <a:chOff x="-2419325" y="2408150"/>
            <a:chExt cx="291450" cy="291450"/>
          </a:xfrm>
          <a:solidFill>
            <a:schemeClr val="tx1"/>
          </a:solidFill>
        </p:grpSpPr>
        <p:sp>
          <p:nvSpPr>
            <p:cNvPr id="275" name="Google Shape;8343;p67">
              <a:extLst>
                <a:ext uri="{FF2B5EF4-FFF2-40B4-BE49-F238E27FC236}">
                  <a16:creationId xmlns:a16="http://schemas.microsoft.com/office/drawing/2014/main" id="{CFF228BA-142D-4C50-A7ED-9DCCA6510D96}"/>
                </a:ext>
              </a:extLst>
            </p:cNvPr>
            <p:cNvSpPr/>
            <p:nvPr/>
          </p:nvSpPr>
          <p:spPr>
            <a:xfrm>
              <a:off x="-2419325" y="2408150"/>
              <a:ext cx="291450" cy="291450"/>
            </a:xfrm>
            <a:custGeom>
              <a:avLst/>
              <a:gdLst/>
              <a:ahLst/>
              <a:cxnLst/>
              <a:rect l="l" t="t" r="r" b="b"/>
              <a:pathLst>
                <a:path w="11658" h="11658" extrusionOk="0">
                  <a:moveTo>
                    <a:pt x="8948" y="725"/>
                  </a:moveTo>
                  <a:lnTo>
                    <a:pt x="8948" y="2489"/>
                  </a:lnTo>
                  <a:lnTo>
                    <a:pt x="8948" y="10366"/>
                  </a:lnTo>
                  <a:cubicBezTo>
                    <a:pt x="8948" y="10586"/>
                    <a:pt x="9011" y="10838"/>
                    <a:pt x="9137" y="11027"/>
                  </a:cubicBezTo>
                  <a:lnTo>
                    <a:pt x="1733" y="11027"/>
                  </a:lnTo>
                  <a:cubicBezTo>
                    <a:pt x="1134" y="11027"/>
                    <a:pt x="662" y="10586"/>
                    <a:pt x="662" y="10019"/>
                  </a:cubicBezTo>
                  <a:lnTo>
                    <a:pt x="662" y="725"/>
                  </a:lnTo>
                  <a:close/>
                  <a:moveTo>
                    <a:pt x="11027" y="2836"/>
                  </a:moveTo>
                  <a:lnTo>
                    <a:pt x="11027" y="10366"/>
                  </a:lnTo>
                  <a:lnTo>
                    <a:pt x="10995" y="10366"/>
                  </a:lnTo>
                  <a:cubicBezTo>
                    <a:pt x="10995" y="10744"/>
                    <a:pt x="10680" y="11027"/>
                    <a:pt x="10334" y="11027"/>
                  </a:cubicBezTo>
                  <a:cubicBezTo>
                    <a:pt x="9987" y="11027"/>
                    <a:pt x="9672" y="10712"/>
                    <a:pt x="9672" y="10366"/>
                  </a:cubicBezTo>
                  <a:lnTo>
                    <a:pt x="9672" y="2836"/>
                  </a:lnTo>
                  <a:close/>
                  <a:moveTo>
                    <a:pt x="347" y="1"/>
                  </a:moveTo>
                  <a:cubicBezTo>
                    <a:pt x="158" y="1"/>
                    <a:pt x="0" y="158"/>
                    <a:pt x="0" y="347"/>
                  </a:cubicBezTo>
                  <a:lnTo>
                    <a:pt x="0" y="9956"/>
                  </a:lnTo>
                  <a:cubicBezTo>
                    <a:pt x="0" y="10901"/>
                    <a:pt x="756" y="11657"/>
                    <a:pt x="1702" y="11657"/>
                  </a:cubicBezTo>
                  <a:lnTo>
                    <a:pt x="10302" y="11657"/>
                  </a:lnTo>
                  <a:cubicBezTo>
                    <a:pt x="11027" y="11657"/>
                    <a:pt x="11657" y="11027"/>
                    <a:pt x="11657" y="10271"/>
                  </a:cubicBezTo>
                  <a:lnTo>
                    <a:pt x="11657" y="2395"/>
                  </a:lnTo>
                  <a:cubicBezTo>
                    <a:pt x="11657" y="2300"/>
                    <a:pt x="11500" y="2143"/>
                    <a:pt x="11342" y="2143"/>
                  </a:cubicBezTo>
                  <a:lnTo>
                    <a:pt x="9641" y="2143"/>
                  </a:lnTo>
                  <a:lnTo>
                    <a:pt x="9641" y="347"/>
                  </a:lnTo>
                  <a:cubicBezTo>
                    <a:pt x="9641" y="158"/>
                    <a:pt x="9483" y="1"/>
                    <a:pt x="9294" y="1"/>
                  </a:cubicBezTo>
                  <a:close/>
                </a:path>
              </a:pathLst>
            </a:custGeom>
            <a:grpFill/>
            <a:ln>
              <a:noFill/>
            </a:ln>
          </p:spPr>
          <p:txBody>
            <a:bodyPr spcFirstLastPara="1" wrap="square" lIns="62728" tIns="62728" rIns="62728" bIns="62728" anchor="ctr" anchorCtr="0">
              <a:noAutofit/>
            </a:bodyPr>
            <a:lstStyle/>
            <a:p>
              <a:endParaRPr sz="764"/>
            </a:p>
          </p:txBody>
        </p:sp>
        <p:sp>
          <p:nvSpPr>
            <p:cNvPr id="276" name="Google Shape;8344;p67">
              <a:extLst>
                <a:ext uri="{FF2B5EF4-FFF2-40B4-BE49-F238E27FC236}">
                  <a16:creationId xmlns:a16="http://schemas.microsoft.com/office/drawing/2014/main" id="{697AF1FC-DBC0-462A-8DC9-900BC9934F38}"/>
                </a:ext>
              </a:extLst>
            </p:cNvPr>
            <p:cNvSpPr/>
            <p:nvPr/>
          </p:nvSpPr>
          <p:spPr>
            <a:xfrm>
              <a:off x="-2385475" y="2444375"/>
              <a:ext cx="173325" cy="86675"/>
            </a:xfrm>
            <a:custGeom>
              <a:avLst/>
              <a:gdLst/>
              <a:ahLst/>
              <a:cxnLst/>
              <a:rect l="l" t="t" r="r" b="b"/>
              <a:pathLst>
                <a:path w="6933" h="3467" extrusionOk="0">
                  <a:moveTo>
                    <a:pt x="6207" y="694"/>
                  </a:moveTo>
                  <a:lnTo>
                    <a:pt x="6207" y="2742"/>
                  </a:lnTo>
                  <a:lnTo>
                    <a:pt x="694" y="2742"/>
                  </a:lnTo>
                  <a:lnTo>
                    <a:pt x="694" y="694"/>
                  </a:lnTo>
                  <a:close/>
                  <a:moveTo>
                    <a:pt x="348" y="1"/>
                  </a:moveTo>
                  <a:cubicBezTo>
                    <a:pt x="159" y="1"/>
                    <a:pt x="1" y="158"/>
                    <a:pt x="1" y="379"/>
                  </a:cubicBezTo>
                  <a:lnTo>
                    <a:pt x="1" y="3120"/>
                  </a:lnTo>
                  <a:cubicBezTo>
                    <a:pt x="1" y="3309"/>
                    <a:pt x="159" y="3466"/>
                    <a:pt x="348" y="3466"/>
                  </a:cubicBezTo>
                  <a:lnTo>
                    <a:pt x="6554" y="3466"/>
                  </a:lnTo>
                  <a:cubicBezTo>
                    <a:pt x="6775" y="3466"/>
                    <a:pt x="6932" y="3309"/>
                    <a:pt x="6932" y="3120"/>
                  </a:cubicBezTo>
                  <a:lnTo>
                    <a:pt x="6932" y="379"/>
                  </a:lnTo>
                  <a:cubicBezTo>
                    <a:pt x="6869" y="158"/>
                    <a:pt x="6712" y="1"/>
                    <a:pt x="6554" y="1"/>
                  </a:cubicBezTo>
                  <a:close/>
                </a:path>
              </a:pathLst>
            </a:custGeom>
            <a:grpFill/>
            <a:ln>
              <a:noFill/>
            </a:ln>
          </p:spPr>
          <p:txBody>
            <a:bodyPr spcFirstLastPara="1" wrap="square" lIns="62728" tIns="62728" rIns="62728" bIns="62728" anchor="ctr" anchorCtr="0">
              <a:noAutofit/>
            </a:bodyPr>
            <a:lstStyle/>
            <a:p>
              <a:endParaRPr sz="764"/>
            </a:p>
          </p:txBody>
        </p:sp>
        <p:sp>
          <p:nvSpPr>
            <p:cNvPr id="277" name="Google Shape;8345;p67">
              <a:extLst>
                <a:ext uri="{FF2B5EF4-FFF2-40B4-BE49-F238E27FC236}">
                  <a16:creationId xmlns:a16="http://schemas.microsoft.com/office/drawing/2014/main" id="{0D40E85A-CC6F-4301-AA42-A4B2DE3A1F39}"/>
                </a:ext>
              </a:extLst>
            </p:cNvPr>
            <p:cNvSpPr/>
            <p:nvPr/>
          </p:nvSpPr>
          <p:spPr>
            <a:xfrm>
              <a:off x="-2385475" y="2545975"/>
              <a:ext cx="86675" cy="86675"/>
            </a:xfrm>
            <a:custGeom>
              <a:avLst/>
              <a:gdLst/>
              <a:ahLst/>
              <a:cxnLst/>
              <a:rect l="l" t="t" r="r" b="b"/>
              <a:pathLst>
                <a:path w="3467" h="3467" extrusionOk="0">
                  <a:moveTo>
                    <a:pt x="2742" y="757"/>
                  </a:moveTo>
                  <a:lnTo>
                    <a:pt x="2742" y="2805"/>
                  </a:lnTo>
                  <a:lnTo>
                    <a:pt x="694" y="2805"/>
                  </a:lnTo>
                  <a:lnTo>
                    <a:pt x="694" y="757"/>
                  </a:lnTo>
                  <a:close/>
                  <a:moveTo>
                    <a:pt x="348" y="1"/>
                  </a:moveTo>
                  <a:cubicBezTo>
                    <a:pt x="159" y="1"/>
                    <a:pt x="1" y="158"/>
                    <a:pt x="1" y="347"/>
                  </a:cubicBezTo>
                  <a:lnTo>
                    <a:pt x="1" y="3120"/>
                  </a:lnTo>
                  <a:cubicBezTo>
                    <a:pt x="1" y="3309"/>
                    <a:pt x="159" y="3466"/>
                    <a:pt x="348" y="3466"/>
                  </a:cubicBezTo>
                  <a:lnTo>
                    <a:pt x="3088" y="3466"/>
                  </a:lnTo>
                  <a:cubicBezTo>
                    <a:pt x="3309" y="3466"/>
                    <a:pt x="3467" y="3309"/>
                    <a:pt x="3467" y="3120"/>
                  </a:cubicBezTo>
                  <a:lnTo>
                    <a:pt x="3467" y="347"/>
                  </a:lnTo>
                  <a:cubicBezTo>
                    <a:pt x="3467" y="158"/>
                    <a:pt x="3309" y="1"/>
                    <a:pt x="3088" y="1"/>
                  </a:cubicBezTo>
                  <a:close/>
                </a:path>
              </a:pathLst>
            </a:custGeom>
            <a:grpFill/>
            <a:ln>
              <a:noFill/>
            </a:ln>
          </p:spPr>
          <p:txBody>
            <a:bodyPr spcFirstLastPara="1" wrap="square" lIns="62728" tIns="62728" rIns="62728" bIns="62728" anchor="ctr" anchorCtr="0">
              <a:noAutofit/>
            </a:bodyPr>
            <a:lstStyle/>
            <a:p>
              <a:endParaRPr sz="764"/>
            </a:p>
          </p:txBody>
        </p:sp>
        <p:sp>
          <p:nvSpPr>
            <p:cNvPr id="278" name="Google Shape;8346;p67">
              <a:extLst>
                <a:ext uri="{FF2B5EF4-FFF2-40B4-BE49-F238E27FC236}">
                  <a16:creationId xmlns:a16="http://schemas.microsoft.com/office/drawing/2014/main" id="{53075565-956F-4EF7-A7EE-79ED6D1C8E3B}"/>
                </a:ext>
              </a:extLst>
            </p:cNvPr>
            <p:cNvSpPr/>
            <p:nvPr/>
          </p:nvSpPr>
          <p:spPr>
            <a:xfrm>
              <a:off x="-2281500" y="2546775"/>
              <a:ext cx="69350" cy="18125"/>
            </a:xfrm>
            <a:custGeom>
              <a:avLst/>
              <a:gdLst/>
              <a:ahLst/>
              <a:cxnLst/>
              <a:rect l="l" t="t" r="r" b="b"/>
              <a:pathLst>
                <a:path w="2774" h="725" extrusionOk="0">
                  <a:moveTo>
                    <a:pt x="347" y="0"/>
                  </a:moveTo>
                  <a:cubicBezTo>
                    <a:pt x="158" y="0"/>
                    <a:pt x="1" y="158"/>
                    <a:pt x="1" y="378"/>
                  </a:cubicBezTo>
                  <a:cubicBezTo>
                    <a:pt x="1" y="567"/>
                    <a:pt x="158" y="725"/>
                    <a:pt x="347" y="725"/>
                  </a:cubicBezTo>
                  <a:lnTo>
                    <a:pt x="2395" y="725"/>
                  </a:lnTo>
                  <a:cubicBezTo>
                    <a:pt x="2616" y="725"/>
                    <a:pt x="2773" y="567"/>
                    <a:pt x="2773" y="378"/>
                  </a:cubicBezTo>
                  <a:cubicBezTo>
                    <a:pt x="2710" y="158"/>
                    <a:pt x="2553" y="0"/>
                    <a:pt x="2395" y="0"/>
                  </a:cubicBezTo>
                  <a:close/>
                </a:path>
              </a:pathLst>
            </a:custGeom>
            <a:grpFill/>
            <a:ln>
              <a:noFill/>
            </a:ln>
          </p:spPr>
          <p:txBody>
            <a:bodyPr spcFirstLastPara="1" wrap="square" lIns="62728" tIns="62728" rIns="62728" bIns="62728" anchor="ctr" anchorCtr="0">
              <a:noAutofit/>
            </a:bodyPr>
            <a:lstStyle/>
            <a:p>
              <a:endParaRPr sz="764"/>
            </a:p>
          </p:txBody>
        </p:sp>
        <p:sp>
          <p:nvSpPr>
            <p:cNvPr id="279" name="Google Shape;8347;p67">
              <a:extLst>
                <a:ext uri="{FF2B5EF4-FFF2-40B4-BE49-F238E27FC236}">
                  <a16:creationId xmlns:a16="http://schemas.microsoft.com/office/drawing/2014/main" id="{0CB286A1-076E-4D63-90DE-3B2FFEC194AA}"/>
                </a:ext>
              </a:extLst>
            </p:cNvPr>
            <p:cNvSpPr/>
            <p:nvPr/>
          </p:nvSpPr>
          <p:spPr>
            <a:xfrm>
              <a:off x="-2281500" y="2581425"/>
              <a:ext cx="69350" cy="18150"/>
            </a:xfrm>
            <a:custGeom>
              <a:avLst/>
              <a:gdLst/>
              <a:ahLst/>
              <a:cxnLst/>
              <a:rect l="l" t="t" r="r" b="b"/>
              <a:pathLst>
                <a:path w="2774" h="726" extrusionOk="0">
                  <a:moveTo>
                    <a:pt x="347" y="1"/>
                  </a:moveTo>
                  <a:cubicBezTo>
                    <a:pt x="158" y="1"/>
                    <a:pt x="1" y="158"/>
                    <a:pt x="1" y="347"/>
                  </a:cubicBezTo>
                  <a:cubicBezTo>
                    <a:pt x="1" y="568"/>
                    <a:pt x="158" y="725"/>
                    <a:pt x="347" y="725"/>
                  </a:cubicBezTo>
                  <a:lnTo>
                    <a:pt x="2395" y="725"/>
                  </a:lnTo>
                  <a:cubicBezTo>
                    <a:pt x="2616" y="725"/>
                    <a:pt x="2773" y="568"/>
                    <a:pt x="2773" y="347"/>
                  </a:cubicBezTo>
                  <a:cubicBezTo>
                    <a:pt x="2710" y="158"/>
                    <a:pt x="2553" y="1"/>
                    <a:pt x="2395" y="1"/>
                  </a:cubicBezTo>
                  <a:close/>
                </a:path>
              </a:pathLst>
            </a:custGeom>
            <a:grpFill/>
            <a:ln>
              <a:noFill/>
            </a:ln>
          </p:spPr>
          <p:txBody>
            <a:bodyPr spcFirstLastPara="1" wrap="square" lIns="62728" tIns="62728" rIns="62728" bIns="62728" anchor="ctr" anchorCtr="0">
              <a:noAutofit/>
            </a:bodyPr>
            <a:lstStyle/>
            <a:p>
              <a:endParaRPr sz="764"/>
            </a:p>
          </p:txBody>
        </p:sp>
        <p:sp>
          <p:nvSpPr>
            <p:cNvPr id="280" name="Google Shape;8348;p67">
              <a:extLst>
                <a:ext uri="{FF2B5EF4-FFF2-40B4-BE49-F238E27FC236}">
                  <a16:creationId xmlns:a16="http://schemas.microsoft.com/office/drawing/2014/main" id="{619ACD17-310D-4FCD-A279-07790719FC32}"/>
                </a:ext>
              </a:extLst>
            </p:cNvPr>
            <p:cNvSpPr/>
            <p:nvPr/>
          </p:nvSpPr>
          <p:spPr>
            <a:xfrm>
              <a:off x="-2281500" y="2616075"/>
              <a:ext cx="69350" cy="17350"/>
            </a:xfrm>
            <a:custGeom>
              <a:avLst/>
              <a:gdLst/>
              <a:ahLst/>
              <a:cxnLst/>
              <a:rect l="l" t="t" r="r" b="b"/>
              <a:pathLst>
                <a:path w="2774" h="694" extrusionOk="0">
                  <a:moveTo>
                    <a:pt x="347" y="1"/>
                  </a:moveTo>
                  <a:cubicBezTo>
                    <a:pt x="158" y="1"/>
                    <a:pt x="1" y="158"/>
                    <a:pt x="1" y="347"/>
                  </a:cubicBezTo>
                  <a:cubicBezTo>
                    <a:pt x="1" y="536"/>
                    <a:pt x="158" y="694"/>
                    <a:pt x="347" y="694"/>
                  </a:cubicBezTo>
                  <a:lnTo>
                    <a:pt x="2395" y="694"/>
                  </a:lnTo>
                  <a:cubicBezTo>
                    <a:pt x="2616" y="694"/>
                    <a:pt x="2773" y="536"/>
                    <a:pt x="2773" y="347"/>
                  </a:cubicBezTo>
                  <a:cubicBezTo>
                    <a:pt x="2710" y="158"/>
                    <a:pt x="2553" y="1"/>
                    <a:pt x="2395" y="1"/>
                  </a:cubicBezTo>
                  <a:close/>
                </a:path>
              </a:pathLst>
            </a:custGeom>
            <a:grpFill/>
            <a:ln>
              <a:noFill/>
            </a:ln>
          </p:spPr>
          <p:txBody>
            <a:bodyPr spcFirstLastPara="1" wrap="square" lIns="62728" tIns="62728" rIns="62728" bIns="62728" anchor="ctr" anchorCtr="0">
              <a:noAutofit/>
            </a:bodyPr>
            <a:lstStyle/>
            <a:p>
              <a:endParaRPr sz="764"/>
            </a:p>
          </p:txBody>
        </p:sp>
        <p:sp>
          <p:nvSpPr>
            <p:cNvPr id="281" name="Google Shape;8349;p67">
              <a:extLst>
                <a:ext uri="{FF2B5EF4-FFF2-40B4-BE49-F238E27FC236}">
                  <a16:creationId xmlns:a16="http://schemas.microsoft.com/office/drawing/2014/main" id="{F696D0B4-7B46-4DF0-AFF8-0D50B353A708}"/>
                </a:ext>
              </a:extLst>
            </p:cNvPr>
            <p:cNvSpPr/>
            <p:nvPr/>
          </p:nvSpPr>
          <p:spPr>
            <a:xfrm>
              <a:off x="-2385475" y="2649150"/>
              <a:ext cx="173325" cy="18150"/>
            </a:xfrm>
            <a:custGeom>
              <a:avLst/>
              <a:gdLst/>
              <a:ahLst/>
              <a:cxnLst/>
              <a:rect l="l" t="t" r="r" b="b"/>
              <a:pathLst>
                <a:path w="6933" h="726" extrusionOk="0">
                  <a:moveTo>
                    <a:pt x="348" y="1"/>
                  </a:moveTo>
                  <a:cubicBezTo>
                    <a:pt x="159" y="1"/>
                    <a:pt x="1" y="159"/>
                    <a:pt x="1" y="379"/>
                  </a:cubicBezTo>
                  <a:cubicBezTo>
                    <a:pt x="1" y="568"/>
                    <a:pt x="159" y="726"/>
                    <a:pt x="348" y="726"/>
                  </a:cubicBezTo>
                  <a:lnTo>
                    <a:pt x="6554" y="726"/>
                  </a:lnTo>
                  <a:cubicBezTo>
                    <a:pt x="6775" y="726"/>
                    <a:pt x="6932" y="568"/>
                    <a:pt x="6932" y="379"/>
                  </a:cubicBezTo>
                  <a:cubicBezTo>
                    <a:pt x="6869" y="159"/>
                    <a:pt x="6712" y="1"/>
                    <a:pt x="6554" y="1"/>
                  </a:cubicBezTo>
                  <a:close/>
                </a:path>
              </a:pathLst>
            </a:custGeom>
            <a:grpFill/>
            <a:ln>
              <a:noFill/>
            </a:ln>
          </p:spPr>
          <p:txBody>
            <a:bodyPr spcFirstLastPara="1" wrap="square" lIns="62728" tIns="62728" rIns="62728" bIns="62728" anchor="ctr" anchorCtr="0">
              <a:noAutofit/>
            </a:bodyPr>
            <a:lstStyle/>
            <a:p>
              <a:endParaRPr sz="764"/>
            </a:p>
          </p:txBody>
        </p:sp>
      </p:grpSp>
      <p:sp>
        <p:nvSpPr>
          <p:cNvPr id="195" name="Google Shape;8350;p67">
            <a:extLst>
              <a:ext uri="{FF2B5EF4-FFF2-40B4-BE49-F238E27FC236}">
                <a16:creationId xmlns:a16="http://schemas.microsoft.com/office/drawing/2014/main" id="{EF0E77F2-9221-446E-B26F-4C78D9410976}"/>
              </a:ext>
            </a:extLst>
          </p:cNvPr>
          <p:cNvSpPr/>
          <p:nvPr/>
        </p:nvSpPr>
        <p:spPr>
          <a:xfrm>
            <a:off x="9554923" y="2075766"/>
            <a:ext cx="226736" cy="226139"/>
          </a:xfrm>
          <a:custGeom>
            <a:avLst/>
            <a:gdLst/>
            <a:ahLst/>
            <a:cxnLst/>
            <a:rect l="l" t="t" r="r" b="b"/>
            <a:pathLst>
              <a:path w="11752" h="11721" extrusionOk="0">
                <a:moveTo>
                  <a:pt x="6490" y="662"/>
                </a:moveTo>
                <a:cubicBezTo>
                  <a:pt x="6711" y="662"/>
                  <a:pt x="6868" y="820"/>
                  <a:pt x="6868" y="1009"/>
                </a:cubicBezTo>
                <a:lnTo>
                  <a:pt x="6868" y="1355"/>
                </a:lnTo>
                <a:lnTo>
                  <a:pt x="5167" y="1355"/>
                </a:lnTo>
                <a:cubicBezTo>
                  <a:pt x="4600" y="1355"/>
                  <a:pt x="4127" y="1828"/>
                  <a:pt x="4127" y="2395"/>
                </a:cubicBezTo>
                <a:lnTo>
                  <a:pt x="4127" y="2773"/>
                </a:lnTo>
                <a:lnTo>
                  <a:pt x="3088" y="2773"/>
                </a:lnTo>
                <a:cubicBezTo>
                  <a:pt x="2993" y="2773"/>
                  <a:pt x="2867" y="2836"/>
                  <a:pt x="2836" y="2899"/>
                </a:cubicBezTo>
                <a:lnTo>
                  <a:pt x="2048" y="3687"/>
                </a:lnTo>
                <a:lnTo>
                  <a:pt x="2048" y="3151"/>
                </a:lnTo>
                <a:cubicBezTo>
                  <a:pt x="2048" y="2931"/>
                  <a:pt x="1891" y="2773"/>
                  <a:pt x="1702" y="2773"/>
                </a:cubicBezTo>
                <a:lnTo>
                  <a:pt x="1040" y="2773"/>
                </a:lnTo>
                <a:cubicBezTo>
                  <a:pt x="819" y="2773"/>
                  <a:pt x="662" y="2616"/>
                  <a:pt x="662" y="2427"/>
                </a:cubicBezTo>
                <a:lnTo>
                  <a:pt x="662" y="1009"/>
                </a:lnTo>
                <a:cubicBezTo>
                  <a:pt x="662" y="820"/>
                  <a:pt x="819" y="662"/>
                  <a:pt x="1040" y="662"/>
                </a:cubicBezTo>
                <a:close/>
                <a:moveTo>
                  <a:pt x="10649" y="1986"/>
                </a:moveTo>
                <a:cubicBezTo>
                  <a:pt x="10838" y="1986"/>
                  <a:pt x="10995" y="2143"/>
                  <a:pt x="10995" y="2364"/>
                </a:cubicBezTo>
                <a:lnTo>
                  <a:pt x="10995" y="3781"/>
                </a:lnTo>
                <a:cubicBezTo>
                  <a:pt x="10995" y="3970"/>
                  <a:pt x="10838" y="4128"/>
                  <a:pt x="10649" y="4128"/>
                </a:cubicBezTo>
                <a:lnTo>
                  <a:pt x="8601" y="4128"/>
                </a:lnTo>
                <a:cubicBezTo>
                  <a:pt x="8412" y="4128"/>
                  <a:pt x="8255" y="4285"/>
                  <a:pt x="8255" y="4474"/>
                </a:cubicBezTo>
                <a:lnTo>
                  <a:pt x="8255" y="5041"/>
                </a:lnTo>
                <a:lnTo>
                  <a:pt x="7404" y="4191"/>
                </a:lnTo>
                <a:cubicBezTo>
                  <a:pt x="7372" y="4159"/>
                  <a:pt x="7246" y="4128"/>
                  <a:pt x="7183" y="4128"/>
                </a:cubicBezTo>
                <a:lnTo>
                  <a:pt x="5136" y="4128"/>
                </a:lnTo>
                <a:cubicBezTo>
                  <a:pt x="4947" y="4128"/>
                  <a:pt x="4789" y="3970"/>
                  <a:pt x="4789" y="3781"/>
                </a:cubicBezTo>
                <a:lnTo>
                  <a:pt x="4789" y="2364"/>
                </a:lnTo>
                <a:cubicBezTo>
                  <a:pt x="4789" y="2143"/>
                  <a:pt x="4947" y="1986"/>
                  <a:pt x="5136" y="1986"/>
                </a:cubicBezTo>
                <a:close/>
                <a:moveTo>
                  <a:pt x="3088" y="6207"/>
                </a:moveTo>
                <a:cubicBezTo>
                  <a:pt x="3623" y="6207"/>
                  <a:pt x="4096" y="6680"/>
                  <a:pt x="4096" y="7247"/>
                </a:cubicBezTo>
                <a:cubicBezTo>
                  <a:pt x="4096" y="7782"/>
                  <a:pt x="3623" y="8255"/>
                  <a:pt x="3088" y="8255"/>
                </a:cubicBezTo>
                <a:cubicBezTo>
                  <a:pt x="2521" y="8255"/>
                  <a:pt x="2048" y="7782"/>
                  <a:pt x="2048" y="7247"/>
                </a:cubicBezTo>
                <a:cubicBezTo>
                  <a:pt x="2048" y="6648"/>
                  <a:pt x="2489" y="6207"/>
                  <a:pt x="3088" y="6207"/>
                </a:cubicBezTo>
                <a:close/>
                <a:moveTo>
                  <a:pt x="8601" y="6207"/>
                </a:moveTo>
                <a:cubicBezTo>
                  <a:pt x="9137" y="6207"/>
                  <a:pt x="9609" y="6648"/>
                  <a:pt x="9609" y="7247"/>
                </a:cubicBezTo>
                <a:cubicBezTo>
                  <a:pt x="9609" y="7782"/>
                  <a:pt x="9137" y="8255"/>
                  <a:pt x="8601" y="8255"/>
                </a:cubicBezTo>
                <a:cubicBezTo>
                  <a:pt x="8003" y="8255"/>
                  <a:pt x="7530" y="7782"/>
                  <a:pt x="7530" y="7247"/>
                </a:cubicBezTo>
                <a:cubicBezTo>
                  <a:pt x="7530" y="6680"/>
                  <a:pt x="8003" y="6207"/>
                  <a:pt x="8601" y="6207"/>
                </a:cubicBezTo>
                <a:close/>
                <a:moveTo>
                  <a:pt x="3749" y="8980"/>
                </a:moveTo>
                <a:cubicBezTo>
                  <a:pt x="4695" y="8980"/>
                  <a:pt x="5451" y="9704"/>
                  <a:pt x="5451" y="10649"/>
                </a:cubicBezTo>
                <a:lnTo>
                  <a:pt x="5451" y="11027"/>
                </a:lnTo>
                <a:lnTo>
                  <a:pt x="630" y="11027"/>
                </a:lnTo>
                <a:lnTo>
                  <a:pt x="630" y="10649"/>
                </a:lnTo>
                <a:lnTo>
                  <a:pt x="662" y="10649"/>
                </a:lnTo>
                <a:cubicBezTo>
                  <a:pt x="662" y="9704"/>
                  <a:pt x="1418" y="8980"/>
                  <a:pt x="2363" y="8980"/>
                </a:cubicBezTo>
                <a:close/>
                <a:moveTo>
                  <a:pt x="9369" y="8976"/>
                </a:moveTo>
                <a:cubicBezTo>
                  <a:pt x="10266" y="8976"/>
                  <a:pt x="10995" y="9740"/>
                  <a:pt x="10995" y="10649"/>
                </a:cubicBezTo>
                <a:lnTo>
                  <a:pt x="10995" y="11027"/>
                </a:lnTo>
                <a:lnTo>
                  <a:pt x="6144" y="11027"/>
                </a:lnTo>
                <a:lnTo>
                  <a:pt x="6144" y="10649"/>
                </a:lnTo>
                <a:cubicBezTo>
                  <a:pt x="6144" y="9704"/>
                  <a:pt x="6900" y="8980"/>
                  <a:pt x="7845" y="8980"/>
                </a:cubicBezTo>
                <a:lnTo>
                  <a:pt x="9263" y="8980"/>
                </a:lnTo>
                <a:cubicBezTo>
                  <a:pt x="9298" y="8977"/>
                  <a:pt x="9334" y="8976"/>
                  <a:pt x="9369" y="8976"/>
                </a:cubicBezTo>
                <a:close/>
                <a:moveTo>
                  <a:pt x="1040" y="1"/>
                </a:moveTo>
                <a:cubicBezTo>
                  <a:pt x="473" y="1"/>
                  <a:pt x="0" y="473"/>
                  <a:pt x="0" y="1009"/>
                </a:cubicBezTo>
                <a:lnTo>
                  <a:pt x="0" y="2427"/>
                </a:lnTo>
                <a:cubicBezTo>
                  <a:pt x="0" y="2994"/>
                  <a:pt x="473" y="3466"/>
                  <a:pt x="1040" y="3466"/>
                </a:cubicBezTo>
                <a:lnTo>
                  <a:pt x="1386" y="3466"/>
                </a:lnTo>
                <a:lnTo>
                  <a:pt x="1386" y="4474"/>
                </a:lnTo>
                <a:cubicBezTo>
                  <a:pt x="1386" y="4688"/>
                  <a:pt x="1546" y="4829"/>
                  <a:pt x="1727" y="4829"/>
                </a:cubicBezTo>
                <a:cubicBezTo>
                  <a:pt x="1813" y="4829"/>
                  <a:pt x="1904" y="4797"/>
                  <a:pt x="1985" y="4726"/>
                </a:cubicBezTo>
                <a:lnTo>
                  <a:pt x="3245" y="3466"/>
                </a:lnTo>
                <a:lnTo>
                  <a:pt x="4096" y="3466"/>
                </a:lnTo>
                <a:lnTo>
                  <a:pt x="4096" y="3813"/>
                </a:lnTo>
                <a:cubicBezTo>
                  <a:pt x="4096" y="4348"/>
                  <a:pt x="4568" y="4821"/>
                  <a:pt x="5136" y="4821"/>
                </a:cubicBezTo>
                <a:lnTo>
                  <a:pt x="7057" y="4821"/>
                </a:lnTo>
                <a:lnTo>
                  <a:pt x="7908" y="5672"/>
                </a:lnTo>
                <a:cubicBezTo>
                  <a:pt x="7341" y="5924"/>
                  <a:pt x="6868" y="6522"/>
                  <a:pt x="6868" y="7247"/>
                </a:cubicBezTo>
                <a:cubicBezTo>
                  <a:pt x="6868" y="7625"/>
                  <a:pt x="7026" y="8034"/>
                  <a:pt x="7278" y="8349"/>
                </a:cubicBezTo>
                <a:cubicBezTo>
                  <a:pt x="6648" y="8507"/>
                  <a:pt x="6144" y="8885"/>
                  <a:pt x="5829" y="9452"/>
                </a:cubicBezTo>
                <a:cubicBezTo>
                  <a:pt x="5514" y="8917"/>
                  <a:pt x="5010" y="8539"/>
                  <a:pt x="4411" y="8381"/>
                </a:cubicBezTo>
                <a:cubicBezTo>
                  <a:pt x="4663" y="8066"/>
                  <a:pt x="4821" y="7719"/>
                  <a:pt x="4821" y="7278"/>
                </a:cubicBezTo>
                <a:cubicBezTo>
                  <a:pt x="4821" y="6333"/>
                  <a:pt x="4064" y="5577"/>
                  <a:pt x="3119" y="5577"/>
                </a:cubicBezTo>
                <a:cubicBezTo>
                  <a:pt x="2174" y="5577"/>
                  <a:pt x="1418" y="6333"/>
                  <a:pt x="1418" y="7278"/>
                </a:cubicBezTo>
                <a:cubicBezTo>
                  <a:pt x="1418" y="7719"/>
                  <a:pt x="1576" y="8097"/>
                  <a:pt x="1828" y="8381"/>
                </a:cubicBezTo>
                <a:cubicBezTo>
                  <a:pt x="788" y="8665"/>
                  <a:pt x="32" y="9610"/>
                  <a:pt x="32" y="10712"/>
                </a:cubicBezTo>
                <a:lnTo>
                  <a:pt x="32" y="11374"/>
                </a:lnTo>
                <a:cubicBezTo>
                  <a:pt x="32" y="11563"/>
                  <a:pt x="189" y="11721"/>
                  <a:pt x="410" y="11721"/>
                </a:cubicBezTo>
                <a:lnTo>
                  <a:pt x="11374" y="11721"/>
                </a:lnTo>
                <a:cubicBezTo>
                  <a:pt x="11594" y="11721"/>
                  <a:pt x="11752" y="11563"/>
                  <a:pt x="11752" y="11374"/>
                </a:cubicBezTo>
                <a:lnTo>
                  <a:pt x="11752" y="10712"/>
                </a:lnTo>
                <a:cubicBezTo>
                  <a:pt x="11752" y="9610"/>
                  <a:pt x="10995" y="8665"/>
                  <a:pt x="9956" y="8381"/>
                </a:cubicBezTo>
                <a:cubicBezTo>
                  <a:pt x="10208" y="8066"/>
                  <a:pt x="10365" y="7719"/>
                  <a:pt x="10365" y="7278"/>
                </a:cubicBezTo>
                <a:cubicBezTo>
                  <a:pt x="10365" y="6459"/>
                  <a:pt x="9767" y="5735"/>
                  <a:pt x="8979" y="5577"/>
                </a:cubicBezTo>
                <a:lnTo>
                  <a:pt x="8979" y="4884"/>
                </a:lnTo>
                <a:lnTo>
                  <a:pt x="10649" y="4884"/>
                </a:lnTo>
                <a:lnTo>
                  <a:pt x="10649" y="4821"/>
                </a:lnTo>
                <a:cubicBezTo>
                  <a:pt x="11185" y="4821"/>
                  <a:pt x="11657" y="4348"/>
                  <a:pt x="11657" y="3813"/>
                </a:cubicBezTo>
                <a:lnTo>
                  <a:pt x="11657" y="2395"/>
                </a:lnTo>
                <a:cubicBezTo>
                  <a:pt x="11657" y="1828"/>
                  <a:pt x="11185" y="1355"/>
                  <a:pt x="10649" y="1355"/>
                </a:cubicBezTo>
                <a:lnTo>
                  <a:pt x="7530" y="1355"/>
                </a:lnTo>
                <a:lnTo>
                  <a:pt x="7530" y="1009"/>
                </a:lnTo>
                <a:cubicBezTo>
                  <a:pt x="7530" y="473"/>
                  <a:pt x="7057" y="1"/>
                  <a:pt x="6490"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96" name="Google Shape;8351;p67">
            <a:extLst>
              <a:ext uri="{FF2B5EF4-FFF2-40B4-BE49-F238E27FC236}">
                <a16:creationId xmlns:a16="http://schemas.microsoft.com/office/drawing/2014/main" id="{FB970866-4377-4A27-8DD0-9B238D1B43BE}"/>
              </a:ext>
            </a:extLst>
          </p:cNvPr>
          <p:cNvGrpSpPr/>
          <p:nvPr/>
        </p:nvGrpSpPr>
        <p:grpSpPr>
          <a:xfrm>
            <a:off x="6962336" y="1786718"/>
            <a:ext cx="224923" cy="225521"/>
            <a:chOff x="-1333200" y="2770450"/>
            <a:chExt cx="291450" cy="292225"/>
          </a:xfrm>
          <a:solidFill>
            <a:schemeClr val="tx1"/>
          </a:solidFill>
        </p:grpSpPr>
        <p:sp>
          <p:nvSpPr>
            <p:cNvPr id="273" name="Google Shape;8352;p67">
              <a:extLst>
                <a:ext uri="{FF2B5EF4-FFF2-40B4-BE49-F238E27FC236}">
                  <a16:creationId xmlns:a16="http://schemas.microsoft.com/office/drawing/2014/main" id="{AA0A4925-562E-495E-897F-A7946789BAA4}"/>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pFill/>
            <a:ln>
              <a:noFill/>
            </a:ln>
          </p:spPr>
          <p:txBody>
            <a:bodyPr spcFirstLastPara="1" wrap="square" lIns="62728" tIns="62728" rIns="62728" bIns="62728" anchor="ctr" anchorCtr="0">
              <a:noAutofit/>
            </a:bodyPr>
            <a:lstStyle/>
            <a:p>
              <a:endParaRPr sz="764"/>
            </a:p>
          </p:txBody>
        </p:sp>
        <p:sp>
          <p:nvSpPr>
            <p:cNvPr id="274" name="Google Shape;8353;p67">
              <a:extLst>
                <a:ext uri="{FF2B5EF4-FFF2-40B4-BE49-F238E27FC236}">
                  <a16:creationId xmlns:a16="http://schemas.microsoft.com/office/drawing/2014/main" id="{29548D55-2D6E-4C45-9597-40A9F90F7520}"/>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97" name="Google Shape;8354;p67">
            <a:extLst>
              <a:ext uri="{FF2B5EF4-FFF2-40B4-BE49-F238E27FC236}">
                <a16:creationId xmlns:a16="http://schemas.microsoft.com/office/drawing/2014/main" id="{69E1E4E9-D5B7-427B-90A8-943D21602BD2}"/>
              </a:ext>
            </a:extLst>
          </p:cNvPr>
          <p:cNvGrpSpPr/>
          <p:nvPr/>
        </p:nvGrpSpPr>
        <p:grpSpPr>
          <a:xfrm>
            <a:off x="6946355" y="1526007"/>
            <a:ext cx="226139" cy="224923"/>
            <a:chOff x="-5635200" y="2037975"/>
            <a:chExt cx="293025" cy="291450"/>
          </a:xfrm>
          <a:solidFill>
            <a:schemeClr val="tx1"/>
          </a:solidFill>
        </p:grpSpPr>
        <p:sp>
          <p:nvSpPr>
            <p:cNvPr id="271" name="Google Shape;8355;p67">
              <a:extLst>
                <a:ext uri="{FF2B5EF4-FFF2-40B4-BE49-F238E27FC236}">
                  <a16:creationId xmlns:a16="http://schemas.microsoft.com/office/drawing/2014/main" id="{B323D572-4DC3-4520-8ED7-46807E24A5BC}"/>
                </a:ext>
              </a:extLst>
            </p:cNvPr>
            <p:cNvSpPr/>
            <p:nvPr/>
          </p:nvSpPr>
          <p:spPr>
            <a:xfrm>
              <a:off x="-5635200" y="2037975"/>
              <a:ext cx="293025" cy="291450"/>
            </a:xfrm>
            <a:custGeom>
              <a:avLst/>
              <a:gdLst/>
              <a:ahLst/>
              <a:cxnLst/>
              <a:rect l="l" t="t" r="r" b="b"/>
              <a:pathLst>
                <a:path w="11721" h="11658" extrusionOk="0">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grpFill/>
            <a:ln>
              <a:noFill/>
            </a:ln>
          </p:spPr>
          <p:txBody>
            <a:bodyPr spcFirstLastPara="1" wrap="square" lIns="62728" tIns="62728" rIns="62728" bIns="62728" anchor="ctr" anchorCtr="0">
              <a:noAutofit/>
            </a:bodyPr>
            <a:lstStyle/>
            <a:p>
              <a:endParaRPr sz="764"/>
            </a:p>
          </p:txBody>
        </p:sp>
        <p:sp>
          <p:nvSpPr>
            <p:cNvPr id="272" name="Google Shape;8356;p67">
              <a:extLst>
                <a:ext uri="{FF2B5EF4-FFF2-40B4-BE49-F238E27FC236}">
                  <a16:creationId xmlns:a16="http://schemas.microsoft.com/office/drawing/2014/main" id="{CBA443E5-8484-4355-AC83-4016BB4EA02F}"/>
                </a:ext>
              </a:extLst>
            </p:cNvPr>
            <p:cNvSpPr/>
            <p:nvPr/>
          </p:nvSpPr>
          <p:spPr>
            <a:xfrm>
              <a:off x="-5496575" y="2072625"/>
              <a:ext cx="102425" cy="102425"/>
            </a:xfrm>
            <a:custGeom>
              <a:avLst/>
              <a:gdLst/>
              <a:ahLst/>
              <a:cxnLst/>
              <a:rect l="l" t="t" r="r" b="b"/>
              <a:pathLst>
                <a:path w="4097" h="4097" extrusionOk="0">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99" name="Google Shape;8362;p67">
            <a:extLst>
              <a:ext uri="{FF2B5EF4-FFF2-40B4-BE49-F238E27FC236}">
                <a16:creationId xmlns:a16="http://schemas.microsoft.com/office/drawing/2014/main" id="{7096B80E-1037-484E-A530-866919B78248}"/>
              </a:ext>
            </a:extLst>
          </p:cNvPr>
          <p:cNvGrpSpPr/>
          <p:nvPr/>
        </p:nvGrpSpPr>
        <p:grpSpPr>
          <a:xfrm>
            <a:off x="6946364" y="2076102"/>
            <a:ext cx="226119" cy="225521"/>
            <a:chOff x="-5635975" y="2757075"/>
            <a:chExt cx="293000" cy="292225"/>
          </a:xfrm>
          <a:solidFill>
            <a:schemeClr val="tx1"/>
          </a:solidFill>
        </p:grpSpPr>
        <p:sp>
          <p:nvSpPr>
            <p:cNvPr id="265" name="Google Shape;8363;p67">
              <a:extLst>
                <a:ext uri="{FF2B5EF4-FFF2-40B4-BE49-F238E27FC236}">
                  <a16:creationId xmlns:a16="http://schemas.microsoft.com/office/drawing/2014/main" id="{E8AFC0E4-5027-4B83-89DE-AFD1C8F978A8}"/>
                </a:ext>
              </a:extLst>
            </p:cNvPr>
            <p:cNvSpPr/>
            <p:nvPr/>
          </p:nvSpPr>
          <p:spPr>
            <a:xfrm>
              <a:off x="-5635975" y="2757075"/>
              <a:ext cx="293000" cy="292225"/>
            </a:xfrm>
            <a:custGeom>
              <a:avLst/>
              <a:gdLst/>
              <a:ahLst/>
              <a:cxnLst/>
              <a:rect l="l" t="t" r="r" b="b"/>
              <a:pathLst>
                <a:path w="11720" h="11689" extrusionOk="0">
                  <a:moveTo>
                    <a:pt x="10649" y="693"/>
                  </a:moveTo>
                  <a:cubicBezTo>
                    <a:pt x="10838" y="693"/>
                    <a:pt x="10995" y="851"/>
                    <a:pt x="10995" y="1040"/>
                  </a:cubicBezTo>
                  <a:lnTo>
                    <a:pt x="10995" y="7593"/>
                  </a:lnTo>
                  <a:lnTo>
                    <a:pt x="693" y="7593"/>
                  </a:lnTo>
                  <a:lnTo>
                    <a:pt x="693" y="1040"/>
                  </a:lnTo>
                  <a:cubicBezTo>
                    <a:pt x="725" y="851"/>
                    <a:pt x="882" y="693"/>
                    <a:pt x="1040" y="693"/>
                  </a:cubicBezTo>
                  <a:close/>
                  <a:moveTo>
                    <a:pt x="10995" y="8223"/>
                  </a:moveTo>
                  <a:lnTo>
                    <a:pt x="10995" y="8569"/>
                  </a:lnTo>
                  <a:cubicBezTo>
                    <a:pt x="11027" y="8821"/>
                    <a:pt x="10869" y="8916"/>
                    <a:pt x="10680" y="8916"/>
                  </a:cubicBezTo>
                  <a:lnTo>
                    <a:pt x="1040" y="8916"/>
                  </a:lnTo>
                  <a:cubicBezTo>
                    <a:pt x="851" y="8916"/>
                    <a:pt x="693" y="8758"/>
                    <a:pt x="693" y="8569"/>
                  </a:cubicBezTo>
                  <a:lnTo>
                    <a:pt x="693" y="8223"/>
                  </a:lnTo>
                  <a:close/>
                  <a:moveTo>
                    <a:pt x="6679" y="9641"/>
                  </a:moveTo>
                  <a:lnTo>
                    <a:pt x="6994" y="11027"/>
                  </a:lnTo>
                  <a:lnTo>
                    <a:pt x="4694" y="11027"/>
                  </a:lnTo>
                  <a:lnTo>
                    <a:pt x="5009" y="9641"/>
                  </a:lnTo>
                  <a:close/>
                  <a:moveTo>
                    <a:pt x="1040" y="0"/>
                  </a:moveTo>
                  <a:cubicBezTo>
                    <a:pt x="473" y="0"/>
                    <a:pt x="0" y="473"/>
                    <a:pt x="0" y="1008"/>
                  </a:cubicBezTo>
                  <a:lnTo>
                    <a:pt x="0" y="8569"/>
                  </a:lnTo>
                  <a:cubicBezTo>
                    <a:pt x="0" y="9137"/>
                    <a:pt x="473" y="9609"/>
                    <a:pt x="1040" y="9609"/>
                  </a:cubicBezTo>
                  <a:lnTo>
                    <a:pt x="4316" y="9609"/>
                  </a:lnTo>
                  <a:lnTo>
                    <a:pt x="4001" y="10964"/>
                  </a:lnTo>
                  <a:lnTo>
                    <a:pt x="3087" y="10964"/>
                  </a:lnTo>
                  <a:cubicBezTo>
                    <a:pt x="2898" y="10964"/>
                    <a:pt x="2741" y="11121"/>
                    <a:pt x="2741" y="11342"/>
                  </a:cubicBezTo>
                  <a:cubicBezTo>
                    <a:pt x="2741" y="11531"/>
                    <a:pt x="2898" y="11688"/>
                    <a:pt x="3087" y="11688"/>
                  </a:cubicBezTo>
                  <a:lnTo>
                    <a:pt x="8569" y="11688"/>
                  </a:lnTo>
                  <a:cubicBezTo>
                    <a:pt x="8758" y="11688"/>
                    <a:pt x="8916" y="11531"/>
                    <a:pt x="8916" y="11342"/>
                  </a:cubicBezTo>
                  <a:cubicBezTo>
                    <a:pt x="8916" y="11121"/>
                    <a:pt x="8758" y="10964"/>
                    <a:pt x="8569" y="10964"/>
                  </a:cubicBezTo>
                  <a:lnTo>
                    <a:pt x="7656" y="10964"/>
                  </a:lnTo>
                  <a:lnTo>
                    <a:pt x="7341" y="9609"/>
                  </a:lnTo>
                  <a:lnTo>
                    <a:pt x="10649" y="9609"/>
                  </a:lnTo>
                  <a:cubicBezTo>
                    <a:pt x="11216" y="9609"/>
                    <a:pt x="11688" y="9137"/>
                    <a:pt x="11688" y="8569"/>
                  </a:cubicBezTo>
                  <a:lnTo>
                    <a:pt x="11688" y="1008"/>
                  </a:lnTo>
                  <a:cubicBezTo>
                    <a:pt x="11720" y="473"/>
                    <a:pt x="11247" y="0"/>
                    <a:pt x="10680" y="0"/>
                  </a:cubicBezTo>
                  <a:close/>
                </a:path>
              </a:pathLst>
            </a:custGeom>
            <a:grpFill/>
            <a:ln>
              <a:noFill/>
            </a:ln>
          </p:spPr>
          <p:txBody>
            <a:bodyPr spcFirstLastPara="1" wrap="square" lIns="62728" tIns="62728" rIns="62728" bIns="62728" anchor="ctr" anchorCtr="0">
              <a:noAutofit/>
            </a:bodyPr>
            <a:lstStyle/>
            <a:p>
              <a:endParaRPr sz="764"/>
            </a:p>
          </p:txBody>
        </p:sp>
        <p:sp>
          <p:nvSpPr>
            <p:cNvPr id="266" name="Google Shape;8364;p67">
              <a:extLst>
                <a:ext uri="{FF2B5EF4-FFF2-40B4-BE49-F238E27FC236}">
                  <a16:creationId xmlns:a16="http://schemas.microsoft.com/office/drawing/2014/main" id="{82C8C928-CB9C-4F12-AE40-F3C58F7E5EF6}"/>
                </a:ext>
              </a:extLst>
            </p:cNvPr>
            <p:cNvSpPr/>
            <p:nvPr/>
          </p:nvSpPr>
          <p:spPr>
            <a:xfrm>
              <a:off x="-5584800" y="2790150"/>
              <a:ext cx="189850" cy="138050"/>
            </a:xfrm>
            <a:custGeom>
              <a:avLst/>
              <a:gdLst/>
              <a:ahLst/>
              <a:cxnLst/>
              <a:rect l="l" t="t" r="r" b="b"/>
              <a:pathLst>
                <a:path w="7594" h="5522" extrusionOk="0">
                  <a:moveTo>
                    <a:pt x="2994" y="725"/>
                  </a:moveTo>
                  <a:lnTo>
                    <a:pt x="2332" y="1387"/>
                  </a:lnTo>
                  <a:lnTo>
                    <a:pt x="1230" y="1387"/>
                  </a:lnTo>
                  <a:lnTo>
                    <a:pt x="1891" y="725"/>
                  </a:lnTo>
                  <a:close/>
                  <a:moveTo>
                    <a:pt x="3781" y="882"/>
                  </a:moveTo>
                  <a:lnTo>
                    <a:pt x="4349" y="1418"/>
                  </a:lnTo>
                  <a:lnTo>
                    <a:pt x="3246" y="1418"/>
                  </a:lnTo>
                  <a:lnTo>
                    <a:pt x="3781" y="882"/>
                  </a:lnTo>
                  <a:close/>
                  <a:moveTo>
                    <a:pt x="5735" y="756"/>
                  </a:moveTo>
                  <a:lnTo>
                    <a:pt x="6396" y="1418"/>
                  </a:lnTo>
                  <a:lnTo>
                    <a:pt x="5294" y="1418"/>
                  </a:lnTo>
                  <a:lnTo>
                    <a:pt x="4632" y="756"/>
                  </a:lnTo>
                  <a:close/>
                  <a:moveTo>
                    <a:pt x="2175" y="2080"/>
                  </a:moveTo>
                  <a:lnTo>
                    <a:pt x="2868" y="3749"/>
                  </a:lnTo>
                  <a:lnTo>
                    <a:pt x="1198" y="2080"/>
                  </a:lnTo>
                  <a:close/>
                  <a:moveTo>
                    <a:pt x="6396" y="2080"/>
                  </a:moveTo>
                  <a:lnTo>
                    <a:pt x="4727" y="3749"/>
                  </a:lnTo>
                  <a:lnTo>
                    <a:pt x="5420" y="2080"/>
                  </a:lnTo>
                  <a:close/>
                  <a:moveTo>
                    <a:pt x="4664" y="2080"/>
                  </a:moveTo>
                  <a:lnTo>
                    <a:pt x="3781" y="4253"/>
                  </a:lnTo>
                  <a:lnTo>
                    <a:pt x="2931" y="2080"/>
                  </a:lnTo>
                  <a:close/>
                  <a:moveTo>
                    <a:pt x="1734" y="0"/>
                  </a:moveTo>
                  <a:cubicBezTo>
                    <a:pt x="1671" y="0"/>
                    <a:pt x="1545" y="32"/>
                    <a:pt x="1513" y="126"/>
                  </a:cubicBezTo>
                  <a:lnTo>
                    <a:pt x="127" y="1513"/>
                  </a:lnTo>
                  <a:cubicBezTo>
                    <a:pt x="1" y="1670"/>
                    <a:pt x="1" y="1859"/>
                    <a:pt x="127" y="2017"/>
                  </a:cubicBezTo>
                  <a:lnTo>
                    <a:pt x="3561" y="5451"/>
                  </a:lnTo>
                  <a:cubicBezTo>
                    <a:pt x="3624" y="5498"/>
                    <a:pt x="3711" y="5522"/>
                    <a:pt x="3797" y="5522"/>
                  </a:cubicBezTo>
                  <a:cubicBezTo>
                    <a:pt x="3884" y="5522"/>
                    <a:pt x="3970" y="5498"/>
                    <a:pt x="4033" y="5451"/>
                  </a:cubicBezTo>
                  <a:lnTo>
                    <a:pt x="7468" y="2017"/>
                  </a:lnTo>
                  <a:cubicBezTo>
                    <a:pt x="7594" y="1891"/>
                    <a:pt x="7594" y="1702"/>
                    <a:pt x="7499" y="1544"/>
                  </a:cubicBezTo>
                  <a:lnTo>
                    <a:pt x="7468" y="1513"/>
                  </a:lnTo>
                  <a:lnTo>
                    <a:pt x="6081" y="126"/>
                  </a:lnTo>
                  <a:cubicBezTo>
                    <a:pt x="6018" y="32"/>
                    <a:pt x="5924" y="0"/>
                    <a:pt x="586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00" name="Google Shape;8365;p67">
            <a:extLst>
              <a:ext uri="{FF2B5EF4-FFF2-40B4-BE49-F238E27FC236}">
                <a16:creationId xmlns:a16="http://schemas.microsoft.com/office/drawing/2014/main" id="{072AD69C-DD59-433C-A1F9-FAEF19933FFF}"/>
              </a:ext>
            </a:extLst>
          </p:cNvPr>
          <p:cNvGrpSpPr/>
          <p:nvPr/>
        </p:nvGrpSpPr>
        <p:grpSpPr>
          <a:xfrm>
            <a:off x="8387357" y="1526007"/>
            <a:ext cx="226139" cy="224923"/>
            <a:chOff x="-3854375" y="2046625"/>
            <a:chExt cx="293025" cy="291450"/>
          </a:xfrm>
          <a:solidFill>
            <a:schemeClr val="tx1"/>
          </a:solidFill>
        </p:grpSpPr>
        <p:sp>
          <p:nvSpPr>
            <p:cNvPr id="263" name="Google Shape;8366;p67">
              <a:extLst>
                <a:ext uri="{FF2B5EF4-FFF2-40B4-BE49-F238E27FC236}">
                  <a16:creationId xmlns:a16="http://schemas.microsoft.com/office/drawing/2014/main" id="{BAEFE38E-2CF1-456E-B421-D0B4F52DF1A2}"/>
                </a:ext>
              </a:extLst>
            </p:cNvPr>
            <p:cNvSpPr/>
            <p:nvPr/>
          </p:nvSpPr>
          <p:spPr>
            <a:xfrm>
              <a:off x="-3854375" y="2046625"/>
              <a:ext cx="293025" cy="291450"/>
            </a:xfrm>
            <a:custGeom>
              <a:avLst/>
              <a:gdLst/>
              <a:ahLst/>
              <a:cxnLst/>
              <a:rect l="l" t="t" r="r" b="b"/>
              <a:pathLst>
                <a:path w="11721" h="11658" extrusionOk="0">
                  <a:moveTo>
                    <a:pt x="7624" y="694"/>
                  </a:moveTo>
                  <a:cubicBezTo>
                    <a:pt x="9515" y="694"/>
                    <a:pt x="11058" y="2206"/>
                    <a:pt x="11058" y="4096"/>
                  </a:cubicBezTo>
                  <a:cubicBezTo>
                    <a:pt x="11058" y="5987"/>
                    <a:pt x="9515" y="7530"/>
                    <a:pt x="7624" y="7530"/>
                  </a:cubicBezTo>
                  <a:cubicBezTo>
                    <a:pt x="5734" y="7530"/>
                    <a:pt x="4190" y="5987"/>
                    <a:pt x="4190" y="4096"/>
                  </a:cubicBezTo>
                  <a:cubicBezTo>
                    <a:pt x="4190" y="2206"/>
                    <a:pt x="5734" y="694"/>
                    <a:pt x="7624" y="694"/>
                  </a:cubicBezTo>
                  <a:close/>
                  <a:moveTo>
                    <a:pt x="3336" y="8066"/>
                  </a:moveTo>
                  <a:cubicBezTo>
                    <a:pt x="3426" y="8066"/>
                    <a:pt x="3513" y="8098"/>
                    <a:pt x="3560" y="8161"/>
                  </a:cubicBezTo>
                  <a:cubicBezTo>
                    <a:pt x="3686" y="8287"/>
                    <a:pt x="3686" y="8507"/>
                    <a:pt x="3560" y="8633"/>
                  </a:cubicBezTo>
                  <a:lnTo>
                    <a:pt x="1323" y="10870"/>
                  </a:lnTo>
                  <a:cubicBezTo>
                    <a:pt x="1260" y="10933"/>
                    <a:pt x="1174" y="10964"/>
                    <a:pt x="1087" y="10964"/>
                  </a:cubicBezTo>
                  <a:cubicBezTo>
                    <a:pt x="1001" y="10964"/>
                    <a:pt x="914" y="10933"/>
                    <a:pt x="851" y="10870"/>
                  </a:cubicBezTo>
                  <a:cubicBezTo>
                    <a:pt x="725" y="10744"/>
                    <a:pt x="725" y="10523"/>
                    <a:pt x="851" y="10397"/>
                  </a:cubicBezTo>
                  <a:lnTo>
                    <a:pt x="3088" y="8161"/>
                  </a:lnTo>
                  <a:cubicBezTo>
                    <a:pt x="3151" y="8098"/>
                    <a:pt x="3245" y="8066"/>
                    <a:pt x="3336" y="8066"/>
                  </a:cubicBezTo>
                  <a:close/>
                  <a:moveTo>
                    <a:pt x="7624" y="1"/>
                  </a:moveTo>
                  <a:cubicBezTo>
                    <a:pt x="5356" y="1"/>
                    <a:pt x="3529" y="1860"/>
                    <a:pt x="3529" y="4096"/>
                  </a:cubicBezTo>
                  <a:cubicBezTo>
                    <a:pt x="3529" y="5136"/>
                    <a:pt x="3875" y="6050"/>
                    <a:pt x="4505" y="6743"/>
                  </a:cubicBezTo>
                  <a:lnTo>
                    <a:pt x="3812" y="7467"/>
                  </a:lnTo>
                  <a:cubicBezTo>
                    <a:pt x="3661" y="7386"/>
                    <a:pt x="3500" y="7347"/>
                    <a:pt x="3342" y="7347"/>
                  </a:cubicBezTo>
                  <a:cubicBezTo>
                    <a:pt x="3074" y="7347"/>
                    <a:pt x="2813" y="7458"/>
                    <a:pt x="2615" y="7656"/>
                  </a:cubicBezTo>
                  <a:lnTo>
                    <a:pt x="378" y="9893"/>
                  </a:lnTo>
                  <a:cubicBezTo>
                    <a:pt x="0" y="10271"/>
                    <a:pt x="0" y="10964"/>
                    <a:pt x="378" y="11343"/>
                  </a:cubicBezTo>
                  <a:cubicBezTo>
                    <a:pt x="567" y="11532"/>
                    <a:pt x="851" y="11658"/>
                    <a:pt x="1103" y="11658"/>
                  </a:cubicBezTo>
                  <a:cubicBezTo>
                    <a:pt x="1355" y="11658"/>
                    <a:pt x="1607" y="11532"/>
                    <a:pt x="1796" y="11343"/>
                  </a:cubicBezTo>
                  <a:lnTo>
                    <a:pt x="4033" y="9106"/>
                  </a:lnTo>
                  <a:cubicBezTo>
                    <a:pt x="4348" y="8791"/>
                    <a:pt x="4442" y="8318"/>
                    <a:pt x="4253" y="7909"/>
                  </a:cubicBezTo>
                  <a:lnTo>
                    <a:pt x="4947" y="7215"/>
                  </a:lnTo>
                  <a:cubicBezTo>
                    <a:pt x="5671" y="7814"/>
                    <a:pt x="6616" y="8192"/>
                    <a:pt x="7593" y="8192"/>
                  </a:cubicBezTo>
                  <a:cubicBezTo>
                    <a:pt x="9861" y="8192"/>
                    <a:pt x="11689" y="6333"/>
                    <a:pt x="11689" y="4096"/>
                  </a:cubicBezTo>
                  <a:cubicBezTo>
                    <a:pt x="11720" y="1828"/>
                    <a:pt x="9861" y="1"/>
                    <a:pt x="7624" y="1"/>
                  </a:cubicBezTo>
                  <a:close/>
                </a:path>
              </a:pathLst>
            </a:custGeom>
            <a:grpFill/>
            <a:ln>
              <a:noFill/>
            </a:ln>
          </p:spPr>
          <p:txBody>
            <a:bodyPr spcFirstLastPara="1" wrap="square" lIns="62728" tIns="62728" rIns="62728" bIns="62728" anchor="ctr" anchorCtr="0">
              <a:noAutofit/>
            </a:bodyPr>
            <a:lstStyle/>
            <a:p>
              <a:endParaRPr sz="764"/>
            </a:p>
          </p:txBody>
        </p:sp>
        <p:sp>
          <p:nvSpPr>
            <p:cNvPr id="264" name="Google Shape;8367;p67">
              <a:extLst>
                <a:ext uri="{FF2B5EF4-FFF2-40B4-BE49-F238E27FC236}">
                  <a16:creationId xmlns:a16="http://schemas.microsoft.com/office/drawing/2014/main" id="{B7E4DDFF-D9C7-497A-94CE-8B3992ADEEDD}"/>
                </a:ext>
              </a:extLst>
            </p:cNvPr>
            <p:cNvSpPr/>
            <p:nvPr/>
          </p:nvSpPr>
          <p:spPr>
            <a:xfrm>
              <a:off x="-3714975" y="2080500"/>
              <a:ext cx="103200" cy="119750"/>
            </a:xfrm>
            <a:custGeom>
              <a:avLst/>
              <a:gdLst/>
              <a:ahLst/>
              <a:cxnLst/>
              <a:rect l="l" t="t" r="r" b="b"/>
              <a:pathLst>
                <a:path w="4128" h="4790" extrusionOk="0">
                  <a:moveTo>
                    <a:pt x="2048" y="694"/>
                  </a:moveTo>
                  <a:cubicBezTo>
                    <a:pt x="2458" y="694"/>
                    <a:pt x="2710" y="1009"/>
                    <a:pt x="2710" y="1387"/>
                  </a:cubicBezTo>
                  <a:cubicBezTo>
                    <a:pt x="2710" y="1765"/>
                    <a:pt x="2395" y="2048"/>
                    <a:pt x="2048" y="2048"/>
                  </a:cubicBezTo>
                  <a:cubicBezTo>
                    <a:pt x="1702" y="2048"/>
                    <a:pt x="1387" y="1733"/>
                    <a:pt x="1387" y="1387"/>
                  </a:cubicBezTo>
                  <a:cubicBezTo>
                    <a:pt x="1355" y="1009"/>
                    <a:pt x="1670" y="694"/>
                    <a:pt x="2048" y="694"/>
                  </a:cubicBezTo>
                  <a:close/>
                  <a:moveTo>
                    <a:pt x="2363" y="2741"/>
                  </a:moveTo>
                  <a:cubicBezTo>
                    <a:pt x="2931" y="2741"/>
                    <a:pt x="3403" y="3214"/>
                    <a:pt x="3403" y="3781"/>
                  </a:cubicBezTo>
                  <a:lnTo>
                    <a:pt x="3403" y="4128"/>
                  </a:lnTo>
                  <a:lnTo>
                    <a:pt x="662" y="4128"/>
                  </a:lnTo>
                  <a:lnTo>
                    <a:pt x="662" y="3781"/>
                  </a:lnTo>
                  <a:cubicBezTo>
                    <a:pt x="662" y="3214"/>
                    <a:pt x="1135" y="2741"/>
                    <a:pt x="1702" y="2741"/>
                  </a:cubicBezTo>
                  <a:close/>
                  <a:moveTo>
                    <a:pt x="2048" y="1"/>
                  </a:moveTo>
                  <a:cubicBezTo>
                    <a:pt x="1292" y="1"/>
                    <a:pt x="662" y="631"/>
                    <a:pt x="662" y="1387"/>
                  </a:cubicBezTo>
                  <a:cubicBezTo>
                    <a:pt x="662" y="1702"/>
                    <a:pt x="788" y="2017"/>
                    <a:pt x="977" y="2237"/>
                  </a:cubicBezTo>
                  <a:cubicBezTo>
                    <a:pt x="410" y="2521"/>
                    <a:pt x="1" y="3119"/>
                    <a:pt x="1" y="3781"/>
                  </a:cubicBezTo>
                  <a:lnTo>
                    <a:pt x="1" y="4443"/>
                  </a:lnTo>
                  <a:cubicBezTo>
                    <a:pt x="1" y="4632"/>
                    <a:pt x="158" y="4789"/>
                    <a:pt x="347" y="4789"/>
                  </a:cubicBezTo>
                  <a:lnTo>
                    <a:pt x="3781" y="4789"/>
                  </a:lnTo>
                  <a:cubicBezTo>
                    <a:pt x="3970" y="4789"/>
                    <a:pt x="4128" y="4632"/>
                    <a:pt x="4128" y="4443"/>
                  </a:cubicBezTo>
                  <a:lnTo>
                    <a:pt x="4128" y="3781"/>
                  </a:lnTo>
                  <a:cubicBezTo>
                    <a:pt x="4096" y="3119"/>
                    <a:pt x="3718" y="2521"/>
                    <a:pt x="3120" y="2237"/>
                  </a:cubicBezTo>
                  <a:cubicBezTo>
                    <a:pt x="3309" y="2017"/>
                    <a:pt x="3435" y="1733"/>
                    <a:pt x="3435" y="1387"/>
                  </a:cubicBezTo>
                  <a:cubicBezTo>
                    <a:pt x="3435" y="631"/>
                    <a:pt x="2805" y="1"/>
                    <a:pt x="204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01" name="Google Shape;8368;p67">
            <a:extLst>
              <a:ext uri="{FF2B5EF4-FFF2-40B4-BE49-F238E27FC236}">
                <a16:creationId xmlns:a16="http://schemas.microsoft.com/office/drawing/2014/main" id="{E8470AE1-1E7C-4C47-AB3A-DB32AB1F4AC7}"/>
              </a:ext>
            </a:extLst>
          </p:cNvPr>
          <p:cNvGrpSpPr/>
          <p:nvPr/>
        </p:nvGrpSpPr>
        <p:grpSpPr>
          <a:xfrm>
            <a:off x="8386749" y="1797253"/>
            <a:ext cx="227354" cy="226736"/>
            <a:chOff x="-3854375" y="2405000"/>
            <a:chExt cx="294600" cy="293800"/>
          </a:xfrm>
          <a:solidFill>
            <a:schemeClr val="tx1"/>
          </a:solidFill>
        </p:grpSpPr>
        <p:sp>
          <p:nvSpPr>
            <p:cNvPr id="261" name="Google Shape;8369;p67">
              <a:extLst>
                <a:ext uri="{FF2B5EF4-FFF2-40B4-BE49-F238E27FC236}">
                  <a16:creationId xmlns:a16="http://schemas.microsoft.com/office/drawing/2014/main" id="{855FC2AE-061C-4F9E-A8BD-1FB7C76677AA}"/>
                </a:ext>
              </a:extLst>
            </p:cNvPr>
            <p:cNvSpPr/>
            <p:nvPr/>
          </p:nvSpPr>
          <p:spPr>
            <a:xfrm>
              <a:off x="-3854375" y="2405000"/>
              <a:ext cx="294600" cy="293800"/>
            </a:xfrm>
            <a:custGeom>
              <a:avLst/>
              <a:gdLst/>
              <a:ahLst/>
              <a:cxnLst/>
              <a:rect l="l" t="t" r="r" b="b"/>
              <a:pathLst>
                <a:path w="11784" h="11752" extrusionOk="0">
                  <a:moveTo>
                    <a:pt x="6994" y="694"/>
                  </a:moveTo>
                  <a:lnTo>
                    <a:pt x="6994" y="1103"/>
                  </a:lnTo>
                  <a:cubicBezTo>
                    <a:pt x="6994" y="1261"/>
                    <a:pt x="7120" y="1387"/>
                    <a:pt x="7278" y="1418"/>
                  </a:cubicBezTo>
                  <a:cubicBezTo>
                    <a:pt x="7467" y="1481"/>
                    <a:pt x="7719" y="1576"/>
                    <a:pt x="7908" y="1702"/>
                  </a:cubicBezTo>
                  <a:cubicBezTo>
                    <a:pt x="7954" y="1736"/>
                    <a:pt x="8009" y="1750"/>
                    <a:pt x="8066" y="1750"/>
                  </a:cubicBezTo>
                  <a:cubicBezTo>
                    <a:pt x="8164" y="1750"/>
                    <a:pt x="8269" y="1710"/>
                    <a:pt x="8349" y="1670"/>
                  </a:cubicBezTo>
                  <a:lnTo>
                    <a:pt x="8664" y="1355"/>
                  </a:lnTo>
                  <a:lnTo>
                    <a:pt x="9137" y="1828"/>
                  </a:lnTo>
                  <a:lnTo>
                    <a:pt x="8822" y="2143"/>
                  </a:lnTo>
                  <a:cubicBezTo>
                    <a:pt x="8696" y="2269"/>
                    <a:pt x="8696" y="2426"/>
                    <a:pt x="8759" y="2584"/>
                  </a:cubicBezTo>
                  <a:cubicBezTo>
                    <a:pt x="8885" y="2773"/>
                    <a:pt x="8979" y="2962"/>
                    <a:pt x="9042" y="3214"/>
                  </a:cubicBezTo>
                  <a:cubicBezTo>
                    <a:pt x="9074" y="3372"/>
                    <a:pt x="9200" y="3466"/>
                    <a:pt x="9357" y="3466"/>
                  </a:cubicBezTo>
                  <a:lnTo>
                    <a:pt x="9798" y="3466"/>
                  </a:lnTo>
                  <a:lnTo>
                    <a:pt x="9798" y="4159"/>
                  </a:lnTo>
                  <a:lnTo>
                    <a:pt x="9357" y="4159"/>
                  </a:lnTo>
                  <a:cubicBezTo>
                    <a:pt x="9200" y="4159"/>
                    <a:pt x="9074" y="4222"/>
                    <a:pt x="9042" y="4380"/>
                  </a:cubicBezTo>
                  <a:cubicBezTo>
                    <a:pt x="9011" y="4569"/>
                    <a:pt x="8885" y="4821"/>
                    <a:pt x="8759" y="5010"/>
                  </a:cubicBezTo>
                  <a:cubicBezTo>
                    <a:pt x="8696" y="5136"/>
                    <a:pt x="8727" y="5325"/>
                    <a:pt x="8822" y="5451"/>
                  </a:cubicBezTo>
                  <a:lnTo>
                    <a:pt x="9137" y="5766"/>
                  </a:lnTo>
                  <a:lnTo>
                    <a:pt x="8664" y="6238"/>
                  </a:lnTo>
                  <a:lnTo>
                    <a:pt x="8349" y="5923"/>
                  </a:lnTo>
                  <a:cubicBezTo>
                    <a:pt x="8275" y="5850"/>
                    <a:pt x="8191" y="5819"/>
                    <a:pt x="8101" y="5819"/>
                  </a:cubicBezTo>
                  <a:cubicBezTo>
                    <a:pt x="8038" y="5819"/>
                    <a:pt x="7973" y="5834"/>
                    <a:pt x="7908" y="5860"/>
                  </a:cubicBezTo>
                  <a:cubicBezTo>
                    <a:pt x="7719" y="5986"/>
                    <a:pt x="7498" y="6081"/>
                    <a:pt x="7278" y="6144"/>
                  </a:cubicBezTo>
                  <a:cubicBezTo>
                    <a:pt x="7120" y="6175"/>
                    <a:pt x="6994" y="6301"/>
                    <a:pt x="6994" y="6459"/>
                  </a:cubicBezTo>
                  <a:lnTo>
                    <a:pt x="6994" y="6900"/>
                  </a:lnTo>
                  <a:lnTo>
                    <a:pt x="6333" y="6900"/>
                  </a:lnTo>
                  <a:lnTo>
                    <a:pt x="6333" y="6459"/>
                  </a:lnTo>
                  <a:cubicBezTo>
                    <a:pt x="6333" y="6301"/>
                    <a:pt x="6207" y="6207"/>
                    <a:pt x="6049" y="6144"/>
                  </a:cubicBezTo>
                  <a:cubicBezTo>
                    <a:pt x="5860" y="6112"/>
                    <a:pt x="5608" y="5986"/>
                    <a:pt x="5419" y="5860"/>
                  </a:cubicBezTo>
                  <a:cubicBezTo>
                    <a:pt x="5374" y="5838"/>
                    <a:pt x="5322" y="5828"/>
                    <a:pt x="5267" y="5828"/>
                  </a:cubicBezTo>
                  <a:cubicBezTo>
                    <a:pt x="5167" y="5828"/>
                    <a:pt x="5059" y="5862"/>
                    <a:pt x="4978" y="5923"/>
                  </a:cubicBezTo>
                  <a:lnTo>
                    <a:pt x="4663" y="6238"/>
                  </a:lnTo>
                  <a:lnTo>
                    <a:pt x="4190" y="5766"/>
                  </a:lnTo>
                  <a:lnTo>
                    <a:pt x="4505" y="5451"/>
                  </a:lnTo>
                  <a:cubicBezTo>
                    <a:pt x="4631" y="5325"/>
                    <a:pt x="4631" y="5167"/>
                    <a:pt x="4568" y="5010"/>
                  </a:cubicBezTo>
                  <a:cubicBezTo>
                    <a:pt x="4442" y="4821"/>
                    <a:pt x="4348" y="4632"/>
                    <a:pt x="4285" y="4380"/>
                  </a:cubicBezTo>
                  <a:cubicBezTo>
                    <a:pt x="4253" y="4254"/>
                    <a:pt x="4127" y="4159"/>
                    <a:pt x="4001" y="4159"/>
                  </a:cubicBezTo>
                  <a:lnTo>
                    <a:pt x="3529" y="4159"/>
                  </a:lnTo>
                  <a:lnTo>
                    <a:pt x="3529" y="3466"/>
                  </a:lnTo>
                  <a:lnTo>
                    <a:pt x="3970" y="3466"/>
                  </a:lnTo>
                  <a:cubicBezTo>
                    <a:pt x="4127" y="3466"/>
                    <a:pt x="4253" y="3372"/>
                    <a:pt x="4285" y="3214"/>
                  </a:cubicBezTo>
                  <a:cubicBezTo>
                    <a:pt x="4316" y="2993"/>
                    <a:pt x="4442" y="2773"/>
                    <a:pt x="4568" y="2584"/>
                  </a:cubicBezTo>
                  <a:cubicBezTo>
                    <a:pt x="4631" y="2458"/>
                    <a:pt x="4600" y="2269"/>
                    <a:pt x="4505" y="2143"/>
                  </a:cubicBezTo>
                  <a:lnTo>
                    <a:pt x="4190" y="1828"/>
                  </a:lnTo>
                  <a:lnTo>
                    <a:pt x="4663" y="1355"/>
                  </a:lnTo>
                  <a:lnTo>
                    <a:pt x="4978" y="1670"/>
                  </a:lnTo>
                  <a:cubicBezTo>
                    <a:pt x="5046" y="1738"/>
                    <a:pt x="5122" y="1769"/>
                    <a:pt x="5203" y="1769"/>
                  </a:cubicBezTo>
                  <a:cubicBezTo>
                    <a:pt x="5273" y="1769"/>
                    <a:pt x="5346" y="1746"/>
                    <a:pt x="5419" y="1702"/>
                  </a:cubicBezTo>
                  <a:cubicBezTo>
                    <a:pt x="5608" y="1576"/>
                    <a:pt x="5829" y="1513"/>
                    <a:pt x="6049" y="1418"/>
                  </a:cubicBezTo>
                  <a:cubicBezTo>
                    <a:pt x="6207" y="1387"/>
                    <a:pt x="6333" y="1261"/>
                    <a:pt x="6333" y="1103"/>
                  </a:cubicBezTo>
                  <a:lnTo>
                    <a:pt x="6333" y="694"/>
                  </a:lnTo>
                  <a:close/>
                  <a:moveTo>
                    <a:pt x="10964" y="4821"/>
                  </a:moveTo>
                  <a:lnTo>
                    <a:pt x="9830" y="8255"/>
                  </a:lnTo>
                  <a:lnTo>
                    <a:pt x="2773" y="8255"/>
                  </a:lnTo>
                  <a:lnTo>
                    <a:pt x="2143" y="4821"/>
                  </a:lnTo>
                  <a:lnTo>
                    <a:pt x="3686" y="4821"/>
                  </a:lnTo>
                  <a:cubicBezTo>
                    <a:pt x="3718" y="4947"/>
                    <a:pt x="3781" y="5010"/>
                    <a:pt x="3812" y="5136"/>
                  </a:cubicBezTo>
                  <a:lnTo>
                    <a:pt x="3466" y="5482"/>
                  </a:lnTo>
                  <a:cubicBezTo>
                    <a:pt x="3340" y="5608"/>
                    <a:pt x="3340" y="5829"/>
                    <a:pt x="3466" y="5955"/>
                  </a:cubicBezTo>
                  <a:lnTo>
                    <a:pt x="4442" y="6932"/>
                  </a:lnTo>
                  <a:cubicBezTo>
                    <a:pt x="4505" y="6995"/>
                    <a:pt x="4592" y="7026"/>
                    <a:pt x="4679" y="7026"/>
                  </a:cubicBezTo>
                  <a:cubicBezTo>
                    <a:pt x="4765" y="7026"/>
                    <a:pt x="4852" y="6995"/>
                    <a:pt x="4915" y="6932"/>
                  </a:cubicBezTo>
                  <a:lnTo>
                    <a:pt x="5262" y="6585"/>
                  </a:lnTo>
                  <a:cubicBezTo>
                    <a:pt x="5356" y="6617"/>
                    <a:pt x="5451" y="6680"/>
                    <a:pt x="5577" y="6711"/>
                  </a:cubicBezTo>
                  <a:lnTo>
                    <a:pt x="5577" y="7215"/>
                  </a:lnTo>
                  <a:cubicBezTo>
                    <a:pt x="5577" y="7404"/>
                    <a:pt x="5734" y="7562"/>
                    <a:pt x="5923" y="7562"/>
                  </a:cubicBezTo>
                  <a:lnTo>
                    <a:pt x="7309" y="7562"/>
                  </a:lnTo>
                  <a:cubicBezTo>
                    <a:pt x="7498" y="7562"/>
                    <a:pt x="7656" y="7404"/>
                    <a:pt x="7656" y="7215"/>
                  </a:cubicBezTo>
                  <a:lnTo>
                    <a:pt x="7656" y="6711"/>
                  </a:lnTo>
                  <a:cubicBezTo>
                    <a:pt x="7782" y="6680"/>
                    <a:pt x="7876" y="6617"/>
                    <a:pt x="7971" y="6585"/>
                  </a:cubicBezTo>
                  <a:lnTo>
                    <a:pt x="8349" y="6932"/>
                  </a:lnTo>
                  <a:cubicBezTo>
                    <a:pt x="8396" y="6995"/>
                    <a:pt x="8483" y="7026"/>
                    <a:pt x="8574" y="7026"/>
                  </a:cubicBezTo>
                  <a:cubicBezTo>
                    <a:pt x="8664" y="7026"/>
                    <a:pt x="8759" y="6995"/>
                    <a:pt x="8822" y="6932"/>
                  </a:cubicBezTo>
                  <a:lnTo>
                    <a:pt x="9798" y="5955"/>
                  </a:lnTo>
                  <a:cubicBezTo>
                    <a:pt x="9924" y="5829"/>
                    <a:pt x="9924" y="5608"/>
                    <a:pt x="9798" y="5482"/>
                  </a:cubicBezTo>
                  <a:lnTo>
                    <a:pt x="9452" y="5136"/>
                  </a:lnTo>
                  <a:cubicBezTo>
                    <a:pt x="9483" y="5041"/>
                    <a:pt x="9515" y="4947"/>
                    <a:pt x="9546" y="4821"/>
                  </a:cubicBezTo>
                  <a:close/>
                  <a:moveTo>
                    <a:pt x="3907" y="10334"/>
                  </a:moveTo>
                  <a:cubicBezTo>
                    <a:pt x="4096" y="10366"/>
                    <a:pt x="4253" y="10523"/>
                    <a:pt x="4253" y="10681"/>
                  </a:cubicBezTo>
                  <a:cubicBezTo>
                    <a:pt x="4253" y="10870"/>
                    <a:pt x="4096" y="11027"/>
                    <a:pt x="3907" y="11027"/>
                  </a:cubicBezTo>
                  <a:cubicBezTo>
                    <a:pt x="3686" y="11027"/>
                    <a:pt x="3529" y="10870"/>
                    <a:pt x="3529" y="10681"/>
                  </a:cubicBezTo>
                  <a:cubicBezTo>
                    <a:pt x="3529" y="10492"/>
                    <a:pt x="3686" y="10334"/>
                    <a:pt x="3907" y="10334"/>
                  </a:cubicBezTo>
                  <a:close/>
                  <a:moveTo>
                    <a:pt x="8664" y="10334"/>
                  </a:moveTo>
                  <a:cubicBezTo>
                    <a:pt x="8853" y="10366"/>
                    <a:pt x="9011" y="10523"/>
                    <a:pt x="9011" y="10681"/>
                  </a:cubicBezTo>
                  <a:cubicBezTo>
                    <a:pt x="9011" y="10870"/>
                    <a:pt x="8853" y="11027"/>
                    <a:pt x="8664" y="11027"/>
                  </a:cubicBezTo>
                  <a:cubicBezTo>
                    <a:pt x="8444" y="11027"/>
                    <a:pt x="8286" y="10870"/>
                    <a:pt x="8286" y="10681"/>
                  </a:cubicBezTo>
                  <a:cubicBezTo>
                    <a:pt x="8286" y="10492"/>
                    <a:pt x="8444" y="10334"/>
                    <a:pt x="8664" y="10334"/>
                  </a:cubicBezTo>
                  <a:close/>
                  <a:moveTo>
                    <a:pt x="5892" y="0"/>
                  </a:moveTo>
                  <a:cubicBezTo>
                    <a:pt x="5703" y="0"/>
                    <a:pt x="5545" y="158"/>
                    <a:pt x="5545" y="379"/>
                  </a:cubicBezTo>
                  <a:lnTo>
                    <a:pt x="5545" y="883"/>
                  </a:lnTo>
                  <a:cubicBezTo>
                    <a:pt x="5419" y="914"/>
                    <a:pt x="5356" y="946"/>
                    <a:pt x="5230" y="1009"/>
                  </a:cubicBezTo>
                  <a:lnTo>
                    <a:pt x="4883" y="631"/>
                  </a:lnTo>
                  <a:cubicBezTo>
                    <a:pt x="4820" y="583"/>
                    <a:pt x="4734" y="560"/>
                    <a:pt x="4647" y="560"/>
                  </a:cubicBezTo>
                  <a:cubicBezTo>
                    <a:pt x="4561" y="560"/>
                    <a:pt x="4474" y="583"/>
                    <a:pt x="4411" y="631"/>
                  </a:cubicBezTo>
                  <a:lnTo>
                    <a:pt x="3434" y="1639"/>
                  </a:lnTo>
                  <a:cubicBezTo>
                    <a:pt x="3308" y="1733"/>
                    <a:pt x="3308" y="1985"/>
                    <a:pt x="3434" y="2111"/>
                  </a:cubicBezTo>
                  <a:lnTo>
                    <a:pt x="3781" y="2458"/>
                  </a:lnTo>
                  <a:cubicBezTo>
                    <a:pt x="3718" y="2521"/>
                    <a:pt x="3686" y="2647"/>
                    <a:pt x="3655" y="2773"/>
                  </a:cubicBezTo>
                  <a:lnTo>
                    <a:pt x="3151" y="2773"/>
                  </a:lnTo>
                  <a:cubicBezTo>
                    <a:pt x="2930" y="2773"/>
                    <a:pt x="2773" y="2930"/>
                    <a:pt x="2773" y="3119"/>
                  </a:cubicBezTo>
                  <a:lnTo>
                    <a:pt x="2773" y="4159"/>
                  </a:lnTo>
                  <a:lnTo>
                    <a:pt x="1985" y="4159"/>
                  </a:lnTo>
                  <a:lnTo>
                    <a:pt x="1765" y="2930"/>
                  </a:lnTo>
                  <a:cubicBezTo>
                    <a:pt x="1670" y="2458"/>
                    <a:pt x="1197" y="2111"/>
                    <a:pt x="693" y="2111"/>
                  </a:cubicBezTo>
                  <a:lnTo>
                    <a:pt x="347" y="2111"/>
                  </a:lnTo>
                  <a:cubicBezTo>
                    <a:pt x="158" y="2111"/>
                    <a:pt x="0" y="2269"/>
                    <a:pt x="0" y="2458"/>
                  </a:cubicBezTo>
                  <a:cubicBezTo>
                    <a:pt x="0" y="2647"/>
                    <a:pt x="158" y="2804"/>
                    <a:pt x="347" y="2804"/>
                  </a:cubicBezTo>
                  <a:lnTo>
                    <a:pt x="693" y="2804"/>
                  </a:lnTo>
                  <a:cubicBezTo>
                    <a:pt x="882" y="2804"/>
                    <a:pt x="1103" y="2930"/>
                    <a:pt x="1103" y="3088"/>
                  </a:cubicBezTo>
                  <a:lnTo>
                    <a:pt x="2080" y="8570"/>
                  </a:lnTo>
                  <a:cubicBezTo>
                    <a:pt x="1891" y="8759"/>
                    <a:pt x="1765" y="9042"/>
                    <a:pt x="1765" y="9357"/>
                  </a:cubicBezTo>
                  <a:cubicBezTo>
                    <a:pt x="1765" y="9861"/>
                    <a:pt x="2143" y="10366"/>
                    <a:pt x="2867" y="10366"/>
                  </a:cubicBezTo>
                  <a:cubicBezTo>
                    <a:pt x="2836" y="10492"/>
                    <a:pt x="2836" y="10618"/>
                    <a:pt x="2836" y="10712"/>
                  </a:cubicBezTo>
                  <a:cubicBezTo>
                    <a:pt x="2836" y="11279"/>
                    <a:pt x="3308" y="11752"/>
                    <a:pt x="3844" y="11752"/>
                  </a:cubicBezTo>
                  <a:cubicBezTo>
                    <a:pt x="4411" y="11752"/>
                    <a:pt x="4883" y="11279"/>
                    <a:pt x="4883" y="10712"/>
                  </a:cubicBezTo>
                  <a:cubicBezTo>
                    <a:pt x="4883" y="10618"/>
                    <a:pt x="4820" y="10492"/>
                    <a:pt x="4820" y="10366"/>
                  </a:cubicBezTo>
                  <a:lnTo>
                    <a:pt x="7719" y="10366"/>
                  </a:lnTo>
                  <a:cubicBezTo>
                    <a:pt x="7656" y="10492"/>
                    <a:pt x="7656" y="10618"/>
                    <a:pt x="7656" y="10712"/>
                  </a:cubicBezTo>
                  <a:cubicBezTo>
                    <a:pt x="7656" y="11279"/>
                    <a:pt x="8129" y="11752"/>
                    <a:pt x="8696" y="11752"/>
                  </a:cubicBezTo>
                  <a:cubicBezTo>
                    <a:pt x="9231" y="11752"/>
                    <a:pt x="9735" y="11279"/>
                    <a:pt x="9735" y="10712"/>
                  </a:cubicBezTo>
                  <a:cubicBezTo>
                    <a:pt x="9735" y="10618"/>
                    <a:pt x="9672" y="10492"/>
                    <a:pt x="9672" y="10366"/>
                  </a:cubicBezTo>
                  <a:lnTo>
                    <a:pt x="10082" y="10366"/>
                  </a:lnTo>
                  <a:cubicBezTo>
                    <a:pt x="10271" y="10366"/>
                    <a:pt x="10428" y="10208"/>
                    <a:pt x="10428" y="10019"/>
                  </a:cubicBezTo>
                  <a:cubicBezTo>
                    <a:pt x="10428" y="9830"/>
                    <a:pt x="10271" y="9672"/>
                    <a:pt x="10082" y="9672"/>
                  </a:cubicBezTo>
                  <a:lnTo>
                    <a:pt x="2867" y="9672"/>
                  </a:lnTo>
                  <a:cubicBezTo>
                    <a:pt x="2678" y="9672"/>
                    <a:pt x="2521" y="9515"/>
                    <a:pt x="2521" y="9294"/>
                  </a:cubicBezTo>
                  <a:cubicBezTo>
                    <a:pt x="2521" y="9137"/>
                    <a:pt x="2678" y="8948"/>
                    <a:pt x="2867" y="8948"/>
                  </a:cubicBezTo>
                  <a:lnTo>
                    <a:pt x="10082" y="8948"/>
                  </a:lnTo>
                  <a:cubicBezTo>
                    <a:pt x="10239" y="8948"/>
                    <a:pt x="10334" y="8885"/>
                    <a:pt x="10397" y="8727"/>
                  </a:cubicBezTo>
                  <a:lnTo>
                    <a:pt x="11720" y="4663"/>
                  </a:lnTo>
                  <a:cubicBezTo>
                    <a:pt x="11783" y="4537"/>
                    <a:pt x="11720" y="4411"/>
                    <a:pt x="11689" y="4348"/>
                  </a:cubicBezTo>
                  <a:cubicBezTo>
                    <a:pt x="11563" y="4191"/>
                    <a:pt x="11405" y="4191"/>
                    <a:pt x="11279" y="4191"/>
                  </a:cubicBezTo>
                  <a:lnTo>
                    <a:pt x="10397" y="4191"/>
                  </a:lnTo>
                  <a:lnTo>
                    <a:pt x="10397" y="3119"/>
                  </a:lnTo>
                  <a:cubicBezTo>
                    <a:pt x="10397" y="2930"/>
                    <a:pt x="10239" y="2773"/>
                    <a:pt x="10019" y="2773"/>
                  </a:cubicBezTo>
                  <a:lnTo>
                    <a:pt x="9515" y="2773"/>
                  </a:lnTo>
                  <a:cubicBezTo>
                    <a:pt x="9483" y="2647"/>
                    <a:pt x="9452" y="2584"/>
                    <a:pt x="9389" y="2458"/>
                  </a:cubicBezTo>
                  <a:lnTo>
                    <a:pt x="9767" y="2080"/>
                  </a:lnTo>
                  <a:cubicBezTo>
                    <a:pt x="9861" y="1985"/>
                    <a:pt x="9861" y="1733"/>
                    <a:pt x="9767" y="1607"/>
                  </a:cubicBezTo>
                  <a:lnTo>
                    <a:pt x="8759" y="631"/>
                  </a:lnTo>
                  <a:cubicBezTo>
                    <a:pt x="8711" y="568"/>
                    <a:pt x="8625" y="536"/>
                    <a:pt x="8534" y="536"/>
                  </a:cubicBezTo>
                  <a:cubicBezTo>
                    <a:pt x="8444" y="536"/>
                    <a:pt x="8349" y="568"/>
                    <a:pt x="8286" y="631"/>
                  </a:cubicBezTo>
                  <a:lnTo>
                    <a:pt x="7939" y="1009"/>
                  </a:lnTo>
                  <a:cubicBezTo>
                    <a:pt x="7876" y="946"/>
                    <a:pt x="7750" y="914"/>
                    <a:pt x="7624" y="883"/>
                  </a:cubicBezTo>
                  <a:lnTo>
                    <a:pt x="7624" y="379"/>
                  </a:lnTo>
                  <a:cubicBezTo>
                    <a:pt x="7624" y="158"/>
                    <a:pt x="7467" y="0"/>
                    <a:pt x="7278" y="0"/>
                  </a:cubicBezTo>
                  <a:close/>
                </a:path>
              </a:pathLst>
            </a:custGeom>
            <a:grpFill/>
            <a:ln>
              <a:noFill/>
            </a:ln>
          </p:spPr>
          <p:txBody>
            <a:bodyPr spcFirstLastPara="1" wrap="square" lIns="62728" tIns="62728" rIns="62728" bIns="62728" anchor="ctr" anchorCtr="0">
              <a:noAutofit/>
            </a:bodyPr>
            <a:lstStyle/>
            <a:p>
              <a:endParaRPr sz="764"/>
            </a:p>
          </p:txBody>
        </p:sp>
        <p:sp>
          <p:nvSpPr>
            <p:cNvPr id="262" name="Google Shape;8370;p67">
              <a:extLst>
                <a:ext uri="{FF2B5EF4-FFF2-40B4-BE49-F238E27FC236}">
                  <a16:creationId xmlns:a16="http://schemas.microsoft.com/office/drawing/2014/main" id="{2B51C7D7-4253-46B7-BDC9-5A793E001021}"/>
                </a:ext>
              </a:extLst>
            </p:cNvPr>
            <p:cNvSpPr/>
            <p:nvPr/>
          </p:nvSpPr>
          <p:spPr>
            <a:xfrm>
              <a:off x="-3731500" y="2458550"/>
              <a:ext cx="84300" cy="84300"/>
            </a:xfrm>
            <a:custGeom>
              <a:avLst/>
              <a:gdLst/>
              <a:ahLst/>
              <a:cxnLst/>
              <a:rect l="l" t="t" r="r" b="b"/>
              <a:pathLst>
                <a:path w="3372" h="3372" extrusionOk="0">
                  <a:moveTo>
                    <a:pt x="1701" y="631"/>
                  </a:moveTo>
                  <a:cubicBezTo>
                    <a:pt x="2237" y="631"/>
                    <a:pt x="2709" y="1103"/>
                    <a:pt x="2709" y="1639"/>
                  </a:cubicBezTo>
                  <a:cubicBezTo>
                    <a:pt x="2709" y="2206"/>
                    <a:pt x="2237" y="2679"/>
                    <a:pt x="1701" y="2679"/>
                  </a:cubicBezTo>
                  <a:cubicBezTo>
                    <a:pt x="1134" y="2679"/>
                    <a:pt x="662" y="2206"/>
                    <a:pt x="662" y="1639"/>
                  </a:cubicBezTo>
                  <a:cubicBezTo>
                    <a:pt x="662" y="1103"/>
                    <a:pt x="1134" y="631"/>
                    <a:pt x="1701" y="631"/>
                  </a:cubicBezTo>
                  <a:close/>
                  <a:moveTo>
                    <a:pt x="1701" y="1"/>
                  </a:moveTo>
                  <a:cubicBezTo>
                    <a:pt x="756" y="1"/>
                    <a:pt x="0" y="725"/>
                    <a:pt x="0" y="1702"/>
                  </a:cubicBezTo>
                  <a:cubicBezTo>
                    <a:pt x="0" y="2647"/>
                    <a:pt x="756" y="3372"/>
                    <a:pt x="1701" y="3372"/>
                  </a:cubicBezTo>
                  <a:cubicBezTo>
                    <a:pt x="2646" y="3372"/>
                    <a:pt x="3371" y="2647"/>
                    <a:pt x="3371" y="1702"/>
                  </a:cubicBezTo>
                  <a:cubicBezTo>
                    <a:pt x="3371" y="725"/>
                    <a:pt x="2646" y="1"/>
                    <a:pt x="170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02" name="Google Shape;8371;p67">
            <a:extLst>
              <a:ext uri="{FF2B5EF4-FFF2-40B4-BE49-F238E27FC236}">
                <a16:creationId xmlns:a16="http://schemas.microsoft.com/office/drawing/2014/main" id="{3001E3A4-7614-4851-AC8F-D6AE67CB3A0E}"/>
              </a:ext>
            </a:extLst>
          </p:cNvPr>
          <p:cNvGrpSpPr/>
          <p:nvPr/>
        </p:nvGrpSpPr>
        <p:grpSpPr>
          <a:xfrm>
            <a:off x="8387964" y="2075803"/>
            <a:ext cx="224923" cy="226119"/>
            <a:chOff x="-3852025" y="2764950"/>
            <a:chExt cx="291450" cy="293000"/>
          </a:xfrm>
          <a:solidFill>
            <a:schemeClr val="tx1"/>
          </a:solidFill>
        </p:grpSpPr>
        <p:sp>
          <p:nvSpPr>
            <p:cNvPr id="259" name="Google Shape;8372;p67">
              <a:extLst>
                <a:ext uri="{FF2B5EF4-FFF2-40B4-BE49-F238E27FC236}">
                  <a16:creationId xmlns:a16="http://schemas.microsoft.com/office/drawing/2014/main" id="{B9AF1E6A-BE74-45B5-B8CB-F4E04B89A3DA}"/>
                </a:ext>
              </a:extLst>
            </p:cNvPr>
            <p:cNvSpPr/>
            <p:nvPr/>
          </p:nvSpPr>
          <p:spPr>
            <a:xfrm>
              <a:off x="-3852025" y="2764950"/>
              <a:ext cx="291450" cy="293000"/>
            </a:xfrm>
            <a:custGeom>
              <a:avLst/>
              <a:gdLst/>
              <a:ahLst/>
              <a:cxnLst/>
              <a:rect l="l" t="t" r="r" b="b"/>
              <a:pathLst>
                <a:path w="11658" h="11720" extrusionOk="0">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grpFill/>
            <a:ln>
              <a:noFill/>
            </a:ln>
          </p:spPr>
          <p:txBody>
            <a:bodyPr spcFirstLastPara="1" wrap="square" lIns="62728" tIns="62728" rIns="62728" bIns="62728" anchor="ctr" anchorCtr="0">
              <a:noAutofit/>
            </a:bodyPr>
            <a:lstStyle/>
            <a:p>
              <a:endParaRPr sz="764"/>
            </a:p>
          </p:txBody>
        </p:sp>
        <p:sp>
          <p:nvSpPr>
            <p:cNvPr id="260" name="Google Shape;8373;p67">
              <a:extLst>
                <a:ext uri="{FF2B5EF4-FFF2-40B4-BE49-F238E27FC236}">
                  <a16:creationId xmlns:a16="http://schemas.microsoft.com/office/drawing/2014/main" id="{84B1C7E6-3F56-48B1-A215-4E0E53BFE2FC}"/>
                </a:ext>
              </a:extLst>
            </p:cNvPr>
            <p:cNvSpPr/>
            <p:nvPr/>
          </p:nvSpPr>
          <p:spPr>
            <a:xfrm>
              <a:off x="-3707100" y="2937425"/>
              <a:ext cx="103200" cy="67775"/>
            </a:xfrm>
            <a:custGeom>
              <a:avLst/>
              <a:gdLst/>
              <a:ahLst/>
              <a:cxnLst/>
              <a:rect l="l" t="t" r="r" b="b"/>
              <a:pathLst>
                <a:path w="4128" h="2711" extrusionOk="0">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grpFill/>
            <a:ln>
              <a:noFill/>
            </a:ln>
          </p:spPr>
          <p:txBody>
            <a:bodyPr spcFirstLastPara="1" wrap="square" lIns="62728" tIns="62728" rIns="62728" bIns="62728" anchor="ctr" anchorCtr="0">
              <a:noAutofit/>
            </a:bodyPr>
            <a:lstStyle/>
            <a:p>
              <a:endParaRPr sz="764"/>
            </a:p>
          </p:txBody>
        </p:sp>
      </p:grpSp>
      <p:sp>
        <p:nvSpPr>
          <p:cNvPr id="203" name="Google Shape;8374;p67">
            <a:extLst>
              <a:ext uri="{FF2B5EF4-FFF2-40B4-BE49-F238E27FC236}">
                <a16:creationId xmlns:a16="http://schemas.microsoft.com/office/drawing/2014/main" id="{835B5F83-3F7C-4CBC-B23E-09476D395DBB}"/>
              </a:ext>
            </a:extLst>
          </p:cNvPr>
          <p:cNvSpPr/>
          <p:nvPr/>
        </p:nvSpPr>
        <p:spPr>
          <a:xfrm>
            <a:off x="9847423" y="1553045"/>
            <a:ext cx="225521" cy="170805"/>
          </a:xfrm>
          <a:custGeom>
            <a:avLst/>
            <a:gdLst/>
            <a:ahLst/>
            <a:cxnLst/>
            <a:rect l="l" t="t" r="r" b="b"/>
            <a:pathLst>
              <a:path w="11689" h="8853" extrusionOk="0">
                <a:moveTo>
                  <a:pt x="1040" y="2709"/>
                </a:moveTo>
                <a:cubicBezTo>
                  <a:pt x="1229" y="2709"/>
                  <a:pt x="1386" y="2867"/>
                  <a:pt x="1386" y="3056"/>
                </a:cubicBezTo>
                <a:lnTo>
                  <a:pt x="1386" y="5828"/>
                </a:lnTo>
                <a:cubicBezTo>
                  <a:pt x="1386" y="6017"/>
                  <a:pt x="1229" y="6175"/>
                  <a:pt x="1040" y="6175"/>
                </a:cubicBezTo>
                <a:cubicBezTo>
                  <a:pt x="819" y="6175"/>
                  <a:pt x="662" y="6017"/>
                  <a:pt x="662" y="5828"/>
                </a:cubicBezTo>
                <a:lnTo>
                  <a:pt x="662" y="3056"/>
                </a:lnTo>
                <a:cubicBezTo>
                  <a:pt x="662" y="2867"/>
                  <a:pt x="819" y="2709"/>
                  <a:pt x="1040" y="2709"/>
                </a:cubicBezTo>
                <a:close/>
                <a:moveTo>
                  <a:pt x="9641" y="1449"/>
                </a:moveTo>
                <a:lnTo>
                  <a:pt x="9641" y="7435"/>
                </a:lnTo>
                <a:lnTo>
                  <a:pt x="2079" y="5545"/>
                </a:lnTo>
                <a:lnTo>
                  <a:pt x="2079" y="3340"/>
                </a:lnTo>
                <a:lnTo>
                  <a:pt x="9641" y="1449"/>
                </a:lnTo>
                <a:close/>
                <a:moveTo>
                  <a:pt x="3466" y="6616"/>
                </a:moveTo>
                <a:lnTo>
                  <a:pt x="6112" y="7278"/>
                </a:lnTo>
                <a:cubicBezTo>
                  <a:pt x="5954" y="7845"/>
                  <a:pt x="5450" y="8223"/>
                  <a:pt x="4820" y="8223"/>
                </a:cubicBezTo>
                <a:cubicBezTo>
                  <a:pt x="4064" y="8223"/>
                  <a:pt x="3434" y="7593"/>
                  <a:pt x="3434" y="6837"/>
                </a:cubicBezTo>
                <a:cubicBezTo>
                  <a:pt x="3434" y="6774"/>
                  <a:pt x="3434" y="6679"/>
                  <a:pt x="3466" y="6616"/>
                </a:cubicBezTo>
                <a:close/>
                <a:moveTo>
                  <a:pt x="10680" y="662"/>
                </a:moveTo>
                <a:cubicBezTo>
                  <a:pt x="10869" y="662"/>
                  <a:pt x="11027" y="819"/>
                  <a:pt x="11027" y="1008"/>
                </a:cubicBezTo>
                <a:lnTo>
                  <a:pt x="11027" y="7876"/>
                </a:lnTo>
                <a:cubicBezTo>
                  <a:pt x="11027" y="8065"/>
                  <a:pt x="10869" y="8223"/>
                  <a:pt x="10680" y="8223"/>
                </a:cubicBezTo>
                <a:cubicBezTo>
                  <a:pt x="10491" y="8223"/>
                  <a:pt x="10334" y="8065"/>
                  <a:pt x="10334" y="7876"/>
                </a:cubicBezTo>
                <a:lnTo>
                  <a:pt x="10334" y="1008"/>
                </a:lnTo>
                <a:cubicBezTo>
                  <a:pt x="10334" y="819"/>
                  <a:pt x="10491" y="662"/>
                  <a:pt x="10680" y="662"/>
                </a:cubicBezTo>
                <a:close/>
                <a:moveTo>
                  <a:pt x="10680" y="0"/>
                </a:moveTo>
                <a:cubicBezTo>
                  <a:pt x="10208" y="0"/>
                  <a:pt x="9798" y="315"/>
                  <a:pt x="9704" y="756"/>
                </a:cubicBezTo>
                <a:lnTo>
                  <a:pt x="1985" y="2678"/>
                </a:lnTo>
                <a:cubicBezTo>
                  <a:pt x="1827" y="2331"/>
                  <a:pt x="1449" y="2048"/>
                  <a:pt x="1040" y="2048"/>
                </a:cubicBezTo>
                <a:cubicBezTo>
                  <a:pt x="473" y="2048"/>
                  <a:pt x="0" y="2520"/>
                  <a:pt x="0" y="3056"/>
                </a:cubicBezTo>
                <a:lnTo>
                  <a:pt x="0" y="5828"/>
                </a:lnTo>
                <a:cubicBezTo>
                  <a:pt x="0" y="6364"/>
                  <a:pt x="473" y="6837"/>
                  <a:pt x="1040" y="6837"/>
                </a:cubicBezTo>
                <a:cubicBezTo>
                  <a:pt x="1449" y="6837"/>
                  <a:pt x="1827" y="6616"/>
                  <a:pt x="1985" y="6206"/>
                </a:cubicBezTo>
                <a:lnTo>
                  <a:pt x="2804" y="6427"/>
                </a:lnTo>
                <a:cubicBezTo>
                  <a:pt x="2772" y="6522"/>
                  <a:pt x="2772" y="6679"/>
                  <a:pt x="2772" y="6805"/>
                </a:cubicBezTo>
                <a:cubicBezTo>
                  <a:pt x="2772" y="7939"/>
                  <a:pt x="3655" y="8853"/>
                  <a:pt x="4820" y="8853"/>
                </a:cubicBezTo>
                <a:cubicBezTo>
                  <a:pt x="5324" y="8853"/>
                  <a:pt x="5828" y="8664"/>
                  <a:pt x="6175" y="8317"/>
                </a:cubicBezTo>
                <a:cubicBezTo>
                  <a:pt x="6459" y="8065"/>
                  <a:pt x="6648" y="7719"/>
                  <a:pt x="6774" y="7341"/>
                </a:cubicBezTo>
                <a:lnTo>
                  <a:pt x="9704" y="8065"/>
                </a:lnTo>
                <a:cubicBezTo>
                  <a:pt x="9798" y="8506"/>
                  <a:pt x="10208" y="8821"/>
                  <a:pt x="10680" y="8821"/>
                </a:cubicBezTo>
                <a:cubicBezTo>
                  <a:pt x="11216" y="8821"/>
                  <a:pt x="11688" y="8349"/>
                  <a:pt x="11688" y="7782"/>
                </a:cubicBezTo>
                <a:lnTo>
                  <a:pt x="11688" y="945"/>
                </a:lnTo>
                <a:cubicBezTo>
                  <a:pt x="11688" y="473"/>
                  <a:pt x="11279" y="0"/>
                  <a:pt x="10680"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204" name="Google Shape;8375;p67">
            <a:extLst>
              <a:ext uri="{FF2B5EF4-FFF2-40B4-BE49-F238E27FC236}">
                <a16:creationId xmlns:a16="http://schemas.microsoft.com/office/drawing/2014/main" id="{35F62FD2-68BB-45E4-B106-637364D8A233}"/>
              </a:ext>
            </a:extLst>
          </p:cNvPr>
          <p:cNvSpPr/>
          <p:nvPr/>
        </p:nvSpPr>
        <p:spPr>
          <a:xfrm>
            <a:off x="9847423" y="1798147"/>
            <a:ext cx="225521" cy="224904"/>
          </a:xfrm>
          <a:custGeom>
            <a:avLst/>
            <a:gdLst/>
            <a:ahLst/>
            <a:cxnLst/>
            <a:rect l="l" t="t" r="r" b="b"/>
            <a:pathLst>
              <a:path w="11689" h="11657" extrusionOk="0">
                <a:moveTo>
                  <a:pt x="5860" y="662"/>
                </a:moveTo>
                <a:cubicBezTo>
                  <a:pt x="6080" y="662"/>
                  <a:pt x="6238" y="851"/>
                  <a:pt x="6238" y="1040"/>
                </a:cubicBezTo>
                <a:lnTo>
                  <a:pt x="6238" y="1386"/>
                </a:lnTo>
                <a:lnTo>
                  <a:pt x="756" y="1386"/>
                </a:lnTo>
                <a:lnTo>
                  <a:pt x="756" y="1040"/>
                </a:lnTo>
                <a:cubicBezTo>
                  <a:pt x="725" y="851"/>
                  <a:pt x="882" y="662"/>
                  <a:pt x="1071" y="662"/>
                </a:cubicBezTo>
                <a:close/>
                <a:moveTo>
                  <a:pt x="6175" y="2048"/>
                </a:moveTo>
                <a:lnTo>
                  <a:pt x="6175" y="3686"/>
                </a:lnTo>
                <a:cubicBezTo>
                  <a:pt x="5639" y="3686"/>
                  <a:pt x="5198" y="4096"/>
                  <a:pt x="5198" y="4663"/>
                </a:cubicBezTo>
                <a:cubicBezTo>
                  <a:pt x="4820" y="4694"/>
                  <a:pt x="4505" y="4883"/>
                  <a:pt x="4348" y="5261"/>
                </a:cubicBezTo>
                <a:lnTo>
                  <a:pt x="3592" y="4505"/>
                </a:lnTo>
                <a:cubicBezTo>
                  <a:pt x="3403" y="4300"/>
                  <a:pt x="3135" y="4198"/>
                  <a:pt x="2867" y="4198"/>
                </a:cubicBezTo>
                <a:cubicBezTo>
                  <a:pt x="2599" y="4198"/>
                  <a:pt x="2331" y="4300"/>
                  <a:pt x="2142" y="4505"/>
                </a:cubicBezTo>
                <a:cubicBezTo>
                  <a:pt x="1733" y="4883"/>
                  <a:pt x="1733" y="5576"/>
                  <a:pt x="2142" y="5954"/>
                </a:cubicBezTo>
                <a:lnTo>
                  <a:pt x="4505" y="8317"/>
                </a:lnTo>
                <a:lnTo>
                  <a:pt x="4316" y="8317"/>
                </a:lnTo>
                <a:cubicBezTo>
                  <a:pt x="3875" y="8317"/>
                  <a:pt x="3466" y="8601"/>
                  <a:pt x="3308" y="9042"/>
                </a:cubicBezTo>
                <a:lnTo>
                  <a:pt x="725" y="9042"/>
                </a:lnTo>
                <a:lnTo>
                  <a:pt x="725" y="8979"/>
                </a:lnTo>
                <a:lnTo>
                  <a:pt x="725" y="2048"/>
                </a:lnTo>
                <a:close/>
                <a:moveTo>
                  <a:pt x="7640" y="3907"/>
                </a:moveTo>
                <a:cubicBezTo>
                  <a:pt x="7727" y="3907"/>
                  <a:pt x="7813" y="3938"/>
                  <a:pt x="7876" y="4001"/>
                </a:cubicBezTo>
                <a:lnTo>
                  <a:pt x="8664" y="4789"/>
                </a:lnTo>
                <a:cubicBezTo>
                  <a:pt x="9325" y="5450"/>
                  <a:pt x="9861" y="6238"/>
                  <a:pt x="10113" y="7026"/>
                </a:cubicBezTo>
                <a:lnTo>
                  <a:pt x="7530" y="9609"/>
                </a:lnTo>
                <a:lnTo>
                  <a:pt x="4222" y="9609"/>
                </a:lnTo>
                <a:cubicBezTo>
                  <a:pt x="4033" y="9609"/>
                  <a:pt x="3875" y="9451"/>
                  <a:pt x="3875" y="9262"/>
                </a:cubicBezTo>
                <a:cubicBezTo>
                  <a:pt x="3875" y="9073"/>
                  <a:pt x="4033" y="8916"/>
                  <a:pt x="4222" y="8916"/>
                </a:cubicBezTo>
                <a:lnTo>
                  <a:pt x="5230" y="8916"/>
                </a:lnTo>
                <a:cubicBezTo>
                  <a:pt x="5387" y="8916"/>
                  <a:pt x="5513" y="8821"/>
                  <a:pt x="5545" y="8695"/>
                </a:cubicBezTo>
                <a:cubicBezTo>
                  <a:pt x="5608" y="8601"/>
                  <a:pt x="5608" y="8443"/>
                  <a:pt x="5482" y="8349"/>
                </a:cubicBezTo>
                <a:lnTo>
                  <a:pt x="2520" y="5387"/>
                </a:lnTo>
                <a:cubicBezTo>
                  <a:pt x="2394" y="5293"/>
                  <a:pt x="2394" y="5041"/>
                  <a:pt x="2520" y="4915"/>
                </a:cubicBezTo>
                <a:cubicBezTo>
                  <a:pt x="2583" y="4868"/>
                  <a:pt x="2670" y="4844"/>
                  <a:pt x="2757" y="4844"/>
                </a:cubicBezTo>
                <a:cubicBezTo>
                  <a:pt x="2843" y="4844"/>
                  <a:pt x="2930" y="4868"/>
                  <a:pt x="2993" y="4915"/>
                </a:cubicBezTo>
                <a:lnTo>
                  <a:pt x="4442" y="6395"/>
                </a:lnTo>
                <a:lnTo>
                  <a:pt x="5450" y="7372"/>
                </a:lnTo>
                <a:cubicBezTo>
                  <a:pt x="5498" y="7435"/>
                  <a:pt x="5584" y="7467"/>
                  <a:pt x="5675" y="7467"/>
                </a:cubicBezTo>
                <a:cubicBezTo>
                  <a:pt x="5765" y="7467"/>
                  <a:pt x="5860" y="7435"/>
                  <a:pt x="5923" y="7372"/>
                </a:cubicBezTo>
                <a:cubicBezTo>
                  <a:pt x="6017" y="7246"/>
                  <a:pt x="6017" y="7026"/>
                  <a:pt x="5923" y="6900"/>
                </a:cubicBezTo>
                <a:lnTo>
                  <a:pt x="4915" y="5923"/>
                </a:lnTo>
                <a:cubicBezTo>
                  <a:pt x="4820" y="5797"/>
                  <a:pt x="4820" y="5545"/>
                  <a:pt x="4915" y="5450"/>
                </a:cubicBezTo>
                <a:cubicBezTo>
                  <a:pt x="4978" y="5387"/>
                  <a:pt x="5072" y="5356"/>
                  <a:pt x="5163" y="5356"/>
                </a:cubicBezTo>
                <a:cubicBezTo>
                  <a:pt x="5253" y="5356"/>
                  <a:pt x="5340" y="5387"/>
                  <a:pt x="5387" y="5450"/>
                </a:cubicBezTo>
                <a:lnTo>
                  <a:pt x="6396" y="6427"/>
                </a:lnTo>
                <a:cubicBezTo>
                  <a:pt x="6443" y="6490"/>
                  <a:pt x="6529" y="6522"/>
                  <a:pt x="6620" y="6522"/>
                </a:cubicBezTo>
                <a:cubicBezTo>
                  <a:pt x="6711" y="6522"/>
                  <a:pt x="6805" y="6490"/>
                  <a:pt x="6868" y="6427"/>
                </a:cubicBezTo>
                <a:cubicBezTo>
                  <a:pt x="6963" y="6301"/>
                  <a:pt x="6963" y="6080"/>
                  <a:pt x="6868" y="5954"/>
                </a:cubicBezTo>
                <a:lnTo>
                  <a:pt x="5860" y="4978"/>
                </a:lnTo>
                <a:cubicBezTo>
                  <a:pt x="5765" y="4852"/>
                  <a:pt x="5765" y="4631"/>
                  <a:pt x="5860" y="4505"/>
                </a:cubicBezTo>
                <a:cubicBezTo>
                  <a:pt x="5923" y="4442"/>
                  <a:pt x="6017" y="4411"/>
                  <a:pt x="6108" y="4411"/>
                </a:cubicBezTo>
                <a:cubicBezTo>
                  <a:pt x="6199" y="4411"/>
                  <a:pt x="6285" y="4442"/>
                  <a:pt x="6333" y="4505"/>
                </a:cubicBezTo>
                <a:lnTo>
                  <a:pt x="7341" y="5482"/>
                </a:lnTo>
                <a:cubicBezTo>
                  <a:pt x="7388" y="5545"/>
                  <a:pt x="7475" y="5576"/>
                  <a:pt x="7565" y="5576"/>
                </a:cubicBezTo>
                <a:cubicBezTo>
                  <a:pt x="7656" y="5576"/>
                  <a:pt x="7750" y="5545"/>
                  <a:pt x="7813" y="5482"/>
                </a:cubicBezTo>
                <a:cubicBezTo>
                  <a:pt x="7908" y="5356"/>
                  <a:pt x="7908" y="5135"/>
                  <a:pt x="7813" y="5009"/>
                </a:cubicBezTo>
                <a:lnTo>
                  <a:pt x="7341" y="4537"/>
                </a:lnTo>
                <a:cubicBezTo>
                  <a:pt x="7278" y="4348"/>
                  <a:pt x="7278" y="4096"/>
                  <a:pt x="7404" y="4001"/>
                </a:cubicBezTo>
                <a:cubicBezTo>
                  <a:pt x="7467" y="3938"/>
                  <a:pt x="7553" y="3907"/>
                  <a:pt x="7640" y="3907"/>
                </a:cubicBezTo>
                <a:close/>
                <a:moveTo>
                  <a:pt x="10554" y="7624"/>
                </a:moveTo>
                <a:lnTo>
                  <a:pt x="10806" y="7845"/>
                </a:lnTo>
                <a:cubicBezTo>
                  <a:pt x="10964" y="8002"/>
                  <a:pt x="10964" y="8191"/>
                  <a:pt x="10806" y="8317"/>
                </a:cubicBezTo>
                <a:lnTo>
                  <a:pt x="8853" y="10239"/>
                </a:lnTo>
                <a:cubicBezTo>
                  <a:pt x="8806" y="10302"/>
                  <a:pt x="8719" y="10334"/>
                  <a:pt x="8628" y="10334"/>
                </a:cubicBezTo>
                <a:cubicBezTo>
                  <a:pt x="8538" y="10334"/>
                  <a:pt x="8443" y="10302"/>
                  <a:pt x="8380" y="10239"/>
                </a:cubicBezTo>
                <a:lnTo>
                  <a:pt x="8160" y="10019"/>
                </a:lnTo>
                <a:lnTo>
                  <a:pt x="10554" y="7624"/>
                </a:lnTo>
                <a:close/>
                <a:moveTo>
                  <a:pt x="3277" y="9672"/>
                </a:moveTo>
                <a:cubicBezTo>
                  <a:pt x="3434" y="10050"/>
                  <a:pt x="3781" y="10334"/>
                  <a:pt x="4222" y="10334"/>
                </a:cubicBezTo>
                <a:lnTo>
                  <a:pt x="6143" y="10334"/>
                </a:lnTo>
                <a:lnTo>
                  <a:pt x="6143" y="10680"/>
                </a:lnTo>
                <a:lnTo>
                  <a:pt x="6175" y="10680"/>
                </a:lnTo>
                <a:cubicBezTo>
                  <a:pt x="6175" y="10869"/>
                  <a:pt x="6017" y="11027"/>
                  <a:pt x="5828" y="11027"/>
                </a:cubicBezTo>
                <a:lnTo>
                  <a:pt x="1040" y="11027"/>
                </a:lnTo>
                <a:cubicBezTo>
                  <a:pt x="819" y="11027"/>
                  <a:pt x="662" y="10869"/>
                  <a:pt x="662" y="10680"/>
                </a:cubicBezTo>
                <a:lnTo>
                  <a:pt x="662" y="9672"/>
                </a:lnTo>
                <a:close/>
                <a:moveTo>
                  <a:pt x="1040" y="0"/>
                </a:moveTo>
                <a:cubicBezTo>
                  <a:pt x="473" y="0"/>
                  <a:pt x="0" y="473"/>
                  <a:pt x="0" y="1040"/>
                </a:cubicBezTo>
                <a:lnTo>
                  <a:pt x="0" y="10649"/>
                </a:lnTo>
                <a:cubicBezTo>
                  <a:pt x="0" y="11184"/>
                  <a:pt x="473" y="11657"/>
                  <a:pt x="1040" y="11657"/>
                </a:cubicBezTo>
                <a:lnTo>
                  <a:pt x="5828" y="11657"/>
                </a:lnTo>
                <a:cubicBezTo>
                  <a:pt x="6396" y="11657"/>
                  <a:pt x="6868" y="11184"/>
                  <a:pt x="6868" y="10649"/>
                </a:cubicBezTo>
                <a:lnTo>
                  <a:pt x="6868" y="10334"/>
                </a:lnTo>
                <a:lnTo>
                  <a:pt x="7467" y="10334"/>
                </a:lnTo>
                <a:lnTo>
                  <a:pt x="7876" y="10775"/>
                </a:lnTo>
                <a:cubicBezTo>
                  <a:pt x="8081" y="10964"/>
                  <a:pt x="8349" y="11058"/>
                  <a:pt x="8613" y="11058"/>
                </a:cubicBezTo>
                <a:cubicBezTo>
                  <a:pt x="8877" y="11058"/>
                  <a:pt x="9136" y="10964"/>
                  <a:pt x="9325" y="10775"/>
                </a:cubicBezTo>
                <a:lnTo>
                  <a:pt x="11279" y="8821"/>
                </a:lnTo>
                <a:cubicBezTo>
                  <a:pt x="11688" y="8443"/>
                  <a:pt x="11688" y="7782"/>
                  <a:pt x="11310" y="7372"/>
                </a:cubicBezTo>
                <a:lnTo>
                  <a:pt x="10869" y="6931"/>
                </a:lnTo>
                <a:cubicBezTo>
                  <a:pt x="10554" y="6080"/>
                  <a:pt x="10082" y="5261"/>
                  <a:pt x="9420" y="4505"/>
                </a:cubicBezTo>
                <a:lnTo>
                  <a:pt x="8380" y="3466"/>
                </a:lnTo>
                <a:cubicBezTo>
                  <a:pt x="8191" y="3277"/>
                  <a:pt x="7931" y="3182"/>
                  <a:pt x="7668" y="3182"/>
                </a:cubicBezTo>
                <a:cubicBezTo>
                  <a:pt x="7404" y="3182"/>
                  <a:pt x="7136" y="3277"/>
                  <a:pt x="6931" y="3466"/>
                </a:cubicBezTo>
                <a:lnTo>
                  <a:pt x="6868" y="3560"/>
                </a:lnTo>
                <a:lnTo>
                  <a:pt x="6868" y="1040"/>
                </a:lnTo>
                <a:cubicBezTo>
                  <a:pt x="6868" y="473"/>
                  <a:pt x="6396" y="0"/>
                  <a:pt x="5828"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205" name="Google Shape;8376;p67">
            <a:extLst>
              <a:ext uri="{FF2B5EF4-FFF2-40B4-BE49-F238E27FC236}">
                <a16:creationId xmlns:a16="http://schemas.microsoft.com/office/drawing/2014/main" id="{33EA2F73-C67C-4232-8552-F548B61ADEBB}"/>
              </a:ext>
            </a:extLst>
          </p:cNvPr>
          <p:cNvGrpSpPr/>
          <p:nvPr/>
        </p:nvGrpSpPr>
        <p:grpSpPr>
          <a:xfrm>
            <a:off x="9847700" y="2076102"/>
            <a:ext cx="224923" cy="225521"/>
            <a:chOff x="-2060175" y="2768875"/>
            <a:chExt cx="291450" cy="292225"/>
          </a:xfrm>
          <a:solidFill>
            <a:schemeClr val="tx1"/>
          </a:solidFill>
        </p:grpSpPr>
        <p:sp>
          <p:nvSpPr>
            <p:cNvPr id="257" name="Google Shape;8377;p67">
              <a:extLst>
                <a:ext uri="{FF2B5EF4-FFF2-40B4-BE49-F238E27FC236}">
                  <a16:creationId xmlns:a16="http://schemas.microsoft.com/office/drawing/2014/main" id="{8986E673-7CFF-4FE8-A329-C38206197F48}"/>
                </a:ext>
              </a:extLst>
            </p:cNvPr>
            <p:cNvSpPr/>
            <p:nvPr/>
          </p:nvSpPr>
          <p:spPr>
            <a:xfrm>
              <a:off x="-2060175" y="2768875"/>
              <a:ext cx="291450" cy="292225"/>
            </a:xfrm>
            <a:custGeom>
              <a:avLst/>
              <a:gdLst/>
              <a:ahLst/>
              <a:cxnLst/>
              <a:rect l="l" t="t" r="r" b="b"/>
              <a:pathLst>
                <a:path w="11658" h="11689" extrusionOk="0">
                  <a:moveTo>
                    <a:pt x="10649" y="662"/>
                  </a:moveTo>
                  <a:cubicBezTo>
                    <a:pt x="10838" y="662"/>
                    <a:pt x="10996" y="820"/>
                    <a:pt x="10996" y="1009"/>
                  </a:cubicBezTo>
                  <a:cubicBezTo>
                    <a:pt x="10996" y="1198"/>
                    <a:pt x="10838" y="1355"/>
                    <a:pt x="10649" y="1355"/>
                  </a:cubicBezTo>
                  <a:lnTo>
                    <a:pt x="1040" y="1355"/>
                  </a:lnTo>
                  <a:cubicBezTo>
                    <a:pt x="851" y="1355"/>
                    <a:pt x="694" y="1198"/>
                    <a:pt x="694" y="1009"/>
                  </a:cubicBezTo>
                  <a:cubicBezTo>
                    <a:pt x="694" y="820"/>
                    <a:pt x="851" y="662"/>
                    <a:pt x="1040" y="662"/>
                  </a:cubicBezTo>
                  <a:close/>
                  <a:moveTo>
                    <a:pt x="10303" y="2049"/>
                  </a:moveTo>
                  <a:lnTo>
                    <a:pt x="10303" y="7908"/>
                  </a:lnTo>
                  <a:cubicBezTo>
                    <a:pt x="10334" y="8097"/>
                    <a:pt x="10177" y="8255"/>
                    <a:pt x="9988" y="8255"/>
                  </a:cubicBezTo>
                  <a:lnTo>
                    <a:pt x="1702" y="8255"/>
                  </a:lnTo>
                  <a:cubicBezTo>
                    <a:pt x="1513" y="8255"/>
                    <a:pt x="1355" y="8097"/>
                    <a:pt x="1355" y="7908"/>
                  </a:cubicBezTo>
                  <a:lnTo>
                    <a:pt x="1355" y="2049"/>
                  </a:lnTo>
                  <a:close/>
                  <a:moveTo>
                    <a:pt x="5797" y="10271"/>
                  </a:moveTo>
                  <a:cubicBezTo>
                    <a:pt x="5986" y="10271"/>
                    <a:pt x="6144" y="10429"/>
                    <a:pt x="6144" y="10618"/>
                  </a:cubicBezTo>
                  <a:cubicBezTo>
                    <a:pt x="6144" y="10807"/>
                    <a:pt x="5986" y="10964"/>
                    <a:pt x="5797" y="10964"/>
                  </a:cubicBezTo>
                  <a:cubicBezTo>
                    <a:pt x="5608" y="10964"/>
                    <a:pt x="5451" y="10807"/>
                    <a:pt x="5451" y="10618"/>
                  </a:cubicBezTo>
                  <a:cubicBezTo>
                    <a:pt x="5451" y="10429"/>
                    <a:pt x="5608" y="10271"/>
                    <a:pt x="5797" y="10271"/>
                  </a:cubicBezTo>
                  <a:close/>
                  <a:moveTo>
                    <a:pt x="1040" y="1"/>
                  </a:moveTo>
                  <a:cubicBezTo>
                    <a:pt x="473" y="1"/>
                    <a:pt x="1" y="473"/>
                    <a:pt x="1" y="1009"/>
                  </a:cubicBezTo>
                  <a:cubicBezTo>
                    <a:pt x="1" y="1450"/>
                    <a:pt x="284" y="1828"/>
                    <a:pt x="694" y="1986"/>
                  </a:cubicBezTo>
                  <a:lnTo>
                    <a:pt x="694" y="7908"/>
                  </a:lnTo>
                  <a:cubicBezTo>
                    <a:pt x="694" y="8444"/>
                    <a:pt x="1166" y="8917"/>
                    <a:pt x="1702" y="8917"/>
                  </a:cubicBezTo>
                  <a:lnTo>
                    <a:pt x="5482" y="8917"/>
                  </a:lnTo>
                  <a:lnTo>
                    <a:pt x="5482" y="9673"/>
                  </a:lnTo>
                  <a:cubicBezTo>
                    <a:pt x="5104" y="9830"/>
                    <a:pt x="4821" y="10177"/>
                    <a:pt x="4821" y="10649"/>
                  </a:cubicBezTo>
                  <a:cubicBezTo>
                    <a:pt x="4821" y="11216"/>
                    <a:pt x="5293" y="11689"/>
                    <a:pt x="5829" y="11689"/>
                  </a:cubicBezTo>
                  <a:cubicBezTo>
                    <a:pt x="6396" y="11689"/>
                    <a:pt x="6869" y="11216"/>
                    <a:pt x="6869" y="10649"/>
                  </a:cubicBezTo>
                  <a:cubicBezTo>
                    <a:pt x="6869" y="10240"/>
                    <a:pt x="6585" y="9830"/>
                    <a:pt x="6207" y="9673"/>
                  </a:cubicBezTo>
                  <a:lnTo>
                    <a:pt x="6207" y="8917"/>
                  </a:lnTo>
                  <a:lnTo>
                    <a:pt x="10019" y="8917"/>
                  </a:lnTo>
                  <a:cubicBezTo>
                    <a:pt x="10555" y="8917"/>
                    <a:pt x="11027" y="8444"/>
                    <a:pt x="11027" y="7908"/>
                  </a:cubicBezTo>
                  <a:lnTo>
                    <a:pt x="11027" y="1986"/>
                  </a:lnTo>
                  <a:cubicBezTo>
                    <a:pt x="11405" y="1828"/>
                    <a:pt x="11657" y="1450"/>
                    <a:pt x="11657" y="1009"/>
                  </a:cubicBezTo>
                  <a:cubicBezTo>
                    <a:pt x="11657" y="473"/>
                    <a:pt x="11185" y="1"/>
                    <a:pt x="10649" y="1"/>
                  </a:cubicBezTo>
                  <a:close/>
                </a:path>
              </a:pathLst>
            </a:custGeom>
            <a:grpFill/>
            <a:ln>
              <a:noFill/>
            </a:ln>
          </p:spPr>
          <p:txBody>
            <a:bodyPr spcFirstLastPara="1" wrap="square" lIns="62728" tIns="62728" rIns="62728" bIns="62728" anchor="ctr" anchorCtr="0">
              <a:noAutofit/>
            </a:bodyPr>
            <a:lstStyle/>
            <a:p>
              <a:endParaRPr sz="764"/>
            </a:p>
          </p:txBody>
        </p:sp>
        <p:sp>
          <p:nvSpPr>
            <p:cNvPr id="258" name="Google Shape;8378;p67">
              <a:extLst>
                <a:ext uri="{FF2B5EF4-FFF2-40B4-BE49-F238E27FC236}">
                  <a16:creationId xmlns:a16="http://schemas.microsoft.com/office/drawing/2014/main" id="{C42283CC-625E-4931-8B57-5266EC85DE2F}"/>
                </a:ext>
              </a:extLst>
            </p:cNvPr>
            <p:cNvSpPr/>
            <p:nvPr/>
          </p:nvSpPr>
          <p:spPr>
            <a:xfrm>
              <a:off x="-2008975" y="2855525"/>
              <a:ext cx="189050" cy="84500"/>
            </a:xfrm>
            <a:custGeom>
              <a:avLst/>
              <a:gdLst/>
              <a:ahLst/>
              <a:cxnLst/>
              <a:rect l="l" t="t" r="r" b="b"/>
              <a:pathLst>
                <a:path w="7562" h="3380" extrusionOk="0">
                  <a:moveTo>
                    <a:pt x="6553" y="0"/>
                  </a:moveTo>
                  <a:cubicBezTo>
                    <a:pt x="6144" y="0"/>
                    <a:pt x="6081" y="504"/>
                    <a:pt x="6427" y="662"/>
                  </a:cubicBezTo>
                  <a:lnTo>
                    <a:pt x="4474" y="2584"/>
                  </a:lnTo>
                  <a:lnTo>
                    <a:pt x="2647" y="788"/>
                  </a:lnTo>
                  <a:cubicBezTo>
                    <a:pt x="2584" y="725"/>
                    <a:pt x="2497" y="693"/>
                    <a:pt x="2410" y="693"/>
                  </a:cubicBezTo>
                  <a:cubicBezTo>
                    <a:pt x="2324" y="693"/>
                    <a:pt x="2237" y="725"/>
                    <a:pt x="2174" y="788"/>
                  </a:cubicBezTo>
                  <a:lnTo>
                    <a:pt x="126" y="2836"/>
                  </a:lnTo>
                  <a:cubicBezTo>
                    <a:pt x="0" y="2930"/>
                    <a:pt x="0" y="3182"/>
                    <a:pt x="126" y="3308"/>
                  </a:cubicBezTo>
                  <a:cubicBezTo>
                    <a:pt x="189" y="3356"/>
                    <a:pt x="276" y="3379"/>
                    <a:pt x="363" y="3379"/>
                  </a:cubicBezTo>
                  <a:cubicBezTo>
                    <a:pt x="449" y="3379"/>
                    <a:pt x="536" y="3356"/>
                    <a:pt x="599" y="3308"/>
                  </a:cubicBezTo>
                  <a:lnTo>
                    <a:pt x="2426" y="1481"/>
                  </a:lnTo>
                  <a:lnTo>
                    <a:pt x="4222" y="3308"/>
                  </a:lnTo>
                  <a:cubicBezTo>
                    <a:pt x="4285" y="3356"/>
                    <a:pt x="4372" y="3379"/>
                    <a:pt x="4458" y="3379"/>
                  </a:cubicBezTo>
                  <a:cubicBezTo>
                    <a:pt x="4545" y="3379"/>
                    <a:pt x="4632" y="3356"/>
                    <a:pt x="4695" y="3308"/>
                  </a:cubicBezTo>
                  <a:lnTo>
                    <a:pt x="6900" y="1134"/>
                  </a:lnTo>
                  <a:cubicBezTo>
                    <a:pt x="6931" y="1260"/>
                    <a:pt x="7057" y="1355"/>
                    <a:pt x="7215" y="1355"/>
                  </a:cubicBezTo>
                  <a:cubicBezTo>
                    <a:pt x="7404" y="1355"/>
                    <a:pt x="7562" y="1197"/>
                    <a:pt x="7562" y="1008"/>
                  </a:cubicBezTo>
                  <a:lnTo>
                    <a:pt x="7562" y="347"/>
                  </a:lnTo>
                  <a:cubicBezTo>
                    <a:pt x="7562" y="158"/>
                    <a:pt x="7467" y="0"/>
                    <a:pt x="7246"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06" name="Google Shape;8379;p67">
            <a:extLst>
              <a:ext uri="{FF2B5EF4-FFF2-40B4-BE49-F238E27FC236}">
                <a16:creationId xmlns:a16="http://schemas.microsoft.com/office/drawing/2014/main" id="{E1D8D362-26A3-4F97-B18E-087DE12DF483}"/>
              </a:ext>
            </a:extLst>
          </p:cNvPr>
          <p:cNvGrpSpPr/>
          <p:nvPr/>
        </p:nvGrpSpPr>
        <p:grpSpPr>
          <a:xfrm>
            <a:off x="10724174" y="1526007"/>
            <a:ext cx="225521" cy="224923"/>
            <a:chOff x="-937025" y="2064750"/>
            <a:chExt cx="292225" cy="291450"/>
          </a:xfrm>
          <a:solidFill>
            <a:schemeClr val="tx1"/>
          </a:solidFill>
        </p:grpSpPr>
        <p:sp>
          <p:nvSpPr>
            <p:cNvPr id="254" name="Google Shape;8380;p67">
              <a:extLst>
                <a:ext uri="{FF2B5EF4-FFF2-40B4-BE49-F238E27FC236}">
                  <a16:creationId xmlns:a16="http://schemas.microsoft.com/office/drawing/2014/main" id="{B1FB85E4-CAF9-4A25-918B-7A2D561F6C6C}"/>
                </a:ext>
              </a:extLst>
            </p:cNvPr>
            <p:cNvSpPr/>
            <p:nvPr/>
          </p:nvSpPr>
          <p:spPr>
            <a:xfrm>
              <a:off x="-834625" y="2134850"/>
              <a:ext cx="86650" cy="85075"/>
            </a:xfrm>
            <a:custGeom>
              <a:avLst/>
              <a:gdLst/>
              <a:ahLst/>
              <a:cxnLst/>
              <a:rect l="l" t="t" r="r" b="b"/>
              <a:pathLst>
                <a:path w="3466" h="3403" extrusionOk="0">
                  <a:moveTo>
                    <a:pt x="1702" y="599"/>
                  </a:moveTo>
                  <a:cubicBezTo>
                    <a:pt x="1922" y="599"/>
                    <a:pt x="2080" y="788"/>
                    <a:pt x="2080" y="977"/>
                  </a:cubicBezTo>
                  <a:cubicBezTo>
                    <a:pt x="2080" y="1166"/>
                    <a:pt x="1922" y="1324"/>
                    <a:pt x="1702" y="1324"/>
                  </a:cubicBezTo>
                  <a:cubicBezTo>
                    <a:pt x="1512" y="1324"/>
                    <a:pt x="1355" y="1166"/>
                    <a:pt x="1355" y="977"/>
                  </a:cubicBezTo>
                  <a:cubicBezTo>
                    <a:pt x="1355" y="788"/>
                    <a:pt x="1512" y="599"/>
                    <a:pt x="1702" y="599"/>
                  </a:cubicBezTo>
                  <a:close/>
                  <a:moveTo>
                    <a:pt x="1765" y="2048"/>
                  </a:moveTo>
                  <a:cubicBezTo>
                    <a:pt x="2174" y="2048"/>
                    <a:pt x="2584" y="2300"/>
                    <a:pt x="2741" y="2710"/>
                  </a:cubicBezTo>
                  <a:lnTo>
                    <a:pt x="756" y="2710"/>
                  </a:lnTo>
                  <a:cubicBezTo>
                    <a:pt x="914" y="2300"/>
                    <a:pt x="1292" y="2048"/>
                    <a:pt x="1765" y="2048"/>
                  </a:cubicBezTo>
                  <a:close/>
                  <a:moveTo>
                    <a:pt x="1702" y="0"/>
                  </a:moveTo>
                  <a:cubicBezTo>
                    <a:pt x="1166" y="0"/>
                    <a:pt x="693" y="441"/>
                    <a:pt x="693" y="1009"/>
                  </a:cubicBezTo>
                  <a:cubicBezTo>
                    <a:pt x="693" y="1198"/>
                    <a:pt x="788" y="1387"/>
                    <a:pt x="851" y="1576"/>
                  </a:cubicBezTo>
                  <a:cubicBezTo>
                    <a:pt x="347" y="1891"/>
                    <a:pt x="0" y="2426"/>
                    <a:pt x="0" y="3056"/>
                  </a:cubicBezTo>
                  <a:cubicBezTo>
                    <a:pt x="0" y="3245"/>
                    <a:pt x="158" y="3403"/>
                    <a:pt x="347" y="3403"/>
                  </a:cubicBezTo>
                  <a:lnTo>
                    <a:pt x="3088" y="3403"/>
                  </a:lnTo>
                  <a:cubicBezTo>
                    <a:pt x="3308" y="3403"/>
                    <a:pt x="3466" y="3245"/>
                    <a:pt x="3466" y="3056"/>
                  </a:cubicBezTo>
                  <a:cubicBezTo>
                    <a:pt x="3434" y="2426"/>
                    <a:pt x="3088" y="1828"/>
                    <a:pt x="2584" y="1576"/>
                  </a:cubicBezTo>
                  <a:cubicBezTo>
                    <a:pt x="2710" y="1387"/>
                    <a:pt x="2741" y="1198"/>
                    <a:pt x="2741" y="1009"/>
                  </a:cubicBezTo>
                  <a:cubicBezTo>
                    <a:pt x="2741" y="441"/>
                    <a:pt x="2269" y="0"/>
                    <a:pt x="1702" y="0"/>
                  </a:cubicBezTo>
                  <a:close/>
                </a:path>
              </a:pathLst>
            </a:custGeom>
            <a:grpFill/>
            <a:ln>
              <a:noFill/>
            </a:ln>
          </p:spPr>
          <p:txBody>
            <a:bodyPr spcFirstLastPara="1" wrap="square" lIns="62728" tIns="62728" rIns="62728" bIns="62728" anchor="ctr" anchorCtr="0">
              <a:noAutofit/>
            </a:bodyPr>
            <a:lstStyle/>
            <a:p>
              <a:endParaRPr sz="764"/>
            </a:p>
          </p:txBody>
        </p:sp>
        <p:sp>
          <p:nvSpPr>
            <p:cNvPr id="255" name="Google Shape;8381;p67">
              <a:extLst>
                <a:ext uri="{FF2B5EF4-FFF2-40B4-BE49-F238E27FC236}">
                  <a16:creationId xmlns:a16="http://schemas.microsoft.com/office/drawing/2014/main" id="{5B013901-D400-469D-A574-38F24D006FDD}"/>
                </a:ext>
              </a:extLst>
            </p:cNvPr>
            <p:cNvSpPr/>
            <p:nvPr/>
          </p:nvSpPr>
          <p:spPr>
            <a:xfrm>
              <a:off x="-936225" y="2304975"/>
              <a:ext cx="289850" cy="51225"/>
            </a:xfrm>
            <a:custGeom>
              <a:avLst/>
              <a:gdLst/>
              <a:ahLst/>
              <a:cxnLst/>
              <a:rect l="l" t="t" r="r" b="b"/>
              <a:pathLst>
                <a:path w="11594" h="2049" extrusionOk="0">
                  <a:moveTo>
                    <a:pt x="3056" y="662"/>
                  </a:moveTo>
                  <a:cubicBezTo>
                    <a:pt x="3277" y="662"/>
                    <a:pt x="3434" y="820"/>
                    <a:pt x="3434" y="1009"/>
                  </a:cubicBezTo>
                  <a:cubicBezTo>
                    <a:pt x="3434" y="1229"/>
                    <a:pt x="3277" y="1387"/>
                    <a:pt x="3056" y="1387"/>
                  </a:cubicBezTo>
                  <a:lnTo>
                    <a:pt x="1008" y="1387"/>
                  </a:lnTo>
                  <a:cubicBezTo>
                    <a:pt x="819" y="1387"/>
                    <a:pt x="662" y="1229"/>
                    <a:pt x="662" y="1009"/>
                  </a:cubicBezTo>
                  <a:cubicBezTo>
                    <a:pt x="662" y="820"/>
                    <a:pt x="819" y="662"/>
                    <a:pt x="1008" y="662"/>
                  </a:cubicBezTo>
                  <a:close/>
                  <a:moveTo>
                    <a:pt x="10586" y="693"/>
                  </a:moveTo>
                  <a:cubicBezTo>
                    <a:pt x="10775" y="693"/>
                    <a:pt x="10932" y="851"/>
                    <a:pt x="10932" y="1072"/>
                  </a:cubicBezTo>
                  <a:cubicBezTo>
                    <a:pt x="10901" y="1229"/>
                    <a:pt x="10775" y="1387"/>
                    <a:pt x="10586" y="1387"/>
                  </a:cubicBezTo>
                  <a:lnTo>
                    <a:pt x="4001" y="1387"/>
                  </a:lnTo>
                  <a:cubicBezTo>
                    <a:pt x="4096" y="1166"/>
                    <a:pt x="4096" y="914"/>
                    <a:pt x="4001" y="693"/>
                  </a:cubicBezTo>
                  <a:close/>
                  <a:moveTo>
                    <a:pt x="1008" y="0"/>
                  </a:moveTo>
                  <a:cubicBezTo>
                    <a:pt x="473" y="0"/>
                    <a:pt x="0" y="473"/>
                    <a:pt x="0" y="1009"/>
                  </a:cubicBezTo>
                  <a:cubicBezTo>
                    <a:pt x="0" y="1576"/>
                    <a:pt x="473" y="2048"/>
                    <a:pt x="1008" y="2048"/>
                  </a:cubicBezTo>
                  <a:lnTo>
                    <a:pt x="10586" y="2048"/>
                  </a:lnTo>
                  <a:cubicBezTo>
                    <a:pt x="11121" y="2048"/>
                    <a:pt x="11594" y="1576"/>
                    <a:pt x="11594" y="1009"/>
                  </a:cubicBezTo>
                  <a:cubicBezTo>
                    <a:pt x="11594" y="473"/>
                    <a:pt x="11121" y="0"/>
                    <a:pt x="10586" y="0"/>
                  </a:cubicBezTo>
                  <a:close/>
                </a:path>
              </a:pathLst>
            </a:custGeom>
            <a:grpFill/>
            <a:ln>
              <a:noFill/>
            </a:ln>
          </p:spPr>
          <p:txBody>
            <a:bodyPr spcFirstLastPara="1" wrap="square" lIns="62728" tIns="62728" rIns="62728" bIns="62728" anchor="ctr" anchorCtr="0">
              <a:noAutofit/>
            </a:bodyPr>
            <a:lstStyle/>
            <a:p>
              <a:endParaRPr sz="764"/>
            </a:p>
          </p:txBody>
        </p:sp>
        <p:sp>
          <p:nvSpPr>
            <p:cNvPr id="256" name="Google Shape;8382;p67">
              <a:extLst>
                <a:ext uri="{FF2B5EF4-FFF2-40B4-BE49-F238E27FC236}">
                  <a16:creationId xmlns:a16="http://schemas.microsoft.com/office/drawing/2014/main" id="{B5C011C4-E183-4A64-B122-52A37967BC3E}"/>
                </a:ext>
              </a:extLst>
            </p:cNvPr>
            <p:cNvSpPr/>
            <p:nvPr/>
          </p:nvSpPr>
          <p:spPr>
            <a:xfrm>
              <a:off x="-937025" y="2064750"/>
              <a:ext cx="292225" cy="223125"/>
            </a:xfrm>
            <a:custGeom>
              <a:avLst/>
              <a:gdLst/>
              <a:ahLst/>
              <a:cxnLst/>
              <a:rect l="l" t="t" r="r" b="b"/>
              <a:pathLst>
                <a:path w="11689" h="8925" extrusionOk="0">
                  <a:moveTo>
                    <a:pt x="3813" y="662"/>
                  </a:moveTo>
                  <a:cubicBezTo>
                    <a:pt x="4002" y="662"/>
                    <a:pt x="4159" y="820"/>
                    <a:pt x="4159" y="1009"/>
                  </a:cubicBezTo>
                  <a:lnTo>
                    <a:pt x="4159" y="1355"/>
                  </a:lnTo>
                  <a:lnTo>
                    <a:pt x="3813" y="1355"/>
                  </a:lnTo>
                  <a:cubicBezTo>
                    <a:pt x="3246" y="1355"/>
                    <a:pt x="2773" y="1828"/>
                    <a:pt x="2773" y="2395"/>
                  </a:cubicBezTo>
                  <a:lnTo>
                    <a:pt x="2773" y="4978"/>
                  </a:lnTo>
                  <a:lnTo>
                    <a:pt x="2080" y="5703"/>
                  </a:lnTo>
                  <a:lnTo>
                    <a:pt x="2080" y="5199"/>
                  </a:lnTo>
                  <a:cubicBezTo>
                    <a:pt x="2080" y="4978"/>
                    <a:pt x="1922" y="4821"/>
                    <a:pt x="1702" y="4821"/>
                  </a:cubicBezTo>
                  <a:lnTo>
                    <a:pt x="1040" y="4821"/>
                  </a:lnTo>
                  <a:cubicBezTo>
                    <a:pt x="851" y="4821"/>
                    <a:pt x="694" y="4663"/>
                    <a:pt x="694" y="4474"/>
                  </a:cubicBezTo>
                  <a:lnTo>
                    <a:pt x="694" y="1009"/>
                  </a:lnTo>
                  <a:cubicBezTo>
                    <a:pt x="694" y="820"/>
                    <a:pt x="851" y="662"/>
                    <a:pt x="1040" y="662"/>
                  </a:cubicBezTo>
                  <a:close/>
                  <a:moveTo>
                    <a:pt x="10649" y="662"/>
                  </a:moveTo>
                  <a:cubicBezTo>
                    <a:pt x="10838" y="662"/>
                    <a:pt x="10996" y="820"/>
                    <a:pt x="10996" y="1009"/>
                  </a:cubicBezTo>
                  <a:lnTo>
                    <a:pt x="10996" y="4474"/>
                  </a:lnTo>
                  <a:cubicBezTo>
                    <a:pt x="10996" y="4695"/>
                    <a:pt x="10838" y="4852"/>
                    <a:pt x="10649" y="4852"/>
                  </a:cubicBezTo>
                  <a:lnTo>
                    <a:pt x="9893" y="4852"/>
                  </a:lnTo>
                  <a:cubicBezTo>
                    <a:pt x="9704" y="4852"/>
                    <a:pt x="9547" y="5010"/>
                    <a:pt x="9547" y="5199"/>
                  </a:cubicBezTo>
                  <a:lnTo>
                    <a:pt x="9547" y="5703"/>
                  </a:lnTo>
                  <a:lnTo>
                    <a:pt x="8885" y="5010"/>
                  </a:lnTo>
                  <a:lnTo>
                    <a:pt x="8885" y="2395"/>
                  </a:lnTo>
                  <a:cubicBezTo>
                    <a:pt x="8885" y="1859"/>
                    <a:pt x="8412" y="1387"/>
                    <a:pt x="7845" y="1387"/>
                  </a:cubicBezTo>
                  <a:lnTo>
                    <a:pt x="7499" y="1387"/>
                  </a:lnTo>
                  <a:lnTo>
                    <a:pt x="7499" y="1009"/>
                  </a:lnTo>
                  <a:cubicBezTo>
                    <a:pt x="7499" y="820"/>
                    <a:pt x="7656" y="662"/>
                    <a:pt x="7845" y="662"/>
                  </a:cubicBezTo>
                  <a:close/>
                  <a:moveTo>
                    <a:pt x="7845" y="2048"/>
                  </a:moveTo>
                  <a:cubicBezTo>
                    <a:pt x="8066" y="2048"/>
                    <a:pt x="8223" y="2206"/>
                    <a:pt x="8223" y="2395"/>
                  </a:cubicBezTo>
                  <a:lnTo>
                    <a:pt x="8223" y="6522"/>
                  </a:lnTo>
                  <a:cubicBezTo>
                    <a:pt x="8223" y="6742"/>
                    <a:pt x="8066" y="6900"/>
                    <a:pt x="7845" y="6900"/>
                  </a:cubicBezTo>
                  <a:lnTo>
                    <a:pt x="6711" y="6900"/>
                  </a:lnTo>
                  <a:cubicBezTo>
                    <a:pt x="6585" y="6900"/>
                    <a:pt x="6491" y="6931"/>
                    <a:pt x="6428" y="7057"/>
                  </a:cubicBezTo>
                  <a:lnTo>
                    <a:pt x="5798" y="8003"/>
                  </a:lnTo>
                  <a:lnTo>
                    <a:pt x="5167" y="7057"/>
                  </a:lnTo>
                  <a:cubicBezTo>
                    <a:pt x="5104" y="6963"/>
                    <a:pt x="5010" y="6900"/>
                    <a:pt x="4915" y="6900"/>
                  </a:cubicBezTo>
                  <a:lnTo>
                    <a:pt x="3750" y="6900"/>
                  </a:lnTo>
                  <a:cubicBezTo>
                    <a:pt x="3561" y="6900"/>
                    <a:pt x="3403" y="6742"/>
                    <a:pt x="3403" y="6522"/>
                  </a:cubicBezTo>
                  <a:lnTo>
                    <a:pt x="3403" y="2395"/>
                  </a:lnTo>
                  <a:cubicBezTo>
                    <a:pt x="3403" y="2206"/>
                    <a:pt x="3561" y="2048"/>
                    <a:pt x="3750" y="2048"/>
                  </a:cubicBezTo>
                  <a:close/>
                  <a:moveTo>
                    <a:pt x="1009" y="0"/>
                  </a:moveTo>
                  <a:cubicBezTo>
                    <a:pt x="473" y="0"/>
                    <a:pt x="1" y="473"/>
                    <a:pt x="1" y="1009"/>
                  </a:cubicBezTo>
                  <a:lnTo>
                    <a:pt x="1" y="4474"/>
                  </a:lnTo>
                  <a:cubicBezTo>
                    <a:pt x="1" y="5041"/>
                    <a:pt x="473" y="5514"/>
                    <a:pt x="1009" y="5514"/>
                  </a:cubicBezTo>
                  <a:lnTo>
                    <a:pt x="1355" y="5514"/>
                  </a:lnTo>
                  <a:lnTo>
                    <a:pt x="1355" y="6522"/>
                  </a:lnTo>
                  <a:cubicBezTo>
                    <a:pt x="1355" y="6736"/>
                    <a:pt x="1544" y="6877"/>
                    <a:pt x="1724" y="6877"/>
                  </a:cubicBezTo>
                  <a:cubicBezTo>
                    <a:pt x="1809" y="6877"/>
                    <a:pt x="1893" y="6845"/>
                    <a:pt x="1954" y="6774"/>
                  </a:cubicBezTo>
                  <a:lnTo>
                    <a:pt x="2742" y="5986"/>
                  </a:lnTo>
                  <a:lnTo>
                    <a:pt x="2742" y="6522"/>
                  </a:lnTo>
                  <a:cubicBezTo>
                    <a:pt x="2742" y="7089"/>
                    <a:pt x="3214" y="7562"/>
                    <a:pt x="3781" y="7562"/>
                  </a:cubicBezTo>
                  <a:lnTo>
                    <a:pt x="4726" y="7562"/>
                  </a:lnTo>
                  <a:lnTo>
                    <a:pt x="5545" y="8759"/>
                  </a:lnTo>
                  <a:cubicBezTo>
                    <a:pt x="5608" y="8869"/>
                    <a:pt x="5719" y="8924"/>
                    <a:pt x="5825" y="8924"/>
                  </a:cubicBezTo>
                  <a:cubicBezTo>
                    <a:pt x="5931" y="8924"/>
                    <a:pt x="6034" y="8869"/>
                    <a:pt x="6081" y="8759"/>
                  </a:cubicBezTo>
                  <a:lnTo>
                    <a:pt x="6932" y="7562"/>
                  </a:lnTo>
                  <a:lnTo>
                    <a:pt x="7877" y="7562"/>
                  </a:lnTo>
                  <a:cubicBezTo>
                    <a:pt x="8412" y="7562"/>
                    <a:pt x="8885" y="7089"/>
                    <a:pt x="8885" y="6522"/>
                  </a:cubicBezTo>
                  <a:lnTo>
                    <a:pt x="8885" y="5986"/>
                  </a:lnTo>
                  <a:lnTo>
                    <a:pt x="9673" y="6774"/>
                  </a:lnTo>
                  <a:cubicBezTo>
                    <a:pt x="9733" y="6845"/>
                    <a:pt x="9817" y="6877"/>
                    <a:pt x="9903" y="6877"/>
                  </a:cubicBezTo>
                  <a:cubicBezTo>
                    <a:pt x="10083" y="6877"/>
                    <a:pt x="10271" y="6736"/>
                    <a:pt x="10271" y="6522"/>
                  </a:cubicBezTo>
                  <a:lnTo>
                    <a:pt x="10271" y="5514"/>
                  </a:lnTo>
                  <a:lnTo>
                    <a:pt x="10649" y="5514"/>
                  </a:lnTo>
                  <a:cubicBezTo>
                    <a:pt x="11216" y="5514"/>
                    <a:pt x="11689" y="5041"/>
                    <a:pt x="11689" y="4474"/>
                  </a:cubicBezTo>
                  <a:lnTo>
                    <a:pt x="11689" y="1009"/>
                  </a:lnTo>
                  <a:cubicBezTo>
                    <a:pt x="11689" y="441"/>
                    <a:pt x="11216" y="0"/>
                    <a:pt x="10649" y="0"/>
                  </a:cubicBezTo>
                  <a:lnTo>
                    <a:pt x="7845" y="0"/>
                  </a:lnTo>
                  <a:cubicBezTo>
                    <a:pt x="7310" y="0"/>
                    <a:pt x="6837" y="473"/>
                    <a:pt x="6837" y="1009"/>
                  </a:cubicBezTo>
                  <a:lnTo>
                    <a:pt x="6837" y="1387"/>
                  </a:lnTo>
                  <a:lnTo>
                    <a:pt x="4789" y="1387"/>
                  </a:lnTo>
                  <a:lnTo>
                    <a:pt x="4789" y="1009"/>
                  </a:lnTo>
                  <a:cubicBezTo>
                    <a:pt x="4789" y="473"/>
                    <a:pt x="4317" y="0"/>
                    <a:pt x="378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07" name="Google Shape;8383;p67">
            <a:extLst>
              <a:ext uri="{FF2B5EF4-FFF2-40B4-BE49-F238E27FC236}">
                <a16:creationId xmlns:a16="http://schemas.microsoft.com/office/drawing/2014/main" id="{FEBA5C9C-07CE-4072-91A8-733E0EF98B01}"/>
              </a:ext>
            </a:extLst>
          </p:cNvPr>
          <p:cNvGrpSpPr/>
          <p:nvPr/>
        </p:nvGrpSpPr>
        <p:grpSpPr>
          <a:xfrm>
            <a:off x="7239438" y="1525708"/>
            <a:ext cx="225541" cy="225521"/>
            <a:chOff x="-5276050" y="2037975"/>
            <a:chExt cx="292250" cy="292225"/>
          </a:xfrm>
          <a:solidFill>
            <a:schemeClr val="tx1"/>
          </a:solidFill>
        </p:grpSpPr>
        <p:sp>
          <p:nvSpPr>
            <p:cNvPr id="251" name="Google Shape;8384;p67">
              <a:extLst>
                <a:ext uri="{FF2B5EF4-FFF2-40B4-BE49-F238E27FC236}">
                  <a16:creationId xmlns:a16="http://schemas.microsoft.com/office/drawing/2014/main" id="{D4B3A0DE-50F9-4644-BF3A-329B0AA1C07F}"/>
                </a:ext>
              </a:extLst>
            </p:cNvPr>
            <p:cNvSpPr/>
            <p:nvPr/>
          </p:nvSpPr>
          <p:spPr>
            <a:xfrm>
              <a:off x="-5102775" y="2211250"/>
              <a:ext cx="51225" cy="49650"/>
            </a:xfrm>
            <a:custGeom>
              <a:avLst/>
              <a:gdLst/>
              <a:ahLst/>
              <a:cxnLst/>
              <a:rect l="l" t="t" r="r" b="b"/>
              <a:pathLst>
                <a:path w="2049" h="1986" extrusionOk="0">
                  <a:moveTo>
                    <a:pt x="343" y="0"/>
                  </a:moveTo>
                  <a:cubicBezTo>
                    <a:pt x="253" y="0"/>
                    <a:pt x="158" y="32"/>
                    <a:pt x="95" y="95"/>
                  </a:cubicBezTo>
                  <a:cubicBezTo>
                    <a:pt x="1" y="189"/>
                    <a:pt x="1" y="441"/>
                    <a:pt x="95" y="536"/>
                  </a:cubicBezTo>
                  <a:lnTo>
                    <a:pt x="536" y="977"/>
                  </a:lnTo>
                  <a:lnTo>
                    <a:pt x="95" y="1418"/>
                  </a:lnTo>
                  <a:cubicBezTo>
                    <a:pt x="1" y="1544"/>
                    <a:pt x="1" y="1765"/>
                    <a:pt x="95" y="1891"/>
                  </a:cubicBezTo>
                  <a:cubicBezTo>
                    <a:pt x="158" y="1954"/>
                    <a:pt x="253" y="1985"/>
                    <a:pt x="343" y="1985"/>
                  </a:cubicBezTo>
                  <a:cubicBezTo>
                    <a:pt x="434" y="1985"/>
                    <a:pt x="521" y="1954"/>
                    <a:pt x="568" y="1891"/>
                  </a:cubicBezTo>
                  <a:lnTo>
                    <a:pt x="1009" y="1450"/>
                  </a:lnTo>
                  <a:lnTo>
                    <a:pt x="1450" y="1891"/>
                  </a:lnTo>
                  <a:cubicBezTo>
                    <a:pt x="1513" y="1954"/>
                    <a:pt x="1600" y="1985"/>
                    <a:pt x="1686" y="1985"/>
                  </a:cubicBezTo>
                  <a:cubicBezTo>
                    <a:pt x="1773" y="1985"/>
                    <a:pt x="1860" y="1954"/>
                    <a:pt x="1923" y="1891"/>
                  </a:cubicBezTo>
                  <a:cubicBezTo>
                    <a:pt x="2049" y="1765"/>
                    <a:pt x="2049" y="1544"/>
                    <a:pt x="1923" y="1418"/>
                  </a:cubicBezTo>
                  <a:lnTo>
                    <a:pt x="1482" y="977"/>
                  </a:lnTo>
                  <a:lnTo>
                    <a:pt x="1923" y="536"/>
                  </a:lnTo>
                  <a:cubicBezTo>
                    <a:pt x="2049" y="441"/>
                    <a:pt x="2049" y="189"/>
                    <a:pt x="1923" y="95"/>
                  </a:cubicBezTo>
                  <a:cubicBezTo>
                    <a:pt x="1860" y="32"/>
                    <a:pt x="1773" y="0"/>
                    <a:pt x="1686" y="0"/>
                  </a:cubicBezTo>
                  <a:cubicBezTo>
                    <a:pt x="1600" y="0"/>
                    <a:pt x="1513" y="32"/>
                    <a:pt x="1450" y="95"/>
                  </a:cubicBezTo>
                  <a:lnTo>
                    <a:pt x="1009" y="504"/>
                  </a:lnTo>
                  <a:lnTo>
                    <a:pt x="568" y="95"/>
                  </a:lnTo>
                  <a:cubicBezTo>
                    <a:pt x="521" y="32"/>
                    <a:pt x="434" y="0"/>
                    <a:pt x="343" y="0"/>
                  </a:cubicBezTo>
                  <a:close/>
                </a:path>
              </a:pathLst>
            </a:custGeom>
            <a:grpFill/>
            <a:ln>
              <a:noFill/>
            </a:ln>
          </p:spPr>
          <p:txBody>
            <a:bodyPr spcFirstLastPara="1" wrap="square" lIns="62728" tIns="62728" rIns="62728" bIns="62728" anchor="ctr" anchorCtr="0">
              <a:noAutofit/>
            </a:bodyPr>
            <a:lstStyle/>
            <a:p>
              <a:endParaRPr sz="764"/>
            </a:p>
          </p:txBody>
        </p:sp>
        <p:sp>
          <p:nvSpPr>
            <p:cNvPr id="252" name="Google Shape;8385;p67">
              <a:extLst>
                <a:ext uri="{FF2B5EF4-FFF2-40B4-BE49-F238E27FC236}">
                  <a16:creationId xmlns:a16="http://schemas.microsoft.com/office/drawing/2014/main" id="{CCA23566-91E9-4539-B135-4BC662D3EDA8}"/>
                </a:ext>
              </a:extLst>
            </p:cNvPr>
            <p:cNvSpPr/>
            <p:nvPr/>
          </p:nvSpPr>
          <p:spPr>
            <a:xfrm>
              <a:off x="-5224050" y="2107875"/>
              <a:ext cx="51200" cy="49825"/>
            </a:xfrm>
            <a:custGeom>
              <a:avLst/>
              <a:gdLst/>
              <a:ahLst/>
              <a:cxnLst/>
              <a:rect l="l" t="t" r="r" b="b"/>
              <a:pathLst>
                <a:path w="2048" h="1993" extrusionOk="0">
                  <a:moveTo>
                    <a:pt x="351" y="0"/>
                  </a:moveTo>
                  <a:cubicBezTo>
                    <a:pt x="260" y="0"/>
                    <a:pt x="173" y="24"/>
                    <a:pt x="126" y="71"/>
                  </a:cubicBezTo>
                  <a:cubicBezTo>
                    <a:pt x="0" y="197"/>
                    <a:pt x="0" y="449"/>
                    <a:pt x="126" y="544"/>
                  </a:cubicBezTo>
                  <a:lnTo>
                    <a:pt x="536" y="985"/>
                  </a:lnTo>
                  <a:lnTo>
                    <a:pt x="126" y="1426"/>
                  </a:lnTo>
                  <a:cubicBezTo>
                    <a:pt x="0" y="1552"/>
                    <a:pt x="0" y="1772"/>
                    <a:pt x="126" y="1898"/>
                  </a:cubicBezTo>
                  <a:cubicBezTo>
                    <a:pt x="173" y="1961"/>
                    <a:pt x="260" y="1993"/>
                    <a:pt x="351" y="1993"/>
                  </a:cubicBezTo>
                  <a:cubicBezTo>
                    <a:pt x="441" y="1993"/>
                    <a:pt x="536" y="1961"/>
                    <a:pt x="599" y="1898"/>
                  </a:cubicBezTo>
                  <a:lnTo>
                    <a:pt x="1008" y="1457"/>
                  </a:lnTo>
                  <a:lnTo>
                    <a:pt x="1449" y="1898"/>
                  </a:lnTo>
                  <a:cubicBezTo>
                    <a:pt x="1512" y="1961"/>
                    <a:pt x="1599" y="1993"/>
                    <a:pt x="1686" y="1993"/>
                  </a:cubicBezTo>
                  <a:cubicBezTo>
                    <a:pt x="1772" y="1993"/>
                    <a:pt x="1859" y="1961"/>
                    <a:pt x="1922" y="1898"/>
                  </a:cubicBezTo>
                  <a:cubicBezTo>
                    <a:pt x="2048" y="1772"/>
                    <a:pt x="2048" y="1520"/>
                    <a:pt x="1922" y="1426"/>
                  </a:cubicBezTo>
                  <a:lnTo>
                    <a:pt x="1481" y="985"/>
                  </a:lnTo>
                  <a:lnTo>
                    <a:pt x="1922" y="544"/>
                  </a:lnTo>
                  <a:cubicBezTo>
                    <a:pt x="2048" y="449"/>
                    <a:pt x="2048" y="197"/>
                    <a:pt x="1922" y="71"/>
                  </a:cubicBezTo>
                  <a:cubicBezTo>
                    <a:pt x="1875" y="24"/>
                    <a:pt x="1788" y="0"/>
                    <a:pt x="1697" y="0"/>
                  </a:cubicBezTo>
                  <a:cubicBezTo>
                    <a:pt x="1607" y="0"/>
                    <a:pt x="1512" y="24"/>
                    <a:pt x="1449" y="71"/>
                  </a:cubicBezTo>
                  <a:lnTo>
                    <a:pt x="1008" y="512"/>
                  </a:lnTo>
                  <a:lnTo>
                    <a:pt x="599" y="71"/>
                  </a:lnTo>
                  <a:cubicBezTo>
                    <a:pt x="536" y="24"/>
                    <a:pt x="441" y="0"/>
                    <a:pt x="351" y="0"/>
                  </a:cubicBezTo>
                  <a:close/>
                </a:path>
              </a:pathLst>
            </a:custGeom>
            <a:grpFill/>
            <a:ln>
              <a:noFill/>
            </a:ln>
          </p:spPr>
          <p:txBody>
            <a:bodyPr spcFirstLastPara="1" wrap="square" lIns="62728" tIns="62728" rIns="62728" bIns="62728" anchor="ctr" anchorCtr="0">
              <a:noAutofit/>
            </a:bodyPr>
            <a:lstStyle/>
            <a:p>
              <a:endParaRPr sz="764"/>
            </a:p>
          </p:txBody>
        </p:sp>
        <p:sp>
          <p:nvSpPr>
            <p:cNvPr id="253" name="Google Shape;8386;p67">
              <a:extLst>
                <a:ext uri="{FF2B5EF4-FFF2-40B4-BE49-F238E27FC236}">
                  <a16:creationId xmlns:a16="http://schemas.microsoft.com/office/drawing/2014/main" id="{AE7C9758-06D1-4617-865E-0044A8621B78}"/>
                </a:ext>
              </a:extLst>
            </p:cNvPr>
            <p:cNvSpPr/>
            <p:nvPr/>
          </p:nvSpPr>
          <p:spPr>
            <a:xfrm>
              <a:off x="-5276050" y="2037975"/>
              <a:ext cx="292250" cy="292225"/>
            </a:xfrm>
            <a:custGeom>
              <a:avLst/>
              <a:gdLst/>
              <a:ahLst/>
              <a:cxnLst/>
              <a:rect l="l" t="t" r="r" b="b"/>
              <a:pathLst>
                <a:path w="11690" h="11689" extrusionOk="0">
                  <a:moveTo>
                    <a:pt x="10334" y="3119"/>
                  </a:moveTo>
                  <a:cubicBezTo>
                    <a:pt x="10712" y="3119"/>
                    <a:pt x="11028" y="3403"/>
                    <a:pt x="11028" y="3781"/>
                  </a:cubicBezTo>
                  <a:cubicBezTo>
                    <a:pt x="11028" y="4190"/>
                    <a:pt x="10712" y="4442"/>
                    <a:pt x="10334" y="4442"/>
                  </a:cubicBezTo>
                  <a:cubicBezTo>
                    <a:pt x="9956" y="4442"/>
                    <a:pt x="9673" y="4127"/>
                    <a:pt x="9673" y="3781"/>
                  </a:cubicBezTo>
                  <a:cubicBezTo>
                    <a:pt x="9673" y="3403"/>
                    <a:pt x="9988" y="3119"/>
                    <a:pt x="10334" y="3119"/>
                  </a:cubicBezTo>
                  <a:close/>
                  <a:moveTo>
                    <a:pt x="4443" y="7593"/>
                  </a:moveTo>
                  <a:cubicBezTo>
                    <a:pt x="4853" y="7593"/>
                    <a:pt x="5105" y="7908"/>
                    <a:pt x="5105" y="8255"/>
                  </a:cubicBezTo>
                  <a:cubicBezTo>
                    <a:pt x="5105" y="8664"/>
                    <a:pt x="4790" y="8948"/>
                    <a:pt x="4443" y="8948"/>
                  </a:cubicBezTo>
                  <a:cubicBezTo>
                    <a:pt x="4065" y="8948"/>
                    <a:pt x="3781" y="8633"/>
                    <a:pt x="3781" y="8255"/>
                  </a:cubicBezTo>
                  <a:cubicBezTo>
                    <a:pt x="3781" y="7876"/>
                    <a:pt x="4096" y="7593"/>
                    <a:pt x="4443" y="7593"/>
                  </a:cubicBezTo>
                  <a:close/>
                  <a:moveTo>
                    <a:pt x="5829" y="725"/>
                  </a:moveTo>
                  <a:cubicBezTo>
                    <a:pt x="7341" y="725"/>
                    <a:pt x="8822" y="1386"/>
                    <a:pt x="9799" y="2521"/>
                  </a:cubicBezTo>
                  <a:cubicBezTo>
                    <a:pt x="9326" y="2710"/>
                    <a:pt x="8980" y="3245"/>
                    <a:pt x="8980" y="3781"/>
                  </a:cubicBezTo>
                  <a:cubicBezTo>
                    <a:pt x="8980" y="3718"/>
                    <a:pt x="8917" y="3623"/>
                    <a:pt x="8885" y="3560"/>
                  </a:cubicBezTo>
                  <a:lnTo>
                    <a:pt x="8854" y="3497"/>
                  </a:lnTo>
                  <a:lnTo>
                    <a:pt x="8192" y="2836"/>
                  </a:lnTo>
                  <a:cubicBezTo>
                    <a:pt x="8129" y="2773"/>
                    <a:pt x="8035" y="2741"/>
                    <a:pt x="7944" y="2741"/>
                  </a:cubicBezTo>
                  <a:cubicBezTo>
                    <a:pt x="7853" y="2741"/>
                    <a:pt x="7767" y="2773"/>
                    <a:pt x="7719" y="2836"/>
                  </a:cubicBezTo>
                  <a:cubicBezTo>
                    <a:pt x="7593" y="2962"/>
                    <a:pt x="7593" y="3182"/>
                    <a:pt x="7719" y="3308"/>
                  </a:cubicBezTo>
                  <a:lnTo>
                    <a:pt x="7814" y="3434"/>
                  </a:lnTo>
                  <a:cubicBezTo>
                    <a:pt x="6869" y="3466"/>
                    <a:pt x="5987" y="3875"/>
                    <a:pt x="5262" y="4568"/>
                  </a:cubicBezTo>
                  <a:cubicBezTo>
                    <a:pt x="4600" y="5230"/>
                    <a:pt x="4254" y="6081"/>
                    <a:pt x="4159" y="6963"/>
                  </a:cubicBezTo>
                  <a:cubicBezTo>
                    <a:pt x="3561" y="7120"/>
                    <a:pt x="3151" y="7656"/>
                    <a:pt x="3151" y="8318"/>
                  </a:cubicBezTo>
                  <a:cubicBezTo>
                    <a:pt x="3151" y="9074"/>
                    <a:pt x="3781" y="9704"/>
                    <a:pt x="4506" y="9704"/>
                  </a:cubicBezTo>
                  <a:cubicBezTo>
                    <a:pt x="5262" y="9704"/>
                    <a:pt x="5892" y="9074"/>
                    <a:pt x="5892" y="8318"/>
                  </a:cubicBezTo>
                  <a:cubicBezTo>
                    <a:pt x="5892" y="7687"/>
                    <a:pt x="5451" y="7120"/>
                    <a:pt x="4884" y="6963"/>
                  </a:cubicBezTo>
                  <a:cubicBezTo>
                    <a:pt x="5042" y="5482"/>
                    <a:pt x="6302" y="4222"/>
                    <a:pt x="7814" y="4127"/>
                  </a:cubicBezTo>
                  <a:lnTo>
                    <a:pt x="7814" y="4127"/>
                  </a:lnTo>
                  <a:lnTo>
                    <a:pt x="7751" y="4222"/>
                  </a:lnTo>
                  <a:cubicBezTo>
                    <a:pt x="7625" y="4348"/>
                    <a:pt x="7625" y="4568"/>
                    <a:pt x="7751" y="4694"/>
                  </a:cubicBezTo>
                  <a:cubicBezTo>
                    <a:pt x="7814" y="4757"/>
                    <a:pt x="7901" y="4789"/>
                    <a:pt x="7987" y="4789"/>
                  </a:cubicBezTo>
                  <a:cubicBezTo>
                    <a:pt x="8074" y="4789"/>
                    <a:pt x="8161" y="4757"/>
                    <a:pt x="8224" y="4694"/>
                  </a:cubicBezTo>
                  <a:lnTo>
                    <a:pt x="8885" y="4033"/>
                  </a:lnTo>
                  <a:cubicBezTo>
                    <a:pt x="8980" y="3938"/>
                    <a:pt x="9011" y="3875"/>
                    <a:pt x="9011" y="3781"/>
                  </a:cubicBezTo>
                  <a:cubicBezTo>
                    <a:pt x="9011" y="4537"/>
                    <a:pt x="9641" y="5167"/>
                    <a:pt x="10397" y="5167"/>
                  </a:cubicBezTo>
                  <a:cubicBezTo>
                    <a:pt x="10618" y="5167"/>
                    <a:pt x="10807" y="5136"/>
                    <a:pt x="11028" y="5010"/>
                  </a:cubicBezTo>
                  <a:cubicBezTo>
                    <a:pt x="11059" y="5293"/>
                    <a:pt x="11091" y="5545"/>
                    <a:pt x="11091" y="5829"/>
                  </a:cubicBezTo>
                  <a:cubicBezTo>
                    <a:pt x="11028" y="8696"/>
                    <a:pt x="8696" y="11027"/>
                    <a:pt x="5829" y="11027"/>
                  </a:cubicBezTo>
                  <a:cubicBezTo>
                    <a:pt x="2994" y="11027"/>
                    <a:pt x="694" y="8696"/>
                    <a:pt x="694" y="5829"/>
                  </a:cubicBezTo>
                  <a:cubicBezTo>
                    <a:pt x="694" y="2993"/>
                    <a:pt x="2994" y="725"/>
                    <a:pt x="5829" y="725"/>
                  </a:cubicBezTo>
                  <a:close/>
                  <a:moveTo>
                    <a:pt x="5829" y="0"/>
                  </a:moveTo>
                  <a:cubicBezTo>
                    <a:pt x="2584" y="0"/>
                    <a:pt x="1" y="2615"/>
                    <a:pt x="1" y="5829"/>
                  </a:cubicBezTo>
                  <a:cubicBezTo>
                    <a:pt x="1" y="7404"/>
                    <a:pt x="599" y="8853"/>
                    <a:pt x="1702" y="9956"/>
                  </a:cubicBezTo>
                  <a:cubicBezTo>
                    <a:pt x="2773" y="11058"/>
                    <a:pt x="4254" y="11689"/>
                    <a:pt x="5829" y="11689"/>
                  </a:cubicBezTo>
                  <a:cubicBezTo>
                    <a:pt x="6617" y="11689"/>
                    <a:pt x="7341" y="11531"/>
                    <a:pt x="8098" y="11216"/>
                  </a:cubicBezTo>
                  <a:cubicBezTo>
                    <a:pt x="8822" y="10901"/>
                    <a:pt x="9452" y="10523"/>
                    <a:pt x="9956" y="9956"/>
                  </a:cubicBezTo>
                  <a:cubicBezTo>
                    <a:pt x="10492" y="9420"/>
                    <a:pt x="10901" y="8790"/>
                    <a:pt x="11217" y="8128"/>
                  </a:cubicBezTo>
                  <a:cubicBezTo>
                    <a:pt x="11532" y="7404"/>
                    <a:pt x="11689" y="6616"/>
                    <a:pt x="11689" y="5829"/>
                  </a:cubicBezTo>
                  <a:cubicBezTo>
                    <a:pt x="11689" y="5356"/>
                    <a:pt x="11658" y="4884"/>
                    <a:pt x="11532" y="4442"/>
                  </a:cubicBezTo>
                  <a:cubicBezTo>
                    <a:pt x="11595" y="4253"/>
                    <a:pt x="11689" y="4033"/>
                    <a:pt x="11689" y="3781"/>
                  </a:cubicBezTo>
                  <a:cubicBezTo>
                    <a:pt x="11689" y="3119"/>
                    <a:pt x="11217" y="2552"/>
                    <a:pt x="10586" y="2458"/>
                  </a:cubicBezTo>
                  <a:cubicBezTo>
                    <a:pt x="9484" y="945"/>
                    <a:pt x="7719" y="0"/>
                    <a:pt x="5829" y="0"/>
                  </a:cubicBezTo>
                  <a:close/>
                </a:path>
              </a:pathLst>
            </a:custGeom>
            <a:grpFill/>
            <a:ln>
              <a:noFill/>
            </a:ln>
          </p:spPr>
          <p:txBody>
            <a:bodyPr spcFirstLastPara="1" wrap="square" lIns="62728" tIns="62728" rIns="62728" bIns="62728" anchor="ctr" anchorCtr="0">
              <a:noAutofit/>
            </a:bodyPr>
            <a:lstStyle/>
            <a:p>
              <a:endParaRPr sz="764"/>
            </a:p>
          </p:txBody>
        </p:sp>
      </p:grpSp>
      <p:sp>
        <p:nvSpPr>
          <p:cNvPr id="208" name="Google Shape;8387;p67">
            <a:extLst>
              <a:ext uri="{FF2B5EF4-FFF2-40B4-BE49-F238E27FC236}">
                <a16:creationId xmlns:a16="http://schemas.microsoft.com/office/drawing/2014/main" id="{C6D5B450-F5FD-4ED5-BB17-B3CEB75A9314}"/>
              </a:ext>
            </a:extLst>
          </p:cNvPr>
          <p:cNvSpPr/>
          <p:nvPr/>
        </p:nvSpPr>
        <p:spPr>
          <a:xfrm>
            <a:off x="7237373" y="1804900"/>
            <a:ext cx="229785" cy="211398"/>
          </a:xfrm>
          <a:custGeom>
            <a:avLst/>
            <a:gdLst/>
            <a:ahLst/>
            <a:cxnLst/>
            <a:rect l="l" t="t" r="r" b="b"/>
            <a:pathLst>
              <a:path w="11910" h="10957" extrusionOk="0">
                <a:moveTo>
                  <a:pt x="7325" y="654"/>
                </a:moveTo>
                <a:cubicBezTo>
                  <a:pt x="7412" y="654"/>
                  <a:pt x="7498" y="686"/>
                  <a:pt x="7561" y="749"/>
                </a:cubicBezTo>
                <a:lnTo>
                  <a:pt x="10995" y="4088"/>
                </a:lnTo>
                <a:cubicBezTo>
                  <a:pt x="11122" y="4246"/>
                  <a:pt x="11122" y="4466"/>
                  <a:pt x="10995" y="4592"/>
                </a:cubicBezTo>
                <a:lnTo>
                  <a:pt x="10082" y="5506"/>
                </a:lnTo>
                <a:lnTo>
                  <a:pt x="7404" y="2859"/>
                </a:lnTo>
                <a:cubicBezTo>
                  <a:pt x="7215" y="2670"/>
                  <a:pt x="6955" y="2576"/>
                  <a:pt x="6691" y="2576"/>
                </a:cubicBezTo>
                <a:cubicBezTo>
                  <a:pt x="6427" y="2576"/>
                  <a:pt x="6159" y="2670"/>
                  <a:pt x="5955" y="2859"/>
                </a:cubicBezTo>
                <a:lnTo>
                  <a:pt x="4978" y="3805"/>
                </a:lnTo>
                <a:cubicBezTo>
                  <a:pt x="4915" y="3868"/>
                  <a:pt x="4828" y="3899"/>
                  <a:pt x="4742" y="3899"/>
                </a:cubicBezTo>
                <a:cubicBezTo>
                  <a:pt x="4655" y="3899"/>
                  <a:pt x="4568" y="3868"/>
                  <a:pt x="4505" y="3805"/>
                </a:cubicBezTo>
                <a:cubicBezTo>
                  <a:pt x="4379" y="3679"/>
                  <a:pt x="4379" y="3458"/>
                  <a:pt x="4505" y="3332"/>
                </a:cubicBezTo>
                <a:lnTo>
                  <a:pt x="5955" y="1883"/>
                </a:lnTo>
                <a:lnTo>
                  <a:pt x="7089" y="749"/>
                </a:lnTo>
                <a:cubicBezTo>
                  <a:pt x="7152" y="686"/>
                  <a:pt x="7239" y="654"/>
                  <a:pt x="7325" y="654"/>
                </a:cubicBezTo>
                <a:close/>
                <a:moveTo>
                  <a:pt x="2808" y="5183"/>
                </a:moveTo>
                <a:cubicBezTo>
                  <a:pt x="2899" y="5183"/>
                  <a:pt x="2993" y="5207"/>
                  <a:pt x="3056" y="5254"/>
                </a:cubicBezTo>
                <a:cubicBezTo>
                  <a:pt x="3151" y="5380"/>
                  <a:pt x="3151" y="5632"/>
                  <a:pt x="3056" y="5726"/>
                </a:cubicBezTo>
                <a:lnTo>
                  <a:pt x="2048" y="6735"/>
                </a:lnTo>
                <a:cubicBezTo>
                  <a:pt x="2001" y="6782"/>
                  <a:pt x="1914" y="6805"/>
                  <a:pt x="1824" y="6805"/>
                </a:cubicBezTo>
                <a:cubicBezTo>
                  <a:pt x="1733" y="6805"/>
                  <a:pt x="1639" y="6782"/>
                  <a:pt x="1576" y="6735"/>
                </a:cubicBezTo>
                <a:cubicBezTo>
                  <a:pt x="1449" y="6609"/>
                  <a:pt x="1449" y="6357"/>
                  <a:pt x="1576" y="6262"/>
                </a:cubicBezTo>
                <a:lnTo>
                  <a:pt x="2584" y="5254"/>
                </a:lnTo>
                <a:cubicBezTo>
                  <a:pt x="2631" y="5207"/>
                  <a:pt x="2718" y="5183"/>
                  <a:pt x="2808" y="5183"/>
                </a:cubicBezTo>
                <a:close/>
                <a:moveTo>
                  <a:pt x="3785" y="6167"/>
                </a:moveTo>
                <a:cubicBezTo>
                  <a:pt x="3875" y="6167"/>
                  <a:pt x="3970" y="6199"/>
                  <a:pt x="4033" y="6262"/>
                </a:cubicBezTo>
                <a:cubicBezTo>
                  <a:pt x="4159" y="6357"/>
                  <a:pt x="4159" y="6609"/>
                  <a:pt x="4033" y="6735"/>
                </a:cubicBezTo>
                <a:lnTo>
                  <a:pt x="3056" y="7711"/>
                </a:lnTo>
                <a:cubicBezTo>
                  <a:pt x="2993" y="7774"/>
                  <a:pt x="2899" y="7806"/>
                  <a:pt x="2808" y="7806"/>
                </a:cubicBezTo>
                <a:cubicBezTo>
                  <a:pt x="2718" y="7806"/>
                  <a:pt x="2631" y="7774"/>
                  <a:pt x="2584" y="7711"/>
                </a:cubicBezTo>
                <a:cubicBezTo>
                  <a:pt x="2395" y="7554"/>
                  <a:pt x="2395" y="7365"/>
                  <a:pt x="2584" y="7239"/>
                </a:cubicBezTo>
                <a:lnTo>
                  <a:pt x="3560" y="6262"/>
                </a:lnTo>
                <a:cubicBezTo>
                  <a:pt x="3608" y="6199"/>
                  <a:pt x="3694" y="6167"/>
                  <a:pt x="3785" y="6167"/>
                </a:cubicBezTo>
                <a:close/>
                <a:moveTo>
                  <a:pt x="4730" y="7113"/>
                </a:moveTo>
                <a:cubicBezTo>
                  <a:pt x="4821" y="7113"/>
                  <a:pt x="4915" y="7144"/>
                  <a:pt x="4978" y="7207"/>
                </a:cubicBezTo>
                <a:cubicBezTo>
                  <a:pt x="5073" y="7302"/>
                  <a:pt x="5073" y="7554"/>
                  <a:pt x="4978" y="7680"/>
                </a:cubicBezTo>
                <a:lnTo>
                  <a:pt x="4001" y="8656"/>
                </a:lnTo>
                <a:cubicBezTo>
                  <a:pt x="3938" y="8719"/>
                  <a:pt x="3844" y="8751"/>
                  <a:pt x="3749" y="8751"/>
                </a:cubicBezTo>
                <a:cubicBezTo>
                  <a:pt x="3655" y="8751"/>
                  <a:pt x="3560" y="8719"/>
                  <a:pt x="3497" y="8656"/>
                </a:cubicBezTo>
                <a:cubicBezTo>
                  <a:pt x="3403" y="8530"/>
                  <a:pt x="3403" y="8310"/>
                  <a:pt x="3497" y="8184"/>
                </a:cubicBezTo>
                <a:lnTo>
                  <a:pt x="4505" y="7207"/>
                </a:lnTo>
                <a:cubicBezTo>
                  <a:pt x="4553" y="7144"/>
                  <a:pt x="4639" y="7113"/>
                  <a:pt x="4730" y="7113"/>
                </a:cubicBezTo>
                <a:close/>
                <a:moveTo>
                  <a:pt x="4100" y="969"/>
                </a:moveTo>
                <a:cubicBezTo>
                  <a:pt x="4190" y="969"/>
                  <a:pt x="4285" y="1001"/>
                  <a:pt x="4348" y="1064"/>
                </a:cubicBezTo>
                <a:lnTo>
                  <a:pt x="5041" y="1725"/>
                </a:lnTo>
                <a:lnTo>
                  <a:pt x="3938" y="2828"/>
                </a:lnTo>
                <a:cubicBezTo>
                  <a:pt x="3560" y="3206"/>
                  <a:pt x="3560" y="3899"/>
                  <a:pt x="3938" y="4277"/>
                </a:cubicBezTo>
                <a:cubicBezTo>
                  <a:pt x="4143" y="4482"/>
                  <a:pt x="4411" y="4584"/>
                  <a:pt x="4675" y="4584"/>
                </a:cubicBezTo>
                <a:cubicBezTo>
                  <a:pt x="4939" y="4584"/>
                  <a:pt x="5199" y="4482"/>
                  <a:pt x="5388" y="4277"/>
                </a:cubicBezTo>
                <a:lnTo>
                  <a:pt x="6396" y="3332"/>
                </a:lnTo>
                <a:cubicBezTo>
                  <a:pt x="6443" y="3269"/>
                  <a:pt x="6530" y="3238"/>
                  <a:pt x="6620" y="3238"/>
                </a:cubicBezTo>
                <a:cubicBezTo>
                  <a:pt x="6711" y="3238"/>
                  <a:pt x="6805" y="3269"/>
                  <a:pt x="6868" y="3332"/>
                </a:cubicBezTo>
                <a:lnTo>
                  <a:pt x="10334" y="6735"/>
                </a:lnTo>
                <a:cubicBezTo>
                  <a:pt x="10491" y="6829"/>
                  <a:pt x="10491" y="7113"/>
                  <a:pt x="10365" y="7239"/>
                </a:cubicBezTo>
                <a:cubicBezTo>
                  <a:pt x="10302" y="7302"/>
                  <a:pt x="10216" y="7333"/>
                  <a:pt x="10129" y="7333"/>
                </a:cubicBezTo>
                <a:cubicBezTo>
                  <a:pt x="10042" y="7333"/>
                  <a:pt x="9956" y="7302"/>
                  <a:pt x="9893" y="7239"/>
                </a:cubicBezTo>
                <a:lnTo>
                  <a:pt x="8444" y="5789"/>
                </a:lnTo>
                <a:cubicBezTo>
                  <a:pt x="8381" y="5726"/>
                  <a:pt x="8286" y="5695"/>
                  <a:pt x="8195" y="5695"/>
                </a:cubicBezTo>
                <a:cubicBezTo>
                  <a:pt x="8105" y="5695"/>
                  <a:pt x="8018" y="5726"/>
                  <a:pt x="7971" y="5789"/>
                </a:cubicBezTo>
                <a:cubicBezTo>
                  <a:pt x="7845" y="5884"/>
                  <a:pt x="7845" y="6136"/>
                  <a:pt x="7971" y="6262"/>
                </a:cubicBezTo>
                <a:lnTo>
                  <a:pt x="9420" y="7711"/>
                </a:lnTo>
                <a:cubicBezTo>
                  <a:pt x="9546" y="7837"/>
                  <a:pt x="9546" y="8058"/>
                  <a:pt x="9420" y="8184"/>
                </a:cubicBezTo>
                <a:cubicBezTo>
                  <a:pt x="9357" y="8247"/>
                  <a:pt x="9271" y="8278"/>
                  <a:pt x="9184" y="8278"/>
                </a:cubicBezTo>
                <a:cubicBezTo>
                  <a:pt x="9097" y="8278"/>
                  <a:pt x="9011" y="8247"/>
                  <a:pt x="8948" y="8184"/>
                </a:cubicBezTo>
                <a:lnTo>
                  <a:pt x="7498" y="6735"/>
                </a:lnTo>
                <a:cubicBezTo>
                  <a:pt x="7435" y="6672"/>
                  <a:pt x="7341" y="6640"/>
                  <a:pt x="7250" y="6640"/>
                </a:cubicBezTo>
                <a:cubicBezTo>
                  <a:pt x="7160" y="6640"/>
                  <a:pt x="7073" y="6672"/>
                  <a:pt x="7026" y="6735"/>
                </a:cubicBezTo>
                <a:cubicBezTo>
                  <a:pt x="6900" y="6829"/>
                  <a:pt x="6900" y="7081"/>
                  <a:pt x="7026" y="7176"/>
                </a:cubicBezTo>
                <a:lnTo>
                  <a:pt x="8475" y="8656"/>
                </a:lnTo>
                <a:cubicBezTo>
                  <a:pt x="8601" y="8751"/>
                  <a:pt x="8601" y="9003"/>
                  <a:pt x="8475" y="9129"/>
                </a:cubicBezTo>
                <a:cubicBezTo>
                  <a:pt x="8412" y="9176"/>
                  <a:pt x="8325" y="9200"/>
                  <a:pt x="8239" y="9200"/>
                </a:cubicBezTo>
                <a:cubicBezTo>
                  <a:pt x="8152" y="9200"/>
                  <a:pt x="8066" y="9176"/>
                  <a:pt x="8003" y="9129"/>
                </a:cubicBezTo>
                <a:lnTo>
                  <a:pt x="6459" y="7648"/>
                </a:lnTo>
                <a:cubicBezTo>
                  <a:pt x="6270" y="7459"/>
                  <a:pt x="6018" y="7396"/>
                  <a:pt x="5797" y="7396"/>
                </a:cubicBezTo>
                <a:cubicBezTo>
                  <a:pt x="5797" y="7144"/>
                  <a:pt x="5671" y="6924"/>
                  <a:pt x="5482" y="6735"/>
                </a:cubicBezTo>
                <a:cubicBezTo>
                  <a:pt x="5293" y="6514"/>
                  <a:pt x="5041" y="6451"/>
                  <a:pt x="4821" y="6388"/>
                </a:cubicBezTo>
                <a:cubicBezTo>
                  <a:pt x="4821" y="6167"/>
                  <a:pt x="4694" y="5947"/>
                  <a:pt x="4505" y="5726"/>
                </a:cubicBezTo>
                <a:cubicBezTo>
                  <a:pt x="4285" y="5537"/>
                  <a:pt x="4064" y="5474"/>
                  <a:pt x="3812" y="5411"/>
                </a:cubicBezTo>
                <a:cubicBezTo>
                  <a:pt x="3812" y="5191"/>
                  <a:pt x="3718" y="4939"/>
                  <a:pt x="3497" y="4750"/>
                </a:cubicBezTo>
                <a:cubicBezTo>
                  <a:pt x="3308" y="4561"/>
                  <a:pt x="3048" y="4466"/>
                  <a:pt x="2785" y="4466"/>
                </a:cubicBezTo>
                <a:cubicBezTo>
                  <a:pt x="2521" y="4466"/>
                  <a:pt x="2253" y="4561"/>
                  <a:pt x="2048" y="4750"/>
                </a:cubicBezTo>
                <a:lnTo>
                  <a:pt x="1544" y="5254"/>
                </a:lnTo>
                <a:lnTo>
                  <a:pt x="819" y="4561"/>
                </a:lnTo>
                <a:cubicBezTo>
                  <a:pt x="725" y="4435"/>
                  <a:pt x="725" y="4183"/>
                  <a:pt x="819" y="4088"/>
                </a:cubicBezTo>
                <a:lnTo>
                  <a:pt x="3875" y="1064"/>
                </a:lnTo>
                <a:cubicBezTo>
                  <a:pt x="3923" y="1001"/>
                  <a:pt x="4009" y="969"/>
                  <a:pt x="4100" y="969"/>
                </a:cubicBezTo>
                <a:close/>
                <a:moveTo>
                  <a:pt x="5718" y="8089"/>
                </a:moveTo>
                <a:cubicBezTo>
                  <a:pt x="5805" y="8089"/>
                  <a:pt x="5892" y="8121"/>
                  <a:pt x="5955" y="8184"/>
                </a:cubicBezTo>
                <a:cubicBezTo>
                  <a:pt x="6081" y="8310"/>
                  <a:pt x="6081" y="8530"/>
                  <a:pt x="5955" y="8656"/>
                </a:cubicBezTo>
                <a:lnTo>
                  <a:pt x="4978" y="9633"/>
                </a:lnTo>
                <a:cubicBezTo>
                  <a:pt x="4915" y="9696"/>
                  <a:pt x="4821" y="9728"/>
                  <a:pt x="4730" y="9728"/>
                </a:cubicBezTo>
                <a:cubicBezTo>
                  <a:pt x="4639" y="9728"/>
                  <a:pt x="4553" y="9696"/>
                  <a:pt x="4505" y="9633"/>
                </a:cubicBezTo>
                <a:cubicBezTo>
                  <a:pt x="4379" y="9507"/>
                  <a:pt x="4379" y="9286"/>
                  <a:pt x="4505" y="9160"/>
                </a:cubicBezTo>
                <a:lnTo>
                  <a:pt x="5482" y="8184"/>
                </a:lnTo>
                <a:cubicBezTo>
                  <a:pt x="5545" y="8121"/>
                  <a:pt x="5632" y="8089"/>
                  <a:pt x="5718" y="8089"/>
                </a:cubicBezTo>
                <a:close/>
                <a:moveTo>
                  <a:pt x="6616" y="8877"/>
                </a:moveTo>
                <a:lnTo>
                  <a:pt x="7467" y="9665"/>
                </a:lnTo>
                <a:cubicBezTo>
                  <a:pt x="7593" y="9759"/>
                  <a:pt x="7593" y="9980"/>
                  <a:pt x="7435" y="10106"/>
                </a:cubicBezTo>
                <a:cubicBezTo>
                  <a:pt x="7388" y="10169"/>
                  <a:pt x="7286" y="10200"/>
                  <a:pt x="7179" y="10200"/>
                </a:cubicBezTo>
                <a:cubicBezTo>
                  <a:pt x="7073" y="10200"/>
                  <a:pt x="6963" y="10169"/>
                  <a:pt x="6900" y="10106"/>
                </a:cubicBezTo>
                <a:lnTo>
                  <a:pt x="6207" y="9412"/>
                </a:lnTo>
                <a:lnTo>
                  <a:pt x="6427" y="9160"/>
                </a:lnTo>
                <a:cubicBezTo>
                  <a:pt x="6522" y="9097"/>
                  <a:pt x="6585" y="8971"/>
                  <a:pt x="6616" y="8877"/>
                </a:cubicBezTo>
                <a:close/>
                <a:moveTo>
                  <a:pt x="7309" y="0"/>
                </a:moveTo>
                <a:cubicBezTo>
                  <a:pt x="7042" y="0"/>
                  <a:pt x="6774" y="103"/>
                  <a:pt x="6585" y="308"/>
                </a:cubicBezTo>
                <a:lnTo>
                  <a:pt x="5608" y="1284"/>
                </a:lnTo>
                <a:lnTo>
                  <a:pt x="4852" y="560"/>
                </a:lnTo>
                <a:cubicBezTo>
                  <a:pt x="4656" y="394"/>
                  <a:pt x="4409" y="307"/>
                  <a:pt x="4163" y="307"/>
                </a:cubicBezTo>
                <a:cubicBezTo>
                  <a:pt x="3897" y="307"/>
                  <a:pt x="3631" y="409"/>
                  <a:pt x="3434" y="623"/>
                </a:cubicBezTo>
                <a:lnTo>
                  <a:pt x="410" y="3647"/>
                </a:lnTo>
                <a:cubicBezTo>
                  <a:pt x="0" y="4025"/>
                  <a:pt x="0" y="4718"/>
                  <a:pt x="410" y="5096"/>
                </a:cubicBezTo>
                <a:lnTo>
                  <a:pt x="1103" y="5821"/>
                </a:lnTo>
                <a:cubicBezTo>
                  <a:pt x="725" y="6199"/>
                  <a:pt x="725" y="6829"/>
                  <a:pt x="1103" y="7239"/>
                </a:cubicBezTo>
                <a:cubicBezTo>
                  <a:pt x="1292" y="7428"/>
                  <a:pt x="1544" y="7491"/>
                  <a:pt x="1765" y="7554"/>
                </a:cubicBezTo>
                <a:cubicBezTo>
                  <a:pt x="1765" y="7774"/>
                  <a:pt x="1891" y="8026"/>
                  <a:pt x="2080" y="8215"/>
                </a:cubicBezTo>
                <a:cubicBezTo>
                  <a:pt x="2300" y="8404"/>
                  <a:pt x="2521" y="8499"/>
                  <a:pt x="2773" y="8530"/>
                </a:cubicBezTo>
                <a:cubicBezTo>
                  <a:pt x="2773" y="8751"/>
                  <a:pt x="2867" y="9003"/>
                  <a:pt x="3088" y="9192"/>
                </a:cubicBezTo>
                <a:cubicBezTo>
                  <a:pt x="3277" y="9381"/>
                  <a:pt x="3497" y="9475"/>
                  <a:pt x="3749" y="9507"/>
                </a:cubicBezTo>
                <a:cubicBezTo>
                  <a:pt x="3749" y="9759"/>
                  <a:pt x="3875" y="9980"/>
                  <a:pt x="4064" y="10169"/>
                </a:cubicBezTo>
                <a:cubicBezTo>
                  <a:pt x="4253" y="10373"/>
                  <a:pt x="4521" y="10476"/>
                  <a:pt x="4789" y="10476"/>
                </a:cubicBezTo>
                <a:cubicBezTo>
                  <a:pt x="5057" y="10476"/>
                  <a:pt x="5325" y="10373"/>
                  <a:pt x="5514" y="10169"/>
                </a:cubicBezTo>
                <a:lnTo>
                  <a:pt x="5766" y="9948"/>
                </a:lnTo>
                <a:lnTo>
                  <a:pt x="6459" y="10673"/>
                </a:lnTo>
                <a:cubicBezTo>
                  <a:pt x="6664" y="10862"/>
                  <a:pt x="6939" y="10956"/>
                  <a:pt x="7219" y="10956"/>
                </a:cubicBezTo>
                <a:cubicBezTo>
                  <a:pt x="7498" y="10956"/>
                  <a:pt x="7782" y="10862"/>
                  <a:pt x="8003" y="10673"/>
                </a:cubicBezTo>
                <a:cubicBezTo>
                  <a:pt x="8192" y="10452"/>
                  <a:pt x="8286" y="10232"/>
                  <a:pt x="8318" y="9980"/>
                </a:cubicBezTo>
                <a:cubicBezTo>
                  <a:pt x="8538" y="9980"/>
                  <a:pt x="8790" y="9885"/>
                  <a:pt x="8979" y="9665"/>
                </a:cubicBezTo>
                <a:cubicBezTo>
                  <a:pt x="9168" y="9475"/>
                  <a:pt x="9263" y="9255"/>
                  <a:pt x="9294" y="9003"/>
                </a:cubicBezTo>
                <a:cubicBezTo>
                  <a:pt x="9546" y="9003"/>
                  <a:pt x="9767" y="8877"/>
                  <a:pt x="9956" y="8688"/>
                </a:cubicBezTo>
                <a:cubicBezTo>
                  <a:pt x="10176" y="8499"/>
                  <a:pt x="10239" y="8247"/>
                  <a:pt x="10271" y="8026"/>
                </a:cubicBezTo>
                <a:cubicBezTo>
                  <a:pt x="10523" y="8026"/>
                  <a:pt x="10743" y="7900"/>
                  <a:pt x="10964" y="7711"/>
                </a:cubicBezTo>
                <a:cubicBezTo>
                  <a:pt x="11342" y="7302"/>
                  <a:pt x="11342" y="6640"/>
                  <a:pt x="10964" y="6262"/>
                </a:cubicBezTo>
                <a:lnTo>
                  <a:pt x="10680" y="5978"/>
                </a:lnTo>
                <a:lnTo>
                  <a:pt x="11594" y="5065"/>
                </a:lnTo>
                <a:cubicBezTo>
                  <a:pt x="11909" y="4687"/>
                  <a:pt x="11909" y="4057"/>
                  <a:pt x="11468" y="3647"/>
                </a:cubicBezTo>
                <a:lnTo>
                  <a:pt x="8034" y="308"/>
                </a:lnTo>
                <a:cubicBezTo>
                  <a:pt x="7845" y="103"/>
                  <a:pt x="7577" y="0"/>
                  <a:pt x="730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209" name="Google Shape;8388;p67">
            <a:extLst>
              <a:ext uri="{FF2B5EF4-FFF2-40B4-BE49-F238E27FC236}">
                <a16:creationId xmlns:a16="http://schemas.microsoft.com/office/drawing/2014/main" id="{C51E72B1-5FBA-41CB-AA18-10713AA09860}"/>
              </a:ext>
            </a:extLst>
          </p:cNvPr>
          <p:cNvSpPr/>
          <p:nvPr/>
        </p:nvSpPr>
        <p:spPr>
          <a:xfrm>
            <a:off x="7239505" y="2076383"/>
            <a:ext cx="225521" cy="224904"/>
          </a:xfrm>
          <a:custGeom>
            <a:avLst/>
            <a:gdLst/>
            <a:ahLst/>
            <a:cxnLst/>
            <a:rect l="l" t="t" r="r" b="b"/>
            <a:pathLst>
              <a:path w="11689" h="11657" extrusionOk="0">
                <a:moveTo>
                  <a:pt x="5797" y="2111"/>
                </a:moveTo>
                <a:cubicBezTo>
                  <a:pt x="6175" y="2111"/>
                  <a:pt x="6459" y="2426"/>
                  <a:pt x="6459" y="2773"/>
                </a:cubicBezTo>
                <a:cubicBezTo>
                  <a:pt x="6459" y="3151"/>
                  <a:pt x="6175" y="3466"/>
                  <a:pt x="5797" y="3466"/>
                </a:cubicBezTo>
                <a:cubicBezTo>
                  <a:pt x="5388" y="3466"/>
                  <a:pt x="5104" y="3151"/>
                  <a:pt x="5104" y="2773"/>
                </a:cubicBezTo>
                <a:cubicBezTo>
                  <a:pt x="5104" y="2426"/>
                  <a:pt x="5419" y="2111"/>
                  <a:pt x="5797" y="2111"/>
                </a:cubicBezTo>
                <a:close/>
                <a:moveTo>
                  <a:pt x="6112" y="4159"/>
                </a:moveTo>
                <a:cubicBezTo>
                  <a:pt x="6648" y="4159"/>
                  <a:pt x="7120" y="4631"/>
                  <a:pt x="7120" y="5198"/>
                </a:cubicBezTo>
                <a:lnTo>
                  <a:pt x="7120" y="5545"/>
                </a:lnTo>
                <a:lnTo>
                  <a:pt x="4379" y="5545"/>
                </a:lnTo>
                <a:lnTo>
                  <a:pt x="4379" y="5198"/>
                </a:lnTo>
                <a:cubicBezTo>
                  <a:pt x="4411" y="4600"/>
                  <a:pt x="4884" y="4159"/>
                  <a:pt x="5419" y="4159"/>
                </a:cubicBezTo>
                <a:close/>
                <a:moveTo>
                  <a:pt x="10586" y="662"/>
                </a:moveTo>
                <a:cubicBezTo>
                  <a:pt x="10775" y="662"/>
                  <a:pt x="10932" y="819"/>
                  <a:pt x="10932" y="1008"/>
                </a:cubicBezTo>
                <a:lnTo>
                  <a:pt x="10932" y="5860"/>
                </a:lnTo>
                <a:lnTo>
                  <a:pt x="10996" y="5860"/>
                </a:lnTo>
                <a:cubicBezTo>
                  <a:pt x="10996" y="6049"/>
                  <a:pt x="10838" y="6207"/>
                  <a:pt x="10617" y="6207"/>
                </a:cubicBezTo>
                <a:lnTo>
                  <a:pt x="9483" y="6207"/>
                </a:lnTo>
                <a:cubicBezTo>
                  <a:pt x="9326" y="5829"/>
                  <a:pt x="8979" y="5545"/>
                  <a:pt x="8507" y="5545"/>
                </a:cubicBezTo>
                <a:lnTo>
                  <a:pt x="7845" y="5545"/>
                </a:lnTo>
                <a:lnTo>
                  <a:pt x="7845" y="5198"/>
                </a:lnTo>
                <a:cubicBezTo>
                  <a:pt x="7845" y="4505"/>
                  <a:pt x="7435" y="3938"/>
                  <a:pt x="6837" y="3655"/>
                </a:cubicBezTo>
                <a:cubicBezTo>
                  <a:pt x="7057" y="3403"/>
                  <a:pt x="7152" y="3151"/>
                  <a:pt x="7152" y="2773"/>
                </a:cubicBezTo>
                <a:cubicBezTo>
                  <a:pt x="7152" y="2048"/>
                  <a:pt x="6522" y="1418"/>
                  <a:pt x="5797" y="1418"/>
                </a:cubicBezTo>
                <a:cubicBezTo>
                  <a:pt x="5041" y="1418"/>
                  <a:pt x="4411" y="2048"/>
                  <a:pt x="4411" y="2773"/>
                </a:cubicBezTo>
                <a:cubicBezTo>
                  <a:pt x="4411" y="3088"/>
                  <a:pt x="4537" y="3403"/>
                  <a:pt x="4726" y="3655"/>
                </a:cubicBezTo>
                <a:cubicBezTo>
                  <a:pt x="4127" y="3938"/>
                  <a:pt x="3749" y="4505"/>
                  <a:pt x="3749" y="5198"/>
                </a:cubicBezTo>
                <a:lnTo>
                  <a:pt x="3749" y="5545"/>
                </a:lnTo>
                <a:lnTo>
                  <a:pt x="3056" y="5545"/>
                </a:lnTo>
                <a:cubicBezTo>
                  <a:pt x="2647" y="5545"/>
                  <a:pt x="2237" y="5829"/>
                  <a:pt x="2080" y="6207"/>
                </a:cubicBezTo>
                <a:lnTo>
                  <a:pt x="977" y="6207"/>
                </a:lnTo>
                <a:cubicBezTo>
                  <a:pt x="788" y="6207"/>
                  <a:pt x="630" y="6049"/>
                  <a:pt x="630" y="5860"/>
                </a:cubicBezTo>
                <a:lnTo>
                  <a:pt x="630" y="1008"/>
                </a:lnTo>
                <a:cubicBezTo>
                  <a:pt x="630" y="819"/>
                  <a:pt x="788" y="662"/>
                  <a:pt x="977" y="662"/>
                </a:cubicBezTo>
                <a:close/>
                <a:moveTo>
                  <a:pt x="8538" y="6175"/>
                </a:moveTo>
                <a:cubicBezTo>
                  <a:pt x="8759" y="6175"/>
                  <a:pt x="8916" y="6333"/>
                  <a:pt x="8916" y="6522"/>
                </a:cubicBezTo>
                <a:cubicBezTo>
                  <a:pt x="8853" y="6711"/>
                  <a:pt x="8696" y="6868"/>
                  <a:pt x="8538" y="6868"/>
                </a:cubicBezTo>
                <a:lnTo>
                  <a:pt x="3088" y="6868"/>
                </a:lnTo>
                <a:cubicBezTo>
                  <a:pt x="2867" y="6868"/>
                  <a:pt x="2710" y="6711"/>
                  <a:pt x="2710" y="6522"/>
                </a:cubicBezTo>
                <a:cubicBezTo>
                  <a:pt x="2710" y="6333"/>
                  <a:pt x="2867" y="6175"/>
                  <a:pt x="3088" y="6175"/>
                </a:cubicBezTo>
                <a:close/>
                <a:moveTo>
                  <a:pt x="8160" y="7593"/>
                </a:moveTo>
                <a:lnTo>
                  <a:pt x="7561" y="11027"/>
                </a:lnTo>
                <a:lnTo>
                  <a:pt x="4033" y="11027"/>
                </a:lnTo>
                <a:lnTo>
                  <a:pt x="3466" y="7593"/>
                </a:lnTo>
                <a:close/>
                <a:moveTo>
                  <a:pt x="1008" y="0"/>
                </a:moveTo>
                <a:cubicBezTo>
                  <a:pt x="473" y="0"/>
                  <a:pt x="0" y="473"/>
                  <a:pt x="0" y="1008"/>
                </a:cubicBezTo>
                <a:lnTo>
                  <a:pt x="0" y="5860"/>
                </a:lnTo>
                <a:cubicBezTo>
                  <a:pt x="0" y="6396"/>
                  <a:pt x="473" y="6868"/>
                  <a:pt x="1008" y="6868"/>
                </a:cubicBezTo>
                <a:lnTo>
                  <a:pt x="2111" y="6868"/>
                </a:lnTo>
                <a:cubicBezTo>
                  <a:pt x="2237" y="7183"/>
                  <a:pt x="2489" y="7435"/>
                  <a:pt x="2804" y="7498"/>
                </a:cubicBezTo>
                <a:lnTo>
                  <a:pt x="3434" y="11373"/>
                </a:lnTo>
                <a:cubicBezTo>
                  <a:pt x="3466" y="11531"/>
                  <a:pt x="3592" y="11657"/>
                  <a:pt x="3781" y="11657"/>
                </a:cubicBezTo>
                <a:lnTo>
                  <a:pt x="7877" y="11657"/>
                </a:lnTo>
                <a:cubicBezTo>
                  <a:pt x="8034" y="11657"/>
                  <a:pt x="8192" y="11531"/>
                  <a:pt x="8223" y="11373"/>
                </a:cubicBezTo>
                <a:lnTo>
                  <a:pt x="8853" y="7498"/>
                </a:lnTo>
                <a:cubicBezTo>
                  <a:pt x="9168" y="7435"/>
                  <a:pt x="9420" y="7183"/>
                  <a:pt x="9546" y="6868"/>
                </a:cubicBezTo>
                <a:lnTo>
                  <a:pt x="10680" y="6868"/>
                </a:lnTo>
                <a:cubicBezTo>
                  <a:pt x="11216" y="6868"/>
                  <a:pt x="11689" y="6396"/>
                  <a:pt x="11689" y="5860"/>
                </a:cubicBezTo>
                <a:lnTo>
                  <a:pt x="11689" y="1008"/>
                </a:lnTo>
                <a:cubicBezTo>
                  <a:pt x="11657" y="473"/>
                  <a:pt x="11185" y="0"/>
                  <a:pt x="10617"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210" name="Google Shape;8389;p67">
            <a:extLst>
              <a:ext uri="{FF2B5EF4-FFF2-40B4-BE49-F238E27FC236}">
                <a16:creationId xmlns:a16="http://schemas.microsoft.com/office/drawing/2014/main" id="{04487BF8-88D5-40C7-9222-9C8B5755D403}"/>
              </a:ext>
            </a:extLst>
          </p:cNvPr>
          <p:cNvGrpSpPr/>
          <p:nvPr/>
        </p:nvGrpSpPr>
        <p:grpSpPr>
          <a:xfrm>
            <a:off x="8714078" y="1526007"/>
            <a:ext cx="173255" cy="224923"/>
            <a:chOff x="-3462150" y="2046625"/>
            <a:chExt cx="224500" cy="291450"/>
          </a:xfrm>
          <a:solidFill>
            <a:schemeClr val="tx1"/>
          </a:solidFill>
        </p:grpSpPr>
        <p:sp>
          <p:nvSpPr>
            <p:cNvPr id="244" name="Google Shape;8390;p67">
              <a:extLst>
                <a:ext uri="{FF2B5EF4-FFF2-40B4-BE49-F238E27FC236}">
                  <a16:creationId xmlns:a16="http://schemas.microsoft.com/office/drawing/2014/main" id="{F71F24A6-B59B-441C-9DA4-C9014B50E5FE}"/>
                </a:ext>
              </a:extLst>
            </p:cNvPr>
            <p:cNvSpPr/>
            <p:nvPr/>
          </p:nvSpPr>
          <p:spPr>
            <a:xfrm>
              <a:off x="-3425125" y="2253000"/>
              <a:ext cx="51225" cy="50425"/>
            </a:xfrm>
            <a:custGeom>
              <a:avLst/>
              <a:gdLst/>
              <a:ahLst/>
              <a:cxnLst/>
              <a:rect l="l" t="t" r="r" b="b"/>
              <a:pathLst>
                <a:path w="2049" h="2017" extrusionOk="0">
                  <a:moveTo>
                    <a:pt x="1009" y="662"/>
                  </a:moveTo>
                  <a:cubicBezTo>
                    <a:pt x="1198" y="662"/>
                    <a:pt x="1355" y="819"/>
                    <a:pt x="1355" y="1008"/>
                  </a:cubicBezTo>
                  <a:cubicBezTo>
                    <a:pt x="1355" y="1197"/>
                    <a:pt x="1166" y="1355"/>
                    <a:pt x="1009" y="1355"/>
                  </a:cubicBezTo>
                  <a:cubicBezTo>
                    <a:pt x="820" y="1355"/>
                    <a:pt x="662" y="1197"/>
                    <a:pt x="662" y="1008"/>
                  </a:cubicBezTo>
                  <a:cubicBezTo>
                    <a:pt x="662" y="819"/>
                    <a:pt x="820" y="662"/>
                    <a:pt x="1009" y="662"/>
                  </a:cubicBezTo>
                  <a:close/>
                  <a:moveTo>
                    <a:pt x="1009" y="0"/>
                  </a:moveTo>
                  <a:cubicBezTo>
                    <a:pt x="473" y="0"/>
                    <a:pt x="0" y="441"/>
                    <a:pt x="0" y="1008"/>
                  </a:cubicBezTo>
                  <a:cubicBezTo>
                    <a:pt x="0" y="1575"/>
                    <a:pt x="473" y="2016"/>
                    <a:pt x="1009" y="2016"/>
                  </a:cubicBezTo>
                  <a:cubicBezTo>
                    <a:pt x="1576" y="2016"/>
                    <a:pt x="2048" y="1575"/>
                    <a:pt x="2048" y="1008"/>
                  </a:cubicBezTo>
                  <a:cubicBezTo>
                    <a:pt x="2048" y="441"/>
                    <a:pt x="1576" y="0"/>
                    <a:pt x="1009" y="0"/>
                  </a:cubicBezTo>
                  <a:close/>
                </a:path>
              </a:pathLst>
            </a:custGeom>
            <a:grpFill/>
            <a:ln>
              <a:noFill/>
            </a:ln>
          </p:spPr>
          <p:txBody>
            <a:bodyPr spcFirstLastPara="1" wrap="square" lIns="62728" tIns="62728" rIns="62728" bIns="62728" anchor="ctr" anchorCtr="0">
              <a:noAutofit/>
            </a:bodyPr>
            <a:lstStyle/>
            <a:p>
              <a:endParaRPr sz="764"/>
            </a:p>
          </p:txBody>
        </p:sp>
        <p:sp>
          <p:nvSpPr>
            <p:cNvPr id="245" name="Google Shape;8391;p67">
              <a:extLst>
                <a:ext uri="{FF2B5EF4-FFF2-40B4-BE49-F238E27FC236}">
                  <a16:creationId xmlns:a16="http://schemas.microsoft.com/office/drawing/2014/main" id="{D2DFB058-99EF-4415-878E-33A8D6E698C0}"/>
                </a:ext>
              </a:extLst>
            </p:cNvPr>
            <p:cNvSpPr/>
            <p:nvPr/>
          </p:nvSpPr>
          <p:spPr>
            <a:xfrm>
              <a:off x="-3425125" y="2116725"/>
              <a:ext cx="51225" cy="49650"/>
            </a:xfrm>
            <a:custGeom>
              <a:avLst/>
              <a:gdLst/>
              <a:ahLst/>
              <a:cxnLst/>
              <a:rect l="l" t="t" r="r" b="b"/>
              <a:pathLst>
                <a:path w="2049" h="1986" extrusionOk="0">
                  <a:moveTo>
                    <a:pt x="343" y="1"/>
                  </a:moveTo>
                  <a:cubicBezTo>
                    <a:pt x="252" y="1"/>
                    <a:pt x="158" y="32"/>
                    <a:pt x="95" y="95"/>
                  </a:cubicBezTo>
                  <a:cubicBezTo>
                    <a:pt x="0" y="190"/>
                    <a:pt x="0" y="442"/>
                    <a:pt x="95" y="536"/>
                  </a:cubicBezTo>
                  <a:lnTo>
                    <a:pt x="536" y="977"/>
                  </a:lnTo>
                  <a:lnTo>
                    <a:pt x="95" y="1418"/>
                  </a:lnTo>
                  <a:cubicBezTo>
                    <a:pt x="0" y="1544"/>
                    <a:pt x="0" y="1765"/>
                    <a:pt x="95" y="1891"/>
                  </a:cubicBezTo>
                  <a:cubicBezTo>
                    <a:pt x="158" y="1954"/>
                    <a:pt x="252" y="1986"/>
                    <a:pt x="343" y="1986"/>
                  </a:cubicBezTo>
                  <a:cubicBezTo>
                    <a:pt x="434" y="1986"/>
                    <a:pt x="520" y="1954"/>
                    <a:pt x="568" y="1891"/>
                  </a:cubicBezTo>
                  <a:lnTo>
                    <a:pt x="1009" y="1450"/>
                  </a:lnTo>
                  <a:lnTo>
                    <a:pt x="1450" y="1891"/>
                  </a:lnTo>
                  <a:cubicBezTo>
                    <a:pt x="1513" y="1954"/>
                    <a:pt x="1599" y="1986"/>
                    <a:pt x="1686" y="1986"/>
                  </a:cubicBezTo>
                  <a:cubicBezTo>
                    <a:pt x="1773" y="1986"/>
                    <a:pt x="1859" y="1954"/>
                    <a:pt x="1922" y="1891"/>
                  </a:cubicBezTo>
                  <a:cubicBezTo>
                    <a:pt x="2048" y="1765"/>
                    <a:pt x="2048" y="1544"/>
                    <a:pt x="1922" y="1418"/>
                  </a:cubicBezTo>
                  <a:lnTo>
                    <a:pt x="1481" y="977"/>
                  </a:lnTo>
                  <a:lnTo>
                    <a:pt x="1922" y="536"/>
                  </a:lnTo>
                  <a:cubicBezTo>
                    <a:pt x="2048" y="442"/>
                    <a:pt x="2048" y="190"/>
                    <a:pt x="1922" y="95"/>
                  </a:cubicBezTo>
                  <a:cubicBezTo>
                    <a:pt x="1859" y="32"/>
                    <a:pt x="1773" y="1"/>
                    <a:pt x="1686" y="1"/>
                  </a:cubicBezTo>
                  <a:cubicBezTo>
                    <a:pt x="1599" y="1"/>
                    <a:pt x="1513" y="32"/>
                    <a:pt x="1450" y="95"/>
                  </a:cubicBezTo>
                  <a:lnTo>
                    <a:pt x="1009" y="505"/>
                  </a:lnTo>
                  <a:lnTo>
                    <a:pt x="568" y="95"/>
                  </a:lnTo>
                  <a:cubicBezTo>
                    <a:pt x="520" y="32"/>
                    <a:pt x="434" y="1"/>
                    <a:pt x="343" y="1"/>
                  </a:cubicBezTo>
                  <a:close/>
                </a:path>
              </a:pathLst>
            </a:custGeom>
            <a:grpFill/>
            <a:ln>
              <a:noFill/>
            </a:ln>
          </p:spPr>
          <p:txBody>
            <a:bodyPr spcFirstLastPara="1" wrap="square" lIns="62728" tIns="62728" rIns="62728" bIns="62728" anchor="ctr" anchorCtr="0">
              <a:noAutofit/>
            </a:bodyPr>
            <a:lstStyle/>
            <a:p>
              <a:endParaRPr sz="764"/>
            </a:p>
          </p:txBody>
        </p:sp>
        <p:sp>
          <p:nvSpPr>
            <p:cNvPr id="246" name="Google Shape;8392;p67">
              <a:extLst>
                <a:ext uri="{FF2B5EF4-FFF2-40B4-BE49-F238E27FC236}">
                  <a16:creationId xmlns:a16="http://schemas.microsoft.com/office/drawing/2014/main" id="{CD2C22E8-3434-4E53-B98F-92435A326F20}"/>
                </a:ext>
              </a:extLst>
            </p:cNvPr>
            <p:cNvSpPr/>
            <p:nvPr/>
          </p:nvSpPr>
          <p:spPr>
            <a:xfrm>
              <a:off x="-3425125" y="2185250"/>
              <a:ext cx="51225" cy="49650"/>
            </a:xfrm>
            <a:custGeom>
              <a:avLst/>
              <a:gdLst/>
              <a:ahLst/>
              <a:cxnLst/>
              <a:rect l="l" t="t" r="r" b="b"/>
              <a:pathLst>
                <a:path w="2049" h="1986" extrusionOk="0">
                  <a:moveTo>
                    <a:pt x="343" y="1"/>
                  </a:moveTo>
                  <a:cubicBezTo>
                    <a:pt x="252" y="1"/>
                    <a:pt x="158" y="32"/>
                    <a:pt x="95" y="95"/>
                  </a:cubicBezTo>
                  <a:cubicBezTo>
                    <a:pt x="0" y="221"/>
                    <a:pt x="0" y="442"/>
                    <a:pt x="95" y="568"/>
                  </a:cubicBezTo>
                  <a:lnTo>
                    <a:pt x="536" y="1009"/>
                  </a:lnTo>
                  <a:lnTo>
                    <a:pt x="95" y="1418"/>
                  </a:lnTo>
                  <a:cubicBezTo>
                    <a:pt x="0" y="1544"/>
                    <a:pt x="0" y="1796"/>
                    <a:pt x="95" y="1891"/>
                  </a:cubicBezTo>
                  <a:cubicBezTo>
                    <a:pt x="158" y="1954"/>
                    <a:pt x="252" y="1985"/>
                    <a:pt x="343" y="1985"/>
                  </a:cubicBezTo>
                  <a:cubicBezTo>
                    <a:pt x="434" y="1985"/>
                    <a:pt x="520" y="1954"/>
                    <a:pt x="568" y="1891"/>
                  </a:cubicBezTo>
                  <a:lnTo>
                    <a:pt x="1009" y="1481"/>
                  </a:lnTo>
                  <a:lnTo>
                    <a:pt x="1450" y="1891"/>
                  </a:lnTo>
                  <a:cubicBezTo>
                    <a:pt x="1513" y="1954"/>
                    <a:pt x="1599" y="1985"/>
                    <a:pt x="1686" y="1985"/>
                  </a:cubicBezTo>
                  <a:cubicBezTo>
                    <a:pt x="1773" y="1985"/>
                    <a:pt x="1859" y="1954"/>
                    <a:pt x="1922" y="1891"/>
                  </a:cubicBezTo>
                  <a:cubicBezTo>
                    <a:pt x="2048" y="1796"/>
                    <a:pt x="2048" y="1544"/>
                    <a:pt x="1922" y="1418"/>
                  </a:cubicBezTo>
                  <a:lnTo>
                    <a:pt x="1481" y="1009"/>
                  </a:lnTo>
                  <a:lnTo>
                    <a:pt x="1922" y="568"/>
                  </a:lnTo>
                  <a:cubicBezTo>
                    <a:pt x="2048" y="410"/>
                    <a:pt x="2048" y="221"/>
                    <a:pt x="1922" y="95"/>
                  </a:cubicBezTo>
                  <a:cubicBezTo>
                    <a:pt x="1859" y="32"/>
                    <a:pt x="1773" y="1"/>
                    <a:pt x="1686" y="1"/>
                  </a:cubicBezTo>
                  <a:cubicBezTo>
                    <a:pt x="1599" y="1"/>
                    <a:pt x="1513" y="32"/>
                    <a:pt x="1450" y="95"/>
                  </a:cubicBezTo>
                  <a:lnTo>
                    <a:pt x="1009" y="536"/>
                  </a:lnTo>
                  <a:lnTo>
                    <a:pt x="568" y="95"/>
                  </a:lnTo>
                  <a:cubicBezTo>
                    <a:pt x="520" y="32"/>
                    <a:pt x="434" y="1"/>
                    <a:pt x="343" y="1"/>
                  </a:cubicBezTo>
                  <a:close/>
                </a:path>
              </a:pathLst>
            </a:custGeom>
            <a:grpFill/>
            <a:ln>
              <a:noFill/>
            </a:ln>
          </p:spPr>
          <p:txBody>
            <a:bodyPr spcFirstLastPara="1" wrap="square" lIns="62728" tIns="62728" rIns="62728" bIns="62728" anchor="ctr" anchorCtr="0">
              <a:noAutofit/>
            </a:bodyPr>
            <a:lstStyle/>
            <a:p>
              <a:endParaRPr sz="764"/>
            </a:p>
          </p:txBody>
        </p:sp>
        <p:sp>
          <p:nvSpPr>
            <p:cNvPr id="247" name="Google Shape;8393;p67">
              <a:extLst>
                <a:ext uri="{FF2B5EF4-FFF2-40B4-BE49-F238E27FC236}">
                  <a16:creationId xmlns:a16="http://schemas.microsoft.com/office/drawing/2014/main" id="{11AA3F95-64F0-4141-AEE0-FF690E366FF3}"/>
                </a:ext>
              </a:extLst>
            </p:cNvPr>
            <p:cNvSpPr/>
            <p:nvPr/>
          </p:nvSpPr>
          <p:spPr>
            <a:xfrm>
              <a:off x="-3462150" y="2046625"/>
              <a:ext cx="224500" cy="291450"/>
            </a:xfrm>
            <a:custGeom>
              <a:avLst/>
              <a:gdLst/>
              <a:ahLst/>
              <a:cxnLst/>
              <a:rect l="l" t="t" r="r" b="b"/>
              <a:pathLst>
                <a:path w="8980" h="11658" extrusionOk="0">
                  <a:moveTo>
                    <a:pt x="5924" y="694"/>
                  </a:moveTo>
                  <a:cubicBezTo>
                    <a:pt x="6113" y="694"/>
                    <a:pt x="6270" y="851"/>
                    <a:pt x="6270" y="1040"/>
                  </a:cubicBezTo>
                  <a:cubicBezTo>
                    <a:pt x="6270" y="1229"/>
                    <a:pt x="6113" y="1387"/>
                    <a:pt x="5924" y="1387"/>
                  </a:cubicBezTo>
                  <a:lnTo>
                    <a:pt x="3151" y="1387"/>
                  </a:lnTo>
                  <a:cubicBezTo>
                    <a:pt x="2962" y="1387"/>
                    <a:pt x="2805" y="1229"/>
                    <a:pt x="2805" y="1040"/>
                  </a:cubicBezTo>
                  <a:cubicBezTo>
                    <a:pt x="2805" y="851"/>
                    <a:pt x="2962" y="694"/>
                    <a:pt x="3151" y="694"/>
                  </a:cubicBezTo>
                  <a:close/>
                  <a:moveTo>
                    <a:pt x="8034" y="1356"/>
                  </a:moveTo>
                  <a:cubicBezTo>
                    <a:pt x="8255" y="1356"/>
                    <a:pt x="8413" y="1513"/>
                    <a:pt x="8413" y="1702"/>
                  </a:cubicBezTo>
                  <a:lnTo>
                    <a:pt x="8413" y="10649"/>
                  </a:lnTo>
                  <a:lnTo>
                    <a:pt x="8287" y="10649"/>
                  </a:lnTo>
                  <a:cubicBezTo>
                    <a:pt x="8287" y="10838"/>
                    <a:pt x="8129" y="10996"/>
                    <a:pt x="7940" y="10996"/>
                  </a:cubicBezTo>
                  <a:lnTo>
                    <a:pt x="1103" y="10996"/>
                  </a:lnTo>
                  <a:cubicBezTo>
                    <a:pt x="914" y="10996"/>
                    <a:pt x="757" y="10838"/>
                    <a:pt x="757" y="10649"/>
                  </a:cubicBezTo>
                  <a:lnTo>
                    <a:pt x="757" y="1702"/>
                  </a:lnTo>
                  <a:cubicBezTo>
                    <a:pt x="757" y="1513"/>
                    <a:pt x="914" y="1356"/>
                    <a:pt x="1103" y="1356"/>
                  </a:cubicBezTo>
                  <a:lnTo>
                    <a:pt x="2206" y="1356"/>
                  </a:lnTo>
                  <a:cubicBezTo>
                    <a:pt x="2364" y="1734"/>
                    <a:pt x="2742" y="2017"/>
                    <a:pt x="3214" y="2017"/>
                  </a:cubicBezTo>
                  <a:lnTo>
                    <a:pt x="5955" y="2017"/>
                  </a:lnTo>
                  <a:cubicBezTo>
                    <a:pt x="6396" y="2017"/>
                    <a:pt x="6774" y="1734"/>
                    <a:pt x="6932" y="1356"/>
                  </a:cubicBezTo>
                  <a:close/>
                  <a:moveTo>
                    <a:pt x="3120" y="1"/>
                  </a:moveTo>
                  <a:cubicBezTo>
                    <a:pt x="2679" y="1"/>
                    <a:pt x="2301" y="284"/>
                    <a:pt x="2143" y="694"/>
                  </a:cubicBezTo>
                  <a:lnTo>
                    <a:pt x="1040" y="694"/>
                  </a:lnTo>
                  <a:cubicBezTo>
                    <a:pt x="473" y="694"/>
                    <a:pt x="1" y="1166"/>
                    <a:pt x="1" y="1702"/>
                  </a:cubicBezTo>
                  <a:lnTo>
                    <a:pt x="1" y="10649"/>
                  </a:lnTo>
                  <a:cubicBezTo>
                    <a:pt x="1" y="11185"/>
                    <a:pt x="473" y="11658"/>
                    <a:pt x="1040" y="11658"/>
                  </a:cubicBezTo>
                  <a:lnTo>
                    <a:pt x="7877" y="11658"/>
                  </a:lnTo>
                  <a:cubicBezTo>
                    <a:pt x="8444" y="11658"/>
                    <a:pt x="8917" y="11185"/>
                    <a:pt x="8917" y="10649"/>
                  </a:cubicBezTo>
                  <a:lnTo>
                    <a:pt x="8917" y="1702"/>
                  </a:lnTo>
                  <a:cubicBezTo>
                    <a:pt x="8980" y="1166"/>
                    <a:pt x="8507" y="694"/>
                    <a:pt x="7971" y="694"/>
                  </a:cubicBezTo>
                  <a:lnTo>
                    <a:pt x="6869" y="694"/>
                  </a:lnTo>
                  <a:cubicBezTo>
                    <a:pt x="6711" y="284"/>
                    <a:pt x="6365" y="1"/>
                    <a:pt x="5892" y="1"/>
                  </a:cubicBezTo>
                  <a:close/>
                </a:path>
              </a:pathLst>
            </a:custGeom>
            <a:grpFill/>
            <a:ln>
              <a:noFill/>
            </a:ln>
          </p:spPr>
          <p:txBody>
            <a:bodyPr spcFirstLastPara="1" wrap="square" lIns="62728" tIns="62728" rIns="62728" bIns="62728" anchor="ctr" anchorCtr="0">
              <a:noAutofit/>
            </a:bodyPr>
            <a:lstStyle/>
            <a:p>
              <a:endParaRPr sz="764"/>
            </a:p>
          </p:txBody>
        </p:sp>
        <p:sp>
          <p:nvSpPr>
            <p:cNvPr id="248" name="Google Shape;8394;p67">
              <a:extLst>
                <a:ext uri="{FF2B5EF4-FFF2-40B4-BE49-F238E27FC236}">
                  <a16:creationId xmlns:a16="http://schemas.microsoft.com/office/drawing/2014/main" id="{E26739F8-0836-41E1-855C-23B607174A67}"/>
                </a:ext>
              </a:extLst>
            </p:cNvPr>
            <p:cNvSpPr/>
            <p:nvPr/>
          </p:nvSpPr>
          <p:spPr>
            <a:xfrm>
              <a:off x="-3358175" y="2133275"/>
              <a:ext cx="86650" cy="18125"/>
            </a:xfrm>
            <a:custGeom>
              <a:avLst/>
              <a:gdLst/>
              <a:ahLst/>
              <a:cxnLst/>
              <a:rect l="l" t="t" r="r" b="b"/>
              <a:pathLst>
                <a:path w="3466" h="725" extrusionOk="0">
                  <a:moveTo>
                    <a:pt x="347" y="0"/>
                  </a:moveTo>
                  <a:cubicBezTo>
                    <a:pt x="158" y="0"/>
                    <a:pt x="0" y="158"/>
                    <a:pt x="0" y="378"/>
                  </a:cubicBezTo>
                  <a:cubicBezTo>
                    <a:pt x="0" y="567"/>
                    <a:pt x="158" y="725"/>
                    <a:pt x="347" y="725"/>
                  </a:cubicBezTo>
                  <a:lnTo>
                    <a:pt x="3088" y="725"/>
                  </a:lnTo>
                  <a:cubicBezTo>
                    <a:pt x="3308" y="725"/>
                    <a:pt x="3466" y="567"/>
                    <a:pt x="3466" y="378"/>
                  </a:cubicBezTo>
                  <a:cubicBezTo>
                    <a:pt x="3466" y="158"/>
                    <a:pt x="3308" y="0"/>
                    <a:pt x="3088" y="0"/>
                  </a:cubicBezTo>
                  <a:close/>
                </a:path>
              </a:pathLst>
            </a:custGeom>
            <a:grpFill/>
            <a:ln>
              <a:noFill/>
            </a:ln>
          </p:spPr>
          <p:txBody>
            <a:bodyPr spcFirstLastPara="1" wrap="square" lIns="62728" tIns="62728" rIns="62728" bIns="62728" anchor="ctr" anchorCtr="0">
              <a:noAutofit/>
            </a:bodyPr>
            <a:lstStyle/>
            <a:p>
              <a:endParaRPr sz="764"/>
            </a:p>
          </p:txBody>
        </p:sp>
        <p:sp>
          <p:nvSpPr>
            <p:cNvPr id="249" name="Google Shape;8395;p67">
              <a:extLst>
                <a:ext uri="{FF2B5EF4-FFF2-40B4-BE49-F238E27FC236}">
                  <a16:creationId xmlns:a16="http://schemas.microsoft.com/office/drawing/2014/main" id="{70D77356-4861-4531-AB02-AC34E5736F9F}"/>
                </a:ext>
              </a:extLst>
            </p:cNvPr>
            <p:cNvSpPr/>
            <p:nvPr/>
          </p:nvSpPr>
          <p:spPr>
            <a:xfrm>
              <a:off x="-3358175" y="2201800"/>
              <a:ext cx="86650" cy="17350"/>
            </a:xfrm>
            <a:custGeom>
              <a:avLst/>
              <a:gdLst/>
              <a:ahLst/>
              <a:cxnLst/>
              <a:rect l="l" t="t" r="r" b="b"/>
              <a:pathLst>
                <a:path w="3466" h="694" extrusionOk="0">
                  <a:moveTo>
                    <a:pt x="347" y="0"/>
                  </a:moveTo>
                  <a:cubicBezTo>
                    <a:pt x="158" y="0"/>
                    <a:pt x="0" y="158"/>
                    <a:pt x="0" y="347"/>
                  </a:cubicBezTo>
                  <a:cubicBezTo>
                    <a:pt x="0" y="536"/>
                    <a:pt x="158" y="693"/>
                    <a:pt x="347" y="693"/>
                  </a:cubicBezTo>
                  <a:lnTo>
                    <a:pt x="3088" y="693"/>
                  </a:lnTo>
                  <a:cubicBezTo>
                    <a:pt x="3308" y="693"/>
                    <a:pt x="3466" y="536"/>
                    <a:pt x="3466" y="347"/>
                  </a:cubicBezTo>
                  <a:cubicBezTo>
                    <a:pt x="3466" y="158"/>
                    <a:pt x="3308" y="0"/>
                    <a:pt x="3088" y="0"/>
                  </a:cubicBezTo>
                  <a:close/>
                </a:path>
              </a:pathLst>
            </a:custGeom>
            <a:grpFill/>
            <a:ln>
              <a:noFill/>
            </a:ln>
          </p:spPr>
          <p:txBody>
            <a:bodyPr spcFirstLastPara="1" wrap="square" lIns="62728" tIns="62728" rIns="62728" bIns="62728" anchor="ctr" anchorCtr="0">
              <a:noAutofit/>
            </a:bodyPr>
            <a:lstStyle/>
            <a:p>
              <a:endParaRPr sz="764"/>
            </a:p>
          </p:txBody>
        </p:sp>
        <p:sp>
          <p:nvSpPr>
            <p:cNvPr id="250" name="Google Shape;8396;p67">
              <a:extLst>
                <a:ext uri="{FF2B5EF4-FFF2-40B4-BE49-F238E27FC236}">
                  <a16:creationId xmlns:a16="http://schemas.microsoft.com/office/drawing/2014/main" id="{0733A09A-DECE-43EA-8F40-3F70E45096D2}"/>
                </a:ext>
              </a:extLst>
            </p:cNvPr>
            <p:cNvSpPr/>
            <p:nvPr/>
          </p:nvSpPr>
          <p:spPr>
            <a:xfrm>
              <a:off x="-3358175" y="2270325"/>
              <a:ext cx="86650" cy="18125"/>
            </a:xfrm>
            <a:custGeom>
              <a:avLst/>
              <a:gdLst/>
              <a:ahLst/>
              <a:cxnLst/>
              <a:rect l="l" t="t" r="r" b="b"/>
              <a:pathLst>
                <a:path w="3466" h="725" extrusionOk="0">
                  <a:moveTo>
                    <a:pt x="347" y="0"/>
                  </a:moveTo>
                  <a:cubicBezTo>
                    <a:pt x="158" y="0"/>
                    <a:pt x="0" y="158"/>
                    <a:pt x="0" y="347"/>
                  </a:cubicBezTo>
                  <a:cubicBezTo>
                    <a:pt x="0" y="567"/>
                    <a:pt x="158" y="725"/>
                    <a:pt x="347" y="725"/>
                  </a:cubicBezTo>
                  <a:lnTo>
                    <a:pt x="3088" y="725"/>
                  </a:lnTo>
                  <a:cubicBezTo>
                    <a:pt x="3308" y="725"/>
                    <a:pt x="3466" y="567"/>
                    <a:pt x="3466" y="347"/>
                  </a:cubicBezTo>
                  <a:cubicBezTo>
                    <a:pt x="3466" y="158"/>
                    <a:pt x="3308" y="0"/>
                    <a:pt x="308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11" name="Google Shape;8397;p67">
            <a:extLst>
              <a:ext uri="{FF2B5EF4-FFF2-40B4-BE49-F238E27FC236}">
                <a16:creationId xmlns:a16="http://schemas.microsoft.com/office/drawing/2014/main" id="{33D894F4-7CA1-45C5-AA8C-3F07AB1C0AB5}"/>
              </a:ext>
            </a:extLst>
          </p:cNvPr>
          <p:cNvGrpSpPr/>
          <p:nvPr/>
        </p:nvGrpSpPr>
        <p:grpSpPr>
          <a:xfrm>
            <a:off x="8701016" y="1797553"/>
            <a:ext cx="199378" cy="226139"/>
            <a:chOff x="-3478675" y="2405775"/>
            <a:chExt cx="258350" cy="293025"/>
          </a:xfrm>
          <a:solidFill>
            <a:schemeClr val="tx1"/>
          </a:solidFill>
        </p:grpSpPr>
        <p:sp>
          <p:nvSpPr>
            <p:cNvPr id="240" name="Google Shape;8398;p67">
              <a:extLst>
                <a:ext uri="{FF2B5EF4-FFF2-40B4-BE49-F238E27FC236}">
                  <a16:creationId xmlns:a16="http://schemas.microsoft.com/office/drawing/2014/main" id="{8339DC18-5B65-4C1F-ABB6-9EA5F60E8EA2}"/>
                </a:ext>
              </a:extLst>
            </p:cNvPr>
            <p:cNvSpPr/>
            <p:nvPr/>
          </p:nvSpPr>
          <p:spPr>
            <a:xfrm>
              <a:off x="-3478675" y="2405775"/>
              <a:ext cx="258350" cy="293025"/>
            </a:xfrm>
            <a:custGeom>
              <a:avLst/>
              <a:gdLst/>
              <a:ahLst/>
              <a:cxnLst/>
              <a:rect l="l" t="t" r="r" b="b"/>
              <a:pathLst>
                <a:path w="10334" h="11721" extrusionOk="0">
                  <a:moveTo>
                    <a:pt x="6018" y="694"/>
                  </a:moveTo>
                  <a:cubicBezTo>
                    <a:pt x="6175" y="694"/>
                    <a:pt x="6301" y="757"/>
                    <a:pt x="6333" y="915"/>
                  </a:cubicBezTo>
                  <a:lnTo>
                    <a:pt x="6490" y="1450"/>
                  </a:lnTo>
                  <a:lnTo>
                    <a:pt x="3781" y="1450"/>
                  </a:lnTo>
                  <a:lnTo>
                    <a:pt x="3970" y="915"/>
                  </a:lnTo>
                  <a:cubicBezTo>
                    <a:pt x="4033" y="757"/>
                    <a:pt x="4127" y="694"/>
                    <a:pt x="4285" y="694"/>
                  </a:cubicBezTo>
                  <a:close/>
                  <a:moveTo>
                    <a:pt x="9326" y="2049"/>
                  </a:moveTo>
                  <a:cubicBezTo>
                    <a:pt x="9546" y="2049"/>
                    <a:pt x="9704" y="2206"/>
                    <a:pt x="9704" y="2427"/>
                  </a:cubicBezTo>
                  <a:lnTo>
                    <a:pt x="9704" y="2773"/>
                  </a:lnTo>
                  <a:lnTo>
                    <a:pt x="756" y="2773"/>
                  </a:lnTo>
                  <a:lnTo>
                    <a:pt x="756" y="2427"/>
                  </a:lnTo>
                  <a:cubicBezTo>
                    <a:pt x="756" y="2206"/>
                    <a:pt x="914" y="2049"/>
                    <a:pt x="1103" y="2049"/>
                  </a:cubicBezTo>
                  <a:close/>
                  <a:moveTo>
                    <a:pt x="8916" y="3498"/>
                  </a:moveTo>
                  <a:lnTo>
                    <a:pt x="8317" y="10681"/>
                  </a:lnTo>
                  <a:cubicBezTo>
                    <a:pt x="8317" y="10839"/>
                    <a:pt x="8160" y="10996"/>
                    <a:pt x="7971" y="10996"/>
                  </a:cubicBezTo>
                  <a:lnTo>
                    <a:pt x="2363" y="10996"/>
                  </a:lnTo>
                  <a:cubicBezTo>
                    <a:pt x="2174" y="10996"/>
                    <a:pt x="2048" y="10902"/>
                    <a:pt x="2016" y="10681"/>
                  </a:cubicBezTo>
                  <a:lnTo>
                    <a:pt x="1418" y="3498"/>
                  </a:lnTo>
                  <a:close/>
                  <a:moveTo>
                    <a:pt x="4285" y="1"/>
                  </a:moveTo>
                  <a:cubicBezTo>
                    <a:pt x="3875" y="1"/>
                    <a:pt x="3466" y="285"/>
                    <a:pt x="3308" y="726"/>
                  </a:cubicBezTo>
                  <a:lnTo>
                    <a:pt x="3088" y="1450"/>
                  </a:lnTo>
                  <a:lnTo>
                    <a:pt x="1040" y="1450"/>
                  </a:lnTo>
                  <a:cubicBezTo>
                    <a:pt x="473" y="1450"/>
                    <a:pt x="0" y="1923"/>
                    <a:pt x="0" y="2458"/>
                  </a:cubicBezTo>
                  <a:lnTo>
                    <a:pt x="0" y="3120"/>
                  </a:lnTo>
                  <a:cubicBezTo>
                    <a:pt x="0" y="3341"/>
                    <a:pt x="158" y="3498"/>
                    <a:pt x="347" y="3498"/>
                  </a:cubicBezTo>
                  <a:lnTo>
                    <a:pt x="725" y="3498"/>
                  </a:lnTo>
                  <a:lnTo>
                    <a:pt x="1292" y="10776"/>
                  </a:lnTo>
                  <a:cubicBezTo>
                    <a:pt x="1355" y="11311"/>
                    <a:pt x="1764" y="11721"/>
                    <a:pt x="2331" y="11721"/>
                  </a:cubicBezTo>
                  <a:lnTo>
                    <a:pt x="7908" y="11721"/>
                  </a:lnTo>
                  <a:cubicBezTo>
                    <a:pt x="8475" y="11721"/>
                    <a:pt x="8916" y="11311"/>
                    <a:pt x="8948" y="10776"/>
                  </a:cubicBezTo>
                  <a:lnTo>
                    <a:pt x="9546" y="3498"/>
                  </a:lnTo>
                  <a:lnTo>
                    <a:pt x="9893" y="3498"/>
                  </a:lnTo>
                  <a:cubicBezTo>
                    <a:pt x="10082" y="3498"/>
                    <a:pt x="10239" y="3341"/>
                    <a:pt x="10239" y="3120"/>
                  </a:cubicBezTo>
                  <a:lnTo>
                    <a:pt x="10239" y="2458"/>
                  </a:lnTo>
                  <a:cubicBezTo>
                    <a:pt x="10334" y="1860"/>
                    <a:pt x="9861" y="1450"/>
                    <a:pt x="9294" y="1450"/>
                  </a:cubicBezTo>
                  <a:lnTo>
                    <a:pt x="7246" y="1450"/>
                  </a:lnTo>
                  <a:lnTo>
                    <a:pt x="7026" y="726"/>
                  </a:lnTo>
                  <a:cubicBezTo>
                    <a:pt x="6868" y="285"/>
                    <a:pt x="6490" y="1"/>
                    <a:pt x="6018" y="1"/>
                  </a:cubicBezTo>
                  <a:close/>
                </a:path>
              </a:pathLst>
            </a:custGeom>
            <a:grpFill/>
            <a:ln>
              <a:noFill/>
            </a:ln>
          </p:spPr>
          <p:txBody>
            <a:bodyPr spcFirstLastPara="1" wrap="square" lIns="62728" tIns="62728" rIns="62728" bIns="62728" anchor="ctr" anchorCtr="0">
              <a:noAutofit/>
            </a:bodyPr>
            <a:lstStyle/>
            <a:p>
              <a:endParaRPr sz="764"/>
            </a:p>
          </p:txBody>
        </p:sp>
        <p:sp>
          <p:nvSpPr>
            <p:cNvPr id="241" name="Google Shape;8399;p67">
              <a:extLst>
                <a:ext uri="{FF2B5EF4-FFF2-40B4-BE49-F238E27FC236}">
                  <a16:creationId xmlns:a16="http://schemas.microsoft.com/office/drawing/2014/main" id="{5E1B03DC-E172-4ED8-9E9A-A867DB56598A}"/>
                </a:ext>
              </a:extLst>
            </p:cNvPr>
            <p:cNvSpPr/>
            <p:nvPr/>
          </p:nvSpPr>
          <p:spPr>
            <a:xfrm>
              <a:off x="-3408575" y="2509750"/>
              <a:ext cx="17350" cy="154400"/>
            </a:xfrm>
            <a:custGeom>
              <a:avLst/>
              <a:gdLst/>
              <a:ahLst/>
              <a:cxnLst/>
              <a:rect l="l" t="t" r="r" b="b"/>
              <a:pathLst>
                <a:path w="694" h="6176" extrusionOk="0">
                  <a:moveTo>
                    <a:pt x="347" y="1"/>
                  </a:moveTo>
                  <a:cubicBezTo>
                    <a:pt x="158" y="1"/>
                    <a:pt x="0" y="158"/>
                    <a:pt x="0" y="347"/>
                  </a:cubicBezTo>
                  <a:lnTo>
                    <a:pt x="0" y="5829"/>
                  </a:lnTo>
                  <a:cubicBezTo>
                    <a:pt x="0" y="6018"/>
                    <a:pt x="158" y="6176"/>
                    <a:pt x="347" y="6176"/>
                  </a:cubicBezTo>
                  <a:cubicBezTo>
                    <a:pt x="536" y="6176"/>
                    <a:pt x="693" y="6018"/>
                    <a:pt x="693" y="5829"/>
                  </a:cubicBezTo>
                  <a:lnTo>
                    <a:pt x="693" y="347"/>
                  </a:lnTo>
                  <a:cubicBezTo>
                    <a:pt x="693"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242" name="Google Shape;8400;p67">
              <a:extLst>
                <a:ext uri="{FF2B5EF4-FFF2-40B4-BE49-F238E27FC236}">
                  <a16:creationId xmlns:a16="http://schemas.microsoft.com/office/drawing/2014/main" id="{EDFDD629-6A06-48FD-AFF8-3C252B03B125}"/>
                </a:ext>
              </a:extLst>
            </p:cNvPr>
            <p:cNvSpPr/>
            <p:nvPr/>
          </p:nvSpPr>
          <p:spPr>
            <a:xfrm>
              <a:off x="-3357400" y="2509750"/>
              <a:ext cx="17350" cy="154400"/>
            </a:xfrm>
            <a:custGeom>
              <a:avLst/>
              <a:gdLst/>
              <a:ahLst/>
              <a:cxnLst/>
              <a:rect l="l" t="t" r="r" b="b"/>
              <a:pathLst>
                <a:path w="694" h="6176" extrusionOk="0">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243" name="Google Shape;8401;p67">
              <a:extLst>
                <a:ext uri="{FF2B5EF4-FFF2-40B4-BE49-F238E27FC236}">
                  <a16:creationId xmlns:a16="http://schemas.microsoft.com/office/drawing/2014/main" id="{227A4295-AFA5-4AE1-B2C8-96E3BC65EE6F}"/>
                </a:ext>
              </a:extLst>
            </p:cNvPr>
            <p:cNvSpPr/>
            <p:nvPr/>
          </p:nvSpPr>
          <p:spPr>
            <a:xfrm>
              <a:off x="-3306200" y="2509750"/>
              <a:ext cx="17350" cy="154400"/>
            </a:xfrm>
            <a:custGeom>
              <a:avLst/>
              <a:gdLst/>
              <a:ahLst/>
              <a:cxnLst/>
              <a:rect l="l" t="t" r="r" b="b"/>
              <a:pathLst>
                <a:path w="694" h="6176" extrusionOk="0">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12" name="Google Shape;8402;p67">
            <a:extLst>
              <a:ext uri="{FF2B5EF4-FFF2-40B4-BE49-F238E27FC236}">
                <a16:creationId xmlns:a16="http://schemas.microsoft.com/office/drawing/2014/main" id="{C048793F-A8BD-49A8-A975-B7EFBA19610A}"/>
              </a:ext>
            </a:extLst>
          </p:cNvPr>
          <p:cNvGrpSpPr/>
          <p:nvPr/>
        </p:nvGrpSpPr>
        <p:grpSpPr>
          <a:xfrm>
            <a:off x="8728056" y="2076102"/>
            <a:ext cx="145299" cy="225521"/>
            <a:chOff x="-3443250" y="2765725"/>
            <a:chExt cx="188275" cy="292225"/>
          </a:xfrm>
          <a:solidFill>
            <a:schemeClr val="tx1"/>
          </a:solidFill>
        </p:grpSpPr>
        <p:sp>
          <p:nvSpPr>
            <p:cNvPr id="236" name="Google Shape;8403;p67">
              <a:extLst>
                <a:ext uri="{FF2B5EF4-FFF2-40B4-BE49-F238E27FC236}">
                  <a16:creationId xmlns:a16="http://schemas.microsoft.com/office/drawing/2014/main" id="{B0C978EB-B1D7-41FD-822E-F734BE88EFF6}"/>
                </a:ext>
              </a:extLst>
            </p:cNvPr>
            <p:cNvSpPr/>
            <p:nvPr/>
          </p:nvSpPr>
          <p:spPr>
            <a:xfrm>
              <a:off x="-3443250" y="2765725"/>
              <a:ext cx="188275" cy="292225"/>
            </a:xfrm>
            <a:custGeom>
              <a:avLst/>
              <a:gdLst/>
              <a:ahLst/>
              <a:cxnLst/>
              <a:rect l="l" t="t" r="r" b="b"/>
              <a:pathLst>
                <a:path w="7531" h="11689" extrusionOk="0">
                  <a:moveTo>
                    <a:pt x="6491" y="662"/>
                  </a:moveTo>
                  <a:cubicBezTo>
                    <a:pt x="6711" y="662"/>
                    <a:pt x="6869" y="820"/>
                    <a:pt x="6869" y="1009"/>
                  </a:cubicBezTo>
                  <a:lnTo>
                    <a:pt x="6869" y="7908"/>
                  </a:lnTo>
                  <a:cubicBezTo>
                    <a:pt x="6869" y="8097"/>
                    <a:pt x="6711" y="8255"/>
                    <a:pt x="6491" y="8255"/>
                  </a:cubicBezTo>
                  <a:lnTo>
                    <a:pt x="1040" y="8255"/>
                  </a:lnTo>
                  <a:cubicBezTo>
                    <a:pt x="851" y="8255"/>
                    <a:pt x="694" y="8097"/>
                    <a:pt x="694" y="7908"/>
                  </a:cubicBezTo>
                  <a:lnTo>
                    <a:pt x="694" y="1009"/>
                  </a:lnTo>
                  <a:cubicBezTo>
                    <a:pt x="694" y="820"/>
                    <a:pt x="851" y="662"/>
                    <a:pt x="1040" y="662"/>
                  </a:cubicBezTo>
                  <a:close/>
                  <a:moveTo>
                    <a:pt x="4821" y="8948"/>
                  </a:moveTo>
                  <a:lnTo>
                    <a:pt x="4821" y="10996"/>
                  </a:lnTo>
                  <a:lnTo>
                    <a:pt x="2773" y="10996"/>
                  </a:lnTo>
                  <a:lnTo>
                    <a:pt x="2773" y="8948"/>
                  </a:lnTo>
                  <a:close/>
                  <a:moveTo>
                    <a:pt x="1040" y="1"/>
                  </a:moveTo>
                  <a:cubicBezTo>
                    <a:pt x="473" y="1"/>
                    <a:pt x="1" y="473"/>
                    <a:pt x="1" y="1009"/>
                  </a:cubicBezTo>
                  <a:lnTo>
                    <a:pt x="1" y="7908"/>
                  </a:lnTo>
                  <a:cubicBezTo>
                    <a:pt x="1" y="8475"/>
                    <a:pt x="473" y="8917"/>
                    <a:pt x="1040" y="8917"/>
                  </a:cubicBezTo>
                  <a:lnTo>
                    <a:pt x="2049" y="8917"/>
                  </a:lnTo>
                  <a:lnTo>
                    <a:pt x="2049" y="10964"/>
                  </a:lnTo>
                  <a:lnTo>
                    <a:pt x="1040" y="10964"/>
                  </a:lnTo>
                  <a:cubicBezTo>
                    <a:pt x="851" y="10964"/>
                    <a:pt x="694" y="11122"/>
                    <a:pt x="694" y="11342"/>
                  </a:cubicBezTo>
                  <a:cubicBezTo>
                    <a:pt x="694" y="11531"/>
                    <a:pt x="851" y="11689"/>
                    <a:pt x="1040" y="11689"/>
                  </a:cubicBezTo>
                  <a:lnTo>
                    <a:pt x="6491" y="11689"/>
                  </a:lnTo>
                  <a:cubicBezTo>
                    <a:pt x="6711" y="11689"/>
                    <a:pt x="6869" y="11531"/>
                    <a:pt x="6869" y="11342"/>
                  </a:cubicBezTo>
                  <a:cubicBezTo>
                    <a:pt x="6869" y="11122"/>
                    <a:pt x="6711" y="10964"/>
                    <a:pt x="6491" y="10964"/>
                  </a:cubicBezTo>
                  <a:lnTo>
                    <a:pt x="5483" y="10964"/>
                  </a:lnTo>
                  <a:lnTo>
                    <a:pt x="5483" y="8917"/>
                  </a:lnTo>
                  <a:lnTo>
                    <a:pt x="6491" y="8917"/>
                  </a:lnTo>
                  <a:cubicBezTo>
                    <a:pt x="7058" y="8917"/>
                    <a:pt x="7531" y="8475"/>
                    <a:pt x="7531" y="7908"/>
                  </a:cubicBezTo>
                  <a:lnTo>
                    <a:pt x="7531" y="1009"/>
                  </a:lnTo>
                  <a:cubicBezTo>
                    <a:pt x="7531" y="442"/>
                    <a:pt x="7089" y="1"/>
                    <a:pt x="6491" y="1"/>
                  </a:cubicBezTo>
                  <a:close/>
                </a:path>
              </a:pathLst>
            </a:custGeom>
            <a:grpFill/>
            <a:ln>
              <a:noFill/>
            </a:ln>
          </p:spPr>
          <p:txBody>
            <a:bodyPr spcFirstLastPara="1" wrap="square" lIns="62728" tIns="62728" rIns="62728" bIns="62728" anchor="ctr" anchorCtr="0">
              <a:noAutofit/>
            </a:bodyPr>
            <a:lstStyle/>
            <a:p>
              <a:endParaRPr sz="764"/>
            </a:p>
          </p:txBody>
        </p:sp>
        <p:sp>
          <p:nvSpPr>
            <p:cNvPr id="237" name="Google Shape;8404;p67">
              <a:extLst>
                <a:ext uri="{FF2B5EF4-FFF2-40B4-BE49-F238E27FC236}">
                  <a16:creationId xmlns:a16="http://schemas.microsoft.com/office/drawing/2014/main" id="{E73A0367-D09E-4426-8FA7-70D49991FBB7}"/>
                </a:ext>
              </a:extLst>
            </p:cNvPr>
            <p:cNvSpPr/>
            <p:nvPr/>
          </p:nvSpPr>
          <p:spPr>
            <a:xfrm>
              <a:off x="-3411725" y="2799375"/>
              <a:ext cx="124450" cy="86100"/>
            </a:xfrm>
            <a:custGeom>
              <a:avLst/>
              <a:gdLst/>
              <a:ahLst/>
              <a:cxnLst/>
              <a:rect l="l" t="t" r="r" b="b"/>
              <a:pathLst>
                <a:path w="4978" h="3444" extrusionOk="0">
                  <a:moveTo>
                    <a:pt x="1859" y="1144"/>
                  </a:moveTo>
                  <a:lnTo>
                    <a:pt x="2678" y="2750"/>
                  </a:lnTo>
                  <a:lnTo>
                    <a:pt x="1040" y="2750"/>
                  </a:lnTo>
                  <a:lnTo>
                    <a:pt x="1859" y="1144"/>
                  </a:lnTo>
                  <a:close/>
                  <a:moveTo>
                    <a:pt x="3151" y="1049"/>
                  </a:moveTo>
                  <a:lnTo>
                    <a:pt x="4033" y="2782"/>
                  </a:lnTo>
                  <a:lnTo>
                    <a:pt x="3403" y="2782"/>
                  </a:lnTo>
                  <a:lnTo>
                    <a:pt x="3403" y="2750"/>
                  </a:lnTo>
                  <a:lnTo>
                    <a:pt x="2804" y="1553"/>
                  </a:lnTo>
                  <a:lnTo>
                    <a:pt x="3151" y="1049"/>
                  </a:lnTo>
                  <a:close/>
                  <a:moveTo>
                    <a:pt x="3213" y="1"/>
                  </a:moveTo>
                  <a:cubicBezTo>
                    <a:pt x="3110" y="1"/>
                    <a:pt x="3003" y="48"/>
                    <a:pt x="2930" y="135"/>
                  </a:cubicBezTo>
                  <a:lnTo>
                    <a:pt x="2457" y="829"/>
                  </a:lnTo>
                  <a:lnTo>
                    <a:pt x="2142" y="198"/>
                  </a:lnTo>
                  <a:cubicBezTo>
                    <a:pt x="2079" y="72"/>
                    <a:pt x="1961" y="9"/>
                    <a:pt x="1839" y="9"/>
                  </a:cubicBezTo>
                  <a:cubicBezTo>
                    <a:pt x="1717" y="9"/>
                    <a:pt x="1591" y="72"/>
                    <a:pt x="1512" y="198"/>
                  </a:cubicBezTo>
                  <a:lnTo>
                    <a:pt x="126" y="2939"/>
                  </a:lnTo>
                  <a:cubicBezTo>
                    <a:pt x="0" y="3191"/>
                    <a:pt x="158" y="3443"/>
                    <a:pt x="441" y="3443"/>
                  </a:cubicBezTo>
                  <a:lnTo>
                    <a:pt x="4537" y="3443"/>
                  </a:lnTo>
                  <a:cubicBezTo>
                    <a:pt x="4757" y="3443"/>
                    <a:pt x="4978" y="3191"/>
                    <a:pt x="4852" y="2939"/>
                  </a:cubicBezTo>
                  <a:lnTo>
                    <a:pt x="3497" y="198"/>
                  </a:lnTo>
                  <a:cubicBezTo>
                    <a:pt x="3446" y="63"/>
                    <a:pt x="3332" y="1"/>
                    <a:pt x="3213" y="1"/>
                  </a:cubicBezTo>
                  <a:close/>
                </a:path>
              </a:pathLst>
            </a:custGeom>
            <a:grpFill/>
            <a:ln>
              <a:noFill/>
            </a:ln>
          </p:spPr>
          <p:txBody>
            <a:bodyPr spcFirstLastPara="1" wrap="square" lIns="62728" tIns="62728" rIns="62728" bIns="62728" anchor="ctr" anchorCtr="0">
              <a:noAutofit/>
            </a:bodyPr>
            <a:lstStyle/>
            <a:p>
              <a:endParaRPr sz="764"/>
            </a:p>
          </p:txBody>
        </p:sp>
        <p:sp>
          <p:nvSpPr>
            <p:cNvPr id="238" name="Google Shape;8405;p67">
              <a:extLst>
                <a:ext uri="{FF2B5EF4-FFF2-40B4-BE49-F238E27FC236}">
                  <a16:creationId xmlns:a16="http://schemas.microsoft.com/office/drawing/2014/main" id="{5D5F68DF-DB53-44CA-971F-03F84713372F}"/>
                </a:ext>
              </a:extLst>
            </p:cNvPr>
            <p:cNvSpPr/>
            <p:nvPr/>
          </p:nvSpPr>
          <p:spPr>
            <a:xfrm>
              <a:off x="-3392825" y="2903575"/>
              <a:ext cx="86650" cy="17350"/>
            </a:xfrm>
            <a:custGeom>
              <a:avLst/>
              <a:gdLst/>
              <a:ahLst/>
              <a:cxnLst/>
              <a:rect l="l" t="t" r="r" b="b"/>
              <a:pathLst>
                <a:path w="3466" h="694" extrusionOk="0">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grpFill/>
            <a:ln>
              <a:noFill/>
            </a:ln>
          </p:spPr>
          <p:txBody>
            <a:bodyPr spcFirstLastPara="1" wrap="square" lIns="62728" tIns="62728" rIns="62728" bIns="62728" anchor="ctr" anchorCtr="0">
              <a:noAutofit/>
            </a:bodyPr>
            <a:lstStyle/>
            <a:p>
              <a:endParaRPr sz="764"/>
            </a:p>
          </p:txBody>
        </p:sp>
        <p:sp>
          <p:nvSpPr>
            <p:cNvPr id="239" name="Google Shape;8406;p67">
              <a:extLst>
                <a:ext uri="{FF2B5EF4-FFF2-40B4-BE49-F238E27FC236}">
                  <a16:creationId xmlns:a16="http://schemas.microsoft.com/office/drawing/2014/main" id="{9BE76E28-90BA-48CC-AFCB-550D977867DC}"/>
                </a:ext>
              </a:extLst>
            </p:cNvPr>
            <p:cNvSpPr/>
            <p:nvPr/>
          </p:nvSpPr>
          <p:spPr>
            <a:xfrm>
              <a:off x="-3392825" y="2938225"/>
              <a:ext cx="86650" cy="17350"/>
            </a:xfrm>
            <a:custGeom>
              <a:avLst/>
              <a:gdLst/>
              <a:ahLst/>
              <a:cxnLst/>
              <a:rect l="l" t="t" r="r" b="b"/>
              <a:pathLst>
                <a:path w="3466" h="694" extrusionOk="0">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13" name="Google Shape;8407;p67">
            <a:extLst>
              <a:ext uri="{FF2B5EF4-FFF2-40B4-BE49-F238E27FC236}">
                <a16:creationId xmlns:a16="http://schemas.microsoft.com/office/drawing/2014/main" id="{4301D289-0F49-47D9-9253-13FE8AC1DEE9}"/>
              </a:ext>
            </a:extLst>
          </p:cNvPr>
          <p:cNvGrpSpPr/>
          <p:nvPr/>
        </p:nvGrpSpPr>
        <p:grpSpPr>
          <a:xfrm>
            <a:off x="10151680" y="1525399"/>
            <a:ext cx="198780" cy="226139"/>
            <a:chOff x="-1684475" y="2049000"/>
            <a:chExt cx="257575" cy="293025"/>
          </a:xfrm>
          <a:solidFill>
            <a:schemeClr val="tx1"/>
          </a:solidFill>
        </p:grpSpPr>
        <p:sp>
          <p:nvSpPr>
            <p:cNvPr id="232" name="Google Shape;8408;p67">
              <a:extLst>
                <a:ext uri="{FF2B5EF4-FFF2-40B4-BE49-F238E27FC236}">
                  <a16:creationId xmlns:a16="http://schemas.microsoft.com/office/drawing/2014/main" id="{E88A4A4E-5B52-411F-A24B-3A00C6B3062E}"/>
                </a:ext>
              </a:extLst>
            </p:cNvPr>
            <p:cNvSpPr/>
            <p:nvPr/>
          </p:nvSpPr>
          <p:spPr>
            <a:xfrm>
              <a:off x="-1684475" y="2049000"/>
              <a:ext cx="257575" cy="293025"/>
            </a:xfrm>
            <a:custGeom>
              <a:avLst/>
              <a:gdLst/>
              <a:ahLst/>
              <a:cxnLst/>
              <a:rect l="l" t="t" r="r" b="b"/>
              <a:pathLst>
                <a:path w="10303" h="11721" extrusionOk="0">
                  <a:moveTo>
                    <a:pt x="1355" y="693"/>
                  </a:moveTo>
                  <a:lnTo>
                    <a:pt x="1355" y="1387"/>
                  </a:lnTo>
                  <a:lnTo>
                    <a:pt x="694" y="1387"/>
                  </a:lnTo>
                  <a:lnTo>
                    <a:pt x="694" y="693"/>
                  </a:lnTo>
                  <a:close/>
                  <a:moveTo>
                    <a:pt x="9546" y="693"/>
                  </a:moveTo>
                  <a:lnTo>
                    <a:pt x="9546" y="1387"/>
                  </a:lnTo>
                  <a:lnTo>
                    <a:pt x="8885" y="1387"/>
                  </a:lnTo>
                  <a:lnTo>
                    <a:pt x="8885" y="693"/>
                  </a:lnTo>
                  <a:close/>
                  <a:moveTo>
                    <a:pt x="8223" y="1387"/>
                  </a:moveTo>
                  <a:lnTo>
                    <a:pt x="8223" y="1733"/>
                  </a:lnTo>
                  <a:cubicBezTo>
                    <a:pt x="8223" y="1922"/>
                    <a:pt x="8381" y="2080"/>
                    <a:pt x="8570" y="2080"/>
                  </a:cubicBezTo>
                  <a:lnTo>
                    <a:pt x="8916" y="2080"/>
                  </a:lnTo>
                  <a:lnTo>
                    <a:pt x="8916" y="9641"/>
                  </a:lnTo>
                  <a:lnTo>
                    <a:pt x="8538" y="9641"/>
                  </a:lnTo>
                  <a:cubicBezTo>
                    <a:pt x="8349" y="9641"/>
                    <a:pt x="8192" y="9798"/>
                    <a:pt x="8192" y="9987"/>
                  </a:cubicBezTo>
                  <a:lnTo>
                    <a:pt x="8192" y="10365"/>
                  </a:lnTo>
                  <a:lnTo>
                    <a:pt x="2080" y="10365"/>
                  </a:lnTo>
                  <a:lnTo>
                    <a:pt x="2080" y="9987"/>
                  </a:lnTo>
                  <a:cubicBezTo>
                    <a:pt x="2080" y="9798"/>
                    <a:pt x="1922" y="9641"/>
                    <a:pt x="1733" y="9641"/>
                  </a:cubicBezTo>
                  <a:lnTo>
                    <a:pt x="1355" y="9641"/>
                  </a:lnTo>
                  <a:lnTo>
                    <a:pt x="1355" y="2080"/>
                  </a:lnTo>
                  <a:lnTo>
                    <a:pt x="1733" y="2080"/>
                  </a:lnTo>
                  <a:cubicBezTo>
                    <a:pt x="1922" y="2080"/>
                    <a:pt x="2080" y="1922"/>
                    <a:pt x="2080" y="1733"/>
                  </a:cubicBezTo>
                  <a:lnTo>
                    <a:pt x="2080" y="1387"/>
                  </a:lnTo>
                  <a:close/>
                  <a:moveTo>
                    <a:pt x="1355" y="10365"/>
                  </a:moveTo>
                  <a:lnTo>
                    <a:pt x="1355" y="11027"/>
                  </a:lnTo>
                  <a:lnTo>
                    <a:pt x="694" y="11027"/>
                  </a:lnTo>
                  <a:lnTo>
                    <a:pt x="694" y="10365"/>
                  </a:lnTo>
                  <a:close/>
                  <a:moveTo>
                    <a:pt x="9609" y="10365"/>
                  </a:moveTo>
                  <a:lnTo>
                    <a:pt x="9609" y="11027"/>
                  </a:lnTo>
                  <a:lnTo>
                    <a:pt x="8916" y="11027"/>
                  </a:lnTo>
                  <a:lnTo>
                    <a:pt x="8916" y="10365"/>
                  </a:lnTo>
                  <a:close/>
                  <a:moveTo>
                    <a:pt x="347" y="0"/>
                  </a:moveTo>
                  <a:cubicBezTo>
                    <a:pt x="158" y="0"/>
                    <a:pt x="0" y="158"/>
                    <a:pt x="0" y="347"/>
                  </a:cubicBezTo>
                  <a:lnTo>
                    <a:pt x="0" y="1733"/>
                  </a:lnTo>
                  <a:cubicBezTo>
                    <a:pt x="0" y="1922"/>
                    <a:pt x="158" y="2080"/>
                    <a:pt x="347" y="2080"/>
                  </a:cubicBezTo>
                  <a:lnTo>
                    <a:pt x="694" y="2080"/>
                  </a:lnTo>
                  <a:lnTo>
                    <a:pt x="694" y="9641"/>
                  </a:lnTo>
                  <a:lnTo>
                    <a:pt x="347" y="9641"/>
                  </a:lnTo>
                  <a:cubicBezTo>
                    <a:pt x="158" y="9641"/>
                    <a:pt x="0" y="9798"/>
                    <a:pt x="0" y="9987"/>
                  </a:cubicBezTo>
                  <a:lnTo>
                    <a:pt x="0" y="11374"/>
                  </a:lnTo>
                  <a:cubicBezTo>
                    <a:pt x="0" y="11563"/>
                    <a:pt x="158" y="11720"/>
                    <a:pt x="347" y="11720"/>
                  </a:cubicBezTo>
                  <a:lnTo>
                    <a:pt x="1733" y="11720"/>
                  </a:lnTo>
                  <a:cubicBezTo>
                    <a:pt x="1922" y="11720"/>
                    <a:pt x="2080" y="11563"/>
                    <a:pt x="2080" y="11374"/>
                  </a:cubicBezTo>
                  <a:lnTo>
                    <a:pt x="2080" y="11027"/>
                  </a:lnTo>
                  <a:lnTo>
                    <a:pt x="8223" y="11027"/>
                  </a:lnTo>
                  <a:lnTo>
                    <a:pt x="8223" y="11374"/>
                  </a:lnTo>
                  <a:cubicBezTo>
                    <a:pt x="8223" y="11563"/>
                    <a:pt x="8381" y="11720"/>
                    <a:pt x="8570" y="11720"/>
                  </a:cubicBezTo>
                  <a:lnTo>
                    <a:pt x="9956" y="11720"/>
                  </a:lnTo>
                  <a:cubicBezTo>
                    <a:pt x="10145" y="11720"/>
                    <a:pt x="10303" y="11563"/>
                    <a:pt x="10303" y="11374"/>
                  </a:cubicBezTo>
                  <a:lnTo>
                    <a:pt x="10303" y="9987"/>
                  </a:lnTo>
                  <a:cubicBezTo>
                    <a:pt x="10303" y="9798"/>
                    <a:pt x="10145" y="9641"/>
                    <a:pt x="9956" y="9641"/>
                  </a:cubicBezTo>
                  <a:lnTo>
                    <a:pt x="9609" y="9641"/>
                  </a:lnTo>
                  <a:lnTo>
                    <a:pt x="9609" y="2080"/>
                  </a:lnTo>
                  <a:lnTo>
                    <a:pt x="9924" y="2080"/>
                  </a:lnTo>
                  <a:cubicBezTo>
                    <a:pt x="10113" y="2080"/>
                    <a:pt x="10271" y="1922"/>
                    <a:pt x="10271" y="1733"/>
                  </a:cubicBezTo>
                  <a:lnTo>
                    <a:pt x="10271" y="347"/>
                  </a:lnTo>
                  <a:cubicBezTo>
                    <a:pt x="10271" y="158"/>
                    <a:pt x="10113" y="0"/>
                    <a:pt x="9924" y="0"/>
                  </a:cubicBezTo>
                  <a:lnTo>
                    <a:pt x="8538" y="0"/>
                  </a:lnTo>
                  <a:cubicBezTo>
                    <a:pt x="8349" y="0"/>
                    <a:pt x="8192" y="158"/>
                    <a:pt x="8192" y="347"/>
                  </a:cubicBezTo>
                  <a:lnTo>
                    <a:pt x="8192" y="693"/>
                  </a:lnTo>
                  <a:lnTo>
                    <a:pt x="2080" y="693"/>
                  </a:lnTo>
                  <a:lnTo>
                    <a:pt x="2080" y="347"/>
                  </a:lnTo>
                  <a:cubicBezTo>
                    <a:pt x="2080" y="158"/>
                    <a:pt x="1922" y="0"/>
                    <a:pt x="1733" y="0"/>
                  </a:cubicBezTo>
                  <a:close/>
                </a:path>
              </a:pathLst>
            </a:custGeom>
            <a:grpFill/>
            <a:ln>
              <a:noFill/>
            </a:ln>
          </p:spPr>
          <p:txBody>
            <a:bodyPr spcFirstLastPara="1" wrap="square" lIns="62728" tIns="62728" rIns="62728" bIns="62728" anchor="ctr" anchorCtr="0">
              <a:noAutofit/>
            </a:bodyPr>
            <a:lstStyle/>
            <a:p>
              <a:endParaRPr sz="764"/>
            </a:p>
          </p:txBody>
        </p:sp>
        <p:sp>
          <p:nvSpPr>
            <p:cNvPr id="233" name="Google Shape;8409;p67">
              <a:extLst>
                <a:ext uri="{FF2B5EF4-FFF2-40B4-BE49-F238E27FC236}">
                  <a16:creationId xmlns:a16="http://schemas.microsoft.com/office/drawing/2014/main" id="{FDD4FC11-FE66-4E56-BA3D-CEFF37FC45A5}"/>
                </a:ext>
              </a:extLst>
            </p:cNvPr>
            <p:cNvSpPr/>
            <p:nvPr/>
          </p:nvSpPr>
          <p:spPr>
            <a:xfrm>
              <a:off x="-1615950" y="2238800"/>
              <a:ext cx="120525" cy="18150"/>
            </a:xfrm>
            <a:custGeom>
              <a:avLst/>
              <a:gdLst/>
              <a:ahLst/>
              <a:cxnLst/>
              <a:rect l="l" t="t" r="r" b="b"/>
              <a:pathLst>
                <a:path w="4821" h="726" extrusionOk="0">
                  <a:moveTo>
                    <a:pt x="347" y="1"/>
                  </a:moveTo>
                  <a:cubicBezTo>
                    <a:pt x="158" y="1"/>
                    <a:pt x="0" y="159"/>
                    <a:pt x="0" y="348"/>
                  </a:cubicBezTo>
                  <a:cubicBezTo>
                    <a:pt x="0" y="568"/>
                    <a:pt x="158" y="726"/>
                    <a:pt x="347" y="726"/>
                  </a:cubicBezTo>
                  <a:lnTo>
                    <a:pt x="4443" y="726"/>
                  </a:lnTo>
                  <a:cubicBezTo>
                    <a:pt x="4663" y="726"/>
                    <a:pt x="4821" y="568"/>
                    <a:pt x="4821" y="348"/>
                  </a:cubicBezTo>
                  <a:cubicBezTo>
                    <a:pt x="4821" y="159"/>
                    <a:pt x="4663" y="1"/>
                    <a:pt x="4443" y="1"/>
                  </a:cubicBezTo>
                  <a:close/>
                </a:path>
              </a:pathLst>
            </a:custGeom>
            <a:grpFill/>
            <a:ln>
              <a:noFill/>
            </a:ln>
          </p:spPr>
          <p:txBody>
            <a:bodyPr spcFirstLastPara="1" wrap="square" lIns="62728" tIns="62728" rIns="62728" bIns="62728" anchor="ctr" anchorCtr="0">
              <a:noAutofit/>
            </a:bodyPr>
            <a:lstStyle/>
            <a:p>
              <a:endParaRPr sz="764"/>
            </a:p>
          </p:txBody>
        </p:sp>
        <p:sp>
          <p:nvSpPr>
            <p:cNvPr id="234" name="Google Shape;8410;p67">
              <a:extLst>
                <a:ext uri="{FF2B5EF4-FFF2-40B4-BE49-F238E27FC236}">
                  <a16:creationId xmlns:a16="http://schemas.microsoft.com/office/drawing/2014/main" id="{4CAE3AFF-8350-4DAD-8999-83868ADF5AAE}"/>
                </a:ext>
              </a:extLst>
            </p:cNvPr>
            <p:cNvSpPr/>
            <p:nvPr/>
          </p:nvSpPr>
          <p:spPr>
            <a:xfrm>
              <a:off x="-1615950" y="2273475"/>
              <a:ext cx="120525" cy="17350"/>
            </a:xfrm>
            <a:custGeom>
              <a:avLst/>
              <a:gdLst/>
              <a:ahLst/>
              <a:cxnLst/>
              <a:rect l="l" t="t" r="r" b="b"/>
              <a:pathLst>
                <a:path w="4821" h="694" extrusionOk="0">
                  <a:moveTo>
                    <a:pt x="347" y="0"/>
                  </a:moveTo>
                  <a:cubicBezTo>
                    <a:pt x="158" y="0"/>
                    <a:pt x="0" y="158"/>
                    <a:pt x="0" y="347"/>
                  </a:cubicBezTo>
                  <a:cubicBezTo>
                    <a:pt x="0" y="536"/>
                    <a:pt x="158" y="693"/>
                    <a:pt x="347" y="693"/>
                  </a:cubicBezTo>
                  <a:lnTo>
                    <a:pt x="4443" y="693"/>
                  </a:lnTo>
                  <a:cubicBezTo>
                    <a:pt x="4663" y="693"/>
                    <a:pt x="4821" y="536"/>
                    <a:pt x="4821" y="347"/>
                  </a:cubicBezTo>
                  <a:cubicBezTo>
                    <a:pt x="4821" y="158"/>
                    <a:pt x="4663" y="0"/>
                    <a:pt x="4443" y="0"/>
                  </a:cubicBezTo>
                  <a:close/>
                </a:path>
              </a:pathLst>
            </a:custGeom>
            <a:grpFill/>
            <a:ln>
              <a:noFill/>
            </a:ln>
          </p:spPr>
          <p:txBody>
            <a:bodyPr spcFirstLastPara="1" wrap="square" lIns="62728" tIns="62728" rIns="62728" bIns="62728" anchor="ctr" anchorCtr="0">
              <a:noAutofit/>
            </a:bodyPr>
            <a:lstStyle/>
            <a:p>
              <a:endParaRPr sz="764"/>
            </a:p>
          </p:txBody>
        </p:sp>
        <p:sp>
          <p:nvSpPr>
            <p:cNvPr id="235" name="Google Shape;8411;p67">
              <a:extLst>
                <a:ext uri="{FF2B5EF4-FFF2-40B4-BE49-F238E27FC236}">
                  <a16:creationId xmlns:a16="http://schemas.microsoft.com/office/drawing/2014/main" id="{4F3474C7-4C97-4FD8-86E8-97B94B694061}"/>
                </a:ext>
              </a:extLst>
            </p:cNvPr>
            <p:cNvSpPr/>
            <p:nvPr/>
          </p:nvSpPr>
          <p:spPr>
            <a:xfrm>
              <a:off x="-1630925" y="2100975"/>
              <a:ext cx="153625" cy="116600"/>
            </a:xfrm>
            <a:custGeom>
              <a:avLst/>
              <a:gdLst/>
              <a:ahLst/>
              <a:cxnLst/>
              <a:rect l="l" t="t" r="r" b="b"/>
              <a:pathLst>
                <a:path w="6145" h="4664" extrusionOk="0">
                  <a:moveTo>
                    <a:pt x="4695" y="662"/>
                  </a:moveTo>
                  <a:lnTo>
                    <a:pt x="2994" y="1985"/>
                  </a:lnTo>
                  <a:lnTo>
                    <a:pt x="1261" y="662"/>
                  </a:lnTo>
                  <a:close/>
                  <a:moveTo>
                    <a:pt x="599" y="1040"/>
                  </a:moveTo>
                  <a:lnTo>
                    <a:pt x="2427" y="2395"/>
                  </a:lnTo>
                  <a:lnTo>
                    <a:pt x="599" y="3781"/>
                  </a:lnTo>
                  <a:lnTo>
                    <a:pt x="599" y="1040"/>
                  </a:lnTo>
                  <a:close/>
                  <a:moveTo>
                    <a:pt x="5357" y="1040"/>
                  </a:moveTo>
                  <a:lnTo>
                    <a:pt x="5357" y="3781"/>
                  </a:lnTo>
                  <a:lnTo>
                    <a:pt x="3561" y="2395"/>
                  </a:lnTo>
                  <a:lnTo>
                    <a:pt x="5357" y="1040"/>
                  </a:lnTo>
                  <a:close/>
                  <a:moveTo>
                    <a:pt x="2994" y="2836"/>
                  </a:moveTo>
                  <a:lnTo>
                    <a:pt x="4695" y="4128"/>
                  </a:lnTo>
                  <a:lnTo>
                    <a:pt x="1292" y="4128"/>
                  </a:lnTo>
                  <a:lnTo>
                    <a:pt x="2994" y="2836"/>
                  </a:lnTo>
                  <a:close/>
                  <a:moveTo>
                    <a:pt x="316" y="1"/>
                  </a:moveTo>
                  <a:cubicBezTo>
                    <a:pt x="158" y="1"/>
                    <a:pt x="1" y="127"/>
                    <a:pt x="1" y="284"/>
                  </a:cubicBezTo>
                  <a:lnTo>
                    <a:pt x="1" y="4380"/>
                  </a:lnTo>
                  <a:cubicBezTo>
                    <a:pt x="64" y="4506"/>
                    <a:pt x="127" y="4600"/>
                    <a:pt x="253" y="4663"/>
                  </a:cubicBezTo>
                  <a:lnTo>
                    <a:pt x="5798" y="4663"/>
                  </a:lnTo>
                  <a:cubicBezTo>
                    <a:pt x="5955" y="4663"/>
                    <a:pt x="6113" y="4537"/>
                    <a:pt x="6144" y="4317"/>
                  </a:cubicBezTo>
                  <a:lnTo>
                    <a:pt x="6081" y="316"/>
                  </a:lnTo>
                  <a:cubicBezTo>
                    <a:pt x="6081" y="158"/>
                    <a:pt x="5955" y="32"/>
                    <a:pt x="5798" y="1"/>
                  </a:cubicBezTo>
                  <a:close/>
                </a:path>
              </a:pathLst>
            </a:custGeom>
            <a:grpFill/>
            <a:ln>
              <a:noFill/>
            </a:ln>
          </p:spPr>
          <p:txBody>
            <a:bodyPr spcFirstLastPara="1" wrap="square" lIns="62728" tIns="62728" rIns="62728" bIns="62728" anchor="ctr" anchorCtr="0">
              <a:noAutofit/>
            </a:bodyPr>
            <a:lstStyle/>
            <a:p>
              <a:endParaRPr sz="764"/>
            </a:p>
          </p:txBody>
        </p:sp>
      </p:grpSp>
      <p:sp>
        <p:nvSpPr>
          <p:cNvPr id="214" name="Google Shape;8412;p67">
            <a:extLst>
              <a:ext uri="{FF2B5EF4-FFF2-40B4-BE49-F238E27FC236}">
                <a16:creationId xmlns:a16="http://schemas.microsoft.com/office/drawing/2014/main" id="{44263B6E-9FBA-4475-BA9D-4061453D096A}"/>
              </a:ext>
            </a:extLst>
          </p:cNvPr>
          <p:cNvSpPr/>
          <p:nvPr/>
        </p:nvSpPr>
        <p:spPr>
          <a:xfrm>
            <a:off x="10133466" y="1797983"/>
            <a:ext cx="235245" cy="225232"/>
          </a:xfrm>
          <a:custGeom>
            <a:avLst/>
            <a:gdLst/>
            <a:ahLst/>
            <a:cxnLst/>
            <a:rect l="l" t="t" r="r" b="b"/>
            <a:pathLst>
              <a:path w="12193" h="11674" extrusionOk="0">
                <a:moveTo>
                  <a:pt x="9483" y="1174"/>
                </a:moveTo>
                <a:lnTo>
                  <a:pt x="9483" y="2308"/>
                </a:lnTo>
                <a:cubicBezTo>
                  <a:pt x="9483" y="2497"/>
                  <a:pt x="9641" y="2655"/>
                  <a:pt x="9830" y="2655"/>
                </a:cubicBezTo>
                <a:lnTo>
                  <a:pt x="10901" y="2655"/>
                </a:lnTo>
                <a:lnTo>
                  <a:pt x="9515" y="4041"/>
                </a:lnTo>
                <a:lnTo>
                  <a:pt x="8097" y="4041"/>
                </a:lnTo>
                <a:lnTo>
                  <a:pt x="8097" y="2560"/>
                </a:lnTo>
                <a:lnTo>
                  <a:pt x="9483" y="1174"/>
                </a:lnTo>
                <a:close/>
                <a:moveTo>
                  <a:pt x="4885" y="6181"/>
                </a:moveTo>
                <a:cubicBezTo>
                  <a:pt x="5033" y="6181"/>
                  <a:pt x="5183" y="6212"/>
                  <a:pt x="5325" y="6278"/>
                </a:cubicBezTo>
                <a:lnTo>
                  <a:pt x="4600" y="7003"/>
                </a:lnTo>
                <a:cubicBezTo>
                  <a:pt x="4474" y="7129"/>
                  <a:pt x="4474" y="7349"/>
                  <a:pt x="4600" y="7475"/>
                </a:cubicBezTo>
                <a:cubicBezTo>
                  <a:pt x="4663" y="7538"/>
                  <a:pt x="4750" y="7570"/>
                  <a:pt x="4836" y="7570"/>
                </a:cubicBezTo>
                <a:cubicBezTo>
                  <a:pt x="4923" y="7570"/>
                  <a:pt x="5010" y="7538"/>
                  <a:pt x="5073" y="7475"/>
                </a:cubicBezTo>
                <a:lnTo>
                  <a:pt x="5797" y="6751"/>
                </a:lnTo>
                <a:lnTo>
                  <a:pt x="5797" y="6751"/>
                </a:lnTo>
                <a:cubicBezTo>
                  <a:pt x="5986" y="7160"/>
                  <a:pt x="5892" y="7633"/>
                  <a:pt x="5577" y="7948"/>
                </a:cubicBezTo>
                <a:cubicBezTo>
                  <a:pt x="5388" y="8137"/>
                  <a:pt x="5128" y="8231"/>
                  <a:pt x="4864" y="8231"/>
                </a:cubicBezTo>
                <a:cubicBezTo>
                  <a:pt x="4600" y="8231"/>
                  <a:pt x="4332" y="8137"/>
                  <a:pt x="4127" y="7948"/>
                </a:cubicBezTo>
                <a:cubicBezTo>
                  <a:pt x="3749" y="7538"/>
                  <a:pt x="3749" y="6877"/>
                  <a:pt x="4127" y="6499"/>
                </a:cubicBezTo>
                <a:cubicBezTo>
                  <a:pt x="4333" y="6293"/>
                  <a:pt x="4606" y="6181"/>
                  <a:pt x="4885" y="6181"/>
                </a:cubicBezTo>
                <a:close/>
                <a:moveTo>
                  <a:pt x="4897" y="4831"/>
                </a:moveTo>
                <a:cubicBezTo>
                  <a:pt x="5396" y="4831"/>
                  <a:pt x="5890" y="4990"/>
                  <a:pt x="6301" y="5301"/>
                </a:cubicBezTo>
                <a:lnTo>
                  <a:pt x="5829" y="5774"/>
                </a:lnTo>
                <a:cubicBezTo>
                  <a:pt x="5553" y="5590"/>
                  <a:pt x="5233" y="5499"/>
                  <a:pt x="4911" y="5499"/>
                </a:cubicBezTo>
                <a:cubicBezTo>
                  <a:pt x="4460" y="5499"/>
                  <a:pt x="4004" y="5677"/>
                  <a:pt x="3655" y="6026"/>
                </a:cubicBezTo>
                <a:cubicBezTo>
                  <a:pt x="2993" y="6688"/>
                  <a:pt x="2993" y="7790"/>
                  <a:pt x="3655" y="8420"/>
                </a:cubicBezTo>
                <a:cubicBezTo>
                  <a:pt x="3986" y="8751"/>
                  <a:pt x="4427" y="8917"/>
                  <a:pt x="4864" y="8917"/>
                </a:cubicBezTo>
                <a:cubicBezTo>
                  <a:pt x="5301" y="8917"/>
                  <a:pt x="5734" y="8751"/>
                  <a:pt x="6049" y="8420"/>
                </a:cubicBezTo>
                <a:cubicBezTo>
                  <a:pt x="6648" y="7822"/>
                  <a:pt x="6742" y="6908"/>
                  <a:pt x="6301" y="6246"/>
                </a:cubicBezTo>
                <a:lnTo>
                  <a:pt x="6774" y="5774"/>
                </a:lnTo>
                <a:lnTo>
                  <a:pt x="6774" y="5774"/>
                </a:lnTo>
                <a:cubicBezTo>
                  <a:pt x="7467" y="6719"/>
                  <a:pt x="7404" y="8074"/>
                  <a:pt x="6585" y="8924"/>
                </a:cubicBezTo>
                <a:cubicBezTo>
                  <a:pt x="6112" y="9397"/>
                  <a:pt x="5498" y="9633"/>
                  <a:pt x="4883" y="9633"/>
                </a:cubicBezTo>
                <a:cubicBezTo>
                  <a:pt x="4269" y="9633"/>
                  <a:pt x="3655" y="9397"/>
                  <a:pt x="3182" y="8924"/>
                </a:cubicBezTo>
                <a:cubicBezTo>
                  <a:pt x="2237" y="7979"/>
                  <a:pt x="2237" y="6499"/>
                  <a:pt x="3182" y="5553"/>
                </a:cubicBezTo>
                <a:cubicBezTo>
                  <a:pt x="3667" y="5068"/>
                  <a:pt x="4286" y="4831"/>
                  <a:pt x="4897" y="4831"/>
                </a:cubicBezTo>
                <a:close/>
                <a:moveTo>
                  <a:pt x="4873" y="3463"/>
                </a:moveTo>
                <a:cubicBezTo>
                  <a:pt x="5728" y="3463"/>
                  <a:pt x="6583" y="3748"/>
                  <a:pt x="7278" y="4325"/>
                </a:cubicBezTo>
                <a:lnTo>
                  <a:pt x="6805" y="4797"/>
                </a:lnTo>
                <a:cubicBezTo>
                  <a:pt x="6228" y="4353"/>
                  <a:pt x="5533" y="4125"/>
                  <a:pt x="4844" y="4125"/>
                </a:cubicBezTo>
                <a:cubicBezTo>
                  <a:pt x="4065" y="4125"/>
                  <a:pt x="3294" y="4416"/>
                  <a:pt x="2710" y="5018"/>
                </a:cubicBezTo>
                <a:cubicBezTo>
                  <a:pt x="1481" y="6246"/>
                  <a:pt x="1481" y="8168"/>
                  <a:pt x="2710" y="9397"/>
                </a:cubicBezTo>
                <a:cubicBezTo>
                  <a:pt x="3324" y="10011"/>
                  <a:pt x="4112" y="10318"/>
                  <a:pt x="4899" y="10318"/>
                </a:cubicBezTo>
                <a:cubicBezTo>
                  <a:pt x="5687" y="10318"/>
                  <a:pt x="6474" y="10011"/>
                  <a:pt x="7089" y="9397"/>
                </a:cubicBezTo>
                <a:cubicBezTo>
                  <a:pt x="8223" y="8263"/>
                  <a:pt x="8255" y="6467"/>
                  <a:pt x="7309" y="5301"/>
                </a:cubicBezTo>
                <a:lnTo>
                  <a:pt x="7782" y="4829"/>
                </a:lnTo>
                <a:lnTo>
                  <a:pt x="7782" y="4829"/>
                </a:lnTo>
                <a:cubicBezTo>
                  <a:pt x="8979" y="6278"/>
                  <a:pt x="8885" y="8483"/>
                  <a:pt x="7530" y="9870"/>
                </a:cubicBezTo>
                <a:cubicBezTo>
                  <a:pt x="6790" y="10594"/>
                  <a:pt x="5821" y="10956"/>
                  <a:pt x="4856" y="10956"/>
                </a:cubicBezTo>
                <a:cubicBezTo>
                  <a:pt x="3891" y="10956"/>
                  <a:pt x="2930" y="10594"/>
                  <a:pt x="2206" y="9870"/>
                </a:cubicBezTo>
                <a:cubicBezTo>
                  <a:pt x="756" y="8420"/>
                  <a:pt x="756" y="6026"/>
                  <a:pt x="2206" y="4545"/>
                </a:cubicBezTo>
                <a:cubicBezTo>
                  <a:pt x="2941" y="3827"/>
                  <a:pt x="3907" y="3463"/>
                  <a:pt x="4873" y="3463"/>
                </a:cubicBezTo>
                <a:close/>
                <a:moveTo>
                  <a:pt x="9899" y="0"/>
                </a:moveTo>
                <a:cubicBezTo>
                  <a:pt x="9813" y="0"/>
                  <a:pt x="9722" y="32"/>
                  <a:pt x="9641" y="103"/>
                </a:cubicBezTo>
                <a:lnTo>
                  <a:pt x="7561" y="2182"/>
                </a:lnTo>
                <a:cubicBezTo>
                  <a:pt x="7467" y="2277"/>
                  <a:pt x="7435" y="2340"/>
                  <a:pt x="7435" y="2434"/>
                </a:cubicBezTo>
                <a:lnTo>
                  <a:pt x="7435" y="3600"/>
                </a:lnTo>
                <a:cubicBezTo>
                  <a:pt x="6670" y="3071"/>
                  <a:pt x="5769" y="2807"/>
                  <a:pt x="4868" y="2807"/>
                </a:cubicBezTo>
                <a:cubicBezTo>
                  <a:pt x="3731" y="2807"/>
                  <a:pt x="2595" y="3229"/>
                  <a:pt x="1733" y="4073"/>
                </a:cubicBezTo>
                <a:cubicBezTo>
                  <a:pt x="0" y="5805"/>
                  <a:pt x="0" y="8641"/>
                  <a:pt x="1733" y="10374"/>
                </a:cubicBezTo>
                <a:cubicBezTo>
                  <a:pt x="2599" y="11240"/>
                  <a:pt x="3741" y="11673"/>
                  <a:pt x="4883" y="11673"/>
                </a:cubicBezTo>
                <a:cubicBezTo>
                  <a:pt x="6026" y="11673"/>
                  <a:pt x="7168" y="11240"/>
                  <a:pt x="8034" y="10374"/>
                </a:cubicBezTo>
                <a:cubicBezTo>
                  <a:pt x="9578" y="8861"/>
                  <a:pt x="9735" y="6436"/>
                  <a:pt x="8538" y="4703"/>
                </a:cubicBezTo>
                <a:lnTo>
                  <a:pt x="9672" y="4703"/>
                </a:lnTo>
                <a:cubicBezTo>
                  <a:pt x="9767" y="4703"/>
                  <a:pt x="9893" y="4671"/>
                  <a:pt x="9924" y="4608"/>
                </a:cubicBezTo>
                <a:lnTo>
                  <a:pt x="12004" y="2497"/>
                </a:lnTo>
                <a:cubicBezTo>
                  <a:pt x="12193" y="2308"/>
                  <a:pt x="12035" y="1962"/>
                  <a:pt x="11783" y="1962"/>
                </a:cubicBezTo>
                <a:lnTo>
                  <a:pt x="10239" y="1962"/>
                </a:lnTo>
                <a:lnTo>
                  <a:pt x="10239" y="355"/>
                </a:lnTo>
                <a:cubicBezTo>
                  <a:pt x="10239" y="141"/>
                  <a:pt x="10080" y="0"/>
                  <a:pt x="989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215" name="Google Shape;8413;p67">
            <a:extLst>
              <a:ext uri="{FF2B5EF4-FFF2-40B4-BE49-F238E27FC236}">
                <a16:creationId xmlns:a16="http://schemas.microsoft.com/office/drawing/2014/main" id="{2C15FDBD-CCEC-4F17-AFAD-CDBE666E3EB2}"/>
              </a:ext>
            </a:extLst>
          </p:cNvPr>
          <p:cNvGrpSpPr/>
          <p:nvPr/>
        </p:nvGrpSpPr>
        <p:grpSpPr>
          <a:xfrm>
            <a:off x="6642906" y="1801436"/>
            <a:ext cx="224923" cy="225521"/>
            <a:chOff x="-1700225" y="2768875"/>
            <a:chExt cx="291450" cy="292225"/>
          </a:xfrm>
          <a:solidFill>
            <a:schemeClr val="tx1"/>
          </a:solidFill>
        </p:grpSpPr>
        <p:sp>
          <p:nvSpPr>
            <p:cNvPr id="226" name="Google Shape;8414;p67">
              <a:extLst>
                <a:ext uri="{FF2B5EF4-FFF2-40B4-BE49-F238E27FC236}">
                  <a16:creationId xmlns:a16="http://schemas.microsoft.com/office/drawing/2014/main" id="{8AE9DDDB-2954-4BF0-A2E5-F413AE051925}"/>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62728" tIns="62728" rIns="62728" bIns="62728" anchor="ctr" anchorCtr="0">
              <a:noAutofit/>
            </a:bodyPr>
            <a:lstStyle/>
            <a:p>
              <a:endParaRPr sz="764"/>
            </a:p>
          </p:txBody>
        </p:sp>
        <p:sp>
          <p:nvSpPr>
            <p:cNvPr id="227" name="Google Shape;8415;p67">
              <a:extLst>
                <a:ext uri="{FF2B5EF4-FFF2-40B4-BE49-F238E27FC236}">
                  <a16:creationId xmlns:a16="http://schemas.microsoft.com/office/drawing/2014/main" id="{01E94C49-2EE2-438C-BC2C-B1FE740C0E1B}"/>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228" name="Google Shape;8416;p67">
              <a:extLst>
                <a:ext uri="{FF2B5EF4-FFF2-40B4-BE49-F238E27FC236}">
                  <a16:creationId xmlns:a16="http://schemas.microsoft.com/office/drawing/2014/main" id="{53D6964B-3996-478A-A472-5D03EE872025}"/>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229" name="Google Shape;8417;p67">
              <a:extLst>
                <a:ext uri="{FF2B5EF4-FFF2-40B4-BE49-F238E27FC236}">
                  <a16:creationId xmlns:a16="http://schemas.microsoft.com/office/drawing/2014/main" id="{90C923EC-001E-4888-B2C9-4C2ABB394C41}"/>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230" name="Google Shape;8418;p67">
              <a:extLst>
                <a:ext uri="{FF2B5EF4-FFF2-40B4-BE49-F238E27FC236}">
                  <a16:creationId xmlns:a16="http://schemas.microsoft.com/office/drawing/2014/main" id="{7D048081-2123-4F7E-93B9-273D348FBB28}"/>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62728" tIns="62728" rIns="62728" bIns="62728" anchor="ctr" anchorCtr="0">
              <a:noAutofit/>
            </a:bodyPr>
            <a:lstStyle/>
            <a:p>
              <a:endParaRPr sz="764"/>
            </a:p>
          </p:txBody>
        </p:sp>
        <p:sp>
          <p:nvSpPr>
            <p:cNvPr id="231" name="Google Shape;8419;p67">
              <a:extLst>
                <a:ext uri="{FF2B5EF4-FFF2-40B4-BE49-F238E27FC236}">
                  <a16:creationId xmlns:a16="http://schemas.microsoft.com/office/drawing/2014/main" id="{D7442EA4-6446-46BC-B17C-DADDD5183026}"/>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16" name="Google Shape;8420;p67">
            <a:extLst>
              <a:ext uri="{FF2B5EF4-FFF2-40B4-BE49-F238E27FC236}">
                <a16:creationId xmlns:a16="http://schemas.microsoft.com/office/drawing/2014/main" id="{BCCE1B3D-DF00-4868-8E8E-EBBF25E59C3C}"/>
              </a:ext>
            </a:extLst>
          </p:cNvPr>
          <p:cNvGrpSpPr/>
          <p:nvPr/>
        </p:nvGrpSpPr>
        <p:grpSpPr>
          <a:xfrm>
            <a:off x="10737544" y="1797553"/>
            <a:ext cx="198780" cy="226139"/>
            <a:chOff x="-919700" y="2420750"/>
            <a:chExt cx="257575" cy="293025"/>
          </a:xfrm>
          <a:solidFill>
            <a:schemeClr val="tx1"/>
          </a:solidFill>
        </p:grpSpPr>
        <p:sp>
          <p:nvSpPr>
            <p:cNvPr id="223" name="Google Shape;8421;p67">
              <a:extLst>
                <a:ext uri="{FF2B5EF4-FFF2-40B4-BE49-F238E27FC236}">
                  <a16:creationId xmlns:a16="http://schemas.microsoft.com/office/drawing/2014/main" id="{D199D092-2105-4F65-879D-79A389330816}"/>
                </a:ext>
              </a:extLst>
            </p:cNvPr>
            <p:cNvSpPr/>
            <p:nvPr/>
          </p:nvSpPr>
          <p:spPr>
            <a:xfrm>
              <a:off x="-884250" y="2490850"/>
              <a:ext cx="84300" cy="51225"/>
            </a:xfrm>
            <a:custGeom>
              <a:avLst/>
              <a:gdLst/>
              <a:ahLst/>
              <a:cxnLst/>
              <a:rect l="l" t="t" r="r" b="b"/>
              <a:pathLst>
                <a:path w="3372" h="2049" extrusionOk="0">
                  <a:moveTo>
                    <a:pt x="977" y="631"/>
                  </a:moveTo>
                  <a:cubicBezTo>
                    <a:pt x="1166" y="631"/>
                    <a:pt x="1324" y="788"/>
                    <a:pt x="1324" y="977"/>
                  </a:cubicBezTo>
                  <a:cubicBezTo>
                    <a:pt x="1324" y="1198"/>
                    <a:pt x="1166" y="1355"/>
                    <a:pt x="977" y="1355"/>
                  </a:cubicBezTo>
                  <a:cubicBezTo>
                    <a:pt x="788" y="1355"/>
                    <a:pt x="631" y="1198"/>
                    <a:pt x="631" y="977"/>
                  </a:cubicBezTo>
                  <a:cubicBezTo>
                    <a:pt x="631" y="788"/>
                    <a:pt x="788" y="631"/>
                    <a:pt x="977" y="631"/>
                  </a:cubicBezTo>
                  <a:close/>
                  <a:moveTo>
                    <a:pt x="2363" y="631"/>
                  </a:moveTo>
                  <a:cubicBezTo>
                    <a:pt x="2552" y="631"/>
                    <a:pt x="2710" y="788"/>
                    <a:pt x="2710" y="977"/>
                  </a:cubicBezTo>
                  <a:cubicBezTo>
                    <a:pt x="2710" y="1198"/>
                    <a:pt x="2552" y="1355"/>
                    <a:pt x="2363" y="1355"/>
                  </a:cubicBezTo>
                  <a:cubicBezTo>
                    <a:pt x="2174" y="1355"/>
                    <a:pt x="2017" y="1198"/>
                    <a:pt x="2017" y="977"/>
                  </a:cubicBezTo>
                  <a:cubicBezTo>
                    <a:pt x="2017" y="788"/>
                    <a:pt x="2174" y="631"/>
                    <a:pt x="2363" y="631"/>
                  </a:cubicBezTo>
                  <a:close/>
                  <a:moveTo>
                    <a:pt x="1009" y="1"/>
                  </a:moveTo>
                  <a:cubicBezTo>
                    <a:pt x="473" y="1"/>
                    <a:pt x="0" y="473"/>
                    <a:pt x="0" y="1040"/>
                  </a:cubicBezTo>
                  <a:cubicBezTo>
                    <a:pt x="0" y="1576"/>
                    <a:pt x="473" y="2048"/>
                    <a:pt x="1009" y="2048"/>
                  </a:cubicBezTo>
                  <a:cubicBezTo>
                    <a:pt x="1292" y="2048"/>
                    <a:pt x="1544" y="1922"/>
                    <a:pt x="1702" y="1765"/>
                  </a:cubicBezTo>
                  <a:cubicBezTo>
                    <a:pt x="1891" y="1922"/>
                    <a:pt x="2111" y="2048"/>
                    <a:pt x="2363" y="2048"/>
                  </a:cubicBezTo>
                  <a:cubicBezTo>
                    <a:pt x="2899" y="2048"/>
                    <a:pt x="3371" y="1576"/>
                    <a:pt x="3371" y="1040"/>
                  </a:cubicBezTo>
                  <a:cubicBezTo>
                    <a:pt x="3371" y="442"/>
                    <a:pt x="2899" y="1"/>
                    <a:pt x="2363" y="1"/>
                  </a:cubicBezTo>
                  <a:cubicBezTo>
                    <a:pt x="2080" y="1"/>
                    <a:pt x="1859" y="127"/>
                    <a:pt x="1702" y="284"/>
                  </a:cubicBezTo>
                  <a:cubicBezTo>
                    <a:pt x="1481" y="127"/>
                    <a:pt x="1261" y="1"/>
                    <a:pt x="1009" y="1"/>
                  </a:cubicBezTo>
                  <a:close/>
                </a:path>
              </a:pathLst>
            </a:custGeom>
            <a:grpFill/>
            <a:ln>
              <a:noFill/>
            </a:ln>
          </p:spPr>
          <p:txBody>
            <a:bodyPr spcFirstLastPara="1" wrap="square" lIns="62728" tIns="62728" rIns="62728" bIns="62728" anchor="ctr" anchorCtr="0">
              <a:noAutofit/>
            </a:bodyPr>
            <a:lstStyle/>
            <a:p>
              <a:endParaRPr sz="764"/>
            </a:p>
          </p:txBody>
        </p:sp>
        <p:sp>
          <p:nvSpPr>
            <p:cNvPr id="224" name="Google Shape;8422;p67">
              <a:extLst>
                <a:ext uri="{FF2B5EF4-FFF2-40B4-BE49-F238E27FC236}">
                  <a16:creationId xmlns:a16="http://schemas.microsoft.com/office/drawing/2014/main" id="{810E0DF3-DEEA-402C-ABA8-EE243521AEC1}"/>
                </a:ext>
              </a:extLst>
            </p:cNvPr>
            <p:cNvSpPr/>
            <p:nvPr/>
          </p:nvSpPr>
          <p:spPr>
            <a:xfrm>
              <a:off x="-919700" y="2420750"/>
              <a:ext cx="257575" cy="293025"/>
            </a:xfrm>
            <a:custGeom>
              <a:avLst/>
              <a:gdLst/>
              <a:ahLst/>
              <a:cxnLst/>
              <a:rect l="l" t="t" r="r" b="b"/>
              <a:pathLst>
                <a:path w="10303" h="11721" extrusionOk="0">
                  <a:moveTo>
                    <a:pt x="7152" y="694"/>
                  </a:moveTo>
                  <a:cubicBezTo>
                    <a:pt x="7373" y="694"/>
                    <a:pt x="7530" y="851"/>
                    <a:pt x="7530" y="1040"/>
                  </a:cubicBezTo>
                  <a:lnTo>
                    <a:pt x="7530" y="1418"/>
                  </a:lnTo>
                  <a:lnTo>
                    <a:pt x="662" y="1418"/>
                  </a:lnTo>
                  <a:lnTo>
                    <a:pt x="662" y="1040"/>
                  </a:lnTo>
                  <a:cubicBezTo>
                    <a:pt x="694" y="851"/>
                    <a:pt x="851" y="694"/>
                    <a:pt x="1009" y="694"/>
                  </a:cubicBezTo>
                  <a:close/>
                  <a:moveTo>
                    <a:pt x="7562" y="2111"/>
                  </a:moveTo>
                  <a:lnTo>
                    <a:pt x="7562" y="3403"/>
                  </a:lnTo>
                  <a:lnTo>
                    <a:pt x="7247" y="3088"/>
                  </a:lnTo>
                  <a:cubicBezTo>
                    <a:pt x="7042" y="2883"/>
                    <a:pt x="6784" y="2792"/>
                    <a:pt x="6528" y="2792"/>
                  </a:cubicBezTo>
                  <a:cubicBezTo>
                    <a:pt x="5999" y="2792"/>
                    <a:pt x="5483" y="3186"/>
                    <a:pt x="5483" y="3781"/>
                  </a:cubicBezTo>
                  <a:cubicBezTo>
                    <a:pt x="5483" y="4065"/>
                    <a:pt x="5577" y="4348"/>
                    <a:pt x="5798" y="4506"/>
                  </a:cubicBezTo>
                  <a:lnTo>
                    <a:pt x="6774" y="5482"/>
                  </a:lnTo>
                  <a:lnTo>
                    <a:pt x="1009" y="5482"/>
                  </a:lnTo>
                  <a:cubicBezTo>
                    <a:pt x="995" y="5485"/>
                    <a:pt x="982" y="5486"/>
                    <a:pt x="968" y="5486"/>
                  </a:cubicBezTo>
                  <a:cubicBezTo>
                    <a:pt x="825" y="5486"/>
                    <a:pt x="694" y="5340"/>
                    <a:pt x="694" y="5167"/>
                  </a:cubicBezTo>
                  <a:lnTo>
                    <a:pt x="694" y="2111"/>
                  </a:lnTo>
                  <a:close/>
                  <a:moveTo>
                    <a:pt x="8160" y="2584"/>
                  </a:moveTo>
                  <a:lnTo>
                    <a:pt x="9200" y="3624"/>
                  </a:lnTo>
                  <a:cubicBezTo>
                    <a:pt x="9421" y="3844"/>
                    <a:pt x="9515" y="4065"/>
                    <a:pt x="9515" y="4348"/>
                  </a:cubicBezTo>
                  <a:lnTo>
                    <a:pt x="9515" y="6900"/>
                  </a:lnTo>
                  <a:cubicBezTo>
                    <a:pt x="9515" y="7373"/>
                    <a:pt x="9358" y="7845"/>
                    <a:pt x="9043" y="8192"/>
                  </a:cubicBezTo>
                  <a:lnTo>
                    <a:pt x="5955" y="8192"/>
                  </a:lnTo>
                  <a:cubicBezTo>
                    <a:pt x="5640" y="7845"/>
                    <a:pt x="5483" y="7373"/>
                    <a:pt x="5483" y="6900"/>
                  </a:cubicBezTo>
                  <a:lnTo>
                    <a:pt x="5483" y="6144"/>
                  </a:lnTo>
                  <a:lnTo>
                    <a:pt x="6837" y="6144"/>
                  </a:lnTo>
                  <a:lnTo>
                    <a:pt x="6837" y="6207"/>
                  </a:lnTo>
                  <a:cubicBezTo>
                    <a:pt x="6837" y="6585"/>
                    <a:pt x="6900" y="6932"/>
                    <a:pt x="7089" y="7373"/>
                  </a:cubicBezTo>
                  <a:cubicBezTo>
                    <a:pt x="7135" y="7487"/>
                    <a:pt x="7263" y="7568"/>
                    <a:pt x="7403" y="7568"/>
                  </a:cubicBezTo>
                  <a:cubicBezTo>
                    <a:pt x="7455" y="7568"/>
                    <a:pt x="7510" y="7556"/>
                    <a:pt x="7562" y="7530"/>
                  </a:cubicBezTo>
                  <a:cubicBezTo>
                    <a:pt x="7719" y="7467"/>
                    <a:pt x="7782" y="7247"/>
                    <a:pt x="7719" y="7058"/>
                  </a:cubicBezTo>
                  <a:cubicBezTo>
                    <a:pt x="7593" y="6774"/>
                    <a:pt x="7530" y="6522"/>
                    <a:pt x="7530" y="6239"/>
                  </a:cubicBezTo>
                  <a:lnTo>
                    <a:pt x="7530" y="5451"/>
                  </a:lnTo>
                  <a:cubicBezTo>
                    <a:pt x="7530" y="5356"/>
                    <a:pt x="7467" y="5262"/>
                    <a:pt x="7404" y="5199"/>
                  </a:cubicBezTo>
                  <a:lnTo>
                    <a:pt x="6207" y="4033"/>
                  </a:lnTo>
                  <a:cubicBezTo>
                    <a:pt x="6018" y="3844"/>
                    <a:pt x="6144" y="3435"/>
                    <a:pt x="6459" y="3435"/>
                  </a:cubicBezTo>
                  <a:cubicBezTo>
                    <a:pt x="6522" y="3435"/>
                    <a:pt x="6648" y="3466"/>
                    <a:pt x="6680" y="3561"/>
                  </a:cubicBezTo>
                  <a:lnTo>
                    <a:pt x="8255" y="5136"/>
                  </a:lnTo>
                  <a:cubicBezTo>
                    <a:pt x="8318" y="5199"/>
                    <a:pt x="8413" y="5230"/>
                    <a:pt x="8503" y="5230"/>
                  </a:cubicBezTo>
                  <a:cubicBezTo>
                    <a:pt x="8594" y="5230"/>
                    <a:pt x="8680" y="5199"/>
                    <a:pt x="8728" y="5136"/>
                  </a:cubicBezTo>
                  <a:cubicBezTo>
                    <a:pt x="8854" y="5010"/>
                    <a:pt x="8854" y="4789"/>
                    <a:pt x="8728" y="4663"/>
                  </a:cubicBezTo>
                  <a:lnTo>
                    <a:pt x="8160" y="4065"/>
                  </a:lnTo>
                  <a:lnTo>
                    <a:pt x="8160" y="2584"/>
                  </a:lnTo>
                  <a:close/>
                  <a:moveTo>
                    <a:pt x="9295" y="8948"/>
                  </a:moveTo>
                  <a:cubicBezTo>
                    <a:pt x="9484" y="8948"/>
                    <a:pt x="9641" y="9105"/>
                    <a:pt x="9641" y="9295"/>
                  </a:cubicBezTo>
                  <a:lnTo>
                    <a:pt x="9641" y="10996"/>
                  </a:lnTo>
                  <a:lnTo>
                    <a:pt x="5514" y="10996"/>
                  </a:lnTo>
                  <a:lnTo>
                    <a:pt x="5514" y="9295"/>
                  </a:lnTo>
                  <a:cubicBezTo>
                    <a:pt x="5514" y="9105"/>
                    <a:pt x="5672" y="8948"/>
                    <a:pt x="5861" y="8948"/>
                  </a:cubicBezTo>
                  <a:close/>
                  <a:moveTo>
                    <a:pt x="1009" y="1"/>
                  </a:moveTo>
                  <a:cubicBezTo>
                    <a:pt x="473" y="1"/>
                    <a:pt x="1" y="473"/>
                    <a:pt x="1" y="1040"/>
                  </a:cubicBezTo>
                  <a:lnTo>
                    <a:pt x="1" y="5167"/>
                  </a:lnTo>
                  <a:cubicBezTo>
                    <a:pt x="1" y="5734"/>
                    <a:pt x="473" y="6207"/>
                    <a:pt x="1009" y="6207"/>
                  </a:cubicBezTo>
                  <a:lnTo>
                    <a:pt x="4789" y="6207"/>
                  </a:lnTo>
                  <a:lnTo>
                    <a:pt x="4789" y="6932"/>
                  </a:lnTo>
                  <a:cubicBezTo>
                    <a:pt x="4789" y="7499"/>
                    <a:pt x="4947" y="8003"/>
                    <a:pt x="5231" y="8444"/>
                  </a:cubicBezTo>
                  <a:cubicBezTo>
                    <a:pt x="4947" y="8633"/>
                    <a:pt x="4789" y="8948"/>
                    <a:pt x="4789" y="9295"/>
                  </a:cubicBezTo>
                  <a:lnTo>
                    <a:pt x="4789" y="11342"/>
                  </a:lnTo>
                  <a:cubicBezTo>
                    <a:pt x="4789" y="11563"/>
                    <a:pt x="4947" y="11720"/>
                    <a:pt x="5168" y="11720"/>
                  </a:cubicBezTo>
                  <a:lnTo>
                    <a:pt x="9956" y="11720"/>
                  </a:lnTo>
                  <a:cubicBezTo>
                    <a:pt x="10145" y="11720"/>
                    <a:pt x="10303" y="11563"/>
                    <a:pt x="10303" y="11342"/>
                  </a:cubicBezTo>
                  <a:lnTo>
                    <a:pt x="10303" y="9295"/>
                  </a:lnTo>
                  <a:cubicBezTo>
                    <a:pt x="10303" y="8948"/>
                    <a:pt x="10114" y="8633"/>
                    <a:pt x="9893" y="8444"/>
                  </a:cubicBezTo>
                  <a:cubicBezTo>
                    <a:pt x="10177" y="8003"/>
                    <a:pt x="10303" y="7499"/>
                    <a:pt x="10303" y="6932"/>
                  </a:cubicBezTo>
                  <a:lnTo>
                    <a:pt x="10303" y="4380"/>
                  </a:lnTo>
                  <a:lnTo>
                    <a:pt x="10271" y="4380"/>
                  </a:lnTo>
                  <a:cubicBezTo>
                    <a:pt x="10271" y="3907"/>
                    <a:pt x="10082" y="3466"/>
                    <a:pt x="9767" y="3151"/>
                  </a:cubicBezTo>
                  <a:lnTo>
                    <a:pt x="8224" y="1639"/>
                  </a:lnTo>
                  <a:lnTo>
                    <a:pt x="8224" y="1040"/>
                  </a:lnTo>
                  <a:cubicBezTo>
                    <a:pt x="8224" y="473"/>
                    <a:pt x="7751" y="1"/>
                    <a:pt x="7215" y="1"/>
                  </a:cubicBezTo>
                  <a:close/>
                </a:path>
              </a:pathLst>
            </a:custGeom>
            <a:grpFill/>
            <a:ln>
              <a:noFill/>
            </a:ln>
          </p:spPr>
          <p:txBody>
            <a:bodyPr spcFirstLastPara="1" wrap="square" lIns="62728" tIns="62728" rIns="62728" bIns="62728" anchor="ctr" anchorCtr="0">
              <a:noAutofit/>
            </a:bodyPr>
            <a:lstStyle/>
            <a:p>
              <a:endParaRPr sz="764"/>
            </a:p>
          </p:txBody>
        </p:sp>
        <p:sp>
          <p:nvSpPr>
            <p:cNvPr id="225" name="Google Shape;8423;p67">
              <a:extLst>
                <a:ext uri="{FF2B5EF4-FFF2-40B4-BE49-F238E27FC236}">
                  <a16:creationId xmlns:a16="http://schemas.microsoft.com/office/drawing/2014/main" id="{B886DE1A-939A-4811-A3FE-C16CE60BB97F}"/>
                </a:ext>
              </a:extLst>
            </p:cNvPr>
            <p:cNvSpPr/>
            <p:nvPr/>
          </p:nvSpPr>
          <p:spPr>
            <a:xfrm>
              <a:off x="-766100" y="2660975"/>
              <a:ext cx="18125" cy="18150"/>
            </a:xfrm>
            <a:custGeom>
              <a:avLst/>
              <a:gdLst/>
              <a:ahLst/>
              <a:cxnLst/>
              <a:rect l="l" t="t" r="r" b="b"/>
              <a:pathLst>
                <a:path w="725" h="726" extrusionOk="0">
                  <a:moveTo>
                    <a:pt x="347" y="1"/>
                  </a:moveTo>
                  <a:cubicBezTo>
                    <a:pt x="158" y="1"/>
                    <a:pt x="0" y="158"/>
                    <a:pt x="0" y="379"/>
                  </a:cubicBezTo>
                  <a:cubicBezTo>
                    <a:pt x="0" y="568"/>
                    <a:pt x="158" y="725"/>
                    <a:pt x="347" y="725"/>
                  </a:cubicBezTo>
                  <a:cubicBezTo>
                    <a:pt x="536" y="725"/>
                    <a:pt x="725" y="568"/>
                    <a:pt x="725" y="379"/>
                  </a:cubicBezTo>
                  <a:cubicBezTo>
                    <a:pt x="693" y="158"/>
                    <a:pt x="536" y="1"/>
                    <a:pt x="347"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217" name="Google Shape;8670;p67">
            <a:extLst>
              <a:ext uri="{FF2B5EF4-FFF2-40B4-BE49-F238E27FC236}">
                <a16:creationId xmlns:a16="http://schemas.microsoft.com/office/drawing/2014/main" id="{6449E48C-D90A-4DD8-B5FD-0356ED79C60E}"/>
              </a:ext>
            </a:extLst>
          </p:cNvPr>
          <p:cNvGrpSpPr/>
          <p:nvPr/>
        </p:nvGrpSpPr>
        <p:grpSpPr>
          <a:xfrm>
            <a:off x="6661348" y="1533952"/>
            <a:ext cx="218899" cy="219493"/>
            <a:chOff x="6679825" y="2693700"/>
            <a:chExt cx="257875" cy="258575"/>
          </a:xfrm>
          <a:solidFill>
            <a:schemeClr val="tx1"/>
          </a:solidFill>
        </p:grpSpPr>
        <p:sp>
          <p:nvSpPr>
            <p:cNvPr id="221" name="Google Shape;8671;p67">
              <a:extLst>
                <a:ext uri="{FF2B5EF4-FFF2-40B4-BE49-F238E27FC236}">
                  <a16:creationId xmlns:a16="http://schemas.microsoft.com/office/drawing/2014/main" id="{8558B8B6-3FB7-4FAC-919A-2C299BBEA958}"/>
                </a:ext>
              </a:extLst>
            </p:cNvPr>
            <p:cNvSpPr/>
            <p:nvPr/>
          </p:nvSpPr>
          <p:spPr>
            <a:xfrm>
              <a:off x="6679825" y="2693700"/>
              <a:ext cx="257875" cy="258575"/>
            </a:xfrm>
            <a:custGeom>
              <a:avLst/>
              <a:gdLst/>
              <a:ahLst/>
              <a:cxnLst/>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grpFill/>
            <a:ln>
              <a:noFill/>
            </a:ln>
          </p:spPr>
          <p:txBody>
            <a:bodyPr spcFirstLastPara="1" wrap="square" lIns="62728" tIns="62728" rIns="62728" bIns="62728" anchor="ctr" anchorCtr="0">
              <a:noAutofit/>
            </a:bodyPr>
            <a:lstStyle/>
            <a:p>
              <a:endParaRPr sz="764"/>
            </a:p>
          </p:txBody>
        </p:sp>
        <p:sp>
          <p:nvSpPr>
            <p:cNvPr id="222" name="Google Shape;8672;p67">
              <a:extLst>
                <a:ext uri="{FF2B5EF4-FFF2-40B4-BE49-F238E27FC236}">
                  <a16:creationId xmlns:a16="http://schemas.microsoft.com/office/drawing/2014/main" id="{A92DB878-E3DE-496E-92D5-B26B81DF1832}"/>
                </a:ext>
              </a:extLst>
            </p:cNvPr>
            <p:cNvSpPr/>
            <p:nvPr/>
          </p:nvSpPr>
          <p:spPr>
            <a:xfrm flipH="1">
              <a:off x="6679825" y="2693700"/>
              <a:ext cx="257875" cy="258575"/>
            </a:xfrm>
            <a:custGeom>
              <a:avLst/>
              <a:gdLst/>
              <a:ahLst/>
              <a:cxnLst/>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56" name="Group 355">
            <a:extLst>
              <a:ext uri="{FF2B5EF4-FFF2-40B4-BE49-F238E27FC236}">
                <a16:creationId xmlns:a16="http://schemas.microsoft.com/office/drawing/2014/main" id="{10E6C736-4D80-49F8-9873-CDBC2607E5D6}"/>
              </a:ext>
            </a:extLst>
          </p:cNvPr>
          <p:cNvGrpSpPr/>
          <p:nvPr/>
        </p:nvGrpSpPr>
        <p:grpSpPr>
          <a:xfrm>
            <a:off x="526638" y="2853443"/>
            <a:ext cx="239156" cy="239138"/>
            <a:chOff x="694926" y="1148799"/>
            <a:chExt cx="239156" cy="239138"/>
          </a:xfrm>
          <a:solidFill>
            <a:schemeClr val="tx1"/>
          </a:solidFill>
        </p:grpSpPr>
        <p:sp>
          <p:nvSpPr>
            <p:cNvPr id="542" name="Google Shape;4728;p59">
              <a:extLst>
                <a:ext uri="{FF2B5EF4-FFF2-40B4-BE49-F238E27FC236}">
                  <a16:creationId xmlns:a16="http://schemas.microsoft.com/office/drawing/2014/main" id="{6A21245A-5266-46F4-B0B4-CD1E3D3F8377}"/>
                </a:ext>
              </a:extLst>
            </p:cNvPr>
            <p:cNvSpPr/>
            <p:nvPr/>
          </p:nvSpPr>
          <p:spPr>
            <a:xfrm>
              <a:off x="775834" y="1175555"/>
              <a:ext cx="77925" cy="186817"/>
            </a:xfrm>
            <a:custGeom>
              <a:avLst/>
              <a:gdLst/>
              <a:ahLst/>
              <a:cxnLst/>
              <a:rect l="l" t="t" r="r" b="b"/>
              <a:pathLst>
                <a:path w="4127" h="9894" extrusionOk="0">
                  <a:moveTo>
                    <a:pt x="2048" y="1"/>
                  </a:moveTo>
                  <a:cubicBezTo>
                    <a:pt x="1859" y="1"/>
                    <a:pt x="1638" y="190"/>
                    <a:pt x="1638" y="379"/>
                  </a:cubicBezTo>
                  <a:lnTo>
                    <a:pt x="1638" y="851"/>
                  </a:lnTo>
                  <a:cubicBezTo>
                    <a:pt x="725" y="1040"/>
                    <a:pt x="0" y="1891"/>
                    <a:pt x="0" y="2868"/>
                  </a:cubicBezTo>
                  <a:cubicBezTo>
                    <a:pt x="0" y="3970"/>
                    <a:pt x="977" y="4632"/>
                    <a:pt x="1827" y="5262"/>
                  </a:cubicBezTo>
                  <a:cubicBezTo>
                    <a:pt x="2552" y="5829"/>
                    <a:pt x="3308" y="6333"/>
                    <a:pt x="3308" y="6995"/>
                  </a:cubicBezTo>
                  <a:cubicBezTo>
                    <a:pt x="3308" y="7656"/>
                    <a:pt x="2772" y="8255"/>
                    <a:pt x="2079" y="8255"/>
                  </a:cubicBezTo>
                  <a:cubicBezTo>
                    <a:pt x="1418" y="8255"/>
                    <a:pt x="851" y="7688"/>
                    <a:pt x="851" y="6995"/>
                  </a:cubicBezTo>
                  <a:cubicBezTo>
                    <a:pt x="851" y="6774"/>
                    <a:pt x="662" y="6617"/>
                    <a:pt x="441" y="6617"/>
                  </a:cubicBezTo>
                  <a:cubicBezTo>
                    <a:pt x="189" y="6617"/>
                    <a:pt x="32" y="6806"/>
                    <a:pt x="32" y="6995"/>
                  </a:cubicBezTo>
                  <a:cubicBezTo>
                    <a:pt x="32" y="7971"/>
                    <a:pt x="756" y="8854"/>
                    <a:pt x="1701" y="9011"/>
                  </a:cubicBezTo>
                  <a:lnTo>
                    <a:pt x="1701" y="9484"/>
                  </a:lnTo>
                  <a:cubicBezTo>
                    <a:pt x="1701" y="9704"/>
                    <a:pt x="1890" y="9893"/>
                    <a:pt x="2079" y="9893"/>
                  </a:cubicBezTo>
                  <a:cubicBezTo>
                    <a:pt x="2268" y="9893"/>
                    <a:pt x="2489" y="9704"/>
                    <a:pt x="2489" y="9484"/>
                  </a:cubicBezTo>
                  <a:lnTo>
                    <a:pt x="2489" y="9011"/>
                  </a:lnTo>
                  <a:cubicBezTo>
                    <a:pt x="3434" y="8791"/>
                    <a:pt x="4127" y="7971"/>
                    <a:pt x="4127" y="6995"/>
                  </a:cubicBezTo>
                  <a:cubicBezTo>
                    <a:pt x="4127" y="5892"/>
                    <a:pt x="3151" y="5231"/>
                    <a:pt x="2331" y="4600"/>
                  </a:cubicBezTo>
                  <a:cubicBezTo>
                    <a:pt x="1575" y="4033"/>
                    <a:pt x="819" y="3529"/>
                    <a:pt x="819" y="2868"/>
                  </a:cubicBezTo>
                  <a:cubicBezTo>
                    <a:pt x="788" y="2143"/>
                    <a:pt x="1386" y="1607"/>
                    <a:pt x="2048" y="1607"/>
                  </a:cubicBezTo>
                  <a:cubicBezTo>
                    <a:pt x="2709" y="1607"/>
                    <a:pt x="3277" y="2143"/>
                    <a:pt x="3277" y="2868"/>
                  </a:cubicBezTo>
                  <a:cubicBezTo>
                    <a:pt x="3277" y="3088"/>
                    <a:pt x="3466" y="3246"/>
                    <a:pt x="3686" y="3246"/>
                  </a:cubicBezTo>
                  <a:cubicBezTo>
                    <a:pt x="3938" y="3246"/>
                    <a:pt x="4096" y="3057"/>
                    <a:pt x="4096" y="2868"/>
                  </a:cubicBezTo>
                  <a:cubicBezTo>
                    <a:pt x="4096" y="1891"/>
                    <a:pt x="3371" y="1009"/>
                    <a:pt x="2426" y="851"/>
                  </a:cubicBezTo>
                  <a:lnTo>
                    <a:pt x="2426" y="379"/>
                  </a:lnTo>
                  <a:cubicBezTo>
                    <a:pt x="2426" y="158"/>
                    <a:pt x="2237" y="1"/>
                    <a:pt x="2048" y="1"/>
                  </a:cubicBezTo>
                  <a:close/>
                </a:path>
              </a:pathLst>
            </a:custGeom>
            <a:grpFill/>
            <a:ln>
              <a:noFill/>
            </a:ln>
          </p:spPr>
          <p:txBody>
            <a:bodyPr spcFirstLastPara="1" wrap="square" lIns="62728" tIns="62728" rIns="62728" bIns="62728" anchor="ctr" anchorCtr="0">
              <a:noAutofit/>
            </a:bodyPr>
            <a:lstStyle/>
            <a:p>
              <a:endParaRPr sz="764"/>
            </a:p>
          </p:txBody>
        </p:sp>
        <p:sp>
          <p:nvSpPr>
            <p:cNvPr id="543" name="Google Shape;4729;p59">
              <a:extLst>
                <a:ext uri="{FF2B5EF4-FFF2-40B4-BE49-F238E27FC236}">
                  <a16:creationId xmlns:a16="http://schemas.microsoft.com/office/drawing/2014/main" id="{8B22A4E9-02DB-4057-8B8C-CE3350DA4836}"/>
                </a:ext>
              </a:extLst>
            </p:cNvPr>
            <p:cNvSpPr/>
            <p:nvPr/>
          </p:nvSpPr>
          <p:spPr>
            <a:xfrm>
              <a:off x="694926" y="1148799"/>
              <a:ext cx="239156" cy="239138"/>
            </a:xfrm>
            <a:custGeom>
              <a:avLst/>
              <a:gdLst/>
              <a:ahLst/>
              <a:cxnLst/>
              <a:rect l="l" t="t" r="r" b="b"/>
              <a:pathLst>
                <a:path w="12666" h="12665" extrusionOk="0">
                  <a:moveTo>
                    <a:pt x="6333" y="819"/>
                  </a:moveTo>
                  <a:cubicBezTo>
                    <a:pt x="9357" y="819"/>
                    <a:pt x="11846" y="3308"/>
                    <a:pt x="11846" y="6332"/>
                  </a:cubicBezTo>
                  <a:cubicBezTo>
                    <a:pt x="11846" y="9357"/>
                    <a:pt x="9357" y="11846"/>
                    <a:pt x="6333" y="11846"/>
                  </a:cubicBezTo>
                  <a:cubicBezTo>
                    <a:pt x="3308" y="11846"/>
                    <a:pt x="819" y="9357"/>
                    <a:pt x="819" y="6332"/>
                  </a:cubicBezTo>
                  <a:cubicBezTo>
                    <a:pt x="819" y="3308"/>
                    <a:pt x="3308" y="819"/>
                    <a:pt x="6333" y="819"/>
                  </a:cubicBezTo>
                  <a:close/>
                  <a:moveTo>
                    <a:pt x="6333" y="0"/>
                  </a:moveTo>
                  <a:cubicBezTo>
                    <a:pt x="2836" y="0"/>
                    <a:pt x="0" y="2835"/>
                    <a:pt x="0" y="6332"/>
                  </a:cubicBezTo>
                  <a:cubicBezTo>
                    <a:pt x="0" y="9830"/>
                    <a:pt x="2836" y="12665"/>
                    <a:pt x="6333" y="12665"/>
                  </a:cubicBezTo>
                  <a:cubicBezTo>
                    <a:pt x="9830" y="12665"/>
                    <a:pt x="12665" y="9830"/>
                    <a:pt x="12665" y="6332"/>
                  </a:cubicBezTo>
                  <a:cubicBezTo>
                    <a:pt x="12665" y="2835"/>
                    <a:pt x="9830" y="0"/>
                    <a:pt x="6333"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57" name="Google Shape;4730;p59">
            <a:extLst>
              <a:ext uri="{FF2B5EF4-FFF2-40B4-BE49-F238E27FC236}">
                <a16:creationId xmlns:a16="http://schemas.microsoft.com/office/drawing/2014/main" id="{8E3CEDE5-612D-4442-A6C9-A52F901E19EF}"/>
              </a:ext>
            </a:extLst>
          </p:cNvPr>
          <p:cNvGrpSpPr/>
          <p:nvPr/>
        </p:nvGrpSpPr>
        <p:grpSpPr>
          <a:xfrm>
            <a:off x="526638" y="3131118"/>
            <a:ext cx="239156" cy="239156"/>
            <a:chOff x="-65131525" y="2281350"/>
            <a:chExt cx="316650" cy="316650"/>
          </a:xfrm>
          <a:solidFill>
            <a:schemeClr val="tx1"/>
          </a:solidFill>
        </p:grpSpPr>
        <p:sp>
          <p:nvSpPr>
            <p:cNvPr id="540" name="Google Shape;4731;p59">
              <a:extLst>
                <a:ext uri="{FF2B5EF4-FFF2-40B4-BE49-F238E27FC236}">
                  <a16:creationId xmlns:a16="http://schemas.microsoft.com/office/drawing/2014/main" id="{A257A7A3-DB40-46BF-B7B9-C71349A6A682}"/>
                </a:ext>
              </a:extLst>
            </p:cNvPr>
            <p:cNvSpPr/>
            <p:nvPr/>
          </p:nvSpPr>
          <p:spPr>
            <a:xfrm>
              <a:off x="-65131525" y="2322300"/>
              <a:ext cx="275675" cy="275700"/>
            </a:xfrm>
            <a:custGeom>
              <a:avLst/>
              <a:gdLst/>
              <a:ahLst/>
              <a:cxnLst/>
              <a:rect l="l" t="t" r="r" b="b"/>
              <a:pathLst>
                <a:path w="11027" h="11028" extrusionOk="0">
                  <a:moveTo>
                    <a:pt x="5073" y="820"/>
                  </a:moveTo>
                  <a:lnTo>
                    <a:pt x="5073" y="5514"/>
                  </a:lnTo>
                  <a:cubicBezTo>
                    <a:pt x="5073" y="5766"/>
                    <a:pt x="5262" y="5923"/>
                    <a:pt x="5482" y="5923"/>
                  </a:cubicBezTo>
                  <a:lnTo>
                    <a:pt x="10145" y="5923"/>
                  </a:lnTo>
                  <a:cubicBezTo>
                    <a:pt x="9956" y="8318"/>
                    <a:pt x="7940" y="10208"/>
                    <a:pt x="5482" y="10208"/>
                  </a:cubicBezTo>
                  <a:cubicBezTo>
                    <a:pt x="2867" y="10208"/>
                    <a:pt x="788" y="8129"/>
                    <a:pt x="788" y="5514"/>
                  </a:cubicBezTo>
                  <a:cubicBezTo>
                    <a:pt x="788" y="3088"/>
                    <a:pt x="2678" y="1072"/>
                    <a:pt x="5073" y="820"/>
                  </a:cubicBezTo>
                  <a:close/>
                  <a:moveTo>
                    <a:pt x="5514" y="0"/>
                  </a:moveTo>
                  <a:cubicBezTo>
                    <a:pt x="2458" y="0"/>
                    <a:pt x="0" y="2489"/>
                    <a:pt x="0" y="5514"/>
                  </a:cubicBezTo>
                  <a:cubicBezTo>
                    <a:pt x="0" y="8538"/>
                    <a:pt x="2458" y="11027"/>
                    <a:pt x="5514" y="11027"/>
                  </a:cubicBezTo>
                  <a:cubicBezTo>
                    <a:pt x="8538" y="11027"/>
                    <a:pt x="11027" y="8538"/>
                    <a:pt x="11027" y="5514"/>
                  </a:cubicBezTo>
                  <a:cubicBezTo>
                    <a:pt x="11027" y="5293"/>
                    <a:pt x="10807" y="5104"/>
                    <a:pt x="10618" y="5104"/>
                  </a:cubicBezTo>
                  <a:lnTo>
                    <a:pt x="5923" y="5104"/>
                  </a:lnTo>
                  <a:lnTo>
                    <a:pt x="5923" y="410"/>
                  </a:lnTo>
                  <a:cubicBezTo>
                    <a:pt x="5892" y="158"/>
                    <a:pt x="5734" y="0"/>
                    <a:pt x="5514" y="0"/>
                  </a:cubicBezTo>
                  <a:close/>
                </a:path>
              </a:pathLst>
            </a:custGeom>
            <a:grpFill/>
            <a:ln>
              <a:noFill/>
            </a:ln>
          </p:spPr>
          <p:txBody>
            <a:bodyPr spcFirstLastPara="1" wrap="square" lIns="62728" tIns="62728" rIns="62728" bIns="62728" anchor="ctr" anchorCtr="0">
              <a:noAutofit/>
            </a:bodyPr>
            <a:lstStyle/>
            <a:p>
              <a:endParaRPr sz="764"/>
            </a:p>
          </p:txBody>
        </p:sp>
        <p:sp>
          <p:nvSpPr>
            <p:cNvPr id="541" name="Google Shape;4732;p59">
              <a:extLst>
                <a:ext uri="{FF2B5EF4-FFF2-40B4-BE49-F238E27FC236}">
                  <a16:creationId xmlns:a16="http://schemas.microsoft.com/office/drawing/2014/main" id="{AC87A11F-69F8-4897-A8C8-1B74B4D06CC5}"/>
                </a:ext>
              </a:extLst>
            </p:cNvPr>
            <p:cNvSpPr/>
            <p:nvPr/>
          </p:nvSpPr>
          <p:spPr>
            <a:xfrm>
              <a:off x="-64963775" y="2281350"/>
              <a:ext cx="148900" cy="148875"/>
            </a:xfrm>
            <a:custGeom>
              <a:avLst/>
              <a:gdLst/>
              <a:ahLst/>
              <a:cxnLst/>
              <a:rect l="l" t="t" r="r" b="b"/>
              <a:pathLst>
                <a:path w="5956" h="5955" extrusionOk="0">
                  <a:moveTo>
                    <a:pt x="852" y="819"/>
                  </a:moveTo>
                  <a:cubicBezTo>
                    <a:pt x="3088" y="1008"/>
                    <a:pt x="4884" y="2836"/>
                    <a:pt x="5105" y="5073"/>
                  </a:cubicBezTo>
                  <a:lnTo>
                    <a:pt x="852" y="5073"/>
                  </a:lnTo>
                  <a:lnTo>
                    <a:pt x="852" y="819"/>
                  </a:lnTo>
                  <a:close/>
                  <a:moveTo>
                    <a:pt x="442" y="0"/>
                  </a:moveTo>
                  <a:cubicBezTo>
                    <a:pt x="221" y="0"/>
                    <a:pt x="1" y="189"/>
                    <a:pt x="1" y="441"/>
                  </a:cubicBezTo>
                  <a:lnTo>
                    <a:pt x="1" y="5514"/>
                  </a:lnTo>
                  <a:cubicBezTo>
                    <a:pt x="1" y="5734"/>
                    <a:pt x="221" y="5955"/>
                    <a:pt x="442" y="5955"/>
                  </a:cubicBezTo>
                  <a:lnTo>
                    <a:pt x="5514" y="5955"/>
                  </a:lnTo>
                  <a:cubicBezTo>
                    <a:pt x="5766" y="5955"/>
                    <a:pt x="5955" y="5734"/>
                    <a:pt x="5955" y="5514"/>
                  </a:cubicBezTo>
                  <a:cubicBezTo>
                    <a:pt x="5955" y="2426"/>
                    <a:pt x="3466" y="0"/>
                    <a:pt x="44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58" name="Google Shape;4733;p59">
            <a:extLst>
              <a:ext uri="{FF2B5EF4-FFF2-40B4-BE49-F238E27FC236}">
                <a16:creationId xmlns:a16="http://schemas.microsoft.com/office/drawing/2014/main" id="{F1D10085-B633-4FCE-9311-C85889F7C4C5}"/>
              </a:ext>
            </a:extLst>
          </p:cNvPr>
          <p:cNvGrpSpPr/>
          <p:nvPr/>
        </p:nvGrpSpPr>
        <p:grpSpPr>
          <a:xfrm>
            <a:off x="528725" y="3407434"/>
            <a:ext cx="234983" cy="239742"/>
            <a:chOff x="-65129950" y="2646800"/>
            <a:chExt cx="311125" cy="317425"/>
          </a:xfrm>
          <a:solidFill>
            <a:schemeClr val="tx1"/>
          </a:solidFill>
        </p:grpSpPr>
        <p:sp>
          <p:nvSpPr>
            <p:cNvPr id="538" name="Google Shape;4734;p59">
              <a:extLst>
                <a:ext uri="{FF2B5EF4-FFF2-40B4-BE49-F238E27FC236}">
                  <a16:creationId xmlns:a16="http://schemas.microsoft.com/office/drawing/2014/main" id="{42AEF74A-0E76-4848-8FED-56E9167B8F37}"/>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grpFill/>
            <a:ln>
              <a:noFill/>
            </a:ln>
          </p:spPr>
          <p:txBody>
            <a:bodyPr spcFirstLastPara="1" wrap="square" lIns="62728" tIns="62728" rIns="62728" bIns="62728" anchor="ctr" anchorCtr="0">
              <a:noAutofit/>
            </a:bodyPr>
            <a:lstStyle/>
            <a:p>
              <a:endParaRPr sz="764"/>
            </a:p>
          </p:txBody>
        </p:sp>
        <p:sp>
          <p:nvSpPr>
            <p:cNvPr id="539" name="Google Shape;4735;p59">
              <a:extLst>
                <a:ext uri="{FF2B5EF4-FFF2-40B4-BE49-F238E27FC236}">
                  <a16:creationId xmlns:a16="http://schemas.microsoft.com/office/drawing/2014/main" id="{93D1DA08-C959-48F9-B1D8-286BF8C922CC}"/>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59" name="Google Shape;4736;p59">
            <a:extLst>
              <a:ext uri="{FF2B5EF4-FFF2-40B4-BE49-F238E27FC236}">
                <a16:creationId xmlns:a16="http://schemas.microsoft.com/office/drawing/2014/main" id="{56F3346F-42A9-44BA-A6C2-080AAFADCEA4}"/>
              </a:ext>
            </a:extLst>
          </p:cNvPr>
          <p:cNvGrpSpPr/>
          <p:nvPr/>
        </p:nvGrpSpPr>
        <p:grpSpPr>
          <a:xfrm>
            <a:off x="1967397" y="2852537"/>
            <a:ext cx="240931" cy="240951"/>
            <a:chOff x="-63252250" y="1930850"/>
            <a:chExt cx="319000" cy="319025"/>
          </a:xfrm>
          <a:solidFill>
            <a:schemeClr val="tx1"/>
          </a:solidFill>
        </p:grpSpPr>
        <p:sp>
          <p:nvSpPr>
            <p:cNvPr id="536" name="Google Shape;4737;p59">
              <a:extLst>
                <a:ext uri="{FF2B5EF4-FFF2-40B4-BE49-F238E27FC236}">
                  <a16:creationId xmlns:a16="http://schemas.microsoft.com/office/drawing/2014/main" id="{EDA8B0AD-E202-40AC-A6C9-D5B448A9F7CE}"/>
                </a:ext>
              </a:extLst>
            </p:cNvPr>
            <p:cNvSpPr/>
            <p:nvPr/>
          </p:nvSpPr>
          <p:spPr>
            <a:xfrm>
              <a:off x="-63252250" y="1930850"/>
              <a:ext cx="319000" cy="319025"/>
            </a:xfrm>
            <a:custGeom>
              <a:avLst/>
              <a:gdLst/>
              <a:ahLst/>
              <a:cxnLst/>
              <a:rect l="l" t="t" r="r" b="b"/>
              <a:pathLst>
                <a:path w="12760" h="12761" extrusionOk="0">
                  <a:moveTo>
                    <a:pt x="7026" y="914"/>
                  </a:moveTo>
                  <a:lnTo>
                    <a:pt x="7026" y="1954"/>
                  </a:lnTo>
                  <a:cubicBezTo>
                    <a:pt x="7026" y="2174"/>
                    <a:pt x="7120" y="2332"/>
                    <a:pt x="7341" y="2363"/>
                  </a:cubicBezTo>
                  <a:cubicBezTo>
                    <a:pt x="7813" y="2489"/>
                    <a:pt x="8286" y="2647"/>
                    <a:pt x="8664" y="2899"/>
                  </a:cubicBezTo>
                  <a:cubicBezTo>
                    <a:pt x="8733" y="2954"/>
                    <a:pt x="8820" y="2979"/>
                    <a:pt x="8905" y="2979"/>
                  </a:cubicBezTo>
                  <a:cubicBezTo>
                    <a:pt x="9012" y="2979"/>
                    <a:pt x="9115" y="2938"/>
                    <a:pt x="9168" y="2868"/>
                  </a:cubicBezTo>
                  <a:lnTo>
                    <a:pt x="9924" y="2111"/>
                  </a:lnTo>
                  <a:lnTo>
                    <a:pt x="10712" y="2899"/>
                  </a:lnTo>
                  <a:lnTo>
                    <a:pt x="9956" y="3655"/>
                  </a:lnTo>
                  <a:cubicBezTo>
                    <a:pt x="9861" y="3781"/>
                    <a:pt x="9798" y="4002"/>
                    <a:pt x="9924" y="4159"/>
                  </a:cubicBezTo>
                  <a:cubicBezTo>
                    <a:pt x="10208" y="4600"/>
                    <a:pt x="10397" y="5041"/>
                    <a:pt x="10460" y="5514"/>
                  </a:cubicBezTo>
                  <a:cubicBezTo>
                    <a:pt x="10523" y="5703"/>
                    <a:pt x="10680" y="5829"/>
                    <a:pt x="10869" y="5829"/>
                  </a:cubicBezTo>
                  <a:lnTo>
                    <a:pt x="11941" y="5829"/>
                  </a:lnTo>
                  <a:lnTo>
                    <a:pt x="11941" y="6932"/>
                  </a:lnTo>
                  <a:lnTo>
                    <a:pt x="10869" y="6932"/>
                  </a:lnTo>
                  <a:cubicBezTo>
                    <a:pt x="10680" y="6932"/>
                    <a:pt x="10523" y="7058"/>
                    <a:pt x="10460" y="7247"/>
                  </a:cubicBezTo>
                  <a:cubicBezTo>
                    <a:pt x="10365" y="7719"/>
                    <a:pt x="10208" y="8192"/>
                    <a:pt x="9924" y="8570"/>
                  </a:cubicBezTo>
                  <a:cubicBezTo>
                    <a:pt x="9798" y="8727"/>
                    <a:pt x="9861" y="8979"/>
                    <a:pt x="9956" y="9105"/>
                  </a:cubicBezTo>
                  <a:lnTo>
                    <a:pt x="10712" y="9830"/>
                  </a:lnTo>
                  <a:lnTo>
                    <a:pt x="9924" y="10618"/>
                  </a:lnTo>
                  <a:lnTo>
                    <a:pt x="9168" y="9893"/>
                  </a:lnTo>
                  <a:cubicBezTo>
                    <a:pt x="9111" y="9817"/>
                    <a:pt x="8996" y="9775"/>
                    <a:pt x="8879" y="9775"/>
                  </a:cubicBezTo>
                  <a:cubicBezTo>
                    <a:pt x="8803" y="9775"/>
                    <a:pt x="8726" y="9793"/>
                    <a:pt x="8664" y="9830"/>
                  </a:cubicBezTo>
                  <a:cubicBezTo>
                    <a:pt x="8223" y="10114"/>
                    <a:pt x="7813" y="10303"/>
                    <a:pt x="7341" y="10397"/>
                  </a:cubicBezTo>
                  <a:cubicBezTo>
                    <a:pt x="7120" y="10429"/>
                    <a:pt x="7026" y="10586"/>
                    <a:pt x="7026" y="10775"/>
                  </a:cubicBezTo>
                  <a:lnTo>
                    <a:pt x="7026" y="11846"/>
                  </a:lnTo>
                  <a:lnTo>
                    <a:pt x="5923" y="11846"/>
                  </a:lnTo>
                  <a:lnTo>
                    <a:pt x="5923" y="10775"/>
                  </a:lnTo>
                  <a:cubicBezTo>
                    <a:pt x="5923" y="10586"/>
                    <a:pt x="5797" y="10429"/>
                    <a:pt x="5577" y="10397"/>
                  </a:cubicBezTo>
                  <a:cubicBezTo>
                    <a:pt x="5135" y="10271"/>
                    <a:pt x="4663" y="10114"/>
                    <a:pt x="4253" y="9830"/>
                  </a:cubicBezTo>
                  <a:cubicBezTo>
                    <a:pt x="4191" y="9793"/>
                    <a:pt x="4119" y="9775"/>
                    <a:pt x="4047" y="9775"/>
                  </a:cubicBezTo>
                  <a:cubicBezTo>
                    <a:pt x="3937" y="9775"/>
                    <a:pt x="3826" y="9817"/>
                    <a:pt x="3749" y="9893"/>
                  </a:cubicBezTo>
                  <a:lnTo>
                    <a:pt x="2993" y="10618"/>
                  </a:lnTo>
                  <a:lnTo>
                    <a:pt x="2206" y="9830"/>
                  </a:lnTo>
                  <a:lnTo>
                    <a:pt x="2962" y="9105"/>
                  </a:lnTo>
                  <a:cubicBezTo>
                    <a:pt x="3088" y="8979"/>
                    <a:pt x="3119" y="8727"/>
                    <a:pt x="2993" y="8570"/>
                  </a:cubicBezTo>
                  <a:cubicBezTo>
                    <a:pt x="2710" y="8160"/>
                    <a:pt x="2521" y="7719"/>
                    <a:pt x="2458" y="7247"/>
                  </a:cubicBezTo>
                  <a:cubicBezTo>
                    <a:pt x="2395" y="7058"/>
                    <a:pt x="2237" y="6932"/>
                    <a:pt x="2048" y="6932"/>
                  </a:cubicBezTo>
                  <a:lnTo>
                    <a:pt x="977" y="6932"/>
                  </a:lnTo>
                  <a:lnTo>
                    <a:pt x="977" y="5829"/>
                  </a:lnTo>
                  <a:lnTo>
                    <a:pt x="2048" y="5829"/>
                  </a:lnTo>
                  <a:cubicBezTo>
                    <a:pt x="2237" y="5829"/>
                    <a:pt x="2395" y="5703"/>
                    <a:pt x="2458" y="5514"/>
                  </a:cubicBezTo>
                  <a:cubicBezTo>
                    <a:pt x="2552" y="5041"/>
                    <a:pt x="2710" y="4569"/>
                    <a:pt x="2993" y="4159"/>
                  </a:cubicBezTo>
                  <a:cubicBezTo>
                    <a:pt x="3119" y="4002"/>
                    <a:pt x="3088" y="3781"/>
                    <a:pt x="2962" y="3655"/>
                  </a:cubicBezTo>
                  <a:lnTo>
                    <a:pt x="2206" y="2899"/>
                  </a:lnTo>
                  <a:lnTo>
                    <a:pt x="2993" y="2111"/>
                  </a:lnTo>
                  <a:lnTo>
                    <a:pt x="3749" y="2868"/>
                  </a:lnTo>
                  <a:cubicBezTo>
                    <a:pt x="3820" y="2938"/>
                    <a:pt x="3921" y="2979"/>
                    <a:pt x="4023" y="2979"/>
                  </a:cubicBezTo>
                  <a:cubicBezTo>
                    <a:pt x="4103" y="2979"/>
                    <a:pt x="4184" y="2954"/>
                    <a:pt x="4253" y="2899"/>
                  </a:cubicBezTo>
                  <a:cubicBezTo>
                    <a:pt x="4694" y="2647"/>
                    <a:pt x="5135" y="2426"/>
                    <a:pt x="5577" y="2363"/>
                  </a:cubicBezTo>
                  <a:cubicBezTo>
                    <a:pt x="5797" y="2332"/>
                    <a:pt x="5923" y="2174"/>
                    <a:pt x="5923" y="1954"/>
                  </a:cubicBezTo>
                  <a:lnTo>
                    <a:pt x="5923" y="914"/>
                  </a:lnTo>
                  <a:close/>
                  <a:moveTo>
                    <a:pt x="5829" y="1"/>
                  </a:moveTo>
                  <a:cubicBezTo>
                    <a:pt x="5356" y="1"/>
                    <a:pt x="5009" y="347"/>
                    <a:pt x="5009" y="820"/>
                  </a:cubicBezTo>
                  <a:lnTo>
                    <a:pt x="5009" y="1576"/>
                  </a:lnTo>
                  <a:cubicBezTo>
                    <a:pt x="4631" y="1702"/>
                    <a:pt x="4285" y="1796"/>
                    <a:pt x="3970" y="2017"/>
                  </a:cubicBezTo>
                  <a:lnTo>
                    <a:pt x="3466" y="1481"/>
                  </a:lnTo>
                  <a:cubicBezTo>
                    <a:pt x="3308" y="1324"/>
                    <a:pt x="3103" y="1245"/>
                    <a:pt x="2891" y="1245"/>
                  </a:cubicBezTo>
                  <a:cubicBezTo>
                    <a:pt x="2678" y="1245"/>
                    <a:pt x="2458" y="1324"/>
                    <a:pt x="2269" y="1481"/>
                  </a:cubicBezTo>
                  <a:lnTo>
                    <a:pt x="1481" y="2269"/>
                  </a:lnTo>
                  <a:cubicBezTo>
                    <a:pt x="1166" y="2584"/>
                    <a:pt x="1166" y="3120"/>
                    <a:pt x="1481" y="3466"/>
                  </a:cubicBezTo>
                  <a:lnTo>
                    <a:pt x="2017" y="3970"/>
                  </a:lnTo>
                  <a:cubicBezTo>
                    <a:pt x="1796" y="4285"/>
                    <a:pt x="1701" y="4632"/>
                    <a:pt x="1575" y="5010"/>
                  </a:cubicBezTo>
                  <a:lnTo>
                    <a:pt x="819" y="5010"/>
                  </a:lnTo>
                  <a:cubicBezTo>
                    <a:pt x="347" y="5010"/>
                    <a:pt x="0" y="5356"/>
                    <a:pt x="0" y="5829"/>
                  </a:cubicBezTo>
                  <a:lnTo>
                    <a:pt x="0" y="6932"/>
                  </a:lnTo>
                  <a:cubicBezTo>
                    <a:pt x="0" y="7404"/>
                    <a:pt x="347" y="7751"/>
                    <a:pt x="819" y="7751"/>
                  </a:cubicBezTo>
                  <a:lnTo>
                    <a:pt x="1575" y="7751"/>
                  </a:lnTo>
                  <a:cubicBezTo>
                    <a:pt x="1701" y="8097"/>
                    <a:pt x="1796" y="8475"/>
                    <a:pt x="2017" y="8759"/>
                  </a:cubicBezTo>
                  <a:lnTo>
                    <a:pt x="1481" y="9295"/>
                  </a:lnTo>
                  <a:cubicBezTo>
                    <a:pt x="1166" y="9610"/>
                    <a:pt x="1166" y="10114"/>
                    <a:pt x="1481" y="10460"/>
                  </a:cubicBezTo>
                  <a:lnTo>
                    <a:pt x="2269" y="11248"/>
                  </a:lnTo>
                  <a:cubicBezTo>
                    <a:pt x="2426" y="11405"/>
                    <a:pt x="2639" y="11484"/>
                    <a:pt x="2855" y="11484"/>
                  </a:cubicBezTo>
                  <a:cubicBezTo>
                    <a:pt x="3072" y="11484"/>
                    <a:pt x="3292" y="11405"/>
                    <a:pt x="3466" y="11248"/>
                  </a:cubicBezTo>
                  <a:lnTo>
                    <a:pt x="3970" y="10744"/>
                  </a:lnTo>
                  <a:cubicBezTo>
                    <a:pt x="4285" y="10933"/>
                    <a:pt x="4631" y="11059"/>
                    <a:pt x="5009" y="11185"/>
                  </a:cubicBezTo>
                  <a:lnTo>
                    <a:pt x="5009" y="11909"/>
                  </a:lnTo>
                  <a:cubicBezTo>
                    <a:pt x="5009" y="12382"/>
                    <a:pt x="5356" y="12760"/>
                    <a:pt x="5829" y="12760"/>
                  </a:cubicBezTo>
                  <a:lnTo>
                    <a:pt x="6931" y="12760"/>
                  </a:lnTo>
                  <a:cubicBezTo>
                    <a:pt x="7404" y="12760"/>
                    <a:pt x="7750" y="12382"/>
                    <a:pt x="7750" y="11909"/>
                  </a:cubicBezTo>
                  <a:lnTo>
                    <a:pt x="7750" y="11185"/>
                  </a:lnTo>
                  <a:cubicBezTo>
                    <a:pt x="8097" y="11059"/>
                    <a:pt x="8475" y="10933"/>
                    <a:pt x="8790" y="10744"/>
                  </a:cubicBezTo>
                  <a:lnTo>
                    <a:pt x="9294" y="11248"/>
                  </a:lnTo>
                  <a:cubicBezTo>
                    <a:pt x="9452" y="11405"/>
                    <a:pt x="9656" y="11484"/>
                    <a:pt x="9865" y="11484"/>
                  </a:cubicBezTo>
                  <a:cubicBezTo>
                    <a:pt x="10074" y="11484"/>
                    <a:pt x="10287" y="11405"/>
                    <a:pt x="10460" y="11248"/>
                  </a:cubicBezTo>
                  <a:lnTo>
                    <a:pt x="11247" y="10460"/>
                  </a:lnTo>
                  <a:cubicBezTo>
                    <a:pt x="11563" y="10145"/>
                    <a:pt x="11563" y="9641"/>
                    <a:pt x="11247" y="9295"/>
                  </a:cubicBezTo>
                  <a:lnTo>
                    <a:pt x="10743" y="8759"/>
                  </a:lnTo>
                  <a:cubicBezTo>
                    <a:pt x="10932" y="8444"/>
                    <a:pt x="11058" y="8097"/>
                    <a:pt x="11184" y="7751"/>
                  </a:cubicBezTo>
                  <a:lnTo>
                    <a:pt x="11941" y="7751"/>
                  </a:lnTo>
                  <a:cubicBezTo>
                    <a:pt x="12413" y="7751"/>
                    <a:pt x="12760" y="7404"/>
                    <a:pt x="12760" y="6932"/>
                  </a:cubicBezTo>
                  <a:lnTo>
                    <a:pt x="12760" y="5829"/>
                  </a:lnTo>
                  <a:cubicBezTo>
                    <a:pt x="12760" y="5356"/>
                    <a:pt x="12350" y="5010"/>
                    <a:pt x="11941" y="5010"/>
                  </a:cubicBezTo>
                  <a:lnTo>
                    <a:pt x="11184" y="5010"/>
                  </a:lnTo>
                  <a:cubicBezTo>
                    <a:pt x="11058" y="4632"/>
                    <a:pt x="10932" y="4285"/>
                    <a:pt x="10743" y="3970"/>
                  </a:cubicBezTo>
                  <a:lnTo>
                    <a:pt x="11247" y="3466"/>
                  </a:lnTo>
                  <a:cubicBezTo>
                    <a:pt x="11563" y="3151"/>
                    <a:pt x="11563" y="2647"/>
                    <a:pt x="11247" y="2269"/>
                  </a:cubicBezTo>
                  <a:lnTo>
                    <a:pt x="10460" y="1481"/>
                  </a:lnTo>
                  <a:cubicBezTo>
                    <a:pt x="10302" y="1324"/>
                    <a:pt x="10098" y="1245"/>
                    <a:pt x="9889" y="1245"/>
                  </a:cubicBezTo>
                  <a:cubicBezTo>
                    <a:pt x="9680" y="1245"/>
                    <a:pt x="9467" y="1324"/>
                    <a:pt x="9294" y="1481"/>
                  </a:cubicBezTo>
                  <a:lnTo>
                    <a:pt x="8790" y="2017"/>
                  </a:lnTo>
                  <a:cubicBezTo>
                    <a:pt x="8475" y="1796"/>
                    <a:pt x="8097" y="1702"/>
                    <a:pt x="7750" y="1576"/>
                  </a:cubicBezTo>
                  <a:lnTo>
                    <a:pt x="7750" y="820"/>
                  </a:lnTo>
                  <a:cubicBezTo>
                    <a:pt x="7750" y="347"/>
                    <a:pt x="7404" y="1"/>
                    <a:pt x="6931" y="1"/>
                  </a:cubicBezTo>
                  <a:close/>
                </a:path>
              </a:pathLst>
            </a:custGeom>
            <a:grpFill/>
            <a:ln>
              <a:noFill/>
            </a:ln>
          </p:spPr>
          <p:txBody>
            <a:bodyPr spcFirstLastPara="1" wrap="square" lIns="62728" tIns="62728" rIns="62728" bIns="62728" anchor="ctr" anchorCtr="0">
              <a:noAutofit/>
            </a:bodyPr>
            <a:lstStyle/>
            <a:p>
              <a:endParaRPr sz="764"/>
            </a:p>
          </p:txBody>
        </p:sp>
        <p:sp>
          <p:nvSpPr>
            <p:cNvPr id="537" name="Google Shape;4738;p59">
              <a:extLst>
                <a:ext uri="{FF2B5EF4-FFF2-40B4-BE49-F238E27FC236}">
                  <a16:creationId xmlns:a16="http://schemas.microsoft.com/office/drawing/2014/main" id="{E02D44BE-9297-4D6B-B369-81B01834E658}"/>
                </a:ext>
              </a:extLst>
            </p:cNvPr>
            <p:cNvSpPr/>
            <p:nvPr/>
          </p:nvSpPr>
          <p:spPr>
            <a:xfrm>
              <a:off x="-63160900" y="2021425"/>
              <a:ext cx="137850" cy="137850"/>
            </a:xfrm>
            <a:custGeom>
              <a:avLst/>
              <a:gdLst/>
              <a:ahLst/>
              <a:cxnLst/>
              <a:rect l="l" t="t" r="r" b="b"/>
              <a:pathLst>
                <a:path w="5514" h="5514" extrusionOk="0">
                  <a:moveTo>
                    <a:pt x="2773" y="820"/>
                  </a:moveTo>
                  <a:cubicBezTo>
                    <a:pt x="3813" y="820"/>
                    <a:pt x="4695" y="1702"/>
                    <a:pt x="4695" y="2742"/>
                  </a:cubicBezTo>
                  <a:cubicBezTo>
                    <a:pt x="4695" y="3813"/>
                    <a:pt x="3813" y="4695"/>
                    <a:pt x="2773" y="4695"/>
                  </a:cubicBezTo>
                  <a:cubicBezTo>
                    <a:pt x="1702" y="4695"/>
                    <a:pt x="820" y="3813"/>
                    <a:pt x="820" y="2742"/>
                  </a:cubicBezTo>
                  <a:cubicBezTo>
                    <a:pt x="820" y="1702"/>
                    <a:pt x="1702" y="820"/>
                    <a:pt x="2773" y="820"/>
                  </a:cubicBezTo>
                  <a:close/>
                  <a:moveTo>
                    <a:pt x="2773" y="1"/>
                  </a:moveTo>
                  <a:cubicBezTo>
                    <a:pt x="1229" y="1"/>
                    <a:pt x="1" y="1198"/>
                    <a:pt x="1" y="2742"/>
                  </a:cubicBezTo>
                  <a:cubicBezTo>
                    <a:pt x="1" y="4285"/>
                    <a:pt x="1229" y="5514"/>
                    <a:pt x="2773" y="5514"/>
                  </a:cubicBezTo>
                  <a:cubicBezTo>
                    <a:pt x="4285" y="5514"/>
                    <a:pt x="5514" y="4285"/>
                    <a:pt x="5514" y="2742"/>
                  </a:cubicBezTo>
                  <a:cubicBezTo>
                    <a:pt x="5514" y="1229"/>
                    <a:pt x="4254" y="1"/>
                    <a:pt x="2773" y="1"/>
                  </a:cubicBezTo>
                  <a:close/>
                </a:path>
              </a:pathLst>
            </a:custGeom>
            <a:grpFill/>
            <a:ln>
              <a:noFill/>
            </a:ln>
          </p:spPr>
          <p:txBody>
            <a:bodyPr spcFirstLastPara="1" wrap="square" lIns="62728" tIns="62728" rIns="62728" bIns="62728" anchor="ctr" anchorCtr="0">
              <a:noAutofit/>
            </a:bodyPr>
            <a:lstStyle/>
            <a:p>
              <a:endParaRPr sz="764"/>
            </a:p>
          </p:txBody>
        </p:sp>
      </p:grpSp>
      <p:sp>
        <p:nvSpPr>
          <p:cNvPr id="360" name="Google Shape;4739;p59">
            <a:extLst>
              <a:ext uri="{FF2B5EF4-FFF2-40B4-BE49-F238E27FC236}">
                <a16:creationId xmlns:a16="http://schemas.microsoft.com/office/drawing/2014/main" id="{8FDD987D-B6D6-4E91-8C21-182CABA6A8E0}"/>
              </a:ext>
            </a:extLst>
          </p:cNvPr>
          <p:cNvSpPr/>
          <p:nvPr/>
        </p:nvSpPr>
        <p:spPr>
          <a:xfrm>
            <a:off x="1964946" y="3130619"/>
            <a:ext cx="243141" cy="240251"/>
          </a:xfrm>
          <a:custGeom>
            <a:avLst/>
            <a:gdLst/>
            <a:ahLst/>
            <a:cxnLst/>
            <a:rect l="l" t="t" r="r" b="b"/>
            <a:pathLst>
              <a:path w="12877" h="12724" extrusionOk="0">
                <a:moveTo>
                  <a:pt x="10492" y="1603"/>
                </a:moveTo>
                <a:lnTo>
                  <a:pt x="10429" y="1855"/>
                </a:lnTo>
                <a:cubicBezTo>
                  <a:pt x="10429" y="1981"/>
                  <a:pt x="10492" y="2138"/>
                  <a:pt x="10555" y="2201"/>
                </a:cubicBezTo>
                <a:cubicBezTo>
                  <a:pt x="10649" y="2296"/>
                  <a:pt x="10807" y="2327"/>
                  <a:pt x="10901" y="2327"/>
                </a:cubicBezTo>
                <a:lnTo>
                  <a:pt x="11153" y="2296"/>
                </a:lnTo>
                <a:lnTo>
                  <a:pt x="10492" y="2957"/>
                </a:lnTo>
                <a:lnTo>
                  <a:pt x="9736" y="3083"/>
                </a:lnTo>
                <a:lnTo>
                  <a:pt x="9799" y="2296"/>
                </a:lnTo>
                <a:lnTo>
                  <a:pt x="10492" y="1603"/>
                </a:lnTo>
                <a:close/>
                <a:moveTo>
                  <a:pt x="6270" y="6108"/>
                </a:moveTo>
                <a:cubicBezTo>
                  <a:pt x="6396" y="6108"/>
                  <a:pt x="6459" y="6139"/>
                  <a:pt x="6554" y="6234"/>
                </a:cubicBezTo>
                <a:cubicBezTo>
                  <a:pt x="6617" y="6265"/>
                  <a:pt x="6648" y="6391"/>
                  <a:pt x="6648" y="6486"/>
                </a:cubicBezTo>
                <a:cubicBezTo>
                  <a:pt x="6648" y="6738"/>
                  <a:pt x="6459" y="6927"/>
                  <a:pt x="6270" y="6927"/>
                </a:cubicBezTo>
                <a:cubicBezTo>
                  <a:pt x="6081" y="6927"/>
                  <a:pt x="5861" y="6738"/>
                  <a:pt x="5861" y="6486"/>
                </a:cubicBezTo>
                <a:cubicBezTo>
                  <a:pt x="5861" y="6265"/>
                  <a:pt x="6081" y="6108"/>
                  <a:pt x="6270" y="6108"/>
                </a:cubicBezTo>
                <a:close/>
                <a:moveTo>
                  <a:pt x="6176" y="4375"/>
                </a:moveTo>
                <a:cubicBezTo>
                  <a:pt x="6617" y="4375"/>
                  <a:pt x="7026" y="4501"/>
                  <a:pt x="7341" y="4722"/>
                </a:cubicBezTo>
                <a:lnTo>
                  <a:pt x="6743" y="5320"/>
                </a:lnTo>
                <a:cubicBezTo>
                  <a:pt x="6617" y="5289"/>
                  <a:pt x="6428" y="5226"/>
                  <a:pt x="6239" y="5226"/>
                </a:cubicBezTo>
                <a:cubicBezTo>
                  <a:pt x="5546" y="5226"/>
                  <a:pt x="5010" y="5793"/>
                  <a:pt x="5010" y="6454"/>
                </a:cubicBezTo>
                <a:cubicBezTo>
                  <a:pt x="5010" y="7116"/>
                  <a:pt x="5546" y="7715"/>
                  <a:pt x="6239" y="7715"/>
                </a:cubicBezTo>
                <a:cubicBezTo>
                  <a:pt x="6900" y="7715"/>
                  <a:pt x="7467" y="7147"/>
                  <a:pt x="7467" y="6454"/>
                </a:cubicBezTo>
                <a:cubicBezTo>
                  <a:pt x="7467" y="6265"/>
                  <a:pt x="7404" y="6108"/>
                  <a:pt x="7341" y="5887"/>
                </a:cubicBezTo>
                <a:lnTo>
                  <a:pt x="7908" y="5320"/>
                </a:lnTo>
                <a:cubicBezTo>
                  <a:pt x="8160" y="5635"/>
                  <a:pt x="8286" y="6013"/>
                  <a:pt x="8286" y="6454"/>
                </a:cubicBezTo>
                <a:cubicBezTo>
                  <a:pt x="8286" y="7588"/>
                  <a:pt x="7341" y="8534"/>
                  <a:pt x="6176" y="8534"/>
                </a:cubicBezTo>
                <a:cubicBezTo>
                  <a:pt x="5041" y="8534"/>
                  <a:pt x="4096" y="7588"/>
                  <a:pt x="4096" y="6454"/>
                </a:cubicBezTo>
                <a:cubicBezTo>
                  <a:pt x="4096" y="5320"/>
                  <a:pt x="5041" y="4375"/>
                  <a:pt x="6176" y="4375"/>
                </a:cubicBezTo>
                <a:close/>
                <a:moveTo>
                  <a:pt x="6239" y="2800"/>
                </a:moveTo>
                <a:cubicBezTo>
                  <a:pt x="7089" y="2800"/>
                  <a:pt x="7908" y="3115"/>
                  <a:pt x="8539" y="3619"/>
                </a:cubicBezTo>
                <a:lnTo>
                  <a:pt x="7971" y="4217"/>
                </a:lnTo>
                <a:cubicBezTo>
                  <a:pt x="7499" y="3839"/>
                  <a:pt x="6869" y="3619"/>
                  <a:pt x="6239" y="3619"/>
                </a:cubicBezTo>
                <a:cubicBezTo>
                  <a:pt x="4600" y="3619"/>
                  <a:pt x="3309" y="4911"/>
                  <a:pt x="3309" y="6486"/>
                </a:cubicBezTo>
                <a:cubicBezTo>
                  <a:pt x="3309" y="8124"/>
                  <a:pt x="4632" y="9416"/>
                  <a:pt x="6239" y="9416"/>
                </a:cubicBezTo>
                <a:cubicBezTo>
                  <a:pt x="7845" y="9416"/>
                  <a:pt x="9137" y="8124"/>
                  <a:pt x="9137" y="6486"/>
                </a:cubicBezTo>
                <a:cubicBezTo>
                  <a:pt x="9137" y="5856"/>
                  <a:pt x="8948" y="5226"/>
                  <a:pt x="8539" y="4753"/>
                </a:cubicBezTo>
                <a:lnTo>
                  <a:pt x="9137" y="4154"/>
                </a:lnTo>
                <a:cubicBezTo>
                  <a:pt x="9641" y="4816"/>
                  <a:pt x="9956" y="5604"/>
                  <a:pt x="9956" y="6486"/>
                </a:cubicBezTo>
                <a:cubicBezTo>
                  <a:pt x="9956" y="8534"/>
                  <a:pt x="8318" y="10235"/>
                  <a:pt x="6239" y="10235"/>
                </a:cubicBezTo>
                <a:cubicBezTo>
                  <a:pt x="4191" y="10235"/>
                  <a:pt x="2490" y="8597"/>
                  <a:pt x="2490" y="6486"/>
                </a:cubicBezTo>
                <a:cubicBezTo>
                  <a:pt x="2490" y="4438"/>
                  <a:pt x="4128" y="2800"/>
                  <a:pt x="6239" y="2800"/>
                </a:cubicBezTo>
                <a:close/>
                <a:moveTo>
                  <a:pt x="6270" y="1130"/>
                </a:moveTo>
                <a:cubicBezTo>
                  <a:pt x="7247" y="1130"/>
                  <a:pt x="8223" y="1414"/>
                  <a:pt x="9074" y="1918"/>
                </a:cubicBezTo>
                <a:cubicBezTo>
                  <a:pt x="9074" y="1949"/>
                  <a:pt x="9011" y="2012"/>
                  <a:pt x="9011" y="2044"/>
                </a:cubicBezTo>
                <a:lnTo>
                  <a:pt x="8917" y="2831"/>
                </a:lnTo>
                <a:cubicBezTo>
                  <a:pt x="8160" y="2296"/>
                  <a:pt x="7247" y="1981"/>
                  <a:pt x="6270" y="1981"/>
                </a:cubicBezTo>
                <a:cubicBezTo>
                  <a:pt x="3750" y="1981"/>
                  <a:pt x="1733" y="4028"/>
                  <a:pt x="1733" y="6486"/>
                </a:cubicBezTo>
                <a:cubicBezTo>
                  <a:pt x="1733" y="9006"/>
                  <a:pt x="3781" y="11054"/>
                  <a:pt x="6270" y="11054"/>
                </a:cubicBezTo>
                <a:cubicBezTo>
                  <a:pt x="8759" y="11054"/>
                  <a:pt x="10807" y="9006"/>
                  <a:pt x="10807" y="6486"/>
                </a:cubicBezTo>
                <a:cubicBezTo>
                  <a:pt x="10807" y="5509"/>
                  <a:pt x="10492" y="4596"/>
                  <a:pt x="9925" y="3871"/>
                </a:cubicBezTo>
                <a:lnTo>
                  <a:pt x="10712" y="3745"/>
                </a:lnTo>
                <a:cubicBezTo>
                  <a:pt x="10744" y="3745"/>
                  <a:pt x="10807" y="3745"/>
                  <a:pt x="10838" y="3713"/>
                </a:cubicBezTo>
                <a:cubicBezTo>
                  <a:pt x="11342" y="4533"/>
                  <a:pt x="11626" y="5478"/>
                  <a:pt x="11626" y="6486"/>
                </a:cubicBezTo>
                <a:cubicBezTo>
                  <a:pt x="11626" y="9447"/>
                  <a:pt x="9232" y="11873"/>
                  <a:pt x="6270" y="11873"/>
                </a:cubicBezTo>
                <a:cubicBezTo>
                  <a:pt x="3309" y="11873"/>
                  <a:pt x="914" y="9479"/>
                  <a:pt x="914" y="6486"/>
                </a:cubicBezTo>
                <a:cubicBezTo>
                  <a:pt x="914" y="3524"/>
                  <a:pt x="3309" y="1130"/>
                  <a:pt x="6270" y="1130"/>
                </a:cubicBezTo>
                <a:close/>
                <a:moveTo>
                  <a:pt x="11030" y="0"/>
                </a:moveTo>
                <a:cubicBezTo>
                  <a:pt x="10930" y="0"/>
                  <a:pt x="10829" y="37"/>
                  <a:pt x="10744" y="122"/>
                </a:cubicBezTo>
                <a:lnTo>
                  <a:pt x="9610" y="1256"/>
                </a:lnTo>
                <a:cubicBezTo>
                  <a:pt x="8602" y="594"/>
                  <a:pt x="7467" y="279"/>
                  <a:pt x="6239" y="279"/>
                </a:cubicBezTo>
                <a:cubicBezTo>
                  <a:pt x="2805" y="279"/>
                  <a:pt x="1" y="3020"/>
                  <a:pt x="1" y="6486"/>
                </a:cubicBezTo>
                <a:cubicBezTo>
                  <a:pt x="1" y="9920"/>
                  <a:pt x="2773" y="12724"/>
                  <a:pt x="6239" y="12724"/>
                </a:cubicBezTo>
                <a:cubicBezTo>
                  <a:pt x="9641" y="12724"/>
                  <a:pt x="12445" y="9951"/>
                  <a:pt x="12445" y="6486"/>
                </a:cubicBezTo>
                <a:cubicBezTo>
                  <a:pt x="12445" y="5289"/>
                  <a:pt x="12099" y="4123"/>
                  <a:pt x="11468" y="3115"/>
                </a:cubicBezTo>
                <a:lnTo>
                  <a:pt x="12603" y="1981"/>
                </a:lnTo>
                <a:cubicBezTo>
                  <a:pt x="12877" y="1706"/>
                  <a:pt x="12650" y="1255"/>
                  <a:pt x="12292" y="1255"/>
                </a:cubicBezTo>
                <a:cubicBezTo>
                  <a:pt x="12280" y="1255"/>
                  <a:pt x="12268" y="1255"/>
                  <a:pt x="12256" y="1256"/>
                </a:cubicBezTo>
                <a:lnTo>
                  <a:pt x="11342" y="1382"/>
                </a:lnTo>
                <a:lnTo>
                  <a:pt x="11468" y="468"/>
                </a:lnTo>
                <a:cubicBezTo>
                  <a:pt x="11491" y="203"/>
                  <a:pt x="11265" y="0"/>
                  <a:pt x="11030"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361" name="Google Shape;4740;p59">
            <a:extLst>
              <a:ext uri="{FF2B5EF4-FFF2-40B4-BE49-F238E27FC236}">
                <a16:creationId xmlns:a16="http://schemas.microsoft.com/office/drawing/2014/main" id="{9B5B0081-011E-4C4C-BC32-835611C43164}"/>
              </a:ext>
            </a:extLst>
          </p:cNvPr>
          <p:cNvGrpSpPr/>
          <p:nvPr/>
        </p:nvGrpSpPr>
        <p:grpSpPr>
          <a:xfrm>
            <a:off x="1967992" y="3407132"/>
            <a:ext cx="239742" cy="240346"/>
            <a:chOff x="-63250675" y="2664125"/>
            <a:chExt cx="317425" cy="318225"/>
          </a:xfrm>
          <a:solidFill>
            <a:schemeClr val="tx1"/>
          </a:solidFill>
        </p:grpSpPr>
        <p:sp>
          <p:nvSpPr>
            <p:cNvPr id="534" name="Google Shape;4741;p59">
              <a:extLst>
                <a:ext uri="{FF2B5EF4-FFF2-40B4-BE49-F238E27FC236}">
                  <a16:creationId xmlns:a16="http://schemas.microsoft.com/office/drawing/2014/main" id="{84B4B6C5-3601-4AEA-926A-191311B34CF3}"/>
                </a:ext>
              </a:extLst>
            </p:cNvPr>
            <p:cNvSpPr/>
            <p:nvPr/>
          </p:nvSpPr>
          <p:spPr>
            <a:xfrm>
              <a:off x="-63250675" y="2664125"/>
              <a:ext cx="317425" cy="318225"/>
            </a:xfrm>
            <a:custGeom>
              <a:avLst/>
              <a:gdLst/>
              <a:ahLst/>
              <a:cxnLst/>
              <a:rect l="l" t="t" r="r" b="b"/>
              <a:pathLst>
                <a:path w="12697" h="12729" extrusionOk="0">
                  <a:moveTo>
                    <a:pt x="6364" y="2521"/>
                  </a:moveTo>
                  <a:cubicBezTo>
                    <a:pt x="8475" y="2521"/>
                    <a:pt x="10208" y="4254"/>
                    <a:pt x="10208" y="6396"/>
                  </a:cubicBezTo>
                  <a:cubicBezTo>
                    <a:pt x="10208" y="8507"/>
                    <a:pt x="8475" y="10240"/>
                    <a:pt x="6364" y="10240"/>
                  </a:cubicBezTo>
                  <a:cubicBezTo>
                    <a:pt x="4222" y="10240"/>
                    <a:pt x="2489" y="8507"/>
                    <a:pt x="2489" y="6396"/>
                  </a:cubicBezTo>
                  <a:cubicBezTo>
                    <a:pt x="2489" y="4254"/>
                    <a:pt x="4222" y="2521"/>
                    <a:pt x="6364" y="2521"/>
                  </a:cubicBezTo>
                  <a:close/>
                  <a:moveTo>
                    <a:pt x="6364" y="1"/>
                  </a:moveTo>
                  <a:cubicBezTo>
                    <a:pt x="6112" y="1"/>
                    <a:pt x="5923" y="190"/>
                    <a:pt x="5923" y="442"/>
                  </a:cubicBezTo>
                  <a:lnTo>
                    <a:pt x="5923" y="1702"/>
                  </a:lnTo>
                  <a:cubicBezTo>
                    <a:pt x="4946" y="1765"/>
                    <a:pt x="4033" y="2174"/>
                    <a:pt x="3308" y="2773"/>
                  </a:cubicBezTo>
                  <a:lnTo>
                    <a:pt x="2426" y="1859"/>
                  </a:lnTo>
                  <a:cubicBezTo>
                    <a:pt x="2347" y="1781"/>
                    <a:pt x="2237" y="1741"/>
                    <a:pt x="2127" y="1741"/>
                  </a:cubicBezTo>
                  <a:cubicBezTo>
                    <a:pt x="2017" y="1741"/>
                    <a:pt x="1906" y="1781"/>
                    <a:pt x="1827" y="1859"/>
                  </a:cubicBezTo>
                  <a:cubicBezTo>
                    <a:pt x="1670" y="2017"/>
                    <a:pt x="1670" y="2300"/>
                    <a:pt x="1827" y="2458"/>
                  </a:cubicBezTo>
                  <a:lnTo>
                    <a:pt x="2741" y="3340"/>
                  </a:lnTo>
                  <a:cubicBezTo>
                    <a:pt x="2143" y="4065"/>
                    <a:pt x="1733" y="4978"/>
                    <a:pt x="1670" y="5955"/>
                  </a:cubicBezTo>
                  <a:lnTo>
                    <a:pt x="410" y="5955"/>
                  </a:lnTo>
                  <a:cubicBezTo>
                    <a:pt x="158" y="5955"/>
                    <a:pt x="0" y="6144"/>
                    <a:pt x="0" y="6333"/>
                  </a:cubicBezTo>
                  <a:cubicBezTo>
                    <a:pt x="0" y="6585"/>
                    <a:pt x="221" y="6774"/>
                    <a:pt x="410" y="6774"/>
                  </a:cubicBezTo>
                  <a:lnTo>
                    <a:pt x="1670" y="6774"/>
                  </a:lnTo>
                  <a:cubicBezTo>
                    <a:pt x="1733" y="7751"/>
                    <a:pt x="2143" y="8664"/>
                    <a:pt x="2741" y="9389"/>
                  </a:cubicBezTo>
                  <a:lnTo>
                    <a:pt x="1827" y="10271"/>
                  </a:lnTo>
                  <a:cubicBezTo>
                    <a:pt x="1670" y="10429"/>
                    <a:pt x="1670" y="10712"/>
                    <a:pt x="1827" y="10870"/>
                  </a:cubicBezTo>
                  <a:cubicBezTo>
                    <a:pt x="1890" y="10964"/>
                    <a:pt x="2017" y="10996"/>
                    <a:pt x="2111" y="10996"/>
                  </a:cubicBezTo>
                  <a:cubicBezTo>
                    <a:pt x="2174" y="10996"/>
                    <a:pt x="2300" y="10964"/>
                    <a:pt x="2363" y="10870"/>
                  </a:cubicBezTo>
                  <a:lnTo>
                    <a:pt x="3277" y="9956"/>
                  </a:lnTo>
                  <a:cubicBezTo>
                    <a:pt x="4001" y="10555"/>
                    <a:pt x="4883" y="10964"/>
                    <a:pt x="5892" y="11027"/>
                  </a:cubicBezTo>
                  <a:lnTo>
                    <a:pt x="5892" y="12287"/>
                  </a:lnTo>
                  <a:cubicBezTo>
                    <a:pt x="5892" y="12508"/>
                    <a:pt x="6081" y="12729"/>
                    <a:pt x="6301" y="12729"/>
                  </a:cubicBezTo>
                  <a:cubicBezTo>
                    <a:pt x="6553" y="12729"/>
                    <a:pt x="6711" y="12508"/>
                    <a:pt x="6711" y="12287"/>
                  </a:cubicBezTo>
                  <a:lnTo>
                    <a:pt x="6711" y="11027"/>
                  </a:lnTo>
                  <a:cubicBezTo>
                    <a:pt x="7687" y="10964"/>
                    <a:pt x="8601" y="10555"/>
                    <a:pt x="9294" y="9956"/>
                  </a:cubicBezTo>
                  <a:lnTo>
                    <a:pt x="10208" y="10870"/>
                  </a:lnTo>
                  <a:cubicBezTo>
                    <a:pt x="10302" y="10964"/>
                    <a:pt x="10397" y="10996"/>
                    <a:pt x="10491" y="10996"/>
                  </a:cubicBezTo>
                  <a:cubicBezTo>
                    <a:pt x="10617" y="10996"/>
                    <a:pt x="10680" y="10964"/>
                    <a:pt x="10775" y="10870"/>
                  </a:cubicBezTo>
                  <a:cubicBezTo>
                    <a:pt x="10932" y="10712"/>
                    <a:pt x="10932" y="10429"/>
                    <a:pt x="10775" y="10271"/>
                  </a:cubicBezTo>
                  <a:lnTo>
                    <a:pt x="9861" y="9389"/>
                  </a:lnTo>
                  <a:cubicBezTo>
                    <a:pt x="10460" y="8664"/>
                    <a:pt x="10838" y="7751"/>
                    <a:pt x="10932" y="6774"/>
                  </a:cubicBezTo>
                  <a:lnTo>
                    <a:pt x="12193" y="6774"/>
                  </a:lnTo>
                  <a:cubicBezTo>
                    <a:pt x="12413" y="6774"/>
                    <a:pt x="12602" y="6585"/>
                    <a:pt x="12602" y="6333"/>
                  </a:cubicBezTo>
                  <a:cubicBezTo>
                    <a:pt x="12697" y="6144"/>
                    <a:pt x="12508" y="5955"/>
                    <a:pt x="12256" y="5955"/>
                  </a:cubicBezTo>
                  <a:lnTo>
                    <a:pt x="10995" y="5955"/>
                  </a:lnTo>
                  <a:cubicBezTo>
                    <a:pt x="10932" y="4978"/>
                    <a:pt x="10523" y="4065"/>
                    <a:pt x="9924" y="3340"/>
                  </a:cubicBezTo>
                  <a:lnTo>
                    <a:pt x="10838" y="2458"/>
                  </a:lnTo>
                  <a:cubicBezTo>
                    <a:pt x="10995" y="2300"/>
                    <a:pt x="10995" y="2017"/>
                    <a:pt x="10838" y="1859"/>
                  </a:cubicBezTo>
                  <a:cubicBezTo>
                    <a:pt x="10759" y="1781"/>
                    <a:pt x="10649" y="1741"/>
                    <a:pt x="10539" y="1741"/>
                  </a:cubicBezTo>
                  <a:cubicBezTo>
                    <a:pt x="10428" y="1741"/>
                    <a:pt x="10318" y="1781"/>
                    <a:pt x="10239" y="1859"/>
                  </a:cubicBezTo>
                  <a:lnTo>
                    <a:pt x="9357" y="2773"/>
                  </a:lnTo>
                  <a:cubicBezTo>
                    <a:pt x="8633" y="2174"/>
                    <a:pt x="7719" y="1765"/>
                    <a:pt x="6742" y="1702"/>
                  </a:cubicBezTo>
                  <a:lnTo>
                    <a:pt x="6742" y="442"/>
                  </a:lnTo>
                  <a:cubicBezTo>
                    <a:pt x="6742" y="190"/>
                    <a:pt x="6553" y="1"/>
                    <a:pt x="6364" y="1"/>
                  </a:cubicBezTo>
                  <a:close/>
                </a:path>
              </a:pathLst>
            </a:custGeom>
            <a:grpFill/>
            <a:ln>
              <a:noFill/>
            </a:ln>
          </p:spPr>
          <p:txBody>
            <a:bodyPr spcFirstLastPara="1" wrap="square" lIns="62728" tIns="62728" rIns="62728" bIns="62728" anchor="ctr" anchorCtr="0">
              <a:noAutofit/>
            </a:bodyPr>
            <a:lstStyle/>
            <a:p>
              <a:endParaRPr sz="764"/>
            </a:p>
          </p:txBody>
        </p:sp>
        <p:sp>
          <p:nvSpPr>
            <p:cNvPr id="535" name="Google Shape;4742;p59">
              <a:extLst>
                <a:ext uri="{FF2B5EF4-FFF2-40B4-BE49-F238E27FC236}">
                  <a16:creationId xmlns:a16="http://schemas.microsoft.com/office/drawing/2014/main" id="{703D5512-0EE2-4BF2-9CF3-364C0FF2DC3E}"/>
                </a:ext>
              </a:extLst>
            </p:cNvPr>
            <p:cNvSpPr/>
            <p:nvPr/>
          </p:nvSpPr>
          <p:spPr>
            <a:xfrm>
              <a:off x="-63167975" y="2747625"/>
              <a:ext cx="152025" cy="152025"/>
            </a:xfrm>
            <a:custGeom>
              <a:avLst/>
              <a:gdLst/>
              <a:ahLst/>
              <a:cxnLst/>
              <a:rect l="l" t="t" r="r" b="b"/>
              <a:pathLst>
                <a:path w="6081" h="6081" extrusionOk="0">
                  <a:moveTo>
                    <a:pt x="2615" y="819"/>
                  </a:moveTo>
                  <a:lnTo>
                    <a:pt x="2615" y="1701"/>
                  </a:lnTo>
                  <a:cubicBezTo>
                    <a:pt x="2521" y="1733"/>
                    <a:pt x="2458" y="1733"/>
                    <a:pt x="2363" y="1764"/>
                  </a:cubicBezTo>
                  <a:lnTo>
                    <a:pt x="1796" y="1197"/>
                  </a:lnTo>
                  <a:cubicBezTo>
                    <a:pt x="2017" y="1040"/>
                    <a:pt x="2300" y="914"/>
                    <a:pt x="2615" y="819"/>
                  </a:cubicBezTo>
                  <a:close/>
                  <a:moveTo>
                    <a:pt x="3434" y="882"/>
                  </a:moveTo>
                  <a:cubicBezTo>
                    <a:pt x="3749" y="914"/>
                    <a:pt x="4033" y="1040"/>
                    <a:pt x="4253" y="1229"/>
                  </a:cubicBezTo>
                  <a:lnTo>
                    <a:pt x="3686" y="1827"/>
                  </a:lnTo>
                  <a:cubicBezTo>
                    <a:pt x="3592" y="1796"/>
                    <a:pt x="3529" y="1733"/>
                    <a:pt x="3434" y="1733"/>
                  </a:cubicBezTo>
                  <a:lnTo>
                    <a:pt x="3434" y="882"/>
                  </a:lnTo>
                  <a:close/>
                  <a:moveTo>
                    <a:pt x="1197" y="1796"/>
                  </a:moveTo>
                  <a:lnTo>
                    <a:pt x="1796" y="2363"/>
                  </a:lnTo>
                  <a:cubicBezTo>
                    <a:pt x="1733" y="2457"/>
                    <a:pt x="1701" y="2520"/>
                    <a:pt x="1701" y="2615"/>
                  </a:cubicBezTo>
                  <a:lnTo>
                    <a:pt x="851" y="2615"/>
                  </a:lnTo>
                  <a:cubicBezTo>
                    <a:pt x="914" y="2300"/>
                    <a:pt x="1040" y="2016"/>
                    <a:pt x="1197" y="1796"/>
                  </a:cubicBezTo>
                  <a:close/>
                  <a:moveTo>
                    <a:pt x="4852" y="1796"/>
                  </a:moveTo>
                  <a:cubicBezTo>
                    <a:pt x="5010" y="2016"/>
                    <a:pt x="5136" y="2300"/>
                    <a:pt x="5199" y="2615"/>
                  </a:cubicBezTo>
                  <a:lnTo>
                    <a:pt x="4348" y="2615"/>
                  </a:lnTo>
                  <a:cubicBezTo>
                    <a:pt x="4316" y="2520"/>
                    <a:pt x="4316" y="2457"/>
                    <a:pt x="4253" y="2363"/>
                  </a:cubicBezTo>
                  <a:lnTo>
                    <a:pt x="4852" y="1796"/>
                  </a:lnTo>
                  <a:close/>
                  <a:moveTo>
                    <a:pt x="3056" y="2457"/>
                  </a:moveTo>
                  <a:cubicBezTo>
                    <a:pt x="3214" y="2457"/>
                    <a:pt x="3308" y="2520"/>
                    <a:pt x="3434" y="2615"/>
                  </a:cubicBezTo>
                  <a:cubicBezTo>
                    <a:pt x="3560" y="2741"/>
                    <a:pt x="3592" y="2836"/>
                    <a:pt x="3592" y="2993"/>
                  </a:cubicBezTo>
                  <a:cubicBezTo>
                    <a:pt x="3592" y="3151"/>
                    <a:pt x="3529" y="3308"/>
                    <a:pt x="3434" y="3403"/>
                  </a:cubicBezTo>
                  <a:cubicBezTo>
                    <a:pt x="3308" y="3529"/>
                    <a:pt x="3214" y="3560"/>
                    <a:pt x="3056" y="3560"/>
                  </a:cubicBezTo>
                  <a:cubicBezTo>
                    <a:pt x="2899" y="3560"/>
                    <a:pt x="2773" y="3466"/>
                    <a:pt x="2647" y="3403"/>
                  </a:cubicBezTo>
                  <a:cubicBezTo>
                    <a:pt x="2521" y="3277"/>
                    <a:pt x="2489" y="3151"/>
                    <a:pt x="2489" y="2993"/>
                  </a:cubicBezTo>
                  <a:cubicBezTo>
                    <a:pt x="2489" y="2836"/>
                    <a:pt x="2584" y="2741"/>
                    <a:pt x="2647" y="2615"/>
                  </a:cubicBezTo>
                  <a:cubicBezTo>
                    <a:pt x="2773" y="2489"/>
                    <a:pt x="2899" y="2457"/>
                    <a:pt x="3056" y="2457"/>
                  </a:cubicBezTo>
                  <a:close/>
                  <a:moveTo>
                    <a:pt x="1733" y="3434"/>
                  </a:moveTo>
                  <a:cubicBezTo>
                    <a:pt x="1796" y="3529"/>
                    <a:pt x="1796" y="3592"/>
                    <a:pt x="1828" y="3686"/>
                  </a:cubicBezTo>
                  <a:lnTo>
                    <a:pt x="1229" y="4253"/>
                  </a:lnTo>
                  <a:cubicBezTo>
                    <a:pt x="1040" y="4033"/>
                    <a:pt x="914" y="3749"/>
                    <a:pt x="882" y="3434"/>
                  </a:cubicBezTo>
                  <a:close/>
                  <a:moveTo>
                    <a:pt x="5199" y="3434"/>
                  </a:moveTo>
                  <a:cubicBezTo>
                    <a:pt x="5136" y="3749"/>
                    <a:pt x="5010" y="4033"/>
                    <a:pt x="4852" y="4253"/>
                  </a:cubicBezTo>
                  <a:lnTo>
                    <a:pt x="4253" y="3686"/>
                  </a:lnTo>
                  <a:cubicBezTo>
                    <a:pt x="4316" y="3592"/>
                    <a:pt x="4348" y="3529"/>
                    <a:pt x="4348" y="3434"/>
                  </a:cubicBezTo>
                  <a:close/>
                  <a:moveTo>
                    <a:pt x="2363" y="4253"/>
                  </a:moveTo>
                  <a:cubicBezTo>
                    <a:pt x="2458" y="4316"/>
                    <a:pt x="2521" y="4348"/>
                    <a:pt x="2615" y="4348"/>
                  </a:cubicBezTo>
                  <a:lnTo>
                    <a:pt x="2615" y="5198"/>
                  </a:lnTo>
                  <a:cubicBezTo>
                    <a:pt x="2300" y="5167"/>
                    <a:pt x="2017" y="5041"/>
                    <a:pt x="1796" y="4852"/>
                  </a:cubicBezTo>
                  <a:lnTo>
                    <a:pt x="2363" y="4253"/>
                  </a:lnTo>
                  <a:close/>
                  <a:moveTo>
                    <a:pt x="3686" y="4253"/>
                  </a:moveTo>
                  <a:lnTo>
                    <a:pt x="4253" y="4852"/>
                  </a:lnTo>
                  <a:cubicBezTo>
                    <a:pt x="4033" y="5009"/>
                    <a:pt x="3749" y="5135"/>
                    <a:pt x="3434" y="5198"/>
                  </a:cubicBezTo>
                  <a:lnTo>
                    <a:pt x="3434" y="4348"/>
                  </a:lnTo>
                  <a:cubicBezTo>
                    <a:pt x="3529" y="4316"/>
                    <a:pt x="3592" y="4316"/>
                    <a:pt x="3686" y="4253"/>
                  </a:cubicBezTo>
                  <a:close/>
                  <a:moveTo>
                    <a:pt x="3056" y="0"/>
                  </a:moveTo>
                  <a:cubicBezTo>
                    <a:pt x="1355" y="0"/>
                    <a:pt x="0" y="1386"/>
                    <a:pt x="0" y="3056"/>
                  </a:cubicBezTo>
                  <a:cubicBezTo>
                    <a:pt x="0" y="3875"/>
                    <a:pt x="315" y="4631"/>
                    <a:pt x="882" y="5167"/>
                  </a:cubicBezTo>
                  <a:cubicBezTo>
                    <a:pt x="1229" y="5608"/>
                    <a:pt x="2111" y="6081"/>
                    <a:pt x="3056" y="6081"/>
                  </a:cubicBezTo>
                  <a:cubicBezTo>
                    <a:pt x="4694" y="6081"/>
                    <a:pt x="6081" y="4726"/>
                    <a:pt x="6081" y="3056"/>
                  </a:cubicBezTo>
                  <a:cubicBezTo>
                    <a:pt x="6081" y="1355"/>
                    <a:pt x="4694" y="0"/>
                    <a:pt x="3056"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62" name="Google Shape;4743;p59">
            <a:extLst>
              <a:ext uri="{FF2B5EF4-FFF2-40B4-BE49-F238E27FC236}">
                <a16:creationId xmlns:a16="http://schemas.microsoft.com/office/drawing/2014/main" id="{FB1C82D9-7363-4BB3-AAB6-E7622DD55B8D}"/>
              </a:ext>
            </a:extLst>
          </p:cNvPr>
          <p:cNvGrpSpPr/>
          <p:nvPr/>
        </p:nvGrpSpPr>
        <p:grpSpPr>
          <a:xfrm>
            <a:off x="3424528" y="2855066"/>
            <a:ext cx="237363" cy="235890"/>
            <a:chOff x="-61354075" y="1940500"/>
            <a:chExt cx="314275" cy="312325"/>
          </a:xfrm>
          <a:solidFill>
            <a:schemeClr val="tx1"/>
          </a:solidFill>
        </p:grpSpPr>
        <p:sp>
          <p:nvSpPr>
            <p:cNvPr id="530" name="Google Shape;4744;p59">
              <a:extLst>
                <a:ext uri="{FF2B5EF4-FFF2-40B4-BE49-F238E27FC236}">
                  <a16:creationId xmlns:a16="http://schemas.microsoft.com/office/drawing/2014/main" id="{4CBB1C82-E6FB-4528-A5BC-596105489543}"/>
                </a:ext>
              </a:extLst>
            </p:cNvPr>
            <p:cNvSpPr/>
            <p:nvPr/>
          </p:nvSpPr>
          <p:spPr>
            <a:xfrm>
              <a:off x="-61354075" y="1940500"/>
              <a:ext cx="314275" cy="312325"/>
            </a:xfrm>
            <a:custGeom>
              <a:avLst/>
              <a:gdLst/>
              <a:ahLst/>
              <a:cxnLst/>
              <a:rect l="l" t="t" r="r" b="b"/>
              <a:pathLst>
                <a:path w="12571" h="12493" extrusionOk="0">
                  <a:moveTo>
                    <a:pt x="6270" y="1001"/>
                  </a:moveTo>
                  <a:lnTo>
                    <a:pt x="7687" y="2419"/>
                  </a:lnTo>
                  <a:cubicBezTo>
                    <a:pt x="7750" y="2482"/>
                    <a:pt x="7876" y="2513"/>
                    <a:pt x="7971" y="2513"/>
                  </a:cubicBezTo>
                  <a:lnTo>
                    <a:pt x="9956" y="2513"/>
                  </a:lnTo>
                  <a:lnTo>
                    <a:pt x="9956" y="4529"/>
                  </a:lnTo>
                  <a:cubicBezTo>
                    <a:pt x="9956" y="4655"/>
                    <a:pt x="10019" y="4718"/>
                    <a:pt x="10082" y="4813"/>
                  </a:cubicBezTo>
                  <a:lnTo>
                    <a:pt x="11499" y="6231"/>
                  </a:lnTo>
                  <a:lnTo>
                    <a:pt x="10082" y="7648"/>
                  </a:lnTo>
                  <a:cubicBezTo>
                    <a:pt x="10019" y="7711"/>
                    <a:pt x="9956" y="7837"/>
                    <a:pt x="9956" y="7900"/>
                  </a:cubicBezTo>
                  <a:lnTo>
                    <a:pt x="9956" y="9917"/>
                  </a:lnTo>
                  <a:lnTo>
                    <a:pt x="7971" y="9917"/>
                  </a:lnTo>
                  <a:cubicBezTo>
                    <a:pt x="7845" y="9917"/>
                    <a:pt x="7750" y="9948"/>
                    <a:pt x="7687" y="10043"/>
                  </a:cubicBezTo>
                  <a:lnTo>
                    <a:pt x="6270" y="11460"/>
                  </a:lnTo>
                  <a:lnTo>
                    <a:pt x="4852" y="10043"/>
                  </a:lnTo>
                  <a:cubicBezTo>
                    <a:pt x="4757" y="9948"/>
                    <a:pt x="4631" y="9917"/>
                    <a:pt x="4568" y="9917"/>
                  </a:cubicBezTo>
                  <a:lnTo>
                    <a:pt x="2552" y="9917"/>
                  </a:lnTo>
                  <a:lnTo>
                    <a:pt x="2552" y="7900"/>
                  </a:lnTo>
                  <a:cubicBezTo>
                    <a:pt x="2552" y="7806"/>
                    <a:pt x="2521" y="7711"/>
                    <a:pt x="2426" y="7648"/>
                  </a:cubicBezTo>
                  <a:lnTo>
                    <a:pt x="1008" y="6231"/>
                  </a:lnTo>
                  <a:lnTo>
                    <a:pt x="2426" y="4813"/>
                  </a:lnTo>
                  <a:cubicBezTo>
                    <a:pt x="2521" y="4718"/>
                    <a:pt x="2552" y="4624"/>
                    <a:pt x="2552" y="4529"/>
                  </a:cubicBezTo>
                  <a:lnTo>
                    <a:pt x="2552" y="2513"/>
                  </a:lnTo>
                  <a:lnTo>
                    <a:pt x="4568" y="2513"/>
                  </a:lnTo>
                  <a:cubicBezTo>
                    <a:pt x="4694" y="2513"/>
                    <a:pt x="4757" y="2482"/>
                    <a:pt x="4852" y="2419"/>
                  </a:cubicBezTo>
                  <a:lnTo>
                    <a:pt x="6270" y="1001"/>
                  </a:lnTo>
                  <a:close/>
                  <a:moveTo>
                    <a:pt x="6285" y="1"/>
                  </a:moveTo>
                  <a:cubicBezTo>
                    <a:pt x="6175" y="1"/>
                    <a:pt x="6065" y="40"/>
                    <a:pt x="5986" y="119"/>
                  </a:cubicBezTo>
                  <a:lnTo>
                    <a:pt x="4411" y="1694"/>
                  </a:lnTo>
                  <a:lnTo>
                    <a:pt x="2174" y="1694"/>
                  </a:lnTo>
                  <a:cubicBezTo>
                    <a:pt x="1922" y="1694"/>
                    <a:pt x="1733" y="1883"/>
                    <a:pt x="1733" y="2135"/>
                  </a:cubicBezTo>
                  <a:lnTo>
                    <a:pt x="1733" y="4372"/>
                  </a:lnTo>
                  <a:lnTo>
                    <a:pt x="158" y="5947"/>
                  </a:lnTo>
                  <a:cubicBezTo>
                    <a:pt x="0" y="6105"/>
                    <a:pt x="0" y="6388"/>
                    <a:pt x="158" y="6546"/>
                  </a:cubicBezTo>
                  <a:lnTo>
                    <a:pt x="1733" y="8121"/>
                  </a:lnTo>
                  <a:lnTo>
                    <a:pt x="1733" y="10358"/>
                  </a:lnTo>
                  <a:cubicBezTo>
                    <a:pt x="1733" y="10578"/>
                    <a:pt x="1922" y="10736"/>
                    <a:pt x="2174" y="10736"/>
                  </a:cubicBezTo>
                  <a:lnTo>
                    <a:pt x="4411" y="10736"/>
                  </a:lnTo>
                  <a:lnTo>
                    <a:pt x="5986" y="12374"/>
                  </a:lnTo>
                  <a:cubicBezTo>
                    <a:pt x="6065" y="12453"/>
                    <a:pt x="6175" y="12492"/>
                    <a:pt x="6285" y="12492"/>
                  </a:cubicBezTo>
                  <a:cubicBezTo>
                    <a:pt x="6396" y="12492"/>
                    <a:pt x="6506" y="12453"/>
                    <a:pt x="6585" y="12374"/>
                  </a:cubicBezTo>
                  <a:lnTo>
                    <a:pt x="8160" y="10736"/>
                  </a:lnTo>
                  <a:lnTo>
                    <a:pt x="10397" y="10736"/>
                  </a:lnTo>
                  <a:cubicBezTo>
                    <a:pt x="10617" y="10736"/>
                    <a:pt x="10775" y="10547"/>
                    <a:pt x="10775" y="10358"/>
                  </a:cubicBezTo>
                  <a:lnTo>
                    <a:pt x="10775" y="8121"/>
                  </a:lnTo>
                  <a:lnTo>
                    <a:pt x="12413" y="6546"/>
                  </a:lnTo>
                  <a:cubicBezTo>
                    <a:pt x="12571" y="6388"/>
                    <a:pt x="12571" y="6105"/>
                    <a:pt x="12413" y="5947"/>
                  </a:cubicBezTo>
                  <a:lnTo>
                    <a:pt x="10775" y="4372"/>
                  </a:lnTo>
                  <a:lnTo>
                    <a:pt x="10775" y="2135"/>
                  </a:lnTo>
                  <a:cubicBezTo>
                    <a:pt x="10775" y="1883"/>
                    <a:pt x="10586" y="1694"/>
                    <a:pt x="10397" y="1694"/>
                  </a:cubicBezTo>
                  <a:lnTo>
                    <a:pt x="8160" y="1694"/>
                  </a:lnTo>
                  <a:lnTo>
                    <a:pt x="6585" y="119"/>
                  </a:lnTo>
                  <a:cubicBezTo>
                    <a:pt x="6506" y="40"/>
                    <a:pt x="6396" y="1"/>
                    <a:pt x="6285" y="1"/>
                  </a:cubicBezTo>
                  <a:close/>
                </a:path>
              </a:pathLst>
            </a:custGeom>
            <a:grpFill/>
            <a:ln>
              <a:noFill/>
            </a:ln>
          </p:spPr>
          <p:txBody>
            <a:bodyPr spcFirstLastPara="1" wrap="square" lIns="62728" tIns="62728" rIns="62728" bIns="62728" anchor="ctr" anchorCtr="0">
              <a:noAutofit/>
            </a:bodyPr>
            <a:lstStyle/>
            <a:p>
              <a:endParaRPr sz="764"/>
            </a:p>
          </p:txBody>
        </p:sp>
        <p:sp>
          <p:nvSpPr>
            <p:cNvPr id="531" name="Google Shape;4745;p59">
              <a:extLst>
                <a:ext uri="{FF2B5EF4-FFF2-40B4-BE49-F238E27FC236}">
                  <a16:creationId xmlns:a16="http://schemas.microsoft.com/office/drawing/2014/main" id="{D1A68045-27FB-4633-914F-2F1855AEE30D}"/>
                </a:ext>
              </a:extLst>
            </p:cNvPr>
            <p:cNvSpPr/>
            <p:nvPr/>
          </p:nvSpPr>
          <p:spPr>
            <a:xfrm>
              <a:off x="-61268225" y="2024575"/>
              <a:ext cx="60650" cy="61475"/>
            </a:xfrm>
            <a:custGeom>
              <a:avLst/>
              <a:gdLst/>
              <a:ahLst/>
              <a:cxnLst/>
              <a:rect l="l" t="t" r="r" b="b"/>
              <a:pathLst>
                <a:path w="2426" h="2459" extrusionOk="0">
                  <a:moveTo>
                    <a:pt x="1197" y="820"/>
                  </a:moveTo>
                  <a:cubicBezTo>
                    <a:pt x="1449" y="820"/>
                    <a:pt x="1607" y="1009"/>
                    <a:pt x="1607" y="1261"/>
                  </a:cubicBezTo>
                  <a:cubicBezTo>
                    <a:pt x="1607" y="1481"/>
                    <a:pt x="1418" y="1639"/>
                    <a:pt x="1197" y="1639"/>
                  </a:cubicBezTo>
                  <a:cubicBezTo>
                    <a:pt x="1008" y="1639"/>
                    <a:pt x="819" y="1450"/>
                    <a:pt x="819" y="1261"/>
                  </a:cubicBezTo>
                  <a:cubicBezTo>
                    <a:pt x="788" y="977"/>
                    <a:pt x="977" y="820"/>
                    <a:pt x="1197" y="820"/>
                  </a:cubicBezTo>
                  <a:close/>
                  <a:moveTo>
                    <a:pt x="1197" y="1"/>
                  </a:moveTo>
                  <a:cubicBezTo>
                    <a:pt x="536" y="1"/>
                    <a:pt x="0" y="536"/>
                    <a:pt x="0" y="1261"/>
                  </a:cubicBezTo>
                  <a:cubicBezTo>
                    <a:pt x="0" y="1954"/>
                    <a:pt x="504" y="2458"/>
                    <a:pt x="1197" y="2458"/>
                  </a:cubicBezTo>
                  <a:cubicBezTo>
                    <a:pt x="1890" y="2458"/>
                    <a:pt x="2426" y="1922"/>
                    <a:pt x="2426" y="1261"/>
                  </a:cubicBezTo>
                  <a:cubicBezTo>
                    <a:pt x="2426" y="568"/>
                    <a:pt x="1890" y="1"/>
                    <a:pt x="1197" y="1"/>
                  </a:cubicBezTo>
                  <a:close/>
                </a:path>
              </a:pathLst>
            </a:custGeom>
            <a:grpFill/>
            <a:ln>
              <a:noFill/>
            </a:ln>
          </p:spPr>
          <p:txBody>
            <a:bodyPr spcFirstLastPara="1" wrap="square" lIns="62728" tIns="62728" rIns="62728" bIns="62728" anchor="ctr" anchorCtr="0">
              <a:noAutofit/>
            </a:bodyPr>
            <a:lstStyle/>
            <a:p>
              <a:endParaRPr sz="764"/>
            </a:p>
          </p:txBody>
        </p:sp>
        <p:sp>
          <p:nvSpPr>
            <p:cNvPr id="532" name="Google Shape;4746;p59">
              <a:extLst>
                <a:ext uri="{FF2B5EF4-FFF2-40B4-BE49-F238E27FC236}">
                  <a16:creationId xmlns:a16="http://schemas.microsoft.com/office/drawing/2014/main" id="{7C5A8010-ADD0-43D6-B664-C312945FB4B2}"/>
                </a:ext>
              </a:extLst>
            </p:cNvPr>
            <p:cNvSpPr/>
            <p:nvPr/>
          </p:nvSpPr>
          <p:spPr>
            <a:xfrm>
              <a:off x="-61187100" y="2107275"/>
              <a:ext cx="61450" cy="61475"/>
            </a:xfrm>
            <a:custGeom>
              <a:avLst/>
              <a:gdLst/>
              <a:ahLst/>
              <a:cxnLst/>
              <a:rect l="l" t="t" r="r" b="b"/>
              <a:pathLst>
                <a:path w="2458" h="2459" extrusionOk="0">
                  <a:moveTo>
                    <a:pt x="1229" y="788"/>
                  </a:moveTo>
                  <a:cubicBezTo>
                    <a:pt x="1512" y="820"/>
                    <a:pt x="1670" y="977"/>
                    <a:pt x="1670" y="1198"/>
                  </a:cubicBezTo>
                  <a:cubicBezTo>
                    <a:pt x="1670" y="1450"/>
                    <a:pt x="1481" y="1639"/>
                    <a:pt x="1229" y="1639"/>
                  </a:cubicBezTo>
                  <a:cubicBezTo>
                    <a:pt x="1008" y="1639"/>
                    <a:pt x="851" y="1450"/>
                    <a:pt x="851" y="1198"/>
                  </a:cubicBezTo>
                  <a:cubicBezTo>
                    <a:pt x="851" y="977"/>
                    <a:pt x="1040" y="788"/>
                    <a:pt x="1229" y="788"/>
                  </a:cubicBezTo>
                  <a:close/>
                  <a:moveTo>
                    <a:pt x="1229" y="1"/>
                  </a:moveTo>
                  <a:cubicBezTo>
                    <a:pt x="567" y="1"/>
                    <a:pt x="0" y="536"/>
                    <a:pt x="0" y="1198"/>
                  </a:cubicBezTo>
                  <a:cubicBezTo>
                    <a:pt x="0" y="1891"/>
                    <a:pt x="567" y="2458"/>
                    <a:pt x="1229" y="2458"/>
                  </a:cubicBezTo>
                  <a:cubicBezTo>
                    <a:pt x="1922" y="2458"/>
                    <a:pt x="2458" y="1922"/>
                    <a:pt x="2458" y="1198"/>
                  </a:cubicBezTo>
                  <a:cubicBezTo>
                    <a:pt x="2458" y="536"/>
                    <a:pt x="1922" y="1"/>
                    <a:pt x="1229" y="1"/>
                  </a:cubicBezTo>
                  <a:close/>
                </a:path>
              </a:pathLst>
            </a:custGeom>
            <a:grpFill/>
            <a:ln>
              <a:noFill/>
            </a:ln>
          </p:spPr>
          <p:txBody>
            <a:bodyPr spcFirstLastPara="1" wrap="square" lIns="62728" tIns="62728" rIns="62728" bIns="62728" anchor="ctr" anchorCtr="0">
              <a:noAutofit/>
            </a:bodyPr>
            <a:lstStyle/>
            <a:p>
              <a:endParaRPr sz="764"/>
            </a:p>
          </p:txBody>
        </p:sp>
        <p:sp>
          <p:nvSpPr>
            <p:cNvPr id="533" name="Google Shape;4747;p59">
              <a:extLst>
                <a:ext uri="{FF2B5EF4-FFF2-40B4-BE49-F238E27FC236}">
                  <a16:creationId xmlns:a16="http://schemas.microsoft.com/office/drawing/2014/main" id="{C7E55D72-8CA8-426D-A32A-0055F4BE3C9A}"/>
                </a:ext>
              </a:extLst>
            </p:cNvPr>
            <p:cNvSpPr/>
            <p:nvPr/>
          </p:nvSpPr>
          <p:spPr>
            <a:xfrm>
              <a:off x="-61250125" y="2044475"/>
              <a:ext cx="105575" cy="103600"/>
            </a:xfrm>
            <a:custGeom>
              <a:avLst/>
              <a:gdLst/>
              <a:ahLst/>
              <a:cxnLst/>
              <a:rect l="l" t="t" r="r" b="b"/>
              <a:pathLst>
                <a:path w="4223" h="4144" extrusionOk="0">
                  <a:moveTo>
                    <a:pt x="3766" y="0"/>
                  </a:moveTo>
                  <a:cubicBezTo>
                    <a:pt x="3655" y="0"/>
                    <a:pt x="3545" y="40"/>
                    <a:pt x="3466" y="118"/>
                  </a:cubicBezTo>
                  <a:lnTo>
                    <a:pt x="158" y="3426"/>
                  </a:lnTo>
                  <a:cubicBezTo>
                    <a:pt x="1" y="3615"/>
                    <a:pt x="1" y="3836"/>
                    <a:pt x="158" y="4025"/>
                  </a:cubicBezTo>
                  <a:cubicBezTo>
                    <a:pt x="237" y="4104"/>
                    <a:pt x="347" y="4143"/>
                    <a:pt x="458" y="4143"/>
                  </a:cubicBezTo>
                  <a:cubicBezTo>
                    <a:pt x="568" y="4143"/>
                    <a:pt x="678" y="4104"/>
                    <a:pt x="757" y="4025"/>
                  </a:cubicBezTo>
                  <a:lnTo>
                    <a:pt x="4065" y="717"/>
                  </a:lnTo>
                  <a:cubicBezTo>
                    <a:pt x="4222" y="559"/>
                    <a:pt x="4222" y="276"/>
                    <a:pt x="4065" y="118"/>
                  </a:cubicBezTo>
                  <a:cubicBezTo>
                    <a:pt x="3986" y="40"/>
                    <a:pt x="3876" y="0"/>
                    <a:pt x="3766"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63" name="Google Shape;4748;p59">
            <a:extLst>
              <a:ext uri="{FF2B5EF4-FFF2-40B4-BE49-F238E27FC236}">
                <a16:creationId xmlns:a16="http://schemas.microsoft.com/office/drawing/2014/main" id="{5836AA8E-6060-4C7A-B7A2-6E68187B5F83}"/>
              </a:ext>
            </a:extLst>
          </p:cNvPr>
          <p:cNvGrpSpPr/>
          <p:nvPr/>
        </p:nvGrpSpPr>
        <p:grpSpPr>
          <a:xfrm>
            <a:off x="3423631" y="3140936"/>
            <a:ext cx="239156" cy="219520"/>
            <a:chOff x="-61354875" y="2322300"/>
            <a:chExt cx="316650" cy="290650"/>
          </a:xfrm>
          <a:solidFill>
            <a:schemeClr val="tx1"/>
          </a:solidFill>
        </p:grpSpPr>
        <p:sp>
          <p:nvSpPr>
            <p:cNvPr id="527" name="Google Shape;4749;p59">
              <a:extLst>
                <a:ext uri="{FF2B5EF4-FFF2-40B4-BE49-F238E27FC236}">
                  <a16:creationId xmlns:a16="http://schemas.microsoft.com/office/drawing/2014/main" id="{E7BDABAD-14DA-4820-8ED6-EB263FAC642E}"/>
                </a:ext>
              </a:extLst>
            </p:cNvPr>
            <p:cNvSpPr/>
            <p:nvPr/>
          </p:nvSpPr>
          <p:spPr>
            <a:xfrm>
              <a:off x="-61354875" y="2322300"/>
              <a:ext cx="316650" cy="290650"/>
            </a:xfrm>
            <a:custGeom>
              <a:avLst/>
              <a:gdLst/>
              <a:ahLst/>
              <a:cxnLst/>
              <a:rect l="l" t="t" r="r" b="b"/>
              <a:pathLst>
                <a:path w="12666" h="11626" extrusionOk="0">
                  <a:moveTo>
                    <a:pt x="11405" y="788"/>
                  </a:moveTo>
                  <a:cubicBezTo>
                    <a:pt x="11657" y="788"/>
                    <a:pt x="11847" y="1009"/>
                    <a:pt x="11847" y="1229"/>
                  </a:cubicBezTo>
                  <a:lnTo>
                    <a:pt x="11847" y="10334"/>
                  </a:lnTo>
                  <a:cubicBezTo>
                    <a:pt x="11847" y="10555"/>
                    <a:pt x="11657" y="10775"/>
                    <a:pt x="11405" y="10775"/>
                  </a:cubicBezTo>
                  <a:lnTo>
                    <a:pt x="1198" y="10775"/>
                  </a:lnTo>
                  <a:cubicBezTo>
                    <a:pt x="977" y="10775"/>
                    <a:pt x="820" y="10555"/>
                    <a:pt x="820" y="10334"/>
                  </a:cubicBezTo>
                  <a:lnTo>
                    <a:pt x="820" y="1229"/>
                  </a:lnTo>
                  <a:cubicBezTo>
                    <a:pt x="820" y="1009"/>
                    <a:pt x="1009" y="788"/>
                    <a:pt x="1198" y="788"/>
                  </a:cubicBezTo>
                  <a:close/>
                  <a:moveTo>
                    <a:pt x="1198" y="0"/>
                  </a:moveTo>
                  <a:cubicBezTo>
                    <a:pt x="536" y="0"/>
                    <a:pt x="1" y="568"/>
                    <a:pt x="1" y="1261"/>
                  </a:cubicBezTo>
                  <a:lnTo>
                    <a:pt x="1" y="10366"/>
                  </a:lnTo>
                  <a:cubicBezTo>
                    <a:pt x="1" y="11027"/>
                    <a:pt x="536" y="11626"/>
                    <a:pt x="1198" y="11626"/>
                  </a:cubicBezTo>
                  <a:lnTo>
                    <a:pt x="11405" y="11626"/>
                  </a:lnTo>
                  <a:cubicBezTo>
                    <a:pt x="12067" y="11626"/>
                    <a:pt x="12666" y="11059"/>
                    <a:pt x="12666" y="10366"/>
                  </a:cubicBezTo>
                  <a:lnTo>
                    <a:pt x="12666" y="1261"/>
                  </a:lnTo>
                  <a:cubicBezTo>
                    <a:pt x="12666" y="568"/>
                    <a:pt x="12130" y="0"/>
                    <a:pt x="11405" y="0"/>
                  </a:cubicBezTo>
                  <a:close/>
                </a:path>
              </a:pathLst>
            </a:custGeom>
            <a:grpFill/>
            <a:ln>
              <a:noFill/>
            </a:ln>
          </p:spPr>
          <p:txBody>
            <a:bodyPr spcFirstLastPara="1" wrap="square" lIns="62728" tIns="62728" rIns="62728" bIns="62728" anchor="ctr" anchorCtr="0">
              <a:noAutofit/>
            </a:bodyPr>
            <a:lstStyle/>
            <a:p>
              <a:endParaRPr sz="764"/>
            </a:p>
          </p:txBody>
        </p:sp>
        <p:sp>
          <p:nvSpPr>
            <p:cNvPr id="528" name="Google Shape;4750;p59">
              <a:extLst>
                <a:ext uri="{FF2B5EF4-FFF2-40B4-BE49-F238E27FC236}">
                  <a16:creationId xmlns:a16="http://schemas.microsoft.com/office/drawing/2014/main" id="{3E3A8D41-05C6-4CFC-9CCD-5B514990DD6E}"/>
                </a:ext>
              </a:extLst>
            </p:cNvPr>
            <p:cNvSpPr/>
            <p:nvPr/>
          </p:nvSpPr>
          <p:spPr>
            <a:xfrm>
              <a:off x="-61313925" y="2364050"/>
              <a:ext cx="234750" cy="206375"/>
            </a:xfrm>
            <a:custGeom>
              <a:avLst/>
              <a:gdLst/>
              <a:ahLst/>
              <a:cxnLst/>
              <a:rect l="l" t="t" r="r" b="b"/>
              <a:pathLst>
                <a:path w="9390" h="8255" extrusionOk="0">
                  <a:moveTo>
                    <a:pt x="8539" y="819"/>
                  </a:moveTo>
                  <a:lnTo>
                    <a:pt x="8539" y="7435"/>
                  </a:lnTo>
                  <a:lnTo>
                    <a:pt x="820" y="7435"/>
                  </a:lnTo>
                  <a:lnTo>
                    <a:pt x="820" y="6207"/>
                  </a:lnTo>
                  <a:lnTo>
                    <a:pt x="1671" y="6207"/>
                  </a:lnTo>
                  <a:cubicBezTo>
                    <a:pt x="1891" y="6207"/>
                    <a:pt x="2080" y="6018"/>
                    <a:pt x="2080" y="5797"/>
                  </a:cubicBezTo>
                  <a:cubicBezTo>
                    <a:pt x="2080" y="5545"/>
                    <a:pt x="1891" y="5356"/>
                    <a:pt x="1671" y="5356"/>
                  </a:cubicBezTo>
                  <a:lnTo>
                    <a:pt x="820" y="5356"/>
                  </a:lnTo>
                  <a:lnTo>
                    <a:pt x="820" y="2867"/>
                  </a:lnTo>
                  <a:lnTo>
                    <a:pt x="1671" y="2867"/>
                  </a:lnTo>
                  <a:cubicBezTo>
                    <a:pt x="1891" y="2867"/>
                    <a:pt x="2080" y="2678"/>
                    <a:pt x="2080" y="2426"/>
                  </a:cubicBezTo>
                  <a:cubicBezTo>
                    <a:pt x="2080" y="2206"/>
                    <a:pt x="1891" y="2048"/>
                    <a:pt x="1671" y="2048"/>
                  </a:cubicBezTo>
                  <a:lnTo>
                    <a:pt x="820" y="2048"/>
                  </a:lnTo>
                  <a:lnTo>
                    <a:pt x="820" y="819"/>
                  </a:lnTo>
                  <a:close/>
                  <a:moveTo>
                    <a:pt x="410" y="0"/>
                  </a:moveTo>
                  <a:cubicBezTo>
                    <a:pt x="158" y="0"/>
                    <a:pt x="1" y="189"/>
                    <a:pt x="1" y="378"/>
                  </a:cubicBezTo>
                  <a:lnTo>
                    <a:pt x="1" y="7845"/>
                  </a:lnTo>
                  <a:cubicBezTo>
                    <a:pt x="1" y="8065"/>
                    <a:pt x="190" y="8255"/>
                    <a:pt x="410" y="8255"/>
                  </a:cubicBezTo>
                  <a:lnTo>
                    <a:pt x="8948" y="8255"/>
                  </a:lnTo>
                  <a:cubicBezTo>
                    <a:pt x="9169" y="8255"/>
                    <a:pt x="9326" y="8065"/>
                    <a:pt x="9326" y="7845"/>
                  </a:cubicBezTo>
                  <a:lnTo>
                    <a:pt x="9326" y="378"/>
                  </a:lnTo>
                  <a:cubicBezTo>
                    <a:pt x="9389" y="158"/>
                    <a:pt x="9169" y="0"/>
                    <a:pt x="8948" y="0"/>
                  </a:cubicBezTo>
                  <a:close/>
                </a:path>
              </a:pathLst>
            </a:custGeom>
            <a:grpFill/>
            <a:ln>
              <a:noFill/>
            </a:ln>
          </p:spPr>
          <p:txBody>
            <a:bodyPr spcFirstLastPara="1" wrap="square" lIns="62728" tIns="62728" rIns="62728" bIns="62728" anchor="ctr" anchorCtr="0">
              <a:noAutofit/>
            </a:bodyPr>
            <a:lstStyle/>
            <a:p>
              <a:endParaRPr sz="764"/>
            </a:p>
          </p:txBody>
        </p:sp>
        <p:sp>
          <p:nvSpPr>
            <p:cNvPr id="529" name="Google Shape;4751;p59">
              <a:extLst>
                <a:ext uri="{FF2B5EF4-FFF2-40B4-BE49-F238E27FC236}">
                  <a16:creationId xmlns:a16="http://schemas.microsoft.com/office/drawing/2014/main" id="{242A5089-A57C-4326-911A-5ACFAF370CCC}"/>
                </a:ext>
              </a:extLst>
            </p:cNvPr>
            <p:cNvSpPr/>
            <p:nvPr/>
          </p:nvSpPr>
          <p:spPr>
            <a:xfrm>
              <a:off x="-61234375" y="2416225"/>
              <a:ext cx="104775" cy="102225"/>
            </a:xfrm>
            <a:custGeom>
              <a:avLst/>
              <a:gdLst/>
              <a:ahLst/>
              <a:cxnLst/>
              <a:rect l="l" t="t" r="r" b="b"/>
              <a:pathLst>
                <a:path w="4191" h="4089" extrusionOk="0">
                  <a:moveTo>
                    <a:pt x="2175" y="1221"/>
                  </a:moveTo>
                  <a:cubicBezTo>
                    <a:pt x="2647" y="1221"/>
                    <a:pt x="2994" y="1568"/>
                    <a:pt x="2994" y="2040"/>
                  </a:cubicBezTo>
                  <a:cubicBezTo>
                    <a:pt x="2994" y="2513"/>
                    <a:pt x="2647" y="2859"/>
                    <a:pt x="2175" y="2859"/>
                  </a:cubicBezTo>
                  <a:cubicBezTo>
                    <a:pt x="1702" y="2859"/>
                    <a:pt x="1356" y="2513"/>
                    <a:pt x="1356" y="2040"/>
                  </a:cubicBezTo>
                  <a:cubicBezTo>
                    <a:pt x="1356" y="1568"/>
                    <a:pt x="1702" y="1221"/>
                    <a:pt x="2175" y="1221"/>
                  </a:cubicBezTo>
                  <a:close/>
                  <a:moveTo>
                    <a:pt x="458" y="0"/>
                  </a:moveTo>
                  <a:cubicBezTo>
                    <a:pt x="347" y="0"/>
                    <a:pt x="237" y="40"/>
                    <a:pt x="158" y="119"/>
                  </a:cubicBezTo>
                  <a:cubicBezTo>
                    <a:pt x="1" y="276"/>
                    <a:pt x="1" y="560"/>
                    <a:pt x="158" y="717"/>
                  </a:cubicBezTo>
                  <a:lnTo>
                    <a:pt x="694" y="1221"/>
                  </a:lnTo>
                  <a:cubicBezTo>
                    <a:pt x="536" y="1442"/>
                    <a:pt x="442" y="1757"/>
                    <a:pt x="442" y="2040"/>
                  </a:cubicBezTo>
                  <a:cubicBezTo>
                    <a:pt x="442" y="2324"/>
                    <a:pt x="536" y="2639"/>
                    <a:pt x="694" y="2859"/>
                  </a:cubicBezTo>
                  <a:lnTo>
                    <a:pt x="158" y="3395"/>
                  </a:lnTo>
                  <a:cubicBezTo>
                    <a:pt x="95" y="3553"/>
                    <a:pt x="95" y="3805"/>
                    <a:pt x="253" y="3962"/>
                  </a:cubicBezTo>
                  <a:cubicBezTo>
                    <a:pt x="316" y="4057"/>
                    <a:pt x="442" y="4088"/>
                    <a:pt x="536" y="4088"/>
                  </a:cubicBezTo>
                  <a:cubicBezTo>
                    <a:pt x="631" y="4088"/>
                    <a:pt x="726" y="4057"/>
                    <a:pt x="789" y="3962"/>
                  </a:cubicBezTo>
                  <a:lnTo>
                    <a:pt x="1324" y="3458"/>
                  </a:lnTo>
                  <a:cubicBezTo>
                    <a:pt x="1545" y="3616"/>
                    <a:pt x="1860" y="3710"/>
                    <a:pt x="2143" y="3710"/>
                  </a:cubicBezTo>
                  <a:cubicBezTo>
                    <a:pt x="2427" y="3710"/>
                    <a:pt x="2742" y="3616"/>
                    <a:pt x="2962" y="3458"/>
                  </a:cubicBezTo>
                  <a:lnTo>
                    <a:pt x="3498" y="3962"/>
                  </a:lnTo>
                  <a:cubicBezTo>
                    <a:pt x="3561" y="4057"/>
                    <a:pt x="3687" y="4088"/>
                    <a:pt x="3750" y="4088"/>
                  </a:cubicBezTo>
                  <a:cubicBezTo>
                    <a:pt x="3876" y="4088"/>
                    <a:pt x="3971" y="4057"/>
                    <a:pt x="4034" y="3962"/>
                  </a:cubicBezTo>
                  <a:cubicBezTo>
                    <a:pt x="4191" y="3805"/>
                    <a:pt x="4191" y="3553"/>
                    <a:pt x="4034" y="3395"/>
                  </a:cubicBezTo>
                  <a:lnTo>
                    <a:pt x="3529" y="2859"/>
                  </a:lnTo>
                  <a:cubicBezTo>
                    <a:pt x="3687" y="2639"/>
                    <a:pt x="3750" y="2324"/>
                    <a:pt x="3750" y="2040"/>
                  </a:cubicBezTo>
                  <a:cubicBezTo>
                    <a:pt x="3750" y="1757"/>
                    <a:pt x="3687" y="1442"/>
                    <a:pt x="3529" y="1221"/>
                  </a:cubicBezTo>
                  <a:lnTo>
                    <a:pt x="4034" y="717"/>
                  </a:lnTo>
                  <a:cubicBezTo>
                    <a:pt x="4191" y="560"/>
                    <a:pt x="4191" y="276"/>
                    <a:pt x="4034" y="119"/>
                  </a:cubicBezTo>
                  <a:cubicBezTo>
                    <a:pt x="3955" y="40"/>
                    <a:pt x="3845" y="0"/>
                    <a:pt x="3734" y="0"/>
                  </a:cubicBezTo>
                  <a:cubicBezTo>
                    <a:pt x="3624" y="0"/>
                    <a:pt x="3514" y="40"/>
                    <a:pt x="3435" y="119"/>
                  </a:cubicBezTo>
                  <a:lnTo>
                    <a:pt x="2931" y="623"/>
                  </a:lnTo>
                  <a:cubicBezTo>
                    <a:pt x="2679" y="465"/>
                    <a:pt x="2395" y="402"/>
                    <a:pt x="2112" y="402"/>
                  </a:cubicBezTo>
                  <a:cubicBezTo>
                    <a:pt x="1828" y="402"/>
                    <a:pt x="1513" y="465"/>
                    <a:pt x="1261" y="623"/>
                  </a:cubicBezTo>
                  <a:lnTo>
                    <a:pt x="757" y="119"/>
                  </a:lnTo>
                  <a:cubicBezTo>
                    <a:pt x="678" y="40"/>
                    <a:pt x="568" y="0"/>
                    <a:pt x="45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64" name="Google Shape;4752;p59">
            <a:extLst>
              <a:ext uri="{FF2B5EF4-FFF2-40B4-BE49-F238E27FC236}">
                <a16:creationId xmlns:a16="http://schemas.microsoft.com/office/drawing/2014/main" id="{B50EFEC0-C0BA-453E-8B28-70185CE715F6}"/>
              </a:ext>
            </a:extLst>
          </p:cNvPr>
          <p:cNvGrpSpPr/>
          <p:nvPr/>
        </p:nvGrpSpPr>
        <p:grpSpPr>
          <a:xfrm>
            <a:off x="3423631" y="3407727"/>
            <a:ext cx="239156" cy="239156"/>
            <a:chOff x="-61354875" y="2671225"/>
            <a:chExt cx="316650" cy="316650"/>
          </a:xfrm>
          <a:solidFill>
            <a:schemeClr val="tx1"/>
          </a:solidFill>
        </p:grpSpPr>
        <p:sp>
          <p:nvSpPr>
            <p:cNvPr id="522" name="Google Shape;4753;p59">
              <a:extLst>
                <a:ext uri="{FF2B5EF4-FFF2-40B4-BE49-F238E27FC236}">
                  <a16:creationId xmlns:a16="http://schemas.microsoft.com/office/drawing/2014/main" id="{1D89D9A0-7087-4FF6-8CC7-80272FB8262E}"/>
                </a:ext>
              </a:extLst>
            </p:cNvPr>
            <p:cNvSpPr/>
            <p:nvPr/>
          </p:nvSpPr>
          <p:spPr>
            <a:xfrm>
              <a:off x="-61354875" y="2671225"/>
              <a:ext cx="316650" cy="316650"/>
            </a:xfrm>
            <a:custGeom>
              <a:avLst/>
              <a:gdLst/>
              <a:ahLst/>
              <a:cxnLst/>
              <a:rect l="l" t="t" r="r" b="b"/>
              <a:pathLst>
                <a:path w="12666" h="12666" extrusionOk="0">
                  <a:moveTo>
                    <a:pt x="11405" y="1701"/>
                  </a:moveTo>
                  <a:cubicBezTo>
                    <a:pt x="11657" y="1701"/>
                    <a:pt x="11847" y="1890"/>
                    <a:pt x="11847" y="2111"/>
                  </a:cubicBezTo>
                  <a:lnTo>
                    <a:pt x="11847" y="3340"/>
                  </a:lnTo>
                  <a:lnTo>
                    <a:pt x="820" y="3340"/>
                  </a:lnTo>
                  <a:lnTo>
                    <a:pt x="820" y="2111"/>
                  </a:lnTo>
                  <a:cubicBezTo>
                    <a:pt x="820" y="1890"/>
                    <a:pt x="1009" y="1701"/>
                    <a:pt x="1198" y="1701"/>
                  </a:cubicBezTo>
                  <a:lnTo>
                    <a:pt x="1639" y="1701"/>
                  </a:lnTo>
                  <a:lnTo>
                    <a:pt x="1639" y="2111"/>
                  </a:lnTo>
                  <a:cubicBezTo>
                    <a:pt x="1639" y="2363"/>
                    <a:pt x="1828" y="2552"/>
                    <a:pt x="2048" y="2552"/>
                  </a:cubicBezTo>
                  <a:cubicBezTo>
                    <a:pt x="2237" y="2552"/>
                    <a:pt x="2427" y="2363"/>
                    <a:pt x="2427" y="2111"/>
                  </a:cubicBezTo>
                  <a:lnTo>
                    <a:pt x="2427" y="1701"/>
                  </a:lnTo>
                  <a:lnTo>
                    <a:pt x="5892" y="1701"/>
                  </a:lnTo>
                  <a:lnTo>
                    <a:pt x="5892" y="2111"/>
                  </a:lnTo>
                  <a:cubicBezTo>
                    <a:pt x="5892" y="2363"/>
                    <a:pt x="6081" y="2552"/>
                    <a:pt x="6333" y="2552"/>
                  </a:cubicBezTo>
                  <a:cubicBezTo>
                    <a:pt x="6585" y="2552"/>
                    <a:pt x="6743" y="2363"/>
                    <a:pt x="6743" y="2111"/>
                  </a:cubicBezTo>
                  <a:lnTo>
                    <a:pt x="6743" y="1701"/>
                  </a:lnTo>
                  <a:lnTo>
                    <a:pt x="10208" y="1701"/>
                  </a:lnTo>
                  <a:lnTo>
                    <a:pt x="10208" y="2111"/>
                  </a:lnTo>
                  <a:cubicBezTo>
                    <a:pt x="10208" y="2363"/>
                    <a:pt x="10397" y="2552"/>
                    <a:pt x="10618" y="2552"/>
                  </a:cubicBezTo>
                  <a:cubicBezTo>
                    <a:pt x="10870" y="2552"/>
                    <a:pt x="11027" y="2363"/>
                    <a:pt x="11027" y="2111"/>
                  </a:cubicBezTo>
                  <a:lnTo>
                    <a:pt x="11027" y="1701"/>
                  </a:lnTo>
                  <a:close/>
                  <a:moveTo>
                    <a:pt x="11878" y="4159"/>
                  </a:moveTo>
                  <a:lnTo>
                    <a:pt x="11878" y="6112"/>
                  </a:lnTo>
                  <a:lnTo>
                    <a:pt x="11847" y="6112"/>
                  </a:lnTo>
                  <a:cubicBezTo>
                    <a:pt x="11090" y="5072"/>
                    <a:pt x="9862" y="4442"/>
                    <a:pt x="8538" y="4442"/>
                  </a:cubicBezTo>
                  <a:cubicBezTo>
                    <a:pt x="6239" y="4442"/>
                    <a:pt x="4411" y="6301"/>
                    <a:pt x="4411" y="8569"/>
                  </a:cubicBezTo>
                  <a:cubicBezTo>
                    <a:pt x="4411" y="9168"/>
                    <a:pt x="4506" y="9735"/>
                    <a:pt x="4758" y="10239"/>
                  </a:cubicBezTo>
                  <a:lnTo>
                    <a:pt x="1261" y="10239"/>
                  </a:lnTo>
                  <a:cubicBezTo>
                    <a:pt x="1009" y="10239"/>
                    <a:pt x="851" y="10050"/>
                    <a:pt x="851" y="9830"/>
                  </a:cubicBezTo>
                  <a:lnTo>
                    <a:pt x="851" y="4159"/>
                  </a:lnTo>
                  <a:close/>
                  <a:moveTo>
                    <a:pt x="8538" y="5261"/>
                  </a:moveTo>
                  <a:cubicBezTo>
                    <a:pt x="10334" y="5261"/>
                    <a:pt x="11847" y="6774"/>
                    <a:pt x="11847" y="8569"/>
                  </a:cubicBezTo>
                  <a:cubicBezTo>
                    <a:pt x="11847" y="10397"/>
                    <a:pt x="10334" y="11877"/>
                    <a:pt x="8538" y="11877"/>
                  </a:cubicBezTo>
                  <a:cubicBezTo>
                    <a:pt x="6711" y="11877"/>
                    <a:pt x="5230" y="10397"/>
                    <a:pt x="5230" y="8569"/>
                  </a:cubicBezTo>
                  <a:cubicBezTo>
                    <a:pt x="5230" y="6774"/>
                    <a:pt x="6743" y="5261"/>
                    <a:pt x="8538" y="5261"/>
                  </a:cubicBezTo>
                  <a:close/>
                  <a:moveTo>
                    <a:pt x="2048" y="0"/>
                  </a:moveTo>
                  <a:cubicBezTo>
                    <a:pt x="1828" y="0"/>
                    <a:pt x="1639" y="189"/>
                    <a:pt x="1639" y="441"/>
                  </a:cubicBezTo>
                  <a:lnTo>
                    <a:pt x="1639" y="851"/>
                  </a:lnTo>
                  <a:lnTo>
                    <a:pt x="1198" y="851"/>
                  </a:lnTo>
                  <a:cubicBezTo>
                    <a:pt x="536" y="851"/>
                    <a:pt x="1" y="1418"/>
                    <a:pt x="1" y="2079"/>
                  </a:cubicBezTo>
                  <a:lnTo>
                    <a:pt x="1" y="9798"/>
                  </a:lnTo>
                  <a:cubicBezTo>
                    <a:pt x="1" y="10460"/>
                    <a:pt x="536" y="11027"/>
                    <a:pt x="1198" y="11027"/>
                  </a:cubicBezTo>
                  <a:lnTo>
                    <a:pt x="5230" y="11027"/>
                  </a:lnTo>
                  <a:cubicBezTo>
                    <a:pt x="5987" y="12003"/>
                    <a:pt x="7184" y="12665"/>
                    <a:pt x="8538" y="12665"/>
                  </a:cubicBezTo>
                  <a:cubicBezTo>
                    <a:pt x="10807" y="12665"/>
                    <a:pt x="12666" y="10838"/>
                    <a:pt x="12666" y="8538"/>
                  </a:cubicBezTo>
                  <a:lnTo>
                    <a:pt x="12666" y="2079"/>
                  </a:lnTo>
                  <a:cubicBezTo>
                    <a:pt x="12666" y="1418"/>
                    <a:pt x="12130" y="851"/>
                    <a:pt x="11405" y="851"/>
                  </a:cubicBezTo>
                  <a:lnTo>
                    <a:pt x="11027" y="851"/>
                  </a:lnTo>
                  <a:lnTo>
                    <a:pt x="11027" y="441"/>
                  </a:lnTo>
                  <a:cubicBezTo>
                    <a:pt x="11027" y="189"/>
                    <a:pt x="10807" y="0"/>
                    <a:pt x="10618" y="0"/>
                  </a:cubicBezTo>
                  <a:cubicBezTo>
                    <a:pt x="10397" y="0"/>
                    <a:pt x="10177" y="189"/>
                    <a:pt x="10177" y="441"/>
                  </a:cubicBezTo>
                  <a:lnTo>
                    <a:pt x="10177" y="851"/>
                  </a:lnTo>
                  <a:lnTo>
                    <a:pt x="6711" y="851"/>
                  </a:lnTo>
                  <a:lnTo>
                    <a:pt x="6711" y="441"/>
                  </a:lnTo>
                  <a:cubicBezTo>
                    <a:pt x="6711" y="189"/>
                    <a:pt x="6522" y="0"/>
                    <a:pt x="6333" y="0"/>
                  </a:cubicBezTo>
                  <a:cubicBezTo>
                    <a:pt x="6081" y="0"/>
                    <a:pt x="5892" y="189"/>
                    <a:pt x="5892" y="441"/>
                  </a:cubicBezTo>
                  <a:lnTo>
                    <a:pt x="5892" y="851"/>
                  </a:lnTo>
                  <a:lnTo>
                    <a:pt x="2427" y="851"/>
                  </a:lnTo>
                  <a:lnTo>
                    <a:pt x="2427" y="441"/>
                  </a:lnTo>
                  <a:cubicBezTo>
                    <a:pt x="2427" y="189"/>
                    <a:pt x="2237" y="0"/>
                    <a:pt x="2048" y="0"/>
                  </a:cubicBezTo>
                  <a:close/>
                </a:path>
              </a:pathLst>
            </a:custGeom>
            <a:grpFill/>
            <a:ln>
              <a:noFill/>
            </a:ln>
          </p:spPr>
          <p:txBody>
            <a:bodyPr spcFirstLastPara="1" wrap="square" lIns="62728" tIns="62728" rIns="62728" bIns="62728" anchor="ctr" anchorCtr="0">
              <a:noAutofit/>
            </a:bodyPr>
            <a:lstStyle/>
            <a:p>
              <a:endParaRPr sz="764"/>
            </a:p>
          </p:txBody>
        </p:sp>
        <p:sp>
          <p:nvSpPr>
            <p:cNvPr id="523" name="Google Shape;4754;p59">
              <a:extLst>
                <a:ext uri="{FF2B5EF4-FFF2-40B4-BE49-F238E27FC236}">
                  <a16:creationId xmlns:a16="http://schemas.microsoft.com/office/drawing/2014/main" id="{A25F7FFF-2A73-4AE8-AF8E-0A56315BB96E}"/>
                </a:ext>
              </a:extLst>
            </p:cNvPr>
            <p:cNvSpPr/>
            <p:nvPr/>
          </p:nvSpPr>
          <p:spPr>
            <a:xfrm>
              <a:off x="-61172925" y="2813775"/>
              <a:ext cx="62225" cy="145725"/>
            </a:xfrm>
            <a:custGeom>
              <a:avLst/>
              <a:gdLst/>
              <a:ahLst/>
              <a:cxnLst/>
              <a:rect l="l" t="t" r="r" b="b"/>
              <a:pathLst>
                <a:path w="2489" h="5829" extrusionOk="0">
                  <a:moveTo>
                    <a:pt x="1260" y="0"/>
                  </a:moveTo>
                  <a:cubicBezTo>
                    <a:pt x="1008" y="0"/>
                    <a:pt x="819" y="190"/>
                    <a:pt x="819" y="410"/>
                  </a:cubicBezTo>
                  <a:lnTo>
                    <a:pt x="819" y="662"/>
                  </a:lnTo>
                  <a:cubicBezTo>
                    <a:pt x="347" y="820"/>
                    <a:pt x="0" y="1292"/>
                    <a:pt x="0" y="1859"/>
                  </a:cubicBezTo>
                  <a:cubicBezTo>
                    <a:pt x="0" y="2521"/>
                    <a:pt x="536" y="2899"/>
                    <a:pt x="977" y="3245"/>
                  </a:cubicBezTo>
                  <a:cubicBezTo>
                    <a:pt x="1292" y="3466"/>
                    <a:pt x="1639" y="3687"/>
                    <a:pt x="1639" y="3939"/>
                  </a:cubicBezTo>
                  <a:cubicBezTo>
                    <a:pt x="1639" y="4191"/>
                    <a:pt x="1450" y="4380"/>
                    <a:pt x="1260" y="4380"/>
                  </a:cubicBezTo>
                  <a:cubicBezTo>
                    <a:pt x="1008" y="4380"/>
                    <a:pt x="819" y="4191"/>
                    <a:pt x="819" y="3939"/>
                  </a:cubicBezTo>
                  <a:cubicBezTo>
                    <a:pt x="819" y="3718"/>
                    <a:pt x="630" y="3498"/>
                    <a:pt x="441" y="3498"/>
                  </a:cubicBezTo>
                  <a:cubicBezTo>
                    <a:pt x="189" y="3498"/>
                    <a:pt x="0" y="3718"/>
                    <a:pt x="0" y="3939"/>
                  </a:cubicBezTo>
                  <a:cubicBezTo>
                    <a:pt x="0" y="4506"/>
                    <a:pt x="347" y="4915"/>
                    <a:pt x="819" y="5136"/>
                  </a:cubicBezTo>
                  <a:lnTo>
                    <a:pt x="819" y="5388"/>
                  </a:lnTo>
                  <a:cubicBezTo>
                    <a:pt x="819" y="5640"/>
                    <a:pt x="1008" y="5829"/>
                    <a:pt x="1260" y="5829"/>
                  </a:cubicBezTo>
                  <a:cubicBezTo>
                    <a:pt x="1481" y="5829"/>
                    <a:pt x="1639" y="5640"/>
                    <a:pt x="1639" y="5388"/>
                  </a:cubicBezTo>
                  <a:lnTo>
                    <a:pt x="1639" y="5136"/>
                  </a:lnTo>
                  <a:cubicBezTo>
                    <a:pt x="2111" y="4978"/>
                    <a:pt x="2489" y="4506"/>
                    <a:pt x="2489" y="3939"/>
                  </a:cubicBezTo>
                  <a:cubicBezTo>
                    <a:pt x="2489" y="3277"/>
                    <a:pt x="1922" y="2867"/>
                    <a:pt x="1481" y="2552"/>
                  </a:cubicBezTo>
                  <a:cubicBezTo>
                    <a:pt x="1166" y="2332"/>
                    <a:pt x="819" y="2080"/>
                    <a:pt x="819" y="1859"/>
                  </a:cubicBezTo>
                  <a:cubicBezTo>
                    <a:pt x="819" y="1607"/>
                    <a:pt x="1008" y="1418"/>
                    <a:pt x="1260" y="1418"/>
                  </a:cubicBezTo>
                  <a:cubicBezTo>
                    <a:pt x="1513" y="1418"/>
                    <a:pt x="1639" y="1607"/>
                    <a:pt x="1639" y="1859"/>
                  </a:cubicBezTo>
                  <a:cubicBezTo>
                    <a:pt x="1639" y="2080"/>
                    <a:pt x="1859" y="2269"/>
                    <a:pt x="2048" y="2269"/>
                  </a:cubicBezTo>
                  <a:cubicBezTo>
                    <a:pt x="2300" y="2269"/>
                    <a:pt x="2489" y="2080"/>
                    <a:pt x="2489" y="1859"/>
                  </a:cubicBezTo>
                  <a:cubicBezTo>
                    <a:pt x="2489" y="1292"/>
                    <a:pt x="2143" y="883"/>
                    <a:pt x="1639" y="662"/>
                  </a:cubicBezTo>
                  <a:lnTo>
                    <a:pt x="1639" y="410"/>
                  </a:lnTo>
                  <a:cubicBezTo>
                    <a:pt x="1639" y="158"/>
                    <a:pt x="1450" y="0"/>
                    <a:pt x="1260" y="0"/>
                  </a:cubicBezTo>
                  <a:close/>
                </a:path>
              </a:pathLst>
            </a:custGeom>
            <a:grpFill/>
            <a:ln>
              <a:noFill/>
            </a:ln>
          </p:spPr>
          <p:txBody>
            <a:bodyPr spcFirstLastPara="1" wrap="square" lIns="62728" tIns="62728" rIns="62728" bIns="62728" anchor="ctr" anchorCtr="0">
              <a:noAutofit/>
            </a:bodyPr>
            <a:lstStyle/>
            <a:p>
              <a:endParaRPr sz="764"/>
            </a:p>
          </p:txBody>
        </p:sp>
        <p:sp>
          <p:nvSpPr>
            <p:cNvPr id="524" name="Google Shape;4755;p59">
              <a:extLst>
                <a:ext uri="{FF2B5EF4-FFF2-40B4-BE49-F238E27FC236}">
                  <a16:creationId xmlns:a16="http://schemas.microsoft.com/office/drawing/2014/main" id="{E6D3F98D-79BB-496B-9C09-56B25D6DF079}"/>
                </a:ext>
              </a:extLst>
            </p:cNvPr>
            <p:cNvSpPr/>
            <p:nvPr/>
          </p:nvSpPr>
          <p:spPr>
            <a:xfrm>
              <a:off x="-61313925" y="2796450"/>
              <a:ext cx="40975" cy="20500"/>
            </a:xfrm>
            <a:custGeom>
              <a:avLst/>
              <a:gdLst/>
              <a:ahLst/>
              <a:cxnLst/>
              <a:rect l="l" t="t" r="r" b="b"/>
              <a:pathLst>
                <a:path w="1639" h="820" extrusionOk="0">
                  <a:moveTo>
                    <a:pt x="410" y="0"/>
                  </a:moveTo>
                  <a:cubicBezTo>
                    <a:pt x="158" y="0"/>
                    <a:pt x="1" y="189"/>
                    <a:pt x="1" y="378"/>
                  </a:cubicBezTo>
                  <a:cubicBezTo>
                    <a:pt x="1" y="630"/>
                    <a:pt x="158" y="820"/>
                    <a:pt x="410" y="820"/>
                  </a:cubicBezTo>
                  <a:lnTo>
                    <a:pt x="1230" y="820"/>
                  </a:lnTo>
                  <a:cubicBezTo>
                    <a:pt x="1482" y="820"/>
                    <a:pt x="1639" y="630"/>
                    <a:pt x="1639" y="378"/>
                  </a:cubicBezTo>
                  <a:cubicBezTo>
                    <a:pt x="1639" y="158"/>
                    <a:pt x="1419" y="0"/>
                    <a:pt x="1230" y="0"/>
                  </a:cubicBezTo>
                  <a:close/>
                </a:path>
              </a:pathLst>
            </a:custGeom>
            <a:grpFill/>
            <a:ln>
              <a:noFill/>
            </a:ln>
          </p:spPr>
          <p:txBody>
            <a:bodyPr spcFirstLastPara="1" wrap="square" lIns="62728" tIns="62728" rIns="62728" bIns="62728" anchor="ctr" anchorCtr="0">
              <a:noAutofit/>
            </a:bodyPr>
            <a:lstStyle/>
            <a:p>
              <a:endParaRPr sz="764"/>
            </a:p>
          </p:txBody>
        </p:sp>
        <p:sp>
          <p:nvSpPr>
            <p:cNvPr id="525" name="Google Shape;4756;p59">
              <a:extLst>
                <a:ext uri="{FF2B5EF4-FFF2-40B4-BE49-F238E27FC236}">
                  <a16:creationId xmlns:a16="http://schemas.microsoft.com/office/drawing/2014/main" id="{D7A885DE-BF76-430A-9866-C3542485EB33}"/>
                </a:ext>
              </a:extLst>
            </p:cNvPr>
            <p:cNvSpPr/>
            <p:nvPr/>
          </p:nvSpPr>
          <p:spPr>
            <a:xfrm>
              <a:off x="-61313925" y="2837400"/>
              <a:ext cx="40975" cy="20500"/>
            </a:xfrm>
            <a:custGeom>
              <a:avLst/>
              <a:gdLst/>
              <a:ahLst/>
              <a:cxnLst/>
              <a:rect l="l" t="t" r="r" b="b"/>
              <a:pathLst>
                <a:path w="1639" h="820" extrusionOk="0">
                  <a:moveTo>
                    <a:pt x="410" y="1"/>
                  </a:moveTo>
                  <a:cubicBezTo>
                    <a:pt x="158" y="1"/>
                    <a:pt x="1" y="190"/>
                    <a:pt x="1" y="442"/>
                  </a:cubicBezTo>
                  <a:cubicBezTo>
                    <a:pt x="1" y="631"/>
                    <a:pt x="158" y="820"/>
                    <a:pt x="410" y="820"/>
                  </a:cubicBezTo>
                  <a:lnTo>
                    <a:pt x="1230" y="820"/>
                  </a:lnTo>
                  <a:cubicBezTo>
                    <a:pt x="1482" y="820"/>
                    <a:pt x="1639" y="631"/>
                    <a:pt x="1639" y="442"/>
                  </a:cubicBezTo>
                  <a:cubicBezTo>
                    <a:pt x="1639" y="190"/>
                    <a:pt x="1419" y="1"/>
                    <a:pt x="1230" y="1"/>
                  </a:cubicBezTo>
                  <a:close/>
                </a:path>
              </a:pathLst>
            </a:custGeom>
            <a:grpFill/>
            <a:ln>
              <a:noFill/>
            </a:ln>
          </p:spPr>
          <p:txBody>
            <a:bodyPr spcFirstLastPara="1" wrap="square" lIns="62728" tIns="62728" rIns="62728" bIns="62728" anchor="ctr" anchorCtr="0">
              <a:noAutofit/>
            </a:bodyPr>
            <a:lstStyle/>
            <a:p>
              <a:endParaRPr sz="764"/>
            </a:p>
          </p:txBody>
        </p:sp>
        <p:sp>
          <p:nvSpPr>
            <p:cNvPr id="526" name="Google Shape;4757;p59">
              <a:extLst>
                <a:ext uri="{FF2B5EF4-FFF2-40B4-BE49-F238E27FC236}">
                  <a16:creationId xmlns:a16="http://schemas.microsoft.com/office/drawing/2014/main" id="{C8A3470C-1059-4092-AF4C-11C9AA980049}"/>
                </a:ext>
              </a:extLst>
            </p:cNvPr>
            <p:cNvSpPr/>
            <p:nvPr/>
          </p:nvSpPr>
          <p:spPr>
            <a:xfrm>
              <a:off x="-61313925" y="2877575"/>
              <a:ext cx="40975" cy="22075"/>
            </a:xfrm>
            <a:custGeom>
              <a:avLst/>
              <a:gdLst/>
              <a:ahLst/>
              <a:cxnLst/>
              <a:rect l="l" t="t" r="r" b="b"/>
              <a:pathLst>
                <a:path w="1639" h="883" extrusionOk="0">
                  <a:moveTo>
                    <a:pt x="410" y="0"/>
                  </a:moveTo>
                  <a:cubicBezTo>
                    <a:pt x="158" y="0"/>
                    <a:pt x="1" y="221"/>
                    <a:pt x="1" y="441"/>
                  </a:cubicBezTo>
                  <a:cubicBezTo>
                    <a:pt x="1" y="693"/>
                    <a:pt x="158" y="883"/>
                    <a:pt x="410" y="883"/>
                  </a:cubicBezTo>
                  <a:lnTo>
                    <a:pt x="1230" y="883"/>
                  </a:lnTo>
                  <a:cubicBezTo>
                    <a:pt x="1482" y="883"/>
                    <a:pt x="1639" y="693"/>
                    <a:pt x="1639" y="441"/>
                  </a:cubicBezTo>
                  <a:cubicBezTo>
                    <a:pt x="1639" y="221"/>
                    <a:pt x="1419" y="0"/>
                    <a:pt x="1230"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65" name="Google Shape;4758;p59">
            <a:extLst>
              <a:ext uri="{FF2B5EF4-FFF2-40B4-BE49-F238E27FC236}">
                <a16:creationId xmlns:a16="http://schemas.microsoft.com/office/drawing/2014/main" id="{FEC4773A-DB63-478E-B5AF-AA36CA67360B}"/>
              </a:ext>
            </a:extLst>
          </p:cNvPr>
          <p:cNvGrpSpPr/>
          <p:nvPr/>
        </p:nvGrpSpPr>
        <p:grpSpPr>
          <a:xfrm>
            <a:off x="4870184" y="2852358"/>
            <a:ext cx="240931" cy="241309"/>
            <a:chOff x="-59502375" y="1904375"/>
            <a:chExt cx="319000" cy="319500"/>
          </a:xfrm>
          <a:solidFill>
            <a:schemeClr val="tx1"/>
          </a:solidFill>
        </p:grpSpPr>
        <p:sp>
          <p:nvSpPr>
            <p:cNvPr id="519" name="Google Shape;4759;p59">
              <a:extLst>
                <a:ext uri="{FF2B5EF4-FFF2-40B4-BE49-F238E27FC236}">
                  <a16:creationId xmlns:a16="http://schemas.microsoft.com/office/drawing/2014/main" id="{92C1C805-3098-4CDB-A561-FD5CE69794AD}"/>
                </a:ext>
              </a:extLst>
            </p:cNvPr>
            <p:cNvSpPr/>
            <p:nvPr/>
          </p:nvSpPr>
          <p:spPr>
            <a:xfrm>
              <a:off x="-59455125" y="2097050"/>
              <a:ext cx="227650" cy="62225"/>
            </a:xfrm>
            <a:custGeom>
              <a:avLst/>
              <a:gdLst/>
              <a:ahLst/>
              <a:cxnLst/>
              <a:rect l="l" t="t" r="r" b="b"/>
              <a:pathLst>
                <a:path w="9106" h="2489" extrusionOk="0">
                  <a:moveTo>
                    <a:pt x="1670" y="819"/>
                  </a:moveTo>
                  <a:lnTo>
                    <a:pt x="1670" y="1670"/>
                  </a:lnTo>
                  <a:lnTo>
                    <a:pt x="820" y="1670"/>
                  </a:lnTo>
                  <a:lnTo>
                    <a:pt x="820" y="819"/>
                  </a:lnTo>
                  <a:close/>
                  <a:moveTo>
                    <a:pt x="3309" y="819"/>
                  </a:moveTo>
                  <a:lnTo>
                    <a:pt x="3309" y="1670"/>
                  </a:lnTo>
                  <a:lnTo>
                    <a:pt x="2489" y="1670"/>
                  </a:lnTo>
                  <a:lnTo>
                    <a:pt x="2489" y="819"/>
                  </a:lnTo>
                  <a:close/>
                  <a:moveTo>
                    <a:pt x="4978" y="819"/>
                  </a:moveTo>
                  <a:lnTo>
                    <a:pt x="4978" y="1670"/>
                  </a:lnTo>
                  <a:lnTo>
                    <a:pt x="4128" y="1670"/>
                  </a:lnTo>
                  <a:lnTo>
                    <a:pt x="4128" y="819"/>
                  </a:lnTo>
                  <a:close/>
                  <a:moveTo>
                    <a:pt x="6617" y="819"/>
                  </a:moveTo>
                  <a:lnTo>
                    <a:pt x="6617" y="1670"/>
                  </a:lnTo>
                  <a:lnTo>
                    <a:pt x="5798" y="1670"/>
                  </a:lnTo>
                  <a:lnTo>
                    <a:pt x="5798" y="819"/>
                  </a:lnTo>
                  <a:close/>
                  <a:moveTo>
                    <a:pt x="8286" y="819"/>
                  </a:moveTo>
                  <a:lnTo>
                    <a:pt x="8286" y="1670"/>
                  </a:lnTo>
                  <a:lnTo>
                    <a:pt x="7436" y="1670"/>
                  </a:lnTo>
                  <a:lnTo>
                    <a:pt x="7436" y="819"/>
                  </a:lnTo>
                  <a:close/>
                  <a:moveTo>
                    <a:pt x="410" y="0"/>
                  </a:moveTo>
                  <a:cubicBezTo>
                    <a:pt x="158" y="0"/>
                    <a:pt x="1" y="189"/>
                    <a:pt x="1" y="410"/>
                  </a:cubicBezTo>
                  <a:lnTo>
                    <a:pt x="1" y="2048"/>
                  </a:lnTo>
                  <a:cubicBezTo>
                    <a:pt x="1" y="2300"/>
                    <a:pt x="190" y="2489"/>
                    <a:pt x="410" y="2489"/>
                  </a:cubicBezTo>
                  <a:lnTo>
                    <a:pt x="8664" y="2489"/>
                  </a:lnTo>
                  <a:cubicBezTo>
                    <a:pt x="8917" y="2489"/>
                    <a:pt x="9106" y="2300"/>
                    <a:pt x="9106" y="2048"/>
                  </a:cubicBezTo>
                  <a:lnTo>
                    <a:pt x="9106" y="410"/>
                  </a:lnTo>
                  <a:cubicBezTo>
                    <a:pt x="9106" y="158"/>
                    <a:pt x="8917" y="0"/>
                    <a:pt x="8664" y="0"/>
                  </a:cubicBezTo>
                  <a:close/>
                </a:path>
              </a:pathLst>
            </a:custGeom>
            <a:grpFill/>
            <a:ln>
              <a:noFill/>
            </a:ln>
          </p:spPr>
          <p:txBody>
            <a:bodyPr spcFirstLastPara="1" wrap="square" lIns="62728" tIns="62728" rIns="62728" bIns="62728" anchor="ctr" anchorCtr="0">
              <a:noAutofit/>
            </a:bodyPr>
            <a:lstStyle/>
            <a:p>
              <a:endParaRPr sz="764"/>
            </a:p>
          </p:txBody>
        </p:sp>
        <p:sp>
          <p:nvSpPr>
            <p:cNvPr id="520" name="Google Shape;4760;p59">
              <a:extLst>
                <a:ext uri="{FF2B5EF4-FFF2-40B4-BE49-F238E27FC236}">
                  <a16:creationId xmlns:a16="http://schemas.microsoft.com/office/drawing/2014/main" id="{6F9C4572-2D7C-4A1F-8BD4-5FD383FD8AC0}"/>
                </a:ext>
              </a:extLst>
            </p:cNvPr>
            <p:cNvSpPr/>
            <p:nvPr/>
          </p:nvSpPr>
          <p:spPr>
            <a:xfrm>
              <a:off x="-59502375" y="1966300"/>
              <a:ext cx="319000" cy="257575"/>
            </a:xfrm>
            <a:custGeom>
              <a:avLst/>
              <a:gdLst/>
              <a:ahLst/>
              <a:cxnLst/>
              <a:rect l="l" t="t" r="r" b="b"/>
              <a:pathLst>
                <a:path w="12760" h="10303" extrusionOk="0">
                  <a:moveTo>
                    <a:pt x="8633" y="1639"/>
                  </a:moveTo>
                  <a:lnTo>
                    <a:pt x="8633" y="3592"/>
                  </a:lnTo>
                  <a:lnTo>
                    <a:pt x="7814" y="3592"/>
                  </a:lnTo>
                  <a:lnTo>
                    <a:pt x="7814" y="1639"/>
                  </a:lnTo>
                  <a:close/>
                  <a:moveTo>
                    <a:pt x="11941" y="819"/>
                  </a:moveTo>
                  <a:lnTo>
                    <a:pt x="11941" y="3592"/>
                  </a:lnTo>
                  <a:lnTo>
                    <a:pt x="11122" y="3592"/>
                  </a:lnTo>
                  <a:lnTo>
                    <a:pt x="11122" y="819"/>
                  </a:lnTo>
                  <a:close/>
                  <a:moveTo>
                    <a:pt x="5041" y="3119"/>
                  </a:moveTo>
                  <a:lnTo>
                    <a:pt x="5041" y="3970"/>
                  </a:lnTo>
                  <a:cubicBezTo>
                    <a:pt x="5041" y="4222"/>
                    <a:pt x="5230" y="4411"/>
                    <a:pt x="5482" y="4411"/>
                  </a:cubicBezTo>
                  <a:lnTo>
                    <a:pt x="11941" y="4411"/>
                  </a:lnTo>
                  <a:lnTo>
                    <a:pt x="11941" y="9357"/>
                  </a:lnTo>
                  <a:lnTo>
                    <a:pt x="914" y="9357"/>
                  </a:lnTo>
                  <a:lnTo>
                    <a:pt x="914" y="4222"/>
                  </a:lnTo>
                  <a:lnTo>
                    <a:pt x="2552" y="3119"/>
                  </a:lnTo>
                  <a:lnTo>
                    <a:pt x="2552" y="3970"/>
                  </a:lnTo>
                  <a:cubicBezTo>
                    <a:pt x="2552" y="4207"/>
                    <a:pt x="2767" y="4373"/>
                    <a:pt x="2980" y="4373"/>
                  </a:cubicBezTo>
                  <a:cubicBezTo>
                    <a:pt x="3050" y="4373"/>
                    <a:pt x="3120" y="4355"/>
                    <a:pt x="3182" y="4316"/>
                  </a:cubicBezTo>
                  <a:lnTo>
                    <a:pt x="5041" y="3119"/>
                  </a:lnTo>
                  <a:close/>
                  <a:moveTo>
                    <a:pt x="10712" y="0"/>
                  </a:moveTo>
                  <a:cubicBezTo>
                    <a:pt x="10491" y="0"/>
                    <a:pt x="10334" y="189"/>
                    <a:pt x="10334" y="441"/>
                  </a:cubicBezTo>
                  <a:lnTo>
                    <a:pt x="10334" y="3592"/>
                  </a:lnTo>
                  <a:lnTo>
                    <a:pt x="9483" y="3592"/>
                  </a:lnTo>
                  <a:lnTo>
                    <a:pt x="9483" y="1261"/>
                  </a:lnTo>
                  <a:cubicBezTo>
                    <a:pt x="9483" y="1008"/>
                    <a:pt x="9294" y="819"/>
                    <a:pt x="9074" y="819"/>
                  </a:cubicBezTo>
                  <a:lnTo>
                    <a:pt x="7404" y="819"/>
                  </a:lnTo>
                  <a:cubicBezTo>
                    <a:pt x="7183" y="819"/>
                    <a:pt x="6963" y="1008"/>
                    <a:pt x="6963" y="1261"/>
                  </a:cubicBezTo>
                  <a:lnTo>
                    <a:pt x="6963" y="3592"/>
                  </a:lnTo>
                  <a:lnTo>
                    <a:pt x="5860" y="3592"/>
                  </a:lnTo>
                  <a:lnTo>
                    <a:pt x="5860" y="2363"/>
                  </a:lnTo>
                  <a:cubicBezTo>
                    <a:pt x="5860" y="2206"/>
                    <a:pt x="5797" y="2080"/>
                    <a:pt x="5640" y="2017"/>
                  </a:cubicBezTo>
                  <a:cubicBezTo>
                    <a:pt x="5581" y="1973"/>
                    <a:pt x="5509" y="1949"/>
                    <a:pt x="5436" y="1949"/>
                  </a:cubicBezTo>
                  <a:cubicBezTo>
                    <a:pt x="5352" y="1949"/>
                    <a:pt x="5266" y="1981"/>
                    <a:pt x="5199" y="2048"/>
                  </a:cubicBezTo>
                  <a:lnTo>
                    <a:pt x="3340" y="3245"/>
                  </a:lnTo>
                  <a:lnTo>
                    <a:pt x="3340" y="2395"/>
                  </a:lnTo>
                  <a:cubicBezTo>
                    <a:pt x="3340" y="2237"/>
                    <a:pt x="3277" y="2111"/>
                    <a:pt x="3119" y="2048"/>
                  </a:cubicBezTo>
                  <a:cubicBezTo>
                    <a:pt x="3061" y="2004"/>
                    <a:pt x="2989" y="1981"/>
                    <a:pt x="2916" y="1981"/>
                  </a:cubicBezTo>
                  <a:cubicBezTo>
                    <a:pt x="2831" y="1981"/>
                    <a:pt x="2746" y="2012"/>
                    <a:pt x="2678" y="2080"/>
                  </a:cubicBezTo>
                  <a:lnTo>
                    <a:pt x="189" y="3718"/>
                  </a:lnTo>
                  <a:cubicBezTo>
                    <a:pt x="95" y="3812"/>
                    <a:pt x="0" y="3938"/>
                    <a:pt x="0" y="4096"/>
                  </a:cubicBezTo>
                  <a:lnTo>
                    <a:pt x="0" y="9861"/>
                  </a:lnTo>
                  <a:cubicBezTo>
                    <a:pt x="0" y="10113"/>
                    <a:pt x="189" y="10302"/>
                    <a:pt x="441" y="10302"/>
                  </a:cubicBezTo>
                  <a:lnTo>
                    <a:pt x="12287" y="10302"/>
                  </a:lnTo>
                  <a:cubicBezTo>
                    <a:pt x="12539" y="10302"/>
                    <a:pt x="12697" y="10113"/>
                    <a:pt x="12697" y="9861"/>
                  </a:cubicBezTo>
                  <a:lnTo>
                    <a:pt x="12697" y="504"/>
                  </a:lnTo>
                  <a:cubicBezTo>
                    <a:pt x="12760" y="158"/>
                    <a:pt x="12602" y="0"/>
                    <a:pt x="12382" y="0"/>
                  </a:cubicBezTo>
                  <a:close/>
                </a:path>
              </a:pathLst>
            </a:custGeom>
            <a:grpFill/>
            <a:ln>
              <a:noFill/>
            </a:ln>
          </p:spPr>
          <p:txBody>
            <a:bodyPr spcFirstLastPara="1" wrap="square" lIns="62728" tIns="62728" rIns="62728" bIns="62728" anchor="ctr" anchorCtr="0">
              <a:noAutofit/>
            </a:bodyPr>
            <a:lstStyle/>
            <a:p>
              <a:endParaRPr sz="764"/>
            </a:p>
          </p:txBody>
        </p:sp>
        <p:sp>
          <p:nvSpPr>
            <p:cNvPr id="521" name="Google Shape;4761;p59">
              <a:extLst>
                <a:ext uri="{FF2B5EF4-FFF2-40B4-BE49-F238E27FC236}">
                  <a16:creationId xmlns:a16="http://schemas.microsoft.com/office/drawing/2014/main" id="{BEE7EBF4-CCB5-4E20-AF14-4C44986FFAFC}"/>
                </a:ext>
              </a:extLst>
            </p:cNvPr>
            <p:cNvSpPr/>
            <p:nvPr/>
          </p:nvSpPr>
          <p:spPr>
            <a:xfrm>
              <a:off x="-59322800" y="1904375"/>
              <a:ext cx="106350" cy="41175"/>
            </a:xfrm>
            <a:custGeom>
              <a:avLst/>
              <a:gdLst/>
              <a:ahLst/>
              <a:cxnLst/>
              <a:rect l="l" t="t" r="r" b="b"/>
              <a:pathLst>
                <a:path w="4254" h="1647" extrusionOk="0">
                  <a:moveTo>
                    <a:pt x="1291" y="0"/>
                  </a:moveTo>
                  <a:cubicBezTo>
                    <a:pt x="890" y="0"/>
                    <a:pt x="485" y="181"/>
                    <a:pt x="158" y="556"/>
                  </a:cubicBezTo>
                  <a:cubicBezTo>
                    <a:pt x="0" y="713"/>
                    <a:pt x="32" y="965"/>
                    <a:pt x="189" y="1123"/>
                  </a:cubicBezTo>
                  <a:cubicBezTo>
                    <a:pt x="265" y="1198"/>
                    <a:pt x="369" y="1237"/>
                    <a:pt x="474" y="1237"/>
                  </a:cubicBezTo>
                  <a:cubicBezTo>
                    <a:pt x="589" y="1237"/>
                    <a:pt x="706" y="1190"/>
                    <a:pt x="788" y="1091"/>
                  </a:cubicBezTo>
                  <a:cubicBezTo>
                    <a:pt x="946" y="918"/>
                    <a:pt x="1119" y="831"/>
                    <a:pt x="1292" y="831"/>
                  </a:cubicBezTo>
                  <a:cubicBezTo>
                    <a:pt x="1465" y="831"/>
                    <a:pt x="1639" y="918"/>
                    <a:pt x="1796" y="1091"/>
                  </a:cubicBezTo>
                  <a:cubicBezTo>
                    <a:pt x="2115" y="1457"/>
                    <a:pt x="2530" y="1646"/>
                    <a:pt x="2948" y="1646"/>
                  </a:cubicBezTo>
                  <a:cubicBezTo>
                    <a:pt x="3357" y="1646"/>
                    <a:pt x="3769" y="1465"/>
                    <a:pt x="4096" y="1091"/>
                  </a:cubicBezTo>
                  <a:cubicBezTo>
                    <a:pt x="4254" y="902"/>
                    <a:pt x="4191" y="650"/>
                    <a:pt x="4033" y="493"/>
                  </a:cubicBezTo>
                  <a:cubicBezTo>
                    <a:pt x="3975" y="420"/>
                    <a:pt x="3885" y="381"/>
                    <a:pt x="3788" y="381"/>
                  </a:cubicBezTo>
                  <a:cubicBezTo>
                    <a:pt x="3674" y="381"/>
                    <a:pt x="3551" y="436"/>
                    <a:pt x="3466" y="556"/>
                  </a:cubicBezTo>
                  <a:cubicBezTo>
                    <a:pt x="3308" y="729"/>
                    <a:pt x="3127" y="815"/>
                    <a:pt x="2946" y="815"/>
                  </a:cubicBezTo>
                  <a:cubicBezTo>
                    <a:pt x="2765" y="815"/>
                    <a:pt x="2584" y="729"/>
                    <a:pt x="2426" y="556"/>
                  </a:cubicBezTo>
                  <a:cubicBezTo>
                    <a:pt x="2108" y="189"/>
                    <a:pt x="1701" y="0"/>
                    <a:pt x="129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66" name="Google Shape;4762;p59">
            <a:extLst>
              <a:ext uri="{FF2B5EF4-FFF2-40B4-BE49-F238E27FC236}">
                <a16:creationId xmlns:a16="http://schemas.microsoft.com/office/drawing/2014/main" id="{5A2BE40E-3EF6-464F-8295-FD521B14526F}"/>
              </a:ext>
            </a:extLst>
          </p:cNvPr>
          <p:cNvGrpSpPr/>
          <p:nvPr/>
        </p:nvGrpSpPr>
        <p:grpSpPr>
          <a:xfrm>
            <a:off x="816714" y="2854283"/>
            <a:ext cx="240931" cy="237458"/>
            <a:chOff x="-64774725" y="1916550"/>
            <a:chExt cx="319000" cy="314400"/>
          </a:xfrm>
          <a:solidFill>
            <a:schemeClr val="tx1"/>
          </a:solidFill>
        </p:grpSpPr>
        <p:sp>
          <p:nvSpPr>
            <p:cNvPr id="517" name="Google Shape;4763;p59">
              <a:extLst>
                <a:ext uri="{FF2B5EF4-FFF2-40B4-BE49-F238E27FC236}">
                  <a16:creationId xmlns:a16="http://schemas.microsoft.com/office/drawing/2014/main" id="{716580C3-6C56-4F6B-B674-014092BBDF4A}"/>
                </a:ext>
              </a:extLst>
            </p:cNvPr>
            <p:cNvSpPr/>
            <p:nvPr/>
          </p:nvSpPr>
          <p:spPr>
            <a:xfrm>
              <a:off x="-64774725" y="1916550"/>
              <a:ext cx="319000" cy="314400"/>
            </a:xfrm>
            <a:custGeom>
              <a:avLst/>
              <a:gdLst/>
              <a:ahLst/>
              <a:cxnLst/>
              <a:rect l="l" t="t" r="r" b="b"/>
              <a:pathLst>
                <a:path w="12760" h="12576" extrusionOk="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grpFill/>
            <a:ln>
              <a:noFill/>
            </a:ln>
          </p:spPr>
          <p:txBody>
            <a:bodyPr spcFirstLastPara="1" wrap="square" lIns="62728" tIns="62728" rIns="62728" bIns="62728" anchor="ctr" anchorCtr="0">
              <a:noAutofit/>
            </a:bodyPr>
            <a:lstStyle/>
            <a:p>
              <a:endParaRPr sz="764"/>
            </a:p>
          </p:txBody>
        </p:sp>
        <p:sp>
          <p:nvSpPr>
            <p:cNvPr id="518" name="Google Shape;4764;p59">
              <a:extLst>
                <a:ext uri="{FF2B5EF4-FFF2-40B4-BE49-F238E27FC236}">
                  <a16:creationId xmlns:a16="http://schemas.microsoft.com/office/drawing/2014/main" id="{B8A924A1-39FB-4BE4-B148-76F33C020FAF}"/>
                </a:ext>
              </a:extLst>
            </p:cNvPr>
            <p:cNvSpPr/>
            <p:nvPr/>
          </p:nvSpPr>
          <p:spPr>
            <a:xfrm>
              <a:off x="-64636900" y="2010600"/>
              <a:ext cx="89800" cy="82525"/>
            </a:xfrm>
            <a:custGeom>
              <a:avLst/>
              <a:gdLst/>
              <a:ahLst/>
              <a:cxnLst/>
              <a:rect l="l" t="t" r="r" b="b"/>
              <a:pathLst>
                <a:path w="3592" h="3301" extrusionOk="0">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67" name="Google Shape;4765;p59">
            <a:extLst>
              <a:ext uri="{FF2B5EF4-FFF2-40B4-BE49-F238E27FC236}">
                <a16:creationId xmlns:a16="http://schemas.microsoft.com/office/drawing/2014/main" id="{49D61A09-ECE5-442E-BA67-1947B61E979B}"/>
              </a:ext>
            </a:extLst>
          </p:cNvPr>
          <p:cNvGrpSpPr/>
          <p:nvPr/>
        </p:nvGrpSpPr>
        <p:grpSpPr>
          <a:xfrm>
            <a:off x="817601" y="3129928"/>
            <a:ext cx="239156" cy="241536"/>
            <a:chOff x="-64764500" y="2280550"/>
            <a:chExt cx="316650" cy="319800"/>
          </a:xfrm>
          <a:solidFill>
            <a:schemeClr val="tx1"/>
          </a:solidFill>
        </p:grpSpPr>
        <p:sp>
          <p:nvSpPr>
            <p:cNvPr id="515" name="Google Shape;4766;p59">
              <a:extLst>
                <a:ext uri="{FF2B5EF4-FFF2-40B4-BE49-F238E27FC236}">
                  <a16:creationId xmlns:a16="http://schemas.microsoft.com/office/drawing/2014/main" id="{7B53679C-64A3-4312-A538-E0480A050E85}"/>
                </a:ext>
              </a:extLst>
            </p:cNvPr>
            <p:cNvSpPr/>
            <p:nvPr/>
          </p:nvSpPr>
          <p:spPr>
            <a:xfrm>
              <a:off x="-64764500" y="2280550"/>
              <a:ext cx="316650" cy="319800"/>
            </a:xfrm>
            <a:custGeom>
              <a:avLst/>
              <a:gdLst/>
              <a:ahLst/>
              <a:cxnLst/>
              <a:rect l="l" t="t" r="r" b="b"/>
              <a:pathLst>
                <a:path w="12666" h="12792" extrusionOk="0">
                  <a:moveTo>
                    <a:pt x="11405" y="820"/>
                  </a:moveTo>
                  <a:cubicBezTo>
                    <a:pt x="11657" y="820"/>
                    <a:pt x="11815" y="1009"/>
                    <a:pt x="11815" y="1261"/>
                  </a:cubicBezTo>
                  <a:cubicBezTo>
                    <a:pt x="11815" y="1481"/>
                    <a:pt x="11657" y="1670"/>
                    <a:pt x="11405" y="1670"/>
                  </a:cubicBezTo>
                  <a:lnTo>
                    <a:pt x="1229" y="1670"/>
                  </a:lnTo>
                  <a:cubicBezTo>
                    <a:pt x="977" y="1670"/>
                    <a:pt x="788" y="1481"/>
                    <a:pt x="788" y="1261"/>
                  </a:cubicBezTo>
                  <a:cubicBezTo>
                    <a:pt x="788" y="1009"/>
                    <a:pt x="977" y="820"/>
                    <a:pt x="1229" y="820"/>
                  </a:cubicBezTo>
                  <a:close/>
                  <a:moveTo>
                    <a:pt x="10996" y="2521"/>
                  </a:moveTo>
                  <a:lnTo>
                    <a:pt x="10996" y="8286"/>
                  </a:lnTo>
                  <a:lnTo>
                    <a:pt x="1607" y="8286"/>
                  </a:lnTo>
                  <a:lnTo>
                    <a:pt x="1607" y="2521"/>
                  </a:lnTo>
                  <a:close/>
                  <a:moveTo>
                    <a:pt x="6302" y="11027"/>
                  </a:moveTo>
                  <a:cubicBezTo>
                    <a:pt x="6554" y="11027"/>
                    <a:pt x="6743" y="11216"/>
                    <a:pt x="6743" y="11437"/>
                  </a:cubicBezTo>
                  <a:cubicBezTo>
                    <a:pt x="6743" y="11689"/>
                    <a:pt x="6522" y="11878"/>
                    <a:pt x="6302" y="11878"/>
                  </a:cubicBezTo>
                  <a:cubicBezTo>
                    <a:pt x="6050" y="11878"/>
                    <a:pt x="5892" y="11689"/>
                    <a:pt x="5892" y="11437"/>
                  </a:cubicBezTo>
                  <a:cubicBezTo>
                    <a:pt x="5892" y="11216"/>
                    <a:pt x="6113" y="11027"/>
                    <a:pt x="6302" y="11027"/>
                  </a:cubicBezTo>
                  <a:close/>
                  <a:moveTo>
                    <a:pt x="1229" y="1"/>
                  </a:moveTo>
                  <a:cubicBezTo>
                    <a:pt x="536" y="1"/>
                    <a:pt x="1" y="536"/>
                    <a:pt x="1" y="1261"/>
                  </a:cubicBezTo>
                  <a:cubicBezTo>
                    <a:pt x="1" y="1797"/>
                    <a:pt x="347" y="2238"/>
                    <a:pt x="820" y="2427"/>
                  </a:cubicBezTo>
                  <a:lnTo>
                    <a:pt x="820" y="8286"/>
                  </a:lnTo>
                  <a:lnTo>
                    <a:pt x="442" y="8286"/>
                  </a:lnTo>
                  <a:cubicBezTo>
                    <a:pt x="190" y="8286"/>
                    <a:pt x="32" y="8507"/>
                    <a:pt x="32" y="8728"/>
                  </a:cubicBezTo>
                  <a:cubicBezTo>
                    <a:pt x="32" y="8980"/>
                    <a:pt x="221" y="9169"/>
                    <a:pt x="442" y="9169"/>
                  </a:cubicBezTo>
                  <a:lnTo>
                    <a:pt x="5955" y="9169"/>
                  </a:lnTo>
                  <a:lnTo>
                    <a:pt x="5955" y="10334"/>
                  </a:lnTo>
                  <a:cubicBezTo>
                    <a:pt x="5483" y="10492"/>
                    <a:pt x="5104" y="10964"/>
                    <a:pt x="5104" y="11531"/>
                  </a:cubicBezTo>
                  <a:cubicBezTo>
                    <a:pt x="5104" y="12193"/>
                    <a:pt x="5672" y="12792"/>
                    <a:pt x="6333" y="12792"/>
                  </a:cubicBezTo>
                  <a:cubicBezTo>
                    <a:pt x="6995" y="12792"/>
                    <a:pt x="7593" y="12225"/>
                    <a:pt x="7593" y="11531"/>
                  </a:cubicBezTo>
                  <a:cubicBezTo>
                    <a:pt x="7593" y="10964"/>
                    <a:pt x="7247" y="10555"/>
                    <a:pt x="6774" y="10334"/>
                  </a:cubicBezTo>
                  <a:lnTo>
                    <a:pt x="6774" y="9169"/>
                  </a:lnTo>
                  <a:lnTo>
                    <a:pt x="12288" y="9169"/>
                  </a:lnTo>
                  <a:cubicBezTo>
                    <a:pt x="12508" y="9169"/>
                    <a:pt x="12666" y="8980"/>
                    <a:pt x="12666" y="8728"/>
                  </a:cubicBezTo>
                  <a:cubicBezTo>
                    <a:pt x="12666" y="8507"/>
                    <a:pt x="12477" y="8286"/>
                    <a:pt x="12288" y="8286"/>
                  </a:cubicBezTo>
                  <a:lnTo>
                    <a:pt x="11847" y="8286"/>
                  </a:lnTo>
                  <a:lnTo>
                    <a:pt x="11847" y="2427"/>
                  </a:lnTo>
                  <a:cubicBezTo>
                    <a:pt x="12319" y="2238"/>
                    <a:pt x="12634" y="1797"/>
                    <a:pt x="12634" y="1261"/>
                  </a:cubicBezTo>
                  <a:cubicBezTo>
                    <a:pt x="12634" y="568"/>
                    <a:pt x="12099" y="1"/>
                    <a:pt x="11405" y="1"/>
                  </a:cubicBezTo>
                  <a:close/>
                </a:path>
              </a:pathLst>
            </a:custGeom>
            <a:grpFill/>
            <a:ln>
              <a:noFill/>
            </a:ln>
          </p:spPr>
          <p:txBody>
            <a:bodyPr spcFirstLastPara="1" wrap="square" lIns="62728" tIns="62728" rIns="62728" bIns="62728" anchor="ctr" anchorCtr="0">
              <a:noAutofit/>
            </a:bodyPr>
            <a:lstStyle/>
            <a:p>
              <a:endParaRPr sz="764"/>
            </a:p>
          </p:txBody>
        </p:sp>
        <p:sp>
          <p:nvSpPr>
            <p:cNvPr id="516" name="Google Shape;4767;p59">
              <a:extLst>
                <a:ext uri="{FF2B5EF4-FFF2-40B4-BE49-F238E27FC236}">
                  <a16:creationId xmlns:a16="http://schemas.microsoft.com/office/drawing/2014/main" id="{1B34FB14-E1AA-4871-BF41-6EFBB0BDA756}"/>
                </a:ext>
              </a:extLst>
            </p:cNvPr>
            <p:cNvSpPr/>
            <p:nvPr/>
          </p:nvSpPr>
          <p:spPr>
            <a:xfrm>
              <a:off x="-64679425" y="2364825"/>
              <a:ext cx="146500" cy="102450"/>
            </a:xfrm>
            <a:custGeom>
              <a:avLst/>
              <a:gdLst/>
              <a:ahLst/>
              <a:cxnLst/>
              <a:rect l="l" t="t" r="r" b="b"/>
              <a:pathLst>
                <a:path w="5860" h="4098" extrusionOk="0">
                  <a:moveTo>
                    <a:pt x="3749" y="1"/>
                  </a:moveTo>
                  <a:cubicBezTo>
                    <a:pt x="3529" y="1"/>
                    <a:pt x="3371" y="190"/>
                    <a:pt x="3371" y="442"/>
                  </a:cubicBezTo>
                  <a:cubicBezTo>
                    <a:pt x="3371" y="662"/>
                    <a:pt x="3560" y="820"/>
                    <a:pt x="3749" y="820"/>
                  </a:cubicBezTo>
                  <a:lnTo>
                    <a:pt x="4442" y="820"/>
                  </a:lnTo>
                  <a:lnTo>
                    <a:pt x="2930" y="2332"/>
                  </a:lnTo>
                  <a:lnTo>
                    <a:pt x="2395" y="1765"/>
                  </a:lnTo>
                  <a:cubicBezTo>
                    <a:pt x="2316" y="1686"/>
                    <a:pt x="2206" y="1647"/>
                    <a:pt x="2095" y="1647"/>
                  </a:cubicBezTo>
                  <a:cubicBezTo>
                    <a:pt x="1985" y="1647"/>
                    <a:pt x="1875" y="1686"/>
                    <a:pt x="1796" y="1765"/>
                  </a:cubicBezTo>
                  <a:lnTo>
                    <a:pt x="126" y="3435"/>
                  </a:lnTo>
                  <a:cubicBezTo>
                    <a:pt x="0" y="3592"/>
                    <a:pt x="0" y="3844"/>
                    <a:pt x="126" y="4033"/>
                  </a:cubicBezTo>
                  <a:cubicBezTo>
                    <a:pt x="195" y="4075"/>
                    <a:pt x="288" y="4098"/>
                    <a:pt x="384" y="4098"/>
                  </a:cubicBezTo>
                  <a:cubicBezTo>
                    <a:pt x="507" y="4098"/>
                    <a:pt x="636" y="4059"/>
                    <a:pt x="725" y="3970"/>
                  </a:cubicBezTo>
                  <a:lnTo>
                    <a:pt x="2111" y="2616"/>
                  </a:lnTo>
                  <a:lnTo>
                    <a:pt x="2647" y="3151"/>
                  </a:lnTo>
                  <a:cubicBezTo>
                    <a:pt x="2725" y="3230"/>
                    <a:pt x="2836" y="3269"/>
                    <a:pt x="2946" y="3269"/>
                  </a:cubicBezTo>
                  <a:cubicBezTo>
                    <a:pt x="3056" y="3269"/>
                    <a:pt x="3166" y="3230"/>
                    <a:pt x="3245" y="3151"/>
                  </a:cubicBezTo>
                  <a:lnTo>
                    <a:pt x="5009" y="1387"/>
                  </a:lnTo>
                  <a:lnTo>
                    <a:pt x="5009" y="2049"/>
                  </a:lnTo>
                  <a:cubicBezTo>
                    <a:pt x="5009" y="2269"/>
                    <a:pt x="5230" y="2490"/>
                    <a:pt x="5451" y="2490"/>
                  </a:cubicBezTo>
                  <a:cubicBezTo>
                    <a:pt x="5703" y="2490"/>
                    <a:pt x="5860" y="2269"/>
                    <a:pt x="5860" y="2049"/>
                  </a:cubicBezTo>
                  <a:lnTo>
                    <a:pt x="5860" y="410"/>
                  </a:lnTo>
                  <a:cubicBezTo>
                    <a:pt x="5860" y="158"/>
                    <a:pt x="5640" y="1"/>
                    <a:pt x="5419" y="1"/>
                  </a:cubicBezTo>
                  <a:close/>
                </a:path>
              </a:pathLst>
            </a:custGeom>
            <a:grpFill/>
            <a:ln>
              <a:noFill/>
            </a:ln>
          </p:spPr>
          <p:txBody>
            <a:bodyPr spcFirstLastPara="1" wrap="square" lIns="62728" tIns="62728" rIns="62728" bIns="62728" anchor="ctr" anchorCtr="0">
              <a:noAutofit/>
            </a:bodyPr>
            <a:lstStyle/>
            <a:p>
              <a:endParaRPr sz="764"/>
            </a:p>
          </p:txBody>
        </p:sp>
      </p:grpSp>
      <p:sp>
        <p:nvSpPr>
          <p:cNvPr id="368" name="Google Shape;4768;p59">
            <a:extLst>
              <a:ext uri="{FF2B5EF4-FFF2-40B4-BE49-F238E27FC236}">
                <a16:creationId xmlns:a16="http://schemas.microsoft.com/office/drawing/2014/main" id="{53A22DCF-FDB5-4C33-B505-7703BC1BC330}"/>
              </a:ext>
            </a:extLst>
          </p:cNvPr>
          <p:cNvSpPr/>
          <p:nvPr/>
        </p:nvSpPr>
        <p:spPr>
          <a:xfrm>
            <a:off x="831394" y="3407783"/>
            <a:ext cx="208814" cy="239156"/>
          </a:xfrm>
          <a:custGeom>
            <a:avLst/>
            <a:gdLst/>
            <a:ahLst/>
            <a:cxnLst/>
            <a:rect l="l" t="t" r="r" b="b"/>
            <a:pathLst>
              <a:path w="11059" h="12666" extrusionOk="0">
                <a:moveTo>
                  <a:pt x="4285" y="789"/>
                </a:moveTo>
                <a:cubicBezTo>
                  <a:pt x="4758" y="789"/>
                  <a:pt x="5136" y="1135"/>
                  <a:pt x="5136" y="1608"/>
                </a:cubicBezTo>
                <a:lnTo>
                  <a:pt x="5136" y="4128"/>
                </a:lnTo>
                <a:cubicBezTo>
                  <a:pt x="4190" y="4317"/>
                  <a:pt x="3466" y="5168"/>
                  <a:pt x="3466" y="6144"/>
                </a:cubicBezTo>
                <a:cubicBezTo>
                  <a:pt x="3466" y="6365"/>
                  <a:pt x="3655" y="6585"/>
                  <a:pt x="3907" y="6585"/>
                </a:cubicBezTo>
                <a:cubicBezTo>
                  <a:pt x="4127" y="6585"/>
                  <a:pt x="4285" y="6365"/>
                  <a:pt x="4285" y="6144"/>
                </a:cubicBezTo>
                <a:cubicBezTo>
                  <a:pt x="4285" y="5577"/>
                  <a:pt x="4663" y="5168"/>
                  <a:pt x="5136" y="4947"/>
                </a:cubicBezTo>
                <a:lnTo>
                  <a:pt x="5136" y="8192"/>
                </a:lnTo>
                <a:cubicBezTo>
                  <a:pt x="5136" y="8665"/>
                  <a:pt x="4758" y="9011"/>
                  <a:pt x="4285" y="9011"/>
                </a:cubicBezTo>
                <a:cubicBezTo>
                  <a:pt x="3938" y="9011"/>
                  <a:pt x="3592" y="8791"/>
                  <a:pt x="3497" y="8381"/>
                </a:cubicBezTo>
                <a:cubicBezTo>
                  <a:pt x="3434" y="8318"/>
                  <a:pt x="3277" y="8192"/>
                  <a:pt x="3119" y="8192"/>
                </a:cubicBezTo>
                <a:cubicBezTo>
                  <a:pt x="2962" y="8192"/>
                  <a:pt x="2899" y="8255"/>
                  <a:pt x="2647" y="8255"/>
                </a:cubicBezTo>
                <a:cubicBezTo>
                  <a:pt x="1544" y="8255"/>
                  <a:pt x="1544" y="6617"/>
                  <a:pt x="2647" y="6617"/>
                </a:cubicBezTo>
                <a:cubicBezTo>
                  <a:pt x="2867" y="6617"/>
                  <a:pt x="3025" y="6428"/>
                  <a:pt x="3025" y="6176"/>
                </a:cubicBezTo>
                <a:cubicBezTo>
                  <a:pt x="3025" y="5955"/>
                  <a:pt x="2836" y="5735"/>
                  <a:pt x="2647" y="5735"/>
                </a:cubicBezTo>
                <a:cubicBezTo>
                  <a:pt x="2080" y="5735"/>
                  <a:pt x="1607" y="6018"/>
                  <a:pt x="1292" y="6428"/>
                </a:cubicBezTo>
                <a:cubicBezTo>
                  <a:pt x="1103" y="6270"/>
                  <a:pt x="977" y="6018"/>
                  <a:pt x="977" y="5735"/>
                </a:cubicBezTo>
                <a:cubicBezTo>
                  <a:pt x="977" y="5483"/>
                  <a:pt x="1103" y="5325"/>
                  <a:pt x="1166" y="5199"/>
                </a:cubicBezTo>
                <a:cubicBezTo>
                  <a:pt x="1323" y="5042"/>
                  <a:pt x="1323" y="4790"/>
                  <a:pt x="1166" y="4632"/>
                </a:cubicBezTo>
                <a:cubicBezTo>
                  <a:pt x="662" y="4097"/>
                  <a:pt x="1103" y="3277"/>
                  <a:pt x="1828" y="3277"/>
                </a:cubicBezTo>
                <a:cubicBezTo>
                  <a:pt x="2048" y="3277"/>
                  <a:pt x="2237" y="3340"/>
                  <a:pt x="2395" y="3498"/>
                </a:cubicBezTo>
                <a:cubicBezTo>
                  <a:pt x="2473" y="3577"/>
                  <a:pt x="2584" y="3616"/>
                  <a:pt x="2694" y="3616"/>
                </a:cubicBezTo>
                <a:cubicBezTo>
                  <a:pt x="2804" y="3616"/>
                  <a:pt x="2914" y="3577"/>
                  <a:pt x="2993" y="3498"/>
                </a:cubicBezTo>
                <a:cubicBezTo>
                  <a:pt x="3151" y="3340"/>
                  <a:pt x="3151" y="3057"/>
                  <a:pt x="2993" y="2899"/>
                </a:cubicBezTo>
                <a:cubicBezTo>
                  <a:pt x="2678" y="2584"/>
                  <a:pt x="2269" y="2427"/>
                  <a:pt x="1828" y="2427"/>
                </a:cubicBezTo>
                <a:cubicBezTo>
                  <a:pt x="1828" y="1954"/>
                  <a:pt x="2174" y="1608"/>
                  <a:pt x="2647" y="1608"/>
                </a:cubicBezTo>
                <a:cubicBezTo>
                  <a:pt x="2773" y="1608"/>
                  <a:pt x="2836" y="1639"/>
                  <a:pt x="2962" y="1702"/>
                </a:cubicBezTo>
                <a:cubicBezTo>
                  <a:pt x="3000" y="1713"/>
                  <a:pt x="3040" y="1718"/>
                  <a:pt x="3079" y="1718"/>
                </a:cubicBezTo>
                <a:cubicBezTo>
                  <a:pt x="3264" y="1718"/>
                  <a:pt x="3445" y="1601"/>
                  <a:pt x="3497" y="1419"/>
                </a:cubicBezTo>
                <a:cubicBezTo>
                  <a:pt x="3592" y="1072"/>
                  <a:pt x="3938" y="789"/>
                  <a:pt x="4285" y="789"/>
                </a:cubicBezTo>
                <a:close/>
                <a:moveTo>
                  <a:pt x="6711" y="915"/>
                </a:moveTo>
                <a:cubicBezTo>
                  <a:pt x="7057" y="915"/>
                  <a:pt x="7404" y="1135"/>
                  <a:pt x="7498" y="1545"/>
                </a:cubicBezTo>
                <a:cubicBezTo>
                  <a:pt x="7547" y="1715"/>
                  <a:pt x="7708" y="1828"/>
                  <a:pt x="7880" y="1828"/>
                </a:cubicBezTo>
                <a:cubicBezTo>
                  <a:pt x="7931" y="1828"/>
                  <a:pt x="7983" y="1818"/>
                  <a:pt x="8034" y="1797"/>
                </a:cubicBezTo>
                <a:cubicBezTo>
                  <a:pt x="8160" y="1765"/>
                  <a:pt x="8223" y="1734"/>
                  <a:pt x="8349" y="1734"/>
                </a:cubicBezTo>
                <a:cubicBezTo>
                  <a:pt x="8822" y="1734"/>
                  <a:pt x="9168" y="2080"/>
                  <a:pt x="9168" y="2553"/>
                </a:cubicBezTo>
                <a:cubicBezTo>
                  <a:pt x="8759" y="2553"/>
                  <a:pt x="8318" y="2710"/>
                  <a:pt x="8003" y="3025"/>
                </a:cubicBezTo>
                <a:cubicBezTo>
                  <a:pt x="7845" y="3183"/>
                  <a:pt x="7845" y="3467"/>
                  <a:pt x="8003" y="3624"/>
                </a:cubicBezTo>
                <a:cubicBezTo>
                  <a:pt x="8081" y="3703"/>
                  <a:pt x="8192" y="3742"/>
                  <a:pt x="8302" y="3742"/>
                </a:cubicBezTo>
                <a:cubicBezTo>
                  <a:pt x="8412" y="3742"/>
                  <a:pt x="8522" y="3703"/>
                  <a:pt x="8601" y="3624"/>
                </a:cubicBezTo>
                <a:cubicBezTo>
                  <a:pt x="8759" y="3467"/>
                  <a:pt x="8948" y="3372"/>
                  <a:pt x="9168" y="3372"/>
                </a:cubicBezTo>
                <a:cubicBezTo>
                  <a:pt x="9893" y="3372"/>
                  <a:pt x="10271" y="4191"/>
                  <a:pt x="9798" y="4758"/>
                </a:cubicBezTo>
                <a:cubicBezTo>
                  <a:pt x="9735" y="4853"/>
                  <a:pt x="9735" y="5073"/>
                  <a:pt x="9830" y="5231"/>
                </a:cubicBezTo>
                <a:cubicBezTo>
                  <a:pt x="9956" y="5357"/>
                  <a:pt x="10050" y="5514"/>
                  <a:pt x="10050" y="5798"/>
                </a:cubicBezTo>
                <a:cubicBezTo>
                  <a:pt x="10050" y="6050"/>
                  <a:pt x="9924" y="6302"/>
                  <a:pt x="9735" y="6459"/>
                </a:cubicBezTo>
                <a:cubicBezTo>
                  <a:pt x="9420" y="6050"/>
                  <a:pt x="8948" y="5798"/>
                  <a:pt x="8381" y="5798"/>
                </a:cubicBezTo>
                <a:cubicBezTo>
                  <a:pt x="8160" y="5798"/>
                  <a:pt x="8003" y="5987"/>
                  <a:pt x="8003" y="6207"/>
                </a:cubicBezTo>
                <a:cubicBezTo>
                  <a:pt x="8003" y="6459"/>
                  <a:pt x="8192" y="6648"/>
                  <a:pt x="8381" y="6648"/>
                </a:cubicBezTo>
                <a:cubicBezTo>
                  <a:pt x="9483" y="6648"/>
                  <a:pt x="9483" y="8318"/>
                  <a:pt x="8381" y="8318"/>
                </a:cubicBezTo>
                <a:cubicBezTo>
                  <a:pt x="8255" y="8318"/>
                  <a:pt x="8192" y="8255"/>
                  <a:pt x="8066" y="8224"/>
                </a:cubicBezTo>
                <a:cubicBezTo>
                  <a:pt x="8021" y="8211"/>
                  <a:pt x="7976" y="8205"/>
                  <a:pt x="7931" y="8205"/>
                </a:cubicBezTo>
                <a:cubicBezTo>
                  <a:pt x="7752" y="8205"/>
                  <a:pt x="7580" y="8306"/>
                  <a:pt x="7530" y="8507"/>
                </a:cubicBezTo>
                <a:cubicBezTo>
                  <a:pt x="7435" y="8854"/>
                  <a:pt x="7089" y="9137"/>
                  <a:pt x="6742" y="9137"/>
                </a:cubicBezTo>
                <a:cubicBezTo>
                  <a:pt x="6270" y="9137"/>
                  <a:pt x="5892" y="8759"/>
                  <a:pt x="5892" y="8318"/>
                </a:cubicBezTo>
                <a:lnTo>
                  <a:pt x="5892" y="5073"/>
                </a:lnTo>
                <a:cubicBezTo>
                  <a:pt x="6364" y="5231"/>
                  <a:pt x="6742" y="5703"/>
                  <a:pt x="6742" y="6270"/>
                </a:cubicBezTo>
                <a:cubicBezTo>
                  <a:pt x="6742" y="6491"/>
                  <a:pt x="6931" y="6680"/>
                  <a:pt x="7120" y="6680"/>
                </a:cubicBezTo>
                <a:cubicBezTo>
                  <a:pt x="7341" y="6680"/>
                  <a:pt x="7530" y="6491"/>
                  <a:pt x="7530" y="6270"/>
                </a:cubicBezTo>
                <a:cubicBezTo>
                  <a:pt x="7530" y="5262"/>
                  <a:pt x="6805" y="4412"/>
                  <a:pt x="5860" y="4254"/>
                </a:cubicBezTo>
                <a:lnTo>
                  <a:pt x="5860" y="1734"/>
                </a:lnTo>
                <a:cubicBezTo>
                  <a:pt x="5860" y="1261"/>
                  <a:pt x="6207" y="915"/>
                  <a:pt x="6711" y="915"/>
                </a:cubicBezTo>
                <a:close/>
                <a:moveTo>
                  <a:pt x="5514" y="9358"/>
                </a:moveTo>
                <a:cubicBezTo>
                  <a:pt x="5829" y="9736"/>
                  <a:pt x="6270" y="9925"/>
                  <a:pt x="6774" y="9925"/>
                </a:cubicBezTo>
                <a:lnTo>
                  <a:pt x="6774" y="10209"/>
                </a:lnTo>
                <a:lnTo>
                  <a:pt x="4285" y="10209"/>
                </a:lnTo>
                <a:lnTo>
                  <a:pt x="4285" y="9925"/>
                </a:lnTo>
                <a:cubicBezTo>
                  <a:pt x="4789" y="9925"/>
                  <a:pt x="5230" y="9673"/>
                  <a:pt x="5514" y="9358"/>
                </a:cubicBezTo>
                <a:close/>
                <a:moveTo>
                  <a:pt x="6648" y="11028"/>
                </a:moveTo>
                <a:cubicBezTo>
                  <a:pt x="6522" y="11500"/>
                  <a:pt x="6049" y="11847"/>
                  <a:pt x="5514" y="11847"/>
                </a:cubicBezTo>
                <a:cubicBezTo>
                  <a:pt x="4978" y="11847"/>
                  <a:pt x="4537" y="11500"/>
                  <a:pt x="4316" y="11028"/>
                </a:cubicBezTo>
                <a:close/>
                <a:moveTo>
                  <a:pt x="4285" y="1"/>
                </a:moveTo>
                <a:cubicBezTo>
                  <a:pt x="3686" y="1"/>
                  <a:pt x="3151" y="316"/>
                  <a:pt x="2867" y="820"/>
                </a:cubicBezTo>
                <a:cubicBezTo>
                  <a:pt x="2796" y="811"/>
                  <a:pt x="2724" y="806"/>
                  <a:pt x="2654" y="806"/>
                </a:cubicBezTo>
                <a:cubicBezTo>
                  <a:pt x="1762" y="806"/>
                  <a:pt x="977" y="1526"/>
                  <a:pt x="977" y="2490"/>
                </a:cubicBezTo>
                <a:lnTo>
                  <a:pt x="977" y="2679"/>
                </a:lnTo>
                <a:cubicBezTo>
                  <a:pt x="851" y="2742"/>
                  <a:pt x="756" y="2836"/>
                  <a:pt x="630" y="2962"/>
                </a:cubicBezTo>
                <a:cubicBezTo>
                  <a:pt x="63" y="3498"/>
                  <a:pt x="0" y="4286"/>
                  <a:pt x="347" y="4947"/>
                </a:cubicBezTo>
                <a:cubicBezTo>
                  <a:pt x="189" y="5199"/>
                  <a:pt x="126" y="5514"/>
                  <a:pt x="126" y="5766"/>
                </a:cubicBezTo>
                <a:cubicBezTo>
                  <a:pt x="126" y="6365"/>
                  <a:pt x="441" y="6932"/>
                  <a:pt x="945" y="7184"/>
                </a:cubicBezTo>
                <a:cubicBezTo>
                  <a:pt x="819" y="8192"/>
                  <a:pt x="1576" y="9043"/>
                  <a:pt x="2584" y="9043"/>
                </a:cubicBezTo>
                <a:lnTo>
                  <a:pt x="2836" y="9043"/>
                </a:lnTo>
                <a:cubicBezTo>
                  <a:pt x="2993" y="9326"/>
                  <a:pt x="3182" y="9515"/>
                  <a:pt x="3434" y="9673"/>
                </a:cubicBezTo>
                <a:lnTo>
                  <a:pt x="3434" y="10587"/>
                </a:lnTo>
                <a:cubicBezTo>
                  <a:pt x="3434" y="11721"/>
                  <a:pt x="4379" y="12666"/>
                  <a:pt x="5514" y="12666"/>
                </a:cubicBezTo>
                <a:cubicBezTo>
                  <a:pt x="6648" y="12666"/>
                  <a:pt x="7593" y="11721"/>
                  <a:pt x="7593" y="10587"/>
                </a:cubicBezTo>
                <a:lnTo>
                  <a:pt x="7593" y="9673"/>
                </a:lnTo>
                <a:cubicBezTo>
                  <a:pt x="7845" y="9515"/>
                  <a:pt x="8066" y="9326"/>
                  <a:pt x="8192" y="9043"/>
                </a:cubicBezTo>
                <a:lnTo>
                  <a:pt x="8444" y="9043"/>
                </a:lnTo>
                <a:cubicBezTo>
                  <a:pt x="9420" y="9043"/>
                  <a:pt x="10208" y="8129"/>
                  <a:pt x="10082" y="7153"/>
                </a:cubicBezTo>
                <a:cubicBezTo>
                  <a:pt x="10586" y="6869"/>
                  <a:pt x="10901" y="6333"/>
                  <a:pt x="10901" y="5735"/>
                </a:cubicBezTo>
                <a:cubicBezTo>
                  <a:pt x="10901" y="5451"/>
                  <a:pt x="10838" y="5136"/>
                  <a:pt x="10680" y="4916"/>
                </a:cubicBezTo>
                <a:cubicBezTo>
                  <a:pt x="11059" y="4317"/>
                  <a:pt x="10933" y="3498"/>
                  <a:pt x="10428" y="2962"/>
                </a:cubicBezTo>
                <a:cubicBezTo>
                  <a:pt x="10302" y="2836"/>
                  <a:pt x="10208" y="2742"/>
                  <a:pt x="10082" y="2679"/>
                </a:cubicBezTo>
                <a:lnTo>
                  <a:pt x="10082" y="2490"/>
                </a:lnTo>
                <a:cubicBezTo>
                  <a:pt x="10082" y="1576"/>
                  <a:pt x="9326" y="820"/>
                  <a:pt x="8444" y="820"/>
                </a:cubicBezTo>
                <a:lnTo>
                  <a:pt x="8192" y="820"/>
                </a:lnTo>
                <a:cubicBezTo>
                  <a:pt x="7908" y="316"/>
                  <a:pt x="7372" y="1"/>
                  <a:pt x="6774" y="1"/>
                </a:cubicBezTo>
                <a:cubicBezTo>
                  <a:pt x="6270" y="1"/>
                  <a:pt x="5829" y="222"/>
                  <a:pt x="5514" y="537"/>
                </a:cubicBezTo>
                <a:cubicBezTo>
                  <a:pt x="5199" y="190"/>
                  <a:pt x="4758" y="1"/>
                  <a:pt x="428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369" name="Google Shape;4769;p59">
            <a:extLst>
              <a:ext uri="{FF2B5EF4-FFF2-40B4-BE49-F238E27FC236}">
                <a16:creationId xmlns:a16="http://schemas.microsoft.com/office/drawing/2014/main" id="{7A99D78A-0B95-4EB6-AD26-83F8D9078E2D}"/>
              </a:ext>
            </a:extLst>
          </p:cNvPr>
          <p:cNvGrpSpPr/>
          <p:nvPr/>
        </p:nvGrpSpPr>
        <p:grpSpPr>
          <a:xfrm>
            <a:off x="2261961" y="2878413"/>
            <a:ext cx="238553" cy="189195"/>
            <a:chOff x="-62882850" y="1999375"/>
            <a:chExt cx="315850" cy="250500"/>
          </a:xfrm>
          <a:solidFill>
            <a:schemeClr val="tx1"/>
          </a:solidFill>
        </p:grpSpPr>
        <p:sp>
          <p:nvSpPr>
            <p:cNvPr id="513" name="Google Shape;4770;p59">
              <a:extLst>
                <a:ext uri="{FF2B5EF4-FFF2-40B4-BE49-F238E27FC236}">
                  <a16:creationId xmlns:a16="http://schemas.microsoft.com/office/drawing/2014/main" id="{7F5ADD94-094A-42FC-9FDC-FAE3D89A5441}"/>
                </a:ext>
              </a:extLst>
            </p:cNvPr>
            <p:cNvSpPr/>
            <p:nvPr/>
          </p:nvSpPr>
          <p:spPr>
            <a:xfrm>
              <a:off x="-62882850" y="1999375"/>
              <a:ext cx="315850" cy="250500"/>
            </a:xfrm>
            <a:custGeom>
              <a:avLst/>
              <a:gdLst/>
              <a:ahLst/>
              <a:cxnLst/>
              <a:rect l="l" t="t" r="r" b="b"/>
              <a:pathLst>
                <a:path w="12634" h="10020" extrusionOk="0">
                  <a:moveTo>
                    <a:pt x="10586" y="851"/>
                  </a:moveTo>
                  <a:cubicBezTo>
                    <a:pt x="10838" y="851"/>
                    <a:pt x="11027" y="1040"/>
                    <a:pt x="11027" y="1261"/>
                  </a:cubicBezTo>
                  <a:lnTo>
                    <a:pt x="11027" y="7499"/>
                  </a:lnTo>
                  <a:lnTo>
                    <a:pt x="1638" y="7499"/>
                  </a:lnTo>
                  <a:lnTo>
                    <a:pt x="1638" y="1261"/>
                  </a:lnTo>
                  <a:lnTo>
                    <a:pt x="1607" y="1261"/>
                  </a:lnTo>
                  <a:cubicBezTo>
                    <a:pt x="1607" y="1040"/>
                    <a:pt x="1796" y="851"/>
                    <a:pt x="2048" y="851"/>
                  </a:cubicBezTo>
                  <a:close/>
                  <a:moveTo>
                    <a:pt x="11814" y="8318"/>
                  </a:moveTo>
                  <a:lnTo>
                    <a:pt x="11814" y="8727"/>
                  </a:lnTo>
                  <a:cubicBezTo>
                    <a:pt x="11814" y="8948"/>
                    <a:pt x="11594" y="9137"/>
                    <a:pt x="11405" y="9137"/>
                  </a:cubicBezTo>
                  <a:lnTo>
                    <a:pt x="1197" y="9137"/>
                  </a:lnTo>
                  <a:cubicBezTo>
                    <a:pt x="977" y="9137"/>
                    <a:pt x="788" y="8948"/>
                    <a:pt x="788" y="8727"/>
                  </a:cubicBezTo>
                  <a:lnTo>
                    <a:pt x="788" y="8318"/>
                  </a:lnTo>
                  <a:close/>
                  <a:moveTo>
                    <a:pt x="2048" y="1"/>
                  </a:moveTo>
                  <a:cubicBezTo>
                    <a:pt x="1355" y="1"/>
                    <a:pt x="788" y="568"/>
                    <a:pt x="788" y="1261"/>
                  </a:cubicBezTo>
                  <a:lnTo>
                    <a:pt x="788" y="7499"/>
                  </a:lnTo>
                  <a:lnTo>
                    <a:pt x="378" y="7499"/>
                  </a:lnTo>
                  <a:cubicBezTo>
                    <a:pt x="158" y="7499"/>
                    <a:pt x="0" y="7688"/>
                    <a:pt x="0" y="7940"/>
                  </a:cubicBezTo>
                  <a:lnTo>
                    <a:pt x="0" y="8759"/>
                  </a:lnTo>
                  <a:cubicBezTo>
                    <a:pt x="0" y="9420"/>
                    <a:pt x="536" y="10019"/>
                    <a:pt x="1197" y="10019"/>
                  </a:cubicBezTo>
                  <a:lnTo>
                    <a:pt x="11405" y="10019"/>
                  </a:lnTo>
                  <a:cubicBezTo>
                    <a:pt x="12066" y="10019"/>
                    <a:pt x="12634" y="9452"/>
                    <a:pt x="12634" y="8759"/>
                  </a:cubicBezTo>
                  <a:lnTo>
                    <a:pt x="12634" y="7940"/>
                  </a:lnTo>
                  <a:cubicBezTo>
                    <a:pt x="12634" y="7656"/>
                    <a:pt x="12444" y="7499"/>
                    <a:pt x="12224" y="7499"/>
                  </a:cubicBezTo>
                  <a:lnTo>
                    <a:pt x="11814" y="7499"/>
                  </a:lnTo>
                  <a:lnTo>
                    <a:pt x="11814" y="1261"/>
                  </a:lnTo>
                  <a:cubicBezTo>
                    <a:pt x="11814" y="599"/>
                    <a:pt x="11247" y="1"/>
                    <a:pt x="10586" y="1"/>
                  </a:cubicBezTo>
                  <a:close/>
                </a:path>
              </a:pathLst>
            </a:custGeom>
            <a:grpFill/>
            <a:ln>
              <a:noFill/>
            </a:ln>
          </p:spPr>
          <p:txBody>
            <a:bodyPr spcFirstLastPara="1" wrap="square" lIns="62728" tIns="62728" rIns="62728" bIns="62728" anchor="ctr" anchorCtr="0">
              <a:noAutofit/>
            </a:bodyPr>
            <a:lstStyle/>
            <a:p>
              <a:endParaRPr sz="764"/>
            </a:p>
          </p:txBody>
        </p:sp>
        <p:sp>
          <p:nvSpPr>
            <p:cNvPr id="514" name="Google Shape;4771;p59">
              <a:extLst>
                <a:ext uri="{FF2B5EF4-FFF2-40B4-BE49-F238E27FC236}">
                  <a16:creationId xmlns:a16="http://schemas.microsoft.com/office/drawing/2014/main" id="{A4C26F8D-D77A-4D2A-BFED-066C31D959E1}"/>
                </a:ext>
              </a:extLst>
            </p:cNvPr>
            <p:cNvSpPr/>
            <p:nvPr/>
          </p:nvSpPr>
          <p:spPr>
            <a:xfrm>
              <a:off x="-62806475" y="2062375"/>
              <a:ext cx="146525" cy="103800"/>
            </a:xfrm>
            <a:custGeom>
              <a:avLst/>
              <a:gdLst/>
              <a:ahLst/>
              <a:cxnLst/>
              <a:rect l="l" t="t" r="r" b="b"/>
              <a:pathLst>
                <a:path w="5861" h="4152" extrusionOk="0">
                  <a:moveTo>
                    <a:pt x="3782" y="1"/>
                  </a:moveTo>
                  <a:cubicBezTo>
                    <a:pt x="3561" y="1"/>
                    <a:pt x="3341" y="221"/>
                    <a:pt x="3341" y="410"/>
                  </a:cubicBezTo>
                  <a:cubicBezTo>
                    <a:pt x="3341" y="631"/>
                    <a:pt x="3561" y="852"/>
                    <a:pt x="3782" y="852"/>
                  </a:cubicBezTo>
                  <a:lnTo>
                    <a:pt x="4443" y="852"/>
                  </a:lnTo>
                  <a:lnTo>
                    <a:pt x="2962" y="2332"/>
                  </a:lnTo>
                  <a:lnTo>
                    <a:pt x="2395" y="1765"/>
                  </a:lnTo>
                  <a:cubicBezTo>
                    <a:pt x="2332" y="1686"/>
                    <a:pt x="2230" y="1647"/>
                    <a:pt x="2124" y="1647"/>
                  </a:cubicBezTo>
                  <a:cubicBezTo>
                    <a:pt x="2017" y="1647"/>
                    <a:pt x="1907" y="1686"/>
                    <a:pt x="1828" y="1765"/>
                  </a:cubicBezTo>
                  <a:lnTo>
                    <a:pt x="159" y="3435"/>
                  </a:lnTo>
                  <a:cubicBezTo>
                    <a:pt x="1" y="3592"/>
                    <a:pt x="1" y="3876"/>
                    <a:pt x="159" y="4034"/>
                  </a:cubicBezTo>
                  <a:cubicBezTo>
                    <a:pt x="237" y="4112"/>
                    <a:pt x="348" y="4152"/>
                    <a:pt x="458" y="4152"/>
                  </a:cubicBezTo>
                  <a:cubicBezTo>
                    <a:pt x="568" y="4152"/>
                    <a:pt x="678" y="4112"/>
                    <a:pt x="757" y="4034"/>
                  </a:cubicBezTo>
                  <a:lnTo>
                    <a:pt x="2143" y="2647"/>
                  </a:lnTo>
                  <a:lnTo>
                    <a:pt x="2679" y="3183"/>
                  </a:lnTo>
                  <a:cubicBezTo>
                    <a:pt x="2758" y="3262"/>
                    <a:pt x="2868" y="3301"/>
                    <a:pt x="2978" y="3301"/>
                  </a:cubicBezTo>
                  <a:cubicBezTo>
                    <a:pt x="3088" y="3301"/>
                    <a:pt x="3199" y="3262"/>
                    <a:pt x="3278" y="3183"/>
                  </a:cubicBezTo>
                  <a:lnTo>
                    <a:pt x="5042" y="1419"/>
                  </a:lnTo>
                  <a:lnTo>
                    <a:pt x="5042" y="2080"/>
                  </a:lnTo>
                  <a:cubicBezTo>
                    <a:pt x="5042" y="2332"/>
                    <a:pt x="5231" y="2521"/>
                    <a:pt x="5451" y="2521"/>
                  </a:cubicBezTo>
                  <a:cubicBezTo>
                    <a:pt x="5640" y="2521"/>
                    <a:pt x="5861" y="2332"/>
                    <a:pt x="5861" y="2080"/>
                  </a:cubicBezTo>
                  <a:lnTo>
                    <a:pt x="5861" y="442"/>
                  </a:lnTo>
                  <a:cubicBezTo>
                    <a:pt x="5861" y="158"/>
                    <a:pt x="5672" y="1"/>
                    <a:pt x="545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70" name="Google Shape;4772;p59">
            <a:extLst>
              <a:ext uri="{FF2B5EF4-FFF2-40B4-BE49-F238E27FC236}">
                <a16:creationId xmlns:a16="http://schemas.microsoft.com/office/drawing/2014/main" id="{A57D34D0-810D-4236-AAF5-AD4425F72B66}"/>
              </a:ext>
            </a:extLst>
          </p:cNvPr>
          <p:cNvGrpSpPr/>
          <p:nvPr/>
        </p:nvGrpSpPr>
        <p:grpSpPr>
          <a:xfrm>
            <a:off x="2256306" y="3130816"/>
            <a:ext cx="249862" cy="239761"/>
            <a:chOff x="-62890750" y="2296300"/>
            <a:chExt cx="330825" cy="317450"/>
          </a:xfrm>
          <a:solidFill>
            <a:schemeClr val="tx1"/>
          </a:solidFill>
        </p:grpSpPr>
        <p:sp>
          <p:nvSpPr>
            <p:cNvPr id="510" name="Google Shape;4773;p59">
              <a:extLst>
                <a:ext uri="{FF2B5EF4-FFF2-40B4-BE49-F238E27FC236}">
                  <a16:creationId xmlns:a16="http://schemas.microsoft.com/office/drawing/2014/main" id="{B79F6254-32D5-47DD-B810-FB8C2E8E77F0}"/>
                </a:ext>
              </a:extLst>
            </p:cNvPr>
            <p:cNvSpPr/>
            <p:nvPr/>
          </p:nvSpPr>
          <p:spPr>
            <a:xfrm>
              <a:off x="-62890750" y="2296300"/>
              <a:ext cx="313500" cy="195375"/>
            </a:xfrm>
            <a:custGeom>
              <a:avLst/>
              <a:gdLst/>
              <a:ahLst/>
              <a:cxnLst/>
              <a:rect l="l" t="t" r="r" b="b"/>
              <a:pathLst>
                <a:path w="12540" h="7815" extrusionOk="0">
                  <a:moveTo>
                    <a:pt x="11437" y="2080"/>
                  </a:moveTo>
                  <a:lnTo>
                    <a:pt x="11658" y="2931"/>
                  </a:lnTo>
                  <a:lnTo>
                    <a:pt x="10776" y="2742"/>
                  </a:lnTo>
                  <a:lnTo>
                    <a:pt x="11437" y="2080"/>
                  </a:lnTo>
                  <a:close/>
                  <a:moveTo>
                    <a:pt x="6617" y="1"/>
                  </a:moveTo>
                  <a:cubicBezTo>
                    <a:pt x="4916" y="1"/>
                    <a:pt x="3340" y="662"/>
                    <a:pt x="2112" y="1828"/>
                  </a:cubicBezTo>
                  <a:cubicBezTo>
                    <a:pt x="663" y="3277"/>
                    <a:pt x="1" y="5420"/>
                    <a:pt x="379" y="7467"/>
                  </a:cubicBezTo>
                  <a:cubicBezTo>
                    <a:pt x="442" y="7656"/>
                    <a:pt x="568" y="7814"/>
                    <a:pt x="789" y="7814"/>
                  </a:cubicBezTo>
                  <a:lnTo>
                    <a:pt x="852" y="7814"/>
                  </a:lnTo>
                  <a:cubicBezTo>
                    <a:pt x="1104" y="7783"/>
                    <a:pt x="1198" y="7562"/>
                    <a:pt x="1167" y="7341"/>
                  </a:cubicBezTo>
                  <a:cubicBezTo>
                    <a:pt x="852" y="5577"/>
                    <a:pt x="1419" y="3718"/>
                    <a:pt x="2710" y="2458"/>
                  </a:cubicBezTo>
                  <a:cubicBezTo>
                    <a:pt x="3719" y="1450"/>
                    <a:pt x="5136" y="851"/>
                    <a:pt x="6617" y="851"/>
                  </a:cubicBezTo>
                  <a:cubicBezTo>
                    <a:pt x="7940" y="851"/>
                    <a:pt x="9200" y="1324"/>
                    <a:pt x="10177" y="2206"/>
                  </a:cubicBezTo>
                  <a:lnTo>
                    <a:pt x="9610" y="2773"/>
                  </a:lnTo>
                  <a:cubicBezTo>
                    <a:pt x="9484" y="2899"/>
                    <a:pt x="9452" y="3057"/>
                    <a:pt x="9484" y="3183"/>
                  </a:cubicBezTo>
                  <a:cubicBezTo>
                    <a:pt x="9515" y="3340"/>
                    <a:pt x="9641" y="3403"/>
                    <a:pt x="9799" y="3466"/>
                  </a:cubicBezTo>
                  <a:lnTo>
                    <a:pt x="12036" y="3939"/>
                  </a:lnTo>
                  <a:lnTo>
                    <a:pt x="12130" y="3939"/>
                  </a:lnTo>
                  <a:cubicBezTo>
                    <a:pt x="12225" y="3939"/>
                    <a:pt x="12319" y="3876"/>
                    <a:pt x="12382" y="3813"/>
                  </a:cubicBezTo>
                  <a:cubicBezTo>
                    <a:pt x="12508" y="3687"/>
                    <a:pt x="12540" y="3561"/>
                    <a:pt x="12508" y="3403"/>
                  </a:cubicBezTo>
                  <a:lnTo>
                    <a:pt x="12036" y="1167"/>
                  </a:lnTo>
                  <a:cubicBezTo>
                    <a:pt x="12004" y="1009"/>
                    <a:pt x="11878" y="883"/>
                    <a:pt x="11752" y="851"/>
                  </a:cubicBezTo>
                  <a:cubicBezTo>
                    <a:pt x="11715" y="844"/>
                    <a:pt x="11678" y="840"/>
                    <a:pt x="11642" y="840"/>
                  </a:cubicBezTo>
                  <a:cubicBezTo>
                    <a:pt x="11526" y="840"/>
                    <a:pt x="11422" y="881"/>
                    <a:pt x="11374" y="977"/>
                  </a:cubicBezTo>
                  <a:lnTo>
                    <a:pt x="10776" y="1576"/>
                  </a:lnTo>
                  <a:cubicBezTo>
                    <a:pt x="9641" y="536"/>
                    <a:pt x="8129" y="1"/>
                    <a:pt x="6617" y="1"/>
                  </a:cubicBezTo>
                  <a:close/>
                </a:path>
              </a:pathLst>
            </a:custGeom>
            <a:grpFill/>
            <a:ln>
              <a:noFill/>
            </a:ln>
          </p:spPr>
          <p:txBody>
            <a:bodyPr spcFirstLastPara="1" wrap="square" lIns="62728" tIns="62728" rIns="62728" bIns="62728" anchor="ctr" anchorCtr="0">
              <a:noAutofit/>
            </a:bodyPr>
            <a:lstStyle/>
            <a:p>
              <a:endParaRPr sz="764"/>
            </a:p>
          </p:txBody>
        </p:sp>
        <p:sp>
          <p:nvSpPr>
            <p:cNvPr id="511" name="Google Shape;4774;p59">
              <a:extLst>
                <a:ext uri="{FF2B5EF4-FFF2-40B4-BE49-F238E27FC236}">
                  <a16:creationId xmlns:a16="http://schemas.microsoft.com/office/drawing/2014/main" id="{F4DCE4AD-1709-4343-9F75-63479DE3E259}"/>
                </a:ext>
              </a:extLst>
            </p:cNvPr>
            <p:cNvSpPr/>
            <p:nvPr/>
          </p:nvSpPr>
          <p:spPr>
            <a:xfrm>
              <a:off x="-62874975" y="2417475"/>
              <a:ext cx="315050" cy="196275"/>
            </a:xfrm>
            <a:custGeom>
              <a:avLst/>
              <a:gdLst/>
              <a:ahLst/>
              <a:cxnLst/>
              <a:rect l="l" t="t" r="r" b="b"/>
              <a:pathLst>
                <a:path w="12602" h="7851" extrusionOk="0">
                  <a:moveTo>
                    <a:pt x="977" y="4857"/>
                  </a:moveTo>
                  <a:lnTo>
                    <a:pt x="1827" y="5078"/>
                  </a:lnTo>
                  <a:lnTo>
                    <a:pt x="1166" y="5739"/>
                  </a:lnTo>
                  <a:lnTo>
                    <a:pt x="977" y="4857"/>
                  </a:lnTo>
                  <a:close/>
                  <a:moveTo>
                    <a:pt x="11779" y="1"/>
                  </a:moveTo>
                  <a:cubicBezTo>
                    <a:pt x="11759" y="1"/>
                    <a:pt x="11739" y="2"/>
                    <a:pt x="11720" y="6"/>
                  </a:cubicBezTo>
                  <a:cubicBezTo>
                    <a:pt x="11499" y="69"/>
                    <a:pt x="11373" y="289"/>
                    <a:pt x="11405" y="478"/>
                  </a:cubicBezTo>
                  <a:cubicBezTo>
                    <a:pt x="11720" y="2274"/>
                    <a:pt x="11184" y="4101"/>
                    <a:pt x="9861" y="5361"/>
                  </a:cubicBezTo>
                  <a:cubicBezTo>
                    <a:pt x="8853" y="6401"/>
                    <a:pt x="7435" y="7000"/>
                    <a:pt x="5986" y="7000"/>
                  </a:cubicBezTo>
                  <a:cubicBezTo>
                    <a:pt x="4631" y="7000"/>
                    <a:pt x="3371" y="6527"/>
                    <a:pt x="2394" y="5645"/>
                  </a:cubicBezTo>
                  <a:lnTo>
                    <a:pt x="2993" y="5046"/>
                  </a:lnTo>
                  <a:cubicBezTo>
                    <a:pt x="3088" y="4952"/>
                    <a:pt x="3151" y="4794"/>
                    <a:pt x="3088" y="4668"/>
                  </a:cubicBezTo>
                  <a:cubicBezTo>
                    <a:pt x="3056" y="4511"/>
                    <a:pt x="2962" y="4416"/>
                    <a:pt x="2772" y="4385"/>
                  </a:cubicBezTo>
                  <a:lnTo>
                    <a:pt x="536" y="3912"/>
                  </a:lnTo>
                  <a:cubicBezTo>
                    <a:pt x="506" y="3905"/>
                    <a:pt x="476" y="3901"/>
                    <a:pt x="446" y="3901"/>
                  </a:cubicBezTo>
                  <a:cubicBezTo>
                    <a:pt x="350" y="3901"/>
                    <a:pt x="254" y="3942"/>
                    <a:pt x="158" y="4038"/>
                  </a:cubicBezTo>
                  <a:cubicBezTo>
                    <a:pt x="32" y="4164"/>
                    <a:pt x="0" y="4290"/>
                    <a:pt x="32" y="4448"/>
                  </a:cubicBezTo>
                  <a:lnTo>
                    <a:pt x="504" y="6685"/>
                  </a:lnTo>
                  <a:cubicBezTo>
                    <a:pt x="536" y="6842"/>
                    <a:pt x="662" y="6937"/>
                    <a:pt x="788" y="7000"/>
                  </a:cubicBezTo>
                  <a:lnTo>
                    <a:pt x="882" y="7000"/>
                  </a:lnTo>
                  <a:cubicBezTo>
                    <a:pt x="1008" y="7000"/>
                    <a:pt x="1103" y="6968"/>
                    <a:pt x="1166" y="6874"/>
                  </a:cubicBezTo>
                  <a:lnTo>
                    <a:pt x="1764" y="6275"/>
                  </a:lnTo>
                  <a:cubicBezTo>
                    <a:pt x="2899" y="7315"/>
                    <a:pt x="4411" y="7850"/>
                    <a:pt x="5923" y="7850"/>
                  </a:cubicBezTo>
                  <a:cubicBezTo>
                    <a:pt x="7624" y="7850"/>
                    <a:pt x="9200" y="7189"/>
                    <a:pt x="10428" y="6023"/>
                  </a:cubicBezTo>
                  <a:cubicBezTo>
                    <a:pt x="11909" y="4511"/>
                    <a:pt x="12602" y="2400"/>
                    <a:pt x="12192" y="321"/>
                  </a:cubicBezTo>
                  <a:cubicBezTo>
                    <a:pt x="12164" y="123"/>
                    <a:pt x="11958" y="1"/>
                    <a:pt x="11779" y="1"/>
                  </a:cubicBezTo>
                  <a:close/>
                </a:path>
              </a:pathLst>
            </a:custGeom>
            <a:grpFill/>
            <a:ln>
              <a:noFill/>
            </a:ln>
          </p:spPr>
          <p:txBody>
            <a:bodyPr spcFirstLastPara="1" wrap="square" lIns="62728" tIns="62728" rIns="62728" bIns="62728" anchor="ctr" anchorCtr="0">
              <a:noAutofit/>
            </a:bodyPr>
            <a:lstStyle/>
            <a:p>
              <a:endParaRPr sz="764"/>
            </a:p>
          </p:txBody>
        </p:sp>
        <p:sp>
          <p:nvSpPr>
            <p:cNvPr id="512" name="Google Shape;4775;p59">
              <a:extLst>
                <a:ext uri="{FF2B5EF4-FFF2-40B4-BE49-F238E27FC236}">
                  <a16:creationId xmlns:a16="http://schemas.microsoft.com/office/drawing/2014/main" id="{76061F79-848A-4173-8313-CF63B20E8A0C}"/>
                </a:ext>
              </a:extLst>
            </p:cNvPr>
            <p:cNvSpPr/>
            <p:nvPr/>
          </p:nvSpPr>
          <p:spPr>
            <a:xfrm>
              <a:off x="-62822225" y="2357750"/>
              <a:ext cx="193000" cy="192975"/>
            </a:xfrm>
            <a:custGeom>
              <a:avLst/>
              <a:gdLst/>
              <a:ahLst/>
              <a:cxnLst/>
              <a:rect l="l" t="t" r="r" b="b"/>
              <a:pathLst>
                <a:path w="7720" h="7719" extrusionOk="0">
                  <a:moveTo>
                    <a:pt x="2238" y="1323"/>
                  </a:moveTo>
                  <a:lnTo>
                    <a:pt x="2238" y="1323"/>
                  </a:lnTo>
                  <a:cubicBezTo>
                    <a:pt x="2143" y="1544"/>
                    <a:pt x="2049" y="1827"/>
                    <a:pt x="1986" y="2111"/>
                  </a:cubicBezTo>
                  <a:lnTo>
                    <a:pt x="1419" y="2111"/>
                  </a:lnTo>
                  <a:cubicBezTo>
                    <a:pt x="1671" y="1796"/>
                    <a:pt x="1923" y="1512"/>
                    <a:pt x="2238" y="1323"/>
                  </a:cubicBezTo>
                  <a:close/>
                  <a:moveTo>
                    <a:pt x="3466" y="1040"/>
                  </a:moveTo>
                  <a:lnTo>
                    <a:pt x="3466" y="2111"/>
                  </a:lnTo>
                  <a:lnTo>
                    <a:pt x="2836" y="2111"/>
                  </a:lnTo>
                  <a:cubicBezTo>
                    <a:pt x="2994" y="1575"/>
                    <a:pt x="3246" y="1229"/>
                    <a:pt x="3466" y="1040"/>
                  </a:cubicBezTo>
                  <a:close/>
                  <a:moveTo>
                    <a:pt x="4254" y="1040"/>
                  </a:moveTo>
                  <a:cubicBezTo>
                    <a:pt x="4538" y="1229"/>
                    <a:pt x="4727" y="1575"/>
                    <a:pt x="4884" y="2111"/>
                  </a:cubicBezTo>
                  <a:lnTo>
                    <a:pt x="4254" y="2111"/>
                  </a:lnTo>
                  <a:lnTo>
                    <a:pt x="4254" y="1040"/>
                  </a:lnTo>
                  <a:close/>
                  <a:moveTo>
                    <a:pt x="5483" y="1323"/>
                  </a:moveTo>
                  <a:lnTo>
                    <a:pt x="5483" y="1323"/>
                  </a:lnTo>
                  <a:cubicBezTo>
                    <a:pt x="5798" y="1512"/>
                    <a:pt x="6081" y="1796"/>
                    <a:pt x="6302" y="2111"/>
                  </a:cubicBezTo>
                  <a:lnTo>
                    <a:pt x="5766" y="2111"/>
                  </a:lnTo>
                  <a:cubicBezTo>
                    <a:pt x="5672" y="1827"/>
                    <a:pt x="5609" y="1544"/>
                    <a:pt x="5483" y="1323"/>
                  </a:cubicBezTo>
                  <a:close/>
                  <a:moveTo>
                    <a:pt x="1765" y="2930"/>
                  </a:moveTo>
                  <a:cubicBezTo>
                    <a:pt x="1734" y="3245"/>
                    <a:pt x="1702" y="3560"/>
                    <a:pt x="1702" y="3875"/>
                  </a:cubicBezTo>
                  <a:cubicBezTo>
                    <a:pt x="1702" y="4190"/>
                    <a:pt x="1734" y="4537"/>
                    <a:pt x="1765" y="4820"/>
                  </a:cubicBezTo>
                  <a:lnTo>
                    <a:pt x="978" y="4820"/>
                  </a:lnTo>
                  <a:cubicBezTo>
                    <a:pt x="883" y="4537"/>
                    <a:pt x="820" y="4222"/>
                    <a:pt x="820" y="3875"/>
                  </a:cubicBezTo>
                  <a:cubicBezTo>
                    <a:pt x="820" y="3497"/>
                    <a:pt x="883" y="3214"/>
                    <a:pt x="978" y="2930"/>
                  </a:cubicBezTo>
                  <a:close/>
                  <a:moveTo>
                    <a:pt x="5136" y="2930"/>
                  </a:moveTo>
                  <a:cubicBezTo>
                    <a:pt x="5168" y="3245"/>
                    <a:pt x="5199" y="3560"/>
                    <a:pt x="5199" y="3875"/>
                  </a:cubicBezTo>
                  <a:cubicBezTo>
                    <a:pt x="5199" y="4222"/>
                    <a:pt x="5168" y="4537"/>
                    <a:pt x="5136" y="4820"/>
                  </a:cubicBezTo>
                  <a:lnTo>
                    <a:pt x="4286" y="4820"/>
                  </a:lnTo>
                  <a:lnTo>
                    <a:pt x="4286" y="2930"/>
                  </a:lnTo>
                  <a:close/>
                  <a:moveTo>
                    <a:pt x="6743" y="2930"/>
                  </a:moveTo>
                  <a:cubicBezTo>
                    <a:pt x="6869" y="3245"/>
                    <a:pt x="6900" y="3560"/>
                    <a:pt x="6900" y="3875"/>
                  </a:cubicBezTo>
                  <a:cubicBezTo>
                    <a:pt x="6900" y="4222"/>
                    <a:pt x="6869" y="4537"/>
                    <a:pt x="6743" y="4820"/>
                  </a:cubicBezTo>
                  <a:lnTo>
                    <a:pt x="5955" y="4820"/>
                  </a:lnTo>
                  <a:cubicBezTo>
                    <a:pt x="5987" y="4505"/>
                    <a:pt x="6018" y="4190"/>
                    <a:pt x="6018" y="3875"/>
                  </a:cubicBezTo>
                  <a:cubicBezTo>
                    <a:pt x="6018" y="3560"/>
                    <a:pt x="5987" y="3214"/>
                    <a:pt x="5955" y="2930"/>
                  </a:cubicBezTo>
                  <a:close/>
                  <a:moveTo>
                    <a:pt x="3466" y="2930"/>
                  </a:moveTo>
                  <a:lnTo>
                    <a:pt x="3466" y="4852"/>
                  </a:lnTo>
                  <a:lnTo>
                    <a:pt x="2647" y="4852"/>
                  </a:lnTo>
                  <a:cubicBezTo>
                    <a:pt x="2553" y="4537"/>
                    <a:pt x="2553" y="4222"/>
                    <a:pt x="2553" y="3875"/>
                  </a:cubicBezTo>
                  <a:cubicBezTo>
                    <a:pt x="2553" y="3497"/>
                    <a:pt x="2616" y="3214"/>
                    <a:pt x="2647" y="2930"/>
                  </a:cubicBezTo>
                  <a:close/>
                  <a:moveTo>
                    <a:pt x="6302" y="5640"/>
                  </a:moveTo>
                  <a:cubicBezTo>
                    <a:pt x="6081" y="5955"/>
                    <a:pt x="5798" y="6238"/>
                    <a:pt x="5483" y="6427"/>
                  </a:cubicBezTo>
                  <a:cubicBezTo>
                    <a:pt x="5609" y="6207"/>
                    <a:pt x="5672" y="5923"/>
                    <a:pt x="5766" y="5640"/>
                  </a:cubicBezTo>
                  <a:close/>
                  <a:moveTo>
                    <a:pt x="1986" y="5671"/>
                  </a:moveTo>
                  <a:cubicBezTo>
                    <a:pt x="2049" y="5955"/>
                    <a:pt x="2143" y="6238"/>
                    <a:pt x="2238" y="6459"/>
                  </a:cubicBezTo>
                  <a:cubicBezTo>
                    <a:pt x="1923" y="6238"/>
                    <a:pt x="1671" y="5955"/>
                    <a:pt x="1419" y="5671"/>
                  </a:cubicBezTo>
                  <a:close/>
                  <a:moveTo>
                    <a:pt x="4916" y="5640"/>
                  </a:moveTo>
                  <a:cubicBezTo>
                    <a:pt x="4727" y="6144"/>
                    <a:pt x="4538" y="6522"/>
                    <a:pt x="4286" y="6711"/>
                  </a:cubicBezTo>
                  <a:lnTo>
                    <a:pt x="4286" y="5640"/>
                  </a:lnTo>
                  <a:close/>
                  <a:moveTo>
                    <a:pt x="3466" y="5671"/>
                  </a:moveTo>
                  <a:lnTo>
                    <a:pt x="3466" y="6742"/>
                  </a:lnTo>
                  <a:cubicBezTo>
                    <a:pt x="3246" y="6553"/>
                    <a:pt x="2994" y="6144"/>
                    <a:pt x="2836" y="5671"/>
                  </a:cubicBezTo>
                  <a:close/>
                  <a:moveTo>
                    <a:pt x="3876" y="0"/>
                  </a:moveTo>
                  <a:cubicBezTo>
                    <a:pt x="2301" y="0"/>
                    <a:pt x="915" y="945"/>
                    <a:pt x="316" y="2332"/>
                  </a:cubicBezTo>
                  <a:cubicBezTo>
                    <a:pt x="127" y="2804"/>
                    <a:pt x="1" y="3308"/>
                    <a:pt x="1" y="3875"/>
                  </a:cubicBezTo>
                  <a:cubicBezTo>
                    <a:pt x="1" y="4411"/>
                    <a:pt x="127" y="4946"/>
                    <a:pt x="316" y="5419"/>
                  </a:cubicBezTo>
                  <a:cubicBezTo>
                    <a:pt x="915" y="6774"/>
                    <a:pt x="2301" y="7719"/>
                    <a:pt x="3876" y="7719"/>
                  </a:cubicBezTo>
                  <a:cubicBezTo>
                    <a:pt x="5451" y="7719"/>
                    <a:pt x="6806" y="6774"/>
                    <a:pt x="7405" y="5419"/>
                  </a:cubicBezTo>
                  <a:cubicBezTo>
                    <a:pt x="7594" y="4946"/>
                    <a:pt x="7720" y="4411"/>
                    <a:pt x="7720" y="3875"/>
                  </a:cubicBezTo>
                  <a:cubicBezTo>
                    <a:pt x="7720" y="3308"/>
                    <a:pt x="7594" y="2804"/>
                    <a:pt x="7405" y="2332"/>
                  </a:cubicBezTo>
                  <a:cubicBezTo>
                    <a:pt x="6806" y="945"/>
                    <a:pt x="5451" y="0"/>
                    <a:pt x="3876"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71" name="Google Shape;4776;p59">
            <a:extLst>
              <a:ext uri="{FF2B5EF4-FFF2-40B4-BE49-F238E27FC236}">
                <a16:creationId xmlns:a16="http://schemas.microsoft.com/office/drawing/2014/main" id="{910F40AE-D65D-4C71-BB1B-752B8C64CEBC}"/>
              </a:ext>
            </a:extLst>
          </p:cNvPr>
          <p:cNvGrpSpPr/>
          <p:nvPr/>
        </p:nvGrpSpPr>
        <p:grpSpPr>
          <a:xfrm>
            <a:off x="2261961" y="3407434"/>
            <a:ext cx="238553" cy="239742"/>
            <a:chOff x="-62882850" y="2664925"/>
            <a:chExt cx="315850" cy="317425"/>
          </a:xfrm>
          <a:solidFill>
            <a:schemeClr val="tx1"/>
          </a:solidFill>
        </p:grpSpPr>
        <p:sp>
          <p:nvSpPr>
            <p:cNvPr id="508" name="Google Shape;4777;p59">
              <a:extLst>
                <a:ext uri="{FF2B5EF4-FFF2-40B4-BE49-F238E27FC236}">
                  <a16:creationId xmlns:a16="http://schemas.microsoft.com/office/drawing/2014/main" id="{F8E34CC7-8912-462A-A3D3-9C18F548482C}"/>
                </a:ext>
              </a:extLst>
            </p:cNvPr>
            <p:cNvSpPr/>
            <p:nvPr/>
          </p:nvSpPr>
          <p:spPr>
            <a:xfrm>
              <a:off x="-62882850" y="2664925"/>
              <a:ext cx="315850" cy="317425"/>
            </a:xfrm>
            <a:custGeom>
              <a:avLst/>
              <a:gdLst/>
              <a:ahLst/>
              <a:cxnLst/>
              <a:rect l="l" t="t" r="r" b="b"/>
              <a:pathLst>
                <a:path w="12634" h="12697" extrusionOk="0">
                  <a:moveTo>
                    <a:pt x="11405" y="851"/>
                  </a:moveTo>
                  <a:cubicBezTo>
                    <a:pt x="11657" y="851"/>
                    <a:pt x="11814" y="1040"/>
                    <a:pt x="11814" y="1260"/>
                  </a:cubicBezTo>
                  <a:lnTo>
                    <a:pt x="11814" y="7719"/>
                  </a:lnTo>
                  <a:lnTo>
                    <a:pt x="788" y="7719"/>
                  </a:lnTo>
                  <a:lnTo>
                    <a:pt x="788" y="1260"/>
                  </a:lnTo>
                  <a:cubicBezTo>
                    <a:pt x="788" y="1040"/>
                    <a:pt x="977" y="851"/>
                    <a:pt x="1197" y="851"/>
                  </a:cubicBezTo>
                  <a:close/>
                  <a:moveTo>
                    <a:pt x="11814" y="8506"/>
                  </a:moveTo>
                  <a:lnTo>
                    <a:pt x="11814" y="8947"/>
                  </a:lnTo>
                  <a:cubicBezTo>
                    <a:pt x="11814" y="9199"/>
                    <a:pt x="11594" y="9389"/>
                    <a:pt x="11405" y="9389"/>
                  </a:cubicBezTo>
                  <a:lnTo>
                    <a:pt x="1197" y="9389"/>
                  </a:lnTo>
                  <a:cubicBezTo>
                    <a:pt x="977" y="9389"/>
                    <a:pt x="788" y="9199"/>
                    <a:pt x="788" y="8947"/>
                  </a:cubicBezTo>
                  <a:lnTo>
                    <a:pt x="788" y="8506"/>
                  </a:lnTo>
                  <a:close/>
                  <a:moveTo>
                    <a:pt x="7782" y="10208"/>
                  </a:moveTo>
                  <a:lnTo>
                    <a:pt x="8349" y="11877"/>
                  </a:lnTo>
                  <a:lnTo>
                    <a:pt x="4253" y="11877"/>
                  </a:lnTo>
                  <a:lnTo>
                    <a:pt x="4789" y="10208"/>
                  </a:lnTo>
                  <a:close/>
                  <a:moveTo>
                    <a:pt x="1197" y="0"/>
                  </a:moveTo>
                  <a:cubicBezTo>
                    <a:pt x="536" y="0"/>
                    <a:pt x="0" y="567"/>
                    <a:pt x="0" y="1229"/>
                  </a:cubicBezTo>
                  <a:lnTo>
                    <a:pt x="0" y="8947"/>
                  </a:lnTo>
                  <a:cubicBezTo>
                    <a:pt x="0" y="9609"/>
                    <a:pt x="536" y="10176"/>
                    <a:pt x="1197" y="10176"/>
                  </a:cubicBezTo>
                  <a:lnTo>
                    <a:pt x="3938" y="10176"/>
                  </a:lnTo>
                  <a:lnTo>
                    <a:pt x="3371" y="11814"/>
                  </a:lnTo>
                  <a:lnTo>
                    <a:pt x="2867" y="11814"/>
                  </a:lnTo>
                  <a:cubicBezTo>
                    <a:pt x="2615" y="11814"/>
                    <a:pt x="2457" y="12003"/>
                    <a:pt x="2457" y="12255"/>
                  </a:cubicBezTo>
                  <a:cubicBezTo>
                    <a:pt x="2457" y="12476"/>
                    <a:pt x="2678" y="12697"/>
                    <a:pt x="2867" y="12697"/>
                  </a:cubicBezTo>
                  <a:lnTo>
                    <a:pt x="9767" y="12697"/>
                  </a:lnTo>
                  <a:cubicBezTo>
                    <a:pt x="9987" y="12697"/>
                    <a:pt x="10176" y="12476"/>
                    <a:pt x="10176" y="12255"/>
                  </a:cubicBezTo>
                  <a:cubicBezTo>
                    <a:pt x="10176" y="12003"/>
                    <a:pt x="9987" y="11814"/>
                    <a:pt x="9767" y="11814"/>
                  </a:cubicBezTo>
                  <a:lnTo>
                    <a:pt x="9231" y="11814"/>
                  </a:lnTo>
                  <a:lnTo>
                    <a:pt x="8695" y="10176"/>
                  </a:lnTo>
                  <a:lnTo>
                    <a:pt x="11405" y="10176"/>
                  </a:lnTo>
                  <a:cubicBezTo>
                    <a:pt x="12066" y="10176"/>
                    <a:pt x="12634" y="9609"/>
                    <a:pt x="12634" y="8947"/>
                  </a:cubicBezTo>
                  <a:lnTo>
                    <a:pt x="12634" y="1229"/>
                  </a:lnTo>
                  <a:cubicBezTo>
                    <a:pt x="12634" y="567"/>
                    <a:pt x="12066" y="0"/>
                    <a:pt x="11405" y="0"/>
                  </a:cubicBezTo>
                  <a:close/>
                </a:path>
              </a:pathLst>
            </a:custGeom>
            <a:grpFill/>
            <a:ln>
              <a:noFill/>
            </a:ln>
          </p:spPr>
          <p:txBody>
            <a:bodyPr spcFirstLastPara="1" wrap="square" lIns="62728" tIns="62728" rIns="62728" bIns="62728" anchor="ctr" anchorCtr="0">
              <a:noAutofit/>
            </a:bodyPr>
            <a:lstStyle/>
            <a:p>
              <a:endParaRPr sz="764"/>
            </a:p>
          </p:txBody>
        </p:sp>
        <p:sp>
          <p:nvSpPr>
            <p:cNvPr id="509" name="Google Shape;4778;p59">
              <a:extLst>
                <a:ext uri="{FF2B5EF4-FFF2-40B4-BE49-F238E27FC236}">
                  <a16:creationId xmlns:a16="http://schemas.microsoft.com/office/drawing/2014/main" id="{D36F3D86-3EC4-49B4-8999-10D5F7B5BFCA}"/>
                </a:ext>
              </a:extLst>
            </p:cNvPr>
            <p:cNvSpPr/>
            <p:nvPr/>
          </p:nvSpPr>
          <p:spPr>
            <a:xfrm>
              <a:off x="-62756050" y="2702725"/>
              <a:ext cx="62225" cy="146525"/>
            </a:xfrm>
            <a:custGeom>
              <a:avLst/>
              <a:gdLst/>
              <a:ahLst/>
              <a:cxnLst/>
              <a:rect l="l" t="t" r="r" b="b"/>
              <a:pathLst>
                <a:path w="2489" h="5861" extrusionOk="0">
                  <a:moveTo>
                    <a:pt x="1229" y="0"/>
                  </a:moveTo>
                  <a:cubicBezTo>
                    <a:pt x="977" y="0"/>
                    <a:pt x="819" y="189"/>
                    <a:pt x="819" y="441"/>
                  </a:cubicBezTo>
                  <a:lnTo>
                    <a:pt x="819" y="693"/>
                  </a:lnTo>
                  <a:cubicBezTo>
                    <a:pt x="347" y="851"/>
                    <a:pt x="0" y="1324"/>
                    <a:pt x="0" y="1891"/>
                  </a:cubicBezTo>
                  <a:cubicBezTo>
                    <a:pt x="0" y="2552"/>
                    <a:pt x="536" y="2962"/>
                    <a:pt x="977" y="3277"/>
                  </a:cubicBezTo>
                  <a:cubicBezTo>
                    <a:pt x="1292" y="3497"/>
                    <a:pt x="1639" y="3749"/>
                    <a:pt x="1639" y="3970"/>
                  </a:cubicBezTo>
                  <a:cubicBezTo>
                    <a:pt x="1639" y="4222"/>
                    <a:pt x="1450" y="4411"/>
                    <a:pt x="1229" y="4411"/>
                  </a:cubicBezTo>
                  <a:cubicBezTo>
                    <a:pt x="977" y="4411"/>
                    <a:pt x="819" y="4222"/>
                    <a:pt x="819" y="3970"/>
                  </a:cubicBezTo>
                  <a:cubicBezTo>
                    <a:pt x="819" y="3749"/>
                    <a:pt x="630" y="3529"/>
                    <a:pt x="441" y="3529"/>
                  </a:cubicBezTo>
                  <a:cubicBezTo>
                    <a:pt x="189" y="3529"/>
                    <a:pt x="0" y="3749"/>
                    <a:pt x="0" y="3970"/>
                  </a:cubicBezTo>
                  <a:cubicBezTo>
                    <a:pt x="0" y="4537"/>
                    <a:pt x="347" y="4947"/>
                    <a:pt x="819" y="5167"/>
                  </a:cubicBezTo>
                  <a:lnTo>
                    <a:pt x="819" y="5419"/>
                  </a:lnTo>
                  <a:cubicBezTo>
                    <a:pt x="819" y="5671"/>
                    <a:pt x="1008" y="5860"/>
                    <a:pt x="1229" y="5860"/>
                  </a:cubicBezTo>
                  <a:cubicBezTo>
                    <a:pt x="1450" y="5860"/>
                    <a:pt x="1639" y="5671"/>
                    <a:pt x="1639" y="5419"/>
                  </a:cubicBezTo>
                  <a:lnTo>
                    <a:pt x="1639" y="5167"/>
                  </a:lnTo>
                  <a:cubicBezTo>
                    <a:pt x="2111" y="5010"/>
                    <a:pt x="2489" y="4537"/>
                    <a:pt x="2489" y="3970"/>
                  </a:cubicBezTo>
                  <a:cubicBezTo>
                    <a:pt x="2489" y="3308"/>
                    <a:pt x="1922" y="2899"/>
                    <a:pt x="1481" y="2584"/>
                  </a:cubicBezTo>
                  <a:cubicBezTo>
                    <a:pt x="1166" y="2363"/>
                    <a:pt x="819" y="2111"/>
                    <a:pt x="819" y="1891"/>
                  </a:cubicBezTo>
                  <a:cubicBezTo>
                    <a:pt x="819" y="1639"/>
                    <a:pt x="977" y="1450"/>
                    <a:pt x="1229" y="1450"/>
                  </a:cubicBezTo>
                  <a:cubicBezTo>
                    <a:pt x="1450" y="1450"/>
                    <a:pt x="1639" y="1639"/>
                    <a:pt x="1639" y="1891"/>
                  </a:cubicBezTo>
                  <a:cubicBezTo>
                    <a:pt x="1639" y="2111"/>
                    <a:pt x="1859" y="2332"/>
                    <a:pt x="2048" y="2332"/>
                  </a:cubicBezTo>
                  <a:cubicBezTo>
                    <a:pt x="2237" y="2332"/>
                    <a:pt x="2489" y="2111"/>
                    <a:pt x="2489" y="1891"/>
                  </a:cubicBezTo>
                  <a:cubicBezTo>
                    <a:pt x="2489" y="1324"/>
                    <a:pt x="2143" y="914"/>
                    <a:pt x="1639" y="693"/>
                  </a:cubicBezTo>
                  <a:lnTo>
                    <a:pt x="1639" y="441"/>
                  </a:lnTo>
                  <a:cubicBezTo>
                    <a:pt x="1639" y="189"/>
                    <a:pt x="1450" y="0"/>
                    <a:pt x="1229" y="0"/>
                  </a:cubicBezTo>
                  <a:close/>
                </a:path>
              </a:pathLst>
            </a:custGeom>
            <a:grpFill/>
            <a:ln>
              <a:noFill/>
            </a:ln>
          </p:spPr>
          <p:txBody>
            <a:bodyPr spcFirstLastPara="1" wrap="square" lIns="62728" tIns="62728" rIns="62728" bIns="62728" anchor="ctr" anchorCtr="0">
              <a:noAutofit/>
            </a:bodyPr>
            <a:lstStyle/>
            <a:p>
              <a:endParaRPr sz="764"/>
            </a:p>
          </p:txBody>
        </p:sp>
      </p:grpSp>
      <p:sp>
        <p:nvSpPr>
          <p:cNvPr id="372" name="Google Shape;4779;p59">
            <a:extLst>
              <a:ext uri="{FF2B5EF4-FFF2-40B4-BE49-F238E27FC236}">
                <a16:creationId xmlns:a16="http://schemas.microsoft.com/office/drawing/2014/main" id="{ECFE390D-B24B-44D0-9D92-55D726EAA33D}"/>
              </a:ext>
            </a:extLst>
          </p:cNvPr>
          <p:cNvSpPr/>
          <p:nvPr/>
        </p:nvSpPr>
        <p:spPr>
          <a:xfrm>
            <a:off x="3712700" y="2854031"/>
            <a:ext cx="240951" cy="238043"/>
          </a:xfrm>
          <a:custGeom>
            <a:avLst/>
            <a:gdLst/>
            <a:ahLst/>
            <a:cxnLst/>
            <a:rect l="l" t="t" r="r" b="b"/>
            <a:pathLst>
              <a:path w="12761" h="12607" extrusionOk="0">
                <a:moveTo>
                  <a:pt x="1860" y="2084"/>
                </a:moveTo>
                <a:lnTo>
                  <a:pt x="7373" y="2997"/>
                </a:lnTo>
                <a:lnTo>
                  <a:pt x="5861" y="4509"/>
                </a:lnTo>
                <a:lnTo>
                  <a:pt x="1261" y="2682"/>
                </a:lnTo>
                <a:lnTo>
                  <a:pt x="1860" y="2084"/>
                </a:lnTo>
                <a:close/>
                <a:moveTo>
                  <a:pt x="11229" y="836"/>
                </a:moveTo>
                <a:cubicBezTo>
                  <a:pt x="11412" y="836"/>
                  <a:pt x="11578" y="881"/>
                  <a:pt x="11689" y="981"/>
                </a:cubicBezTo>
                <a:cubicBezTo>
                  <a:pt x="11847" y="1107"/>
                  <a:pt x="11878" y="1359"/>
                  <a:pt x="11847" y="1611"/>
                </a:cubicBezTo>
                <a:cubicBezTo>
                  <a:pt x="11815" y="1894"/>
                  <a:pt x="11658" y="2210"/>
                  <a:pt x="11500" y="2367"/>
                </a:cubicBezTo>
                <a:lnTo>
                  <a:pt x="7405" y="6463"/>
                </a:lnTo>
                <a:lnTo>
                  <a:pt x="5168" y="8700"/>
                </a:lnTo>
                <a:cubicBezTo>
                  <a:pt x="5073" y="8794"/>
                  <a:pt x="5010" y="8952"/>
                  <a:pt x="5042" y="9078"/>
                </a:cubicBezTo>
                <a:lnTo>
                  <a:pt x="5262" y="10306"/>
                </a:lnTo>
                <a:lnTo>
                  <a:pt x="4223" y="11377"/>
                </a:lnTo>
                <a:lnTo>
                  <a:pt x="3782" y="9204"/>
                </a:lnTo>
                <a:cubicBezTo>
                  <a:pt x="3750" y="9046"/>
                  <a:pt x="3624" y="8952"/>
                  <a:pt x="3466" y="8889"/>
                </a:cubicBezTo>
                <a:lnTo>
                  <a:pt x="1293" y="8479"/>
                </a:lnTo>
                <a:lnTo>
                  <a:pt x="2364" y="7408"/>
                </a:lnTo>
                <a:lnTo>
                  <a:pt x="3624" y="7628"/>
                </a:lnTo>
                <a:cubicBezTo>
                  <a:pt x="3659" y="7646"/>
                  <a:pt x="3697" y="7654"/>
                  <a:pt x="3734" y="7654"/>
                </a:cubicBezTo>
                <a:cubicBezTo>
                  <a:pt x="3831" y="7654"/>
                  <a:pt x="3925" y="7602"/>
                  <a:pt x="3971" y="7534"/>
                </a:cubicBezTo>
                <a:lnTo>
                  <a:pt x="6207" y="5266"/>
                </a:lnTo>
                <a:lnTo>
                  <a:pt x="10272" y="1233"/>
                </a:lnTo>
                <a:cubicBezTo>
                  <a:pt x="10496" y="988"/>
                  <a:pt x="10892" y="836"/>
                  <a:pt x="11229" y="836"/>
                </a:cubicBezTo>
                <a:close/>
                <a:moveTo>
                  <a:pt x="9641" y="5360"/>
                </a:moveTo>
                <a:lnTo>
                  <a:pt x="10587" y="10873"/>
                </a:lnTo>
                <a:lnTo>
                  <a:pt x="9988" y="11472"/>
                </a:lnTo>
                <a:lnTo>
                  <a:pt x="8161" y="6872"/>
                </a:lnTo>
                <a:lnTo>
                  <a:pt x="9641" y="5360"/>
                </a:lnTo>
                <a:close/>
                <a:moveTo>
                  <a:pt x="11241" y="1"/>
                </a:moveTo>
                <a:cubicBezTo>
                  <a:pt x="10688" y="1"/>
                  <a:pt x="10104" y="248"/>
                  <a:pt x="9736" y="634"/>
                </a:cubicBezTo>
                <a:lnTo>
                  <a:pt x="8066" y="2304"/>
                </a:lnTo>
                <a:lnTo>
                  <a:pt x="1765" y="1233"/>
                </a:lnTo>
                <a:cubicBezTo>
                  <a:pt x="1742" y="1227"/>
                  <a:pt x="1718" y="1225"/>
                  <a:pt x="1693" y="1225"/>
                </a:cubicBezTo>
                <a:cubicBezTo>
                  <a:pt x="1585" y="1225"/>
                  <a:pt x="1470" y="1276"/>
                  <a:pt x="1419" y="1327"/>
                </a:cubicBezTo>
                <a:lnTo>
                  <a:pt x="221" y="2525"/>
                </a:lnTo>
                <a:cubicBezTo>
                  <a:pt x="158" y="2588"/>
                  <a:pt x="64" y="2745"/>
                  <a:pt x="127" y="2903"/>
                </a:cubicBezTo>
                <a:cubicBezTo>
                  <a:pt x="158" y="3029"/>
                  <a:pt x="221" y="3155"/>
                  <a:pt x="348" y="3218"/>
                </a:cubicBezTo>
                <a:lnTo>
                  <a:pt x="5199" y="5171"/>
                </a:lnTo>
                <a:lnTo>
                  <a:pt x="3561" y="6809"/>
                </a:lnTo>
                <a:lnTo>
                  <a:pt x="2301" y="6589"/>
                </a:lnTo>
                <a:cubicBezTo>
                  <a:pt x="2267" y="6572"/>
                  <a:pt x="2231" y="6564"/>
                  <a:pt x="2195" y="6564"/>
                </a:cubicBezTo>
                <a:cubicBezTo>
                  <a:pt x="2095" y="6564"/>
                  <a:pt x="1992" y="6622"/>
                  <a:pt x="1923" y="6715"/>
                </a:cubicBezTo>
                <a:lnTo>
                  <a:pt x="158" y="8479"/>
                </a:lnTo>
                <a:cubicBezTo>
                  <a:pt x="32" y="8605"/>
                  <a:pt x="1" y="8731"/>
                  <a:pt x="32" y="8857"/>
                </a:cubicBezTo>
                <a:cubicBezTo>
                  <a:pt x="95" y="9015"/>
                  <a:pt x="190" y="9109"/>
                  <a:pt x="348" y="9141"/>
                </a:cubicBezTo>
                <a:lnTo>
                  <a:pt x="2994" y="9645"/>
                </a:lnTo>
                <a:lnTo>
                  <a:pt x="3498" y="12291"/>
                </a:lnTo>
                <a:cubicBezTo>
                  <a:pt x="3561" y="12449"/>
                  <a:pt x="3656" y="12575"/>
                  <a:pt x="3782" y="12606"/>
                </a:cubicBezTo>
                <a:lnTo>
                  <a:pt x="3908" y="12606"/>
                </a:lnTo>
                <a:cubicBezTo>
                  <a:pt x="4034" y="12606"/>
                  <a:pt x="4097" y="12575"/>
                  <a:pt x="4191" y="12480"/>
                </a:cubicBezTo>
                <a:lnTo>
                  <a:pt x="5955" y="10716"/>
                </a:lnTo>
                <a:cubicBezTo>
                  <a:pt x="6018" y="10653"/>
                  <a:pt x="6113" y="10464"/>
                  <a:pt x="6081" y="10369"/>
                </a:cubicBezTo>
                <a:lnTo>
                  <a:pt x="5829" y="9109"/>
                </a:lnTo>
                <a:lnTo>
                  <a:pt x="7499" y="7439"/>
                </a:lnTo>
                <a:lnTo>
                  <a:pt x="9421" y="12291"/>
                </a:lnTo>
                <a:cubicBezTo>
                  <a:pt x="9452" y="12417"/>
                  <a:pt x="9578" y="12543"/>
                  <a:pt x="9736" y="12543"/>
                </a:cubicBezTo>
                <a:lnTo>
                  <a:pt x="9799" y="12543"/>
                </a:lnTo>
                <a:cubicBezTo>
                  <a:pt x="9925" y="12543"/>
                  <a:pt x="9988" y="12480"/>
                  <a:pt x="10083" y="12417"/>
                </a:cubicBezTo>
                <a:lnTo>
                  <a:pt x="11248" y="11220"/>
                </a:lnTo>
                <a:cubicBezTo>
                  <a:pt x="11343" y="11157"/>
                  <a:pt x="11374" y="10999"/>
                  <a:pt x="11374" y="10873"/>
                </a:cubicBezTo>
                <a:lnTo>
                  <a:pt x="10303" y="4572"/>
                </a:lnTo>
                <a:lnTo>
                  <a:pt x="11973" y="2903"/>
                </a:lnTo>
                <a:cubicBezTo>
                  <a:pt x="12288" y="2588"/>
                  <a:pt x="12477" y="2178"/>
                  <a:pt x="12571" y="1705"/>
                </a:cubicBezTo>
                <a:cubicBezTo>
                  <a:pt x="12760" y="1201"/>
                  <a:pt x="12603" y="729"/>
                  <a:pt x="12288" y="414"/>
                </a:cubicBezTo>
                <a:cubicBezTo>
                  <a:pt x="12013" y="126"/>
                  <a:pt x="11635" y="1"/>
                  <a:pt x="11241"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373" name="Google Shape;4780;p59">
            <a:extLst>
              <a:ext uri="{FF2B5EF4-FFF2-40B4-BE49-F238E27FC236}">
                <a16:creationId xmlns:a16="http://schemas.microsoft.com/office/drawing/2014/main" id="{5DD14BE2-0F28-4156-A8BC-98633ADB676E}"/>
              </a:ext>
            </a:extLst>
          </p:cNvPr>
          <p:cNvGrpSpPr/>
          <p:nvPr/>
        </p:nvGrpSpPr>
        <p:grpSpPr>
          <a:xfrm>
            <a:off x="3714896" y="3133195"/>
            <a:ext cx="239156" cy="235003"/>
            <a:chOff x="-60988625" y="2310475"/>
            <a:chExt cx="316650" cy="311150"/>
          </a:xfrm>
          <a:solidFill>
            <a:schemeClr val="tx1"/>
          </a:solidFill>
        </p:grpSpPr>
        <p:sp>
          <p:nvSpPr>
            <p:cNvPr id="502" name="Google Shape;4781;p59">
              <a:extLst>
                <a:ext uri="{FF2B5EF4-FFF2-40B4-BE49-F238E27FC236}">
                  <a16:creationId xmlns:a16="http://schemas.microsoft.com/office/drawing/2014/main" id="{D5161B33-BEEE-4508-A8D3-CC40D8B63F5F}"/>
                </a:ext>
              </a:extLst>
            </p:cNvPr>
            <p:cNvSpPr/>
            <p:nvPr/>
          </p:nvSpPr>
          <p:spPr>
            <a:xfrm>
              <a:off x="-60988625" y="2310475"/>
              <a:ext cx="311125" cy="311150"/>
            </a:xfrm>
            <a:custGeom>
              <a:avLst/>
              <a:gdLst/>
              <a:ahLst/>
              <a:cxnLst/>
              <a:rect l="l" t="t" r="r" b="b"/>
              <a:pathLst>
                <a:path w="12445" h="12446" extrusionOk="0">
                  <a:moveTo>
                    <a:pt x="7877" y="883"/>
                  </a:moveTo>
                  <a:cubicBezTo>
                    <a:pt x="8097" y="883"/>
                    <a:pt x="8318" y="1072"/>
                    <a:pt x="8318" y="1324"/>
                  </a:cubicBezTo>
                  <a:lnTo>
                    <a:pt x="8318" y="10398"/>
                  </a:lnTo>
                  <a:cubicBezTo>
                    <a:pt x="8318" y="10870"/>
                    <a:pt x="8444" y="11311"/>
                    <a:pt x="8727" y="11626"/>
                  </a:cubicBezTo>
                  <a:lnTo>
                    <a:pt x="2111" y="11626"/>
                  </a:lnTo>
                  <a:cubicBezTo>
                    <a:pt x="1450" y="11626"/>
                    <a:pt x="851" y="11091"/>
                    <a:pt x="851" y="10398"/>
                  </a:cubicBezTo>
                  <a:lnTo>
                    <a:pt x="851" y="1324"/>
                  </a:lnTo>
                  <a:lnTo>
                    <a:pt x="820" y="1324"/>
                  </a:lnTo>
                  <a:cubicBezTo>
                    <a:pt x="820" y="1072"/>
                    <a:pt x="1009" y="883"/>
                    <a:pt x="1261" y="883"/>
                  </a:cubicBezTo>
                  <a:close/>
                  <a:moveTo>
                    <a:pt x="11500" y="10807"/>
                  </a:moveTo>
                  <a:cubicBezTo>
                    <a:pt x="11342" y="11280"/>
                    <a:pt x="10870" y="11626"/>
                    <a:pt x="10303" y="11626"/>
                  </a:cubicBezTo>
                  <a:cubicBezTo>
                    <a:pt x="9767" y="11626"/>
                    <a:pt x="9326" y="11280"/>
                    <a:pt x="9137" y="10807"/>
                  </a:cubicBezTo>
                  <a:close/>
                  <a:moveTo>
                    <a:pt x="1261" y="1"/>
                  </a:moveTo>
                  <a:cubicBezTo>
                    <a:pt x="568" y="1"/>
                    <a:pt x="32" y="568"/>
                    <a:pt x="32" y="1230"/>
                  </a:cubicBezTo>
                  <a:lnTo>
                    <a:pt x="32" y="10334"/>
                  </a:lnTo>
                  <a:cubicBezTo>
                    <a:pt x="0" y="11563"/>
                    <a:pt x="946" y="12445"/>
                    <a:pt x="2080" y="12445"/>
                  </a:cubicBezTo>
                  <a:lnTo>
                    <a:pt x="10334" y="12445"/>
                  </a:lnTo>
                  <a:cubicBezTo>
                    <a:pt x="11500" y="12445"/>
                    <a:pt x="12445" y="11500"/>
                    <a:pt x="12445" y="10366"/>
                  </a:cubicBezTo>
                  <a:cubicBezTo>
                    <a:pt x="12445" y="10145"/>
                    <a:pt x="12224" y="9925"/>
                    <a:pt x="12004" y="9925"/>
                  </a:cubicBezTo>
                  <a:lnTo>
                    <a:pt x="9074" y="9925"/>
                  </a:lnTo>
                  <a:lnTo>
                    <a:pt x="9074" y="1230"/>
                  </a:lnTo>
                  <a:cubicBezTo>
                    <a:pt x="9074" y="568"/>
                    <a:pt x="8538" y="1"/>
                    <a:pt x="7877" y="1"/>
                  </a:cubicBezTo>
                  <a:close/>
                </a:path>
              </a:pathLst>
            </a:custGeom>
            <a:grpFill/>
            <a:ln>
              <a:noFill/>
            </a:ln>
          </p:spPr>
          <p:txBody>
            <a:bodyPr spcFirstLastPara="1" wrap="square" lIns="62728" tIns="62728" rIns="62728" bIns="62728" anchor="ctr" anchorCtr="0">
              <a:noAutofit/>
            </a:bodyPr>
            <a:lstStyle/>
            <a:p>
              <a:endParaRPr sz="764"/>
            </a:p>
          </p:txBody>
        </p:sp>
        <p:sp>
          <p:nvSpPr>
            <p:cNvPr id="503" name="Google Shape;4782;p59">
              <a:extLst>
                <a:ext uri="{FF2B5EF4-FFF2-40B4-BE49-F238E27FC236}">
                  <a16:creationId xmlns:a16="http://schemas.microsoft.com/office/drawing/2014/main" id="{33C128CD-FCFA-4302-A88F-C4EE0CB641B6}"/>
                </a:ext>
              </a:extLst>
            </p:cNvPr>
            <p:cNvSpPr/>
            <p:nvPr/>
          </p:nvSpPr>
          <p:spPr>
            <a:xfrm>
              <a:off x="-60947675" y="2353025"/>
              <a:ext cx="145725" cy="20500"/>
            </a:xfrm>
            <a:custGeom>
              <a:avLst/>
              <a:gdLst/>
              <a:ahLst/>
              <a:cxnLst/>
              <a:rect l="l" t="t" r="r" b="b"/>
              <a:pathLst>
                <a:path w="5829" h="820" extrusionOk="0">
                  <a:moveTo>
                    <a:pt x="442" y="0"/>
                  </a:moveTo>
                  <a:cubicBezTo>
                    <a:pt x="190" y="0"/>
                    <a:pt x="1" y="189"/>
                    <a:pt x="1" y="441"/>
                  </a:cubicBezTo>
                  <a:cubicBezTo>
                    <a:pt x="1" y="630"/>
                    <a:pt x="190" y="819"/>
                    <a:pt x="442" y="819"/>
                  </a:cubicBezTo>
                  <a:lnTo>
                    <a:pt x="5388" y="819"/>
                  </a:lnTo>
                  <a:cubicBezTo>
                    <a:pt x="5640" y="819"/>
                    <a:pt x="5829" y="630"/>
                    <a:pt x="5829" y="441"/>
                  </a:cubicBezTo>
                  <a:cubicBezTo>
                    <a:pt x="5829" y="189"/>
                    <a:pt x="5640" y="0"/>
                    <a:pt x="5388" y="0"/>
                  </a:cubicBezTo>
                  <a:close/>
                </a:path>
              </a:pathLst>
            </a:custGeom>
            <a:grpFill/>
            <a:ln>
              <a:noFill/>
            </a:ln>
          </p:spPr>
          <p:txBody>
            <a:bodyPr spcFirstLastPara="1" wrap="square" lIns="62728" tIns="62728" rIns="62728" bIns="62728" anchor="ctr" anchorCtr="0">
              <a:noAutofit/>
            </a:bodyPr>
            <a:lstStyle/>
            <a:p>
              <a:endParaRPr sz="764"/>
            </a:p>
          </p:txBody>
        </p:sp>
        <p:sp>
          <p:nvSpPr>
            <p:cNvPr id="504" name="Google Shape;4783;p59">
              <a:extLst>
                <a:ext uri="{FF2B5EF4-FFF2-40B4-BE49-F238E27FC236}">
                  <a16:creationId xmlns:a16="http://schemas.microsoft.com/office/drawing/2014/main" id="{5E637169-EFD4-47BC-88F6-F5F38D04F102}"/>
                </a:ext>
              </a:extLst>
            </p:cNvPr>
            <p:cNvSpPr/>
            <p:nvPr/>
          </p:nvSpPr>
          <p:spPr>
            <a:xfrm>
              <a:off x="-60947675" y="2415250"/>
              <a:ext cx="145725" cy="20500"/>
            </a:xfrm>
            <a:custGeom>
              <a:avLst/>
              <a:gdLst/>
              <a:ahLst/>
              <a:cxnLst/>
              <a:rect l="l" t="t" r="r" b="b"/>
              <a:pathLst>
                <a:path w="5829" h="820" extrusionOk="0">
                  <a:moveTo>
                    <a:pt x="442" y="0"/>
                  </a:moveTo>
                  <a:cubicBezTo>
                    <a:pt x="190" y="0"/>
                    <a:pt x="1" y="189"/>
                    <a:pt x="1" y="378"/>
                  </a:cubicBezTo>
                  <a:cubicBezTo>
                    <a:pt x="1" y="630"/>
                    <a:pt x="190" y="819"/>
                    <a:pt x="442" y="819"/>
                  </a:cubicBezTo>
                  <a:lnTo>
                    <a:pt x="5388" y="819"/>
                  </a:lnTo>
                  <a:cubicBezTo>
                    <a:pt x="5640" y="819"/>
                    <a:pt x="5829" y="630"/>
                    <a:pt x="5829" y="378"/>
                  </a:cubicBezTo>
                  <a:cubicBezTo>
                    <a:pt x="5829" y="158"/>
                    <a:pt x="5640" y="0"/>
                    <a:pt x="5388" y="0"/>
                  </a:cubicBezTo>
                  <a:close/>
                </a:path>
              </a:pathLst>
            </a:custGeom>
            <a:grpFill/>
            <a:ln>
              <a:noFill/>
            </a:ln>
          </p:spPr>
          <p:txBody>
            <a:bodyPr spcFirstLastPara="1" wrap="square" lIns="62728" tIns="62728" rIns="62728" bIns="62728" anchor="ctr" anchorCtr="0">
              <a:noAutofit/>
            </a:bodyPr>
            <a:lstStyle/>
            <a:p>
              <a:endParaRPr sz="764"/>
            </a:p>
          </p:txBody>
        </p:sp>
        <p:sp>
          <p:nvSpPr>
            <p:cNvPr id="505" name="Google Shape;4784;p59">
              <a:extLst>
                <a:ext uri="{FF2B5EF4-FFF2-40B4-BE49-F238E27FC236}">
                  <a16:creationId xmlns:a16="http://schemas.microsoft.com/office/drawing/2014/main" id="{31343A19-3A42-4DD9-BAD4-4EC371BB38DC}"/>
                </a:ext>
              </a:extLst>
            </p:cNvPr>
            <p:cNvSpPr/>
            <p:nvPr/>
          </p:nvSpPr>
          <p:spPr>
            <a:xfrm>
              <a:off x="-60947675" y="2475875"/>
              <a:ext cx="145725" cy="22100"/>
            </a:xfrm>
            <a:custGeom>
              <a:avLst/>
              <a:gdLst/>
              <a:ahLst/>
              <a:cxnLst/>
              <a:rect l="l" t="t" r="r" b="b"/>
              <a:pathLst>
                <a:path w="5829" h="884" extrusionOk="0">
                  <a:moveTo>
                    <a:pt x="442" y="1"/>
                  </a:moveTo>
                  <a:cubicBezTo>
                    <a:pt x="190" y="1"/>
                    <a:pt x="1" y="221"/>
                    <a:pt x="1" y="442"/>
                  </a:cubicBezTo>
                  <a:cubicBezTo>
                    <a:pt x="1" y="694"/>
                    <a:pt x="190" y="883"/>
                    <a:pt x="442" y="883"/>
                  </a:cubicBezTo>
                  <a:lnTo>
                    <a:pt x="5388" y="883"/>
                  </a:lnTo>
                  <a:cubicBezTo>
                    <a:pt x="5640" y="883"/>
                    <a:pt x="5829" y="694"/>
                    <a:pt x="5829" y="442"/>
                  </a:cubicBezTo>
                  <a:cubicBezTo>
                    <a:pt x="5829" y="221"/>
                    <a:pt x="5640" y="1"/>
                    <a:pt x="5388" y="1"/>
                  </a:cubicBezTo>
                  <a:close/>
                </a:path>
              </a:pathLst>
            </a:custGeom>
            <a:grpFill/>
            <a:ln>
              <a:noFill/>
            </a:ln>
          </p:spPr>
          <p:txBody>
            <a:bodyPr spcFirstLastPara="1" wrap="square" lIns="62728" tIns="62728" rIns="62728" bIns="62728" anchor="ctr" anchorCtr="0">
              <a:noAutofit/>
            </a:bodyPr>
            <a:lstStyle/>
            <a:p>
              <a:endParaRPr sz="764"/>
            </a:p>
          </p:txBody>
        </p:sp>
        <p:sp>
          <p:nvSpPr>
            <p:cNvPr id="506" name="Google Shape;4785;p59">
              <a:extLst>
                <a:ext uri="{FF2B5EF4-FFF2-40B4-BE49-F238E27FC236}">
                  <a16:creationId xmlns:a16="http://schemas.microsoft.com/office/drawing/2014/main" id="{4357201A-E42F-4A0E-8266-CA2DBA9F7BC1}"/>
                </a:ext>
              </a:extLst>
            </p:cNvPr>
            <p:cNvSpPr/>
            <p:nvPr/>
          </p:nvSpPr>
          <p:spPr>
            <a:xfrm>
              <a:off x="-60947675" y="2538100"/>
              <a:ext cx="145725" cy="22075"/>
            </a:xfrm>
            <a:custGeom>
              <a:avLst/>
              <a:gdLst/>
              <a:ahLst/>
              <a:cxnLst/>
              <a:rect l="l" t="t" r="r" b="b"/>
              <a:pathLst>
                <a:path w="5829" h="883" extrusionOk="0">
                  <a:moveTo>
                    <a:pt x="442" y="1"/>
                  </a:moveTo>
                  <a:cubicBezTo>
                    <a:pt x="190" y="1"/>
                    <a:pt x="1" y="190"/>
                    <a:pt x="1" y="442"/>
                  </a:cubicBezTo>
                  <a:cubicBezTo>
                    <a:pt x="1" y="662"/>
                    <a:pt x="190" y="883"/>
                    <a:pt x="442" y="883"/>
                  </a:cubicBezTo>
                  <a:lnTo>
                    <a:pt x="5388" y="883"/>
                  </a:lnTo>
                  <a:cubicBezTo>
                    <a:pt x="5640" y="883"/>
                    <a:pt x="5829" y="662"/>
                    <a:pt x="5829" y="442"/>
                  </a:cubicBezTo>
                  <a:cubicBezTo>
                    <a:pt x="5829" y="190"/>
                    <a:pt x="5640" y="1"/>
                    <a:pt x="5388" y="1"/>
                  </a:cubicBezTo>
                  <a:close/>
                </a:path>
              </a:pathLst>
            </a:custGeom>
            <a:grpFill/>
            <a:ln>
              <a:noFill/>
            </a:ln>
          </p:spPr>
          <p:txBody>
            <a:bodyPr spcFirstLastPara="1" wrap="square" lIns="62728" tIns="62728" rIns="62728" bIns="62728" anchor="ctr" anchorCtr="0">
              <a:noAutofit/>
            </a:bodyPr>
            <a:lstStyle/>
            <a:p>
              <a:endParaRPr sz="764"/>
            </a:p>
          </p:txBody>
        </p:sp>
        <p:sp>
          <p:nvSpPr>
            <p:cNvPr id="507" name="Google Shape;4786;p59">
              <a:extLst>
                <a:ext uri="{FF2B5EF4-FFF2-40B4-BE49-F238E27FC236}">
                  <a16:creationId xmlns:a16="http://schemas.microsoft.com/office/drawing/2014/main" id="{2C79D35C-FB45-487D-90AF-FA802C48AFB3}"/>
                </a:ext>
              </a:extLst>
            </p:cNvPr>
            <p:cNvSpPr/>
            <p:nvPr/>
          </p:nvSpPr>
          <p:spPr>
            <a:xfrm>
              <a:off x="-60740525" y="2312050"/>
              <a:ext cx="68550" cy="233950"/>
            </a:xfrm>
            <a:custGeom>
              <a:avLst/>
              <a:gdLst/>
              <a:ahLst/>
              <a:cxnLst/>
              <a:rect l="l" t="t" r="r" b="b"/>
              <a:pathLst>
                <a:path w="2742" h="9358" extrusionOk="0">
                  <a:moveTo>
                    <a:pt x="1796" y="789"/>
                  </a:moveTo>
                  <a:cubicBezTo>
                    <a:pt x="1891" y="789"/>
                    <a:pt x="1922" y="852"/>
                    <a:pt x="1922" y="946"/>
                  </a:cubicBezTo>
                  <a:lnTo>
                    <a:pt x="1922" y="1639"/>
                  </a:lnTo>
                  <a:lnTo>
                    <a:pt x="820" y="1639"/>
                  </a:lnTo>
                  <a:lnTo>
                    <a:pt x="820" y="946"/>
                  </a:lnTo>
                  <a:cubicBezTo>
                    <a:pt x="820" y="852"/>
                    <a:pt x="883" y="789"/>
                    <a:pt x="977" y="789"/>
                  </a:cubicBezTo>
                  <a:close/>
                  <a:moveTo>
                    <a:pt x="1922" y="2458"/>
                  </a:moveTo>
                  <a:lnTo>
                    <a:pt x="1922" y="6617"/>
                  </a:lnTo>
                  <a:lnTo>
                    <a:pt x="820" y="6617"/>
                  </a:lnTo>
                  <a:lnTo>
                    <a:pt x="820" y="2458"/>
                  </a:lnTo>
                  <a:close/>
                  <a:moveTo>
                    <a:pt x="1639" y="7436"/>
                  </a:moveTo>
                  <a:lnTo>
                    <a:pt x="1355" y="8035"/>
                  </a:lnTo>
                  <a:lnTo>
                    <a:pt x="1040" y="7436"/>
                  </a:lnTo>
                  <a:close/>
                  <a:moveTo>
                    <a:pt x="977" y="1"/>
                  </a:moveTo>
                  <a:cubicBezTo>
                    <a:pt x="410" y="1"/>
                    <a:pt x="1" y="410"/>
                    <a:pt x="1" y="946"/>
                  </a:cubicBezTo>
                  <a:lnTo>
                    <a:pt x="1" y="6995"/>
                  </a:lnTo>
                  <a:cubicBezTo>
                    <a:pt x="1" y="7090"/>
                    <a:pt x="1" y="7121"/>
                    <a:pt x="32" y="7184"/>
                  </a:cubicBezTo>
                  <a:lnTo>
                    <a:pt x="1009" y="9137"/>
                  </a:lnTo>
                  <a:cubicBezTo>
                    <a:pt x="1103" y="9295"/>
                    <a:pt x="1198" y="9358"/>
                    <a:pt x="1355" y="9358"/>
                  </a:cubicBezTo>
                  <a:cubicBezTo>
                    <a:pt x="1513" y="9358"/>
                    <a:pt x="1670" y="9295"/>
                    <a:pt x="1733" y="9137"/>
                  </a:cubicBezTo>
                  <a:lnTo>
                    <a:pt x="2678" y="7184"/>
                  </a:lnTo>
                  <a:cubicBezTo>
                    <a:pt x="2710" y="7153"/>
                    <a:pt x="2710" y="7090"/>
                    <a:pt x="2710" y="6995"/>
                  </a:cubicBezTo>
                  <a:lnTo>
                    <a:pt x="2710" y="946"/>
                  </a:lnTo>
                  <a:cubicBezTo>
                    <a:pt x="2741" y="410"/>
                    <a:pt x="2300" y="1"/>
                    <a:pt x="1796"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74" name="Google Shape;4787;p59">
            <a:extLst>
              <a:ext uri="{FF2B5EF4-FFF2-40B4-BE49-F238E27FC236}">
                <a16:creationId xmlns:a16="http://schemas.microsoft.com/office/drawing/2014/main" id="{129CB24D-4D36-46B9-80B7-0AC4A0F21362}"/>
              </a:ext>
            </a:extLst>
          </p:cNvPr>
          <p:cNvGrpSpPr/>
          <p:nvPr/>
        </p:nvGrpSpPr>
        <p:grpSpPr>
          <a:xfrm>
            <a:off x="3715197" y="3406905"/>
            <a:ext cx="238553" cy="240800"/>
            <a:chOff x="-60987050" y="2671400"/>
            <a:chExt cx="315850" cy="318825"/>
          </a:xfrm>
          <a:solidFill>
            <a:schemeClr val="tx1"/>
          </a:solidFill>
        </p:grpSpPr>
        <p:sp>
          <p:nvSpPr>
            <p:cNvPr id="500" name="Google Shape;4788;p59">
              <a:extLst>
                <a:ext uri="{FF2B5EF4-FFF2-40B4-BE49-F238E27FC236}">
                  <a16:creationId xmlns:a16="http://schemas.microsoft.com/office/drawing/2014/main" id="{8BB5A965-EB10-4281-B49F-33A2F3EE5D66}"/>
                </a:ext>
              </a:extLst>
            </p:cNvPr>
            <p:cNvSpPr/>
            <p:nvPr/>
          </p:nvSpPr>
          <p:spPr>
            <a:xfrm>
              <a:off x="-60987050" y="2671400"/>
              <a:ext cx="315850" cy="318825"/>
            </a:xfrm>
            <a:custGeom>
              <a:avLst/>
              <a:gdLst/>
              <a:ahLst/>
              <a:cxnLst/>
              <a:rect l="l" t="t" r="r" b="b"/>
              <a:pathLst>
                <a:path w="12634" h="12753" extrusionOk="0">
                  <a:moveTo>
                    <a:pt x="6270" y="844"/>
                  </a:moveTo>
                  <a:lnTo>
                    <a:pt x="11783" y="3175"/>
                  </a:lnTo>
                  <a:lnTo>
                    <a:pt x="11783" y="4152"/>
                  </a:lnTo>
                  <a:lnTo>
                    <a:pt x="757" y="4152"/>
                  </a:lnTo>
                  <a:lnTo>
                    <a:pt x="757" y="3175"/>
                  </a:lnTo>
                  <a:lnTo>
                    <a:pt x="6270" y="844"/>
                  </a:lnTo>
                  <a:close/>
                  <a:moveTo>
                    <a:pt x="2552" y="5002"/>
                  </a:moveTo>
                  <a:lnTo>
                    <a:pt x="2552" y="10232"/>
                  </a:lnTo>
                  <a:lnTo>
                    <a:pt x="1733" y="10232"/>
                  </a:lnTo>
                  <a:lnTo>
                    <a:pt x="1733" y="5002"/>
                  </a:lnTo>
                  <a:close/>
                  <a:moveTo>
                    <a:pt x="5041" y="5002"/>
                  </a:moveTo>
                  <a:lnTo>
                    <a:pt x="5041" y="10232"/>
                  </a:lnTo>
                  <a:lnTo>
                    <a:pt x="3403" y="10232"/>
                  </a:lnTo>
                  <a:lnTo>
                    <a:pt x="3403" y="5002"/>
                  </a:lnTo>
                  <a:close/>
                  <a:moveTo>
                    <a:pt x="6711" y="5002"/>
                  </a:moveTo>
                  <a:lnTo>
                    <a:pt x="6711" y="10232"/>
                  </a:lnTo>
                  <a:lnTo>
                    <a:pt x="5860" y="10232"/>
                  </a:lnTo>
                  <a:lnTo>
                    <a:pt x="5860" y="5002"/>
                  </a:lnTo>
                  <a:close/>
                  <a:moveTo>
                    <a:pt x="9168" y="5002"/>
                  </a:moveTo>
                  <a:lnTo>
                    <a:pt x="9168" y="10232"/>
                  </a:lnTo>
                  <a:lnTo>
                    <a:pt x="7530" y="10232"/>
                  </a:lnTo>
                  <a:lnTo>
                    <a:pt x="7530" y="5002"/>
                  </a:lnTo>
                  <a:close/>
                  <a:moveTo>
                    <a:pt x="10838" y="5002"/>
                  </a:moveTo>
                  <a:lnTo>
                    <a:pt x="10838" y="10232"/>
                  </a:lnTo>
                  <a:lnTo>
                    <a:pt x="10019" y="10232"/>
                  </a:lnTo>
                  <a:lnTo>
                    <a:pt x="10019" y="5002"/>
                  </a:lnTo>
                  <a:close/>
                  <a:moveTo>
                    <a:pt x="11374" y="11020"/>
                  </a:moveTo>
                  <a:cubicBezTo>
                    <a:pt x="11594" y="11051"/>
                    <a:pt x="11783" y="11209"/>
                    <a:pt x="11783" y="11461"/>
                  </a:cubicBezTo>
                  <a:lnTo>
                    <a:pt x="11783" y="11870"/>
                  </a:lnTo>
                  <a:lnTo>
                    <a:pt x="757" y="11870"/>
                  </a:lnTo>
                  <a:lnTo>
                    <a:pt x="757" y="11461"/>
                  </a:lnTo>
                  <a:cubicBezTo>
                    <a:pt x="757" y="11209"/>
                    <a:pt x="946" y="11020"/>
                    <a:pt x="1198" y="11020"/>
                  </a:cubicBezTo>
                  <a:close/>
                  <a:moveTo>
                    <a:pt x="6290" y="1"/>
                  </a:moveTo>
                  <a:cubicBezTo>
                    <a:pt x="6238" y="1"/>
                    <a:pt x="6191" y="9"/>
                    <a:pt x="6144" y="25"/>
                  </a:cubicBezTo>
                  <a:lnTo>
                    <a:pt x="252" y="2514"/>
                  </a:lnTo>
                  <a:cubicBezTo>
                    <a:pt x="95" y="2577"/>
                    <a:pt x="0" y="2703"/>
                    <a:pt x="0" y="2892"/>
                  </a:cubicBezTo>
                  <a:lnTo>
                    <a:pt x="0" y="4561"/>
                  </a:lnTo>
                  <a:cubicBezTo>
                    <a:pt x="0" y="4782"/>
                    <a:pt x="189" y="5002"/>
                    <a:pt x="410" y="5002"/>
                  </a:cubicBezTo>
                  <a:lnTo>
                    <a:pt x="946" y="5002"/>
                  </a:lnTo>
                  <a:lnTo>
                    <a:pt x="946" y="10264"/>
                  </a:lnTo>
                  <a:cubicBezTo>
                    <a:pt x="410" y="10390"/>
                    <a:pt x="0" y="10894"/>
                    <a:pt x="0" y="11492"/>
                  </a:cubicBezTo>
                  <a:lnTo>
                    <a:pt x="0" y="12311"/>
                  </a:lnTo>
                  <a:cubicBezTo>
                    <a:pt x="0" y="12532"/>
                    <a:pt x="189" y="12753"/>
                    <a:pt x="410" y="12753"/>
                  </a:cubicBezTo>
                  <a:lnTo>
                    <a:pt x="12256" y="12753"/>
                  </a:lnTo>
                  <a:cubicBezTo>
                    <a:pt x="12476" y="12753"/>
                    <a:pt x="12634" y="12532"/>
                    <a:pt x="12634" y="12311"/>
                  </a:cubicBezTo>
                  <a:lnTo>
                    <a:pt x="12634" y="11492"/>
                  </a:lnTo>
                  <a:cubicBezTo>
                    <a:pt x="12634" y="10894"/>
                    <a:pt x="12256" y="10390"/>
                    <a:pt x="11689" y="10264"/>
                  </a:cubicBezTo>
                  <a:lnTo>
                    <a:pt x="11689" y="5002"/>
                  </a:lnTo>
                  <a:lnTo>
                    <a:pt x="12256" y="5002"/>
                  </a:lnTo>
                  <a:cubicBezTo>
                    <a:pt x="12476" y="5002"/>
                    <a:pt x="12634" y="4782"/>
                    <a:pt x="12634" y="4561"/>
                  </a:cubicBezTo>
                  <a:lnTo>
                    <a:pt x="12634" y="2892"/>
                  </a:lnTo>
                  <a:cubicBezTo>
                    <a:pt x="12602" y="2734"/>
                    <a:pt x="12539" y="2577"/>
                    <a:pt x="12382" y="2514"/>
                  </a:cubicBezTo>
                  <a:lnTo>
                    <a:pt x="6459" y="25"/>
                  </a:lnTo>
                  <a:cubicBezTo>
                    <a:pt x="6396" y="9"/>
                    <a:pt x="6341" y="1"/>
                    <a:pt x="6290" y="1"/>
                  </a:cubicBezTo>
                  <a:close/>
                </a:path>
              </a:pathLst>
            </a:custGeom>
            <a:grpFill/>
            <a:ln>
              <a:noFill/>
            </a:ln>
          </p:spPr>
          <p:txBody>
            <a:bodyPr spcFirstLastPara="1" wrap="square" lIns="62728" tIns="62728" rIns="62728" bIns="62728" anchor="ctr" anchorCtr="0">
              <a:noAutofit/>
            </a:bodyPr>
            <a:lstStyle/>
            <a:p>
              <a:endParaRPr sz="764"/>
            </a:p>
          </p:txBody>
        </p:sp>
        <p:sp>
          <p:nvSpPr>
            <p:cNvPr id="501" name="Google Shape;4789;p59">
              <a:extLst>
                <a:ext uri="{FF2B5EF4-FFF2-40B4-BE49-F238E27FC236}">
                  <a16:creationId xmlns:a16="http://schemas.microsoft.com/office/drawing/2014/main" id="{6269127A-FCD3-43F0-9CE4-A294AB5980B0}"/>
                </a:ext>
              </a:extLst>
            </p:cNvPr>
            <p:cNvSpPr/>
            <p:nvPr/>
          </p:nvSpPr>
          <p:spPr>
            <a:xfrm>
              <a:off x="-60839775" y="2731075"/>
              <a:ext cx="19725" cy="19725"/>
            </a:xfrm>
            <a:custGeom>
              <a:avLst/>
              <a:gdLst/>
              <a:ahLst/>
              <a:cxnLst/>
              <a:rect l="l" t="t" r="r" b="b"/>
              <a:pathLst>
                <a:path w="789" h="789" extrusionOk="0">
                  <a:moveTo>
                    <a:pt x="379" y="0"/>
                  </a:moveTo>
                  <a:cubicBezTo>
                    <a:pt x="158" y="0"/>
                    <a:pt x="1" y="190"/>
                    <a:pt x="1" y="379"/>
                  </a:cubicBezTo>
                  <a:cubicBezTo>
                    <a:pt x="1" y="599"/>
                    <a:pt x="158" y="788"/>
                    <a:pt x="379" y="788"/>
                  </a:cubicBezTo>
                  <a:cubicBezTo>
                    <a:pt x="599" y="788"/>
                    <a:pt x="789" y="599"/>
                    <a:pt x="789" y="379"/>
                  </a:cubicBezTo>
                  <a:cubicBezTo>
                    <a:pt x="789" y="190"/>
                    <a:pt x="599" y="0"/>
                    <a:pt x="37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75" name="Google Shape;4790;p59">
            <a:extLst>
              <a:ext uri="{FF2B5EF4-FFF2-40B4-BE49-F238E27FC236}">
                <a16:creationId xmlns:a16="http://schemas.microsoft.com/office/drawing/2014/main" id="{5BED8C62-E2EB-4D1E-9BE2-78D1B6B480C8}"/>
              </a:ext>
            </a:extLst>
          </p:cNvPr>
          <p:cNvGrpSpPr/>
          <p:nvPr/>
        </p:nvGrpSpPr>
        <p:grpSpPr>
          <a:xfrm>
            <a:off x="4870183" y="3133800"/>
            <a:ext cx="240931" cy="233794"/>
            <a:chOff x="-59481900" y="2290800"/>
            <a:chExt cx="319000" cy="309550"/>
          </a:xfrm>
          <a:solidFill>
            <a:schemeClr val="tx1"/>
          </a:solidFill>
        </p:grpSpPr>
        <p:sp>
          <p:nvSpPr>
            <p:cNvPr id="494" name="Google Shape;4791;p59">
              <a:extLst>
                <a:ext uri="{FF2B5EF4-FFF2-40B4-BE49-F238E27FC236}">
                  <a16:creationId xmlns:a16="http://schemas.microsoft.com/office/drawing/2014/main" id="{7E8A2CAD-6679-4864-BD95-EDE96E28FFE1}"/>
                </a:ext>
              </a:extLst>
            </p:cNvPr>
            <p:cNvSpPr/>
            <p:nvPr/>
          </p:nvSpPr>
          <p:spPr>
            <a:xfrm>
              <a:off x="-59481900" y="2290800"/>
              <a:ext cx="319000" cy="309550"/>
            </a:xfrm>
            <a:custGeom>
              <a:avLst/>
              <a:gdLst/>
              <a:ahLst/>
              <a:cxnLst/>
              <a:rect l="l" t="t" r="r" b="b"/>
              <a:pathLst>
                <a:path w="12760" h="12382" extrusionOk="0">
                  <a:moveTo>
                    <a:pt x="6427" y="851"/>
                  </a:moveTo>
                  <a:cubicBezTo>
                    <a:pt x="6900" y="851"/>
                    <a:pt x="7247" y="1197"/>
                    <a:pt x="7247" y="1670"/>
                  </a:cubicBezTo>
                  <a:lnTo>
                    <a:pt x="7247" y="4159"/>
                  </a:lnTo>
                  <a:lnTo>
                    <a:pt x="5608" y="4159"/>
                  </a:lnTo>
                  <a:lnTo>
                    <a:pt x="5608" y="1670"/>
                  </a:lnTo>
                  <a:cubicBezTo>
                    <a:pt x="5608" y="1197"/>
                    <a:pt x="5955" y="851"/>
                    <a:pt x="6427" y="851"/>
                  </a:cubicBezTo>
                  <a:close/>
                  <a:moveTo>
                    <a:pt x="11594" y="3308"/>
                  </a:moveTo>
                  <a:cubicBezTo>
                    <a:pt x="11846" y="3308"/>
                    <a:pt x="12004" y="3529"/>
                    <a:pt x="12004" y="3749"/>
                  </a:cubicBezTo>
                  <a:lnTo>
                    <a:pt x="12004" y="11185"/>
                  </a:lnTo>
                  <a:lnTo>
                    <a:pt x="11941" y="11185"/>
                  </a:lnTo>
                  <a:cubicBezTo>
                    <a:pt x="11941" y="11437"/>
                    <a:pt x="11752" y="11594"/>
                    <a:pt x="11563" y="11594"/>
                  </a:cubicBezTo>
                  <a:lnTo>
                    <a:pt x="1355" y="11594"/>
                  </a:lnTo>
                  <a:cubicBezTo>
                    <a:pt x="1103" y="11594"/>
                    <a:pt x="914" y="11405"/>
                    <a:pt x="914" y="11185"/>
                  </a:cubicBezTo>
                  <a:lnTo>
                    <a:pt x="914" y="3749"/>
                  </a:lnTo>
                  <a:cubicBezTo>
                    <a:pt x="914" y="3529"/>
                    <a:pt x="1103" y="3308"/>
                    <a:pt x="1355" y="3308"/>
                  </a:cubicBezTo>
                  <a:lnTo>
                    <a:pt x="4821" y="3308"/>
                  </a:lnTo>
                  <a:lnTo>
                    <a:pt x="4821" y="4568"/>
                  </a:lnTo>
                  <a:cubicBezTo>
                    <a:pt x="4821" y="4821"/>
                    <a:pt x="5010" y="5010"/>
                    <a:pt x="5199" y="5010"/>
                  </a:cubicBezTo>
                  <a:lnTo>
                    <a:pt x="7688" y="5010"/>
                  </a:lnTo>
                  <a:cubicBezTo>
                    <a:pt x="7940" y="5010"/>
                    <a:pt x="8129" y="4821"/>
                    <a:pt x="8129" y="4568"/>
                  </a:cubicBezTo>
                  <a:lnTo>
                    <a:pt x="8129" y="3308"/>
                  </a:lnTo>
                  <a:close/>
                  <a:moveTo>
                    <a:pt x="6396" y="0"/>
                  </a:moveTo>
                  <a:cubicBezTo>
                    <a:pt x="5482" y="0"/>
                    <a:pt x="4726" y="756"/>
                    <a:pt x="4726" y="1670"/>
                  </a:cubicBezTo>
                  <a:lnTo>
                    <a:pt x="4726" y="2489"/>
                  </a:lnTo>
                  <a:lnTo>
                    <a:pt x="1261" y="2489"/>
                  </a:lnTo>
                  <a:cubicBezTo>
                    <a:pt x="599" y="2489"/>
                    <a:pt x="0" y="3056"/>
                    <a:pt x="0" y="3718"/>
                  </a:cubicBezTo>
                  <a:lnTo>
                    <a:pt x="0" y="11153"/>
                  </a:lnTo>
                  <a:cubicBezTo>
                    <a:pt x="0" y="11815"/>
                    <a:pt x="568" y="12382"/>
                    <a:pt x="1261" y="12382"/>
                  </a:cubicBezTo>
                  <a:lnTo>
                    <a:pt x="11468" y="12382"/>
                  </a:lnTo>
                  <a:cubicBezTo>
                    <a:pt x="12130" y="12382"/>
                    <a:pt x="12697" y="11815"/>
                    <a:pt x="12697" y="11153"/>
                  </a:cubicBezTo>
                  <a:lnTo>
                    <a:pt x="12697" y="3749"/>
                  </a:lnTo>
                  <a:cubicBezTo>
                    <a:pt x="12760" y="3025"/>
                    <a:pt x="12193" y="2489"/>
                    <a:pt x="11500" y="2489"/>
                  </a:cubicBezTo>
                  <a:lnTo>
                    <a:pt x="8034" y="2489"/>
                  </a:lnTo>
                  <a:lnTo>
                    <a:pt x="8034" y="1670"/>
                  </a:lnTo>
                  <a:cubicBezTo>
                    <a:pt x="8034" y="756"/>
                    <a:pt x="7310" y="0"/>
                    <a:pt x="6396" y="0"/>
                  </a:cubicBezTo>
                  <a:close/>
                </a:path>
              </a:pathLst>
            </a:custGeom>
            <a:grpFill/>
            <a:ln>
              <a:noFill/>
            </a:ln>
          </p:spPr>
          <p:txBody>
            <a:bodyPr spcFirstLastPara="1" wrap="square" lIns="62728" tIns="62728" rIns="62728" bIns="62728" anchor="ctr" anchorCtr="0">
              <a:noAutofit/>
            </a:bodyPr>
            <a:lstStyle/>
            <a:p>
              <a:endParaRPr sz="764"/>
            </a:p>
          </p:txBody>
        </p:sp>
        <p:sp>
          <p:nvSpPr>
            <p:cNvPr id="495" name="Google Shape;4792;p59">
              <a:extLst>
                <a:ext uri="{FF2B5EF4-FFF2-40B4-BE49-F238E27FC236}">
                  <a16:creationId xmlns:a16="http://schemas.microsoft.com/office/drawing/2014/main" id="{0148AB71-70AA-46C4-B1EC-722010620373}"/>
                </a:ext>
              </a:extLst>
            </p:cNvPr>
            <p:cNvSpPr/>
            <p:nvPr/>
          </p:nvSpPr>
          <p:spPr>
            <a:xfrm>
              <a:off x="-59287350" y="2456200"/>
              <a:ext cx="83500" cy="21275"/>
            </a:xfrm>
            <a:custGeom>
              <a:avLst/>
              <a:gdLst/>
              <a:ahLst/>
              <a:cxnLst/>
              <a:rect l="l" t="t" r="r" b="b"/>
              <a:pathLst>
                <a:path w="3340" h="851" extrusionOk="0">
                  <a:moveTo>
                    <a:pt x="410" y="0"/>
                  </a:moveTo>
                  <a:cubicBezTo>
                    <a:pt x="189" y="0"/>
                    <a:pt x="0" y="221"/>
                    <a:pt x="0" y="441"/>
                  </a:cubicBezTo>
                  <a:cubicBezTo>
                    <a:pt x="0" y="693"/>
                    <a:pt x="189" y="851"/>
                    <a:pt x="410" y="851"/>
                  </a:cubicBezTo>
                  <a:lnTo>
                    <a:pt x="2899" y="851"/>
                  </a:lnTo>
                  <a:cubicBezTo>
                    <a:pt x="3151" y="851"/>
                    <a:pt x="3308" y="630"/>
                    <a:pt x="3308" y="441"/>
                  </a:cubicBezTo>
                  <a:cubicBezTo>
                    <a:pt x="3340" y="221"/>
                    <a:pt x="3151" y="0"/>
                    <a:pt x="2899" y="0"/>
                  </a:cubicBezTo>
                  <a:close/>
                </a:path>
              </a:pathLst>
            </a:custGeom>
            <a:grpFill/>
            <a:ln>
              <a:noFill/>
            </a:ln>
          </p:spPr>
          <p:txBody>
            <a:bodyPr spcFirstLastPara="1" wrap="square" lIns="62728" tIns="62728" rIns="62728" bIns="62728" anchor="ctr" anchorCtr="0">
              <a:noAutofit/>
            </a:bodyPr>
            <a:lstStyle/>
            <a:p>
              <a:endParaRPr sz="764"/>
            </a:p>
          </p:txBody>
        </p:sp>
        <p:sp>
          <p:nvSpPr>
            <p:cNvPr id="496" name="Google Shape;4793;p59">
              <a:extLst>
                <a:ext uri="{FF2B5EF4-FFF2-40B4-BE49-F238E27FC236}">
                  <a16:creationId xmlns:a16="http://schemas.microsoft.com/office/drawing/2014/main" id="{1EC3CEFD-91EB-43AF-A29B-DFDD69F0008F}"/>
                </a:ext>
              </a:extLst>
            </p:cNvPr>
            <p:cNvSpPr/>
            <p:nvPr/>
          </p:nvSpPr>
          <p:spPr>
            <a:xfrm>
              <a:off x="-59287350" y="2497950"/>
              <a:ext cx="83500" cy="21275"/>
            </a:xfrm>
            <a:custGeom>
              <a:avLst/>
              <a:gdLst/>
              <a:ahLst/>
              <a:cxnLst/>
              <a:rect l="l" t="t" r="r" b="b"/>
              <a:pathLst>
                <a:path w="3340" h="851" extrusionOk="0">
                  <a:moveTo>
                    <a:pt x="410" y="0"/>
                  </a:moveTo>
                  <a:cubicBezTo>
                    <a:pt x="189" y="0"/>
                    <a:pt x="0" y="189"/>
                    <a:pt x="0" y="441"/>
                  </a:cubicBezTo>
                  <a:cubicBezTo>
                    <a:pt x="0" y="662"/>
                    <a:pt x="189" y="851"/>
                    <a:pt x="410" y="851"/>
                  </a:cubicBezTo>
                  <a:lnTo>
                    <a:pt x="2899" y="851"/>
                  </a:lnTo>
                  <a:cubicBezTo>
                    <a:pt x="3151" y="851"/>
                    <a:pt x="3308" y="662"/>
                    <a:pt x="3308" y="441"/>
                  </a:cubicBezTo>
                  <a:cubicBezTo>
                    <a:pt x="3340" y="189"/>
                    <a:pt x="3151" y="0"/>
                    <a:pt x="2899" y="0"/>
                  </a:cubicBezTo>
                  <a:close/>
                </a:path>
              </a:pathLst>
            </a:custGeom>
            <a:grpFill/>
            <a:ln>
              <a:noFill/>
            </a:ln>
          </p:spPr>
          <p:txBody>
            <a:bodyPr spcFirstLastPara="1" wrap="square" lIns="62728" tIns="62728" rIns="62728" bIns="62728" anchor="ctr" anchorCtr="0">
              <a:noAutofit/>
            </a:bodyPr>
            <a:lstStyle/>
            <a:p>
              <a:endParaRPr sz="764"/>
            </a:p>
          </p:txBody>
        </p:sp>
        <p:sp>
          <p:nvSpPr>
            <p:cNvPr id="497" name="Google Shape;4794;p59">
              <a:extLst>
                <a:ext uri="{FF2B5EF4-FFF2-40B4-BE49-F238E27FC236}">
                  <a16:creationId xmlns:a16="http://schemas.microsoft.com/office/drawing/2014/main" id="{7328C820-E2F6-4ADE-A5F7-7E6BA5753B1B}"/>
                </a:ext>
              </a:extLst>
            </p:cNvPr>
            <p:cNvSpPr/>
            <p:nvPr/>
          </p:nvSpPr>
          <p:spPr>
            <a:xfrm>
              <a:off x="-59287350" y="2538900"/>
              <a:ext cx="82700" cy="22075"/>
            </a:xfrm>
            <a:custGeom>
              <a:avLst/>
              <a:gdLst/>
              <a:ahLst/>
              <a:cxnLst/>
              <a:rect l="l" t="t" r="r" b="b"/>
              <a:pathLst>
                <a:path w="3308" h="883" extrusionOk="0">
                  <a:moveTo>
                    <a:pt x="410" y="0"/>
                  </a:moveTo>
                  <a:cubicBezTo>
                    <a:pt x="189" y="0"/>
                    <a:pt x="0" y="221"/>
                    <a:pt x="0" y="441"/>
                  </a:cubicBezTo>
                  <a:cubicBezTo>
                    <a:pt x="0" y="662"/>
                    <a:pt x="189" y="882"/>
                    <a:pt x="410" y="882"/>
                  </a:cubicBezTo>
                  <a:lnTo>
                    <a:pt x="2899" y="882"/>
                  </a:lnTo>
                  <a:cubicBezTo>
                    <a:pt x="3151" y="882"/>
                    <a:pt x="3308" y="662"/>
                    <a:pt x="3308" y="441"/>
                  </a:cubicBezTo>
                  <a:cubicBezTo>
                    <a:pt x="3308" y="221"/>
                    <a:pt x="3151" y="0"/>
                    <a:pt x="2899" y="0"/>
                  </a:cubicBezTo>
                  <a:close/>
                </a:path>
              </a:pathLst>
            </a:custGeom>
            <a:grpFill/>
            <a:ln>
              <a:noFill/>
            </a:ln>
          </p:spPr>
          <p:txBody>
            <a:bodyPr spcFirstLastPara="1" wrap="square" lIns="62728" tIns="62728" rIns="62728" bIns="62728" anchor="ctr" anchorCtr="0">
              <a:noAutofit/>
            </a:bodyPr>
            <a:lstStyle/>
            <a:p>
              <a:endParaRPr sz="764"/>
            </a:p>
          </p:txBody>
        </p:sp>
        <p:sp>
          <p:nvSpPr>
            <p:cNvPr id="498" name="Google Shape;4795;p59">
              <a:extLst>
                <a:ext uri="{FF2B5EF4-FFF2-40B4-BE49-F238E27FC236}">
                  <a16:creationId xmlns:a16="http://schemas.microsoft.com/office/drawing/2014/main" id="{1D2E7085-1B25-45DC-B766-ACC1E1708B64}"/>
                </a:ext>
              </a:extLst>
            </p:cNvPr>
            <p:cNvSpPr/>
            <p:nvPr/>
          </p:nvSpPr>
          <p:spPr>
            <a:xfrm>
              <a:off x="-59439375" y="2425425"/>
              <a:ext cx="125250" cy="134750"/>
            </a:xfrm>
            <a:custGeom>
              <a:avLst/>
              <a:gdLst/>
              <a:ahLst/>
              <a:cxnLst/>
              <a:rect l="l" t="t" r="r" b="b"/>
              <a:pathLst>
                <a:path w="5010" h="5390" extrusionOk="0">
                  <a:moveTo>
                    <a:pt x="2518" y="855"/>
                  </a:moveTo>
                  <a:cubicBezTo>
                    <a:pt x="2722" y="855"/>
                    <a:pt x="2928" y="925"/>
                    <a:pt x="3088" y="1074"/>
                  </a:cubicBezTo>
                  <a:cubicBezTo>
                    <a:pt x="3277" y="1294"/>
                    <a:pt x="3340" y="1609"/>
                    <a:pt x="3277" y="1924"/>
                  </a:cubicBezTo>
                  <a:cubicBezTo>
                    <a:pt x="3183" y="2176"/>
                    <a:pt x="2994" y="2428"/>
                    <a:pt x="2710" y="2460"/>
                  </a:cubicBezTo>
                  <a:cubicBezTo>
                    <a:pt x="2626" y="2485"/>
                    <a:pt x="2546" y="2497"/>
                    <a:pt x="2469" y="2497"/>
                  </a:cubicBezTo>
                  <a:cubicBezTo>
                    <a:pt x="2260" y="2497"/>
                    <a:pt x="2076" y="2409"/>
                    <a:pt x="1891" y="2271"/>
                  </a:cubicBezTo>
                  <a:cubicBezTo>
                    <a:pt x="1702" y="2019"/>
                    <a:pt x="1607" y="1704"/>
                    <a:pt x="1702" y="1452"/>
                  </a:cubicBezTo>
                  <a:cubicBezTo>
                    <a:pt x="1802" y="1070"/>
                    <a:pt x="2158" y="855"/>
                    <a:pt x="2518" y="855"/>
                  </a:cubicBezTo>
                  <a:close/>
                  <a:moveTo>
                    <a:pt x="2521" y="3342"/>
                  </a:moveTo>
                  <a:cubicBezTo>
                    <a:pt x="3309" y="3342"/>
                    <a:pt x="3939" y="3846"/>
                    <a:pt x="4159" y="4539"/>
                  </a:cubicBezTo>
                  <a:lnTo>
                    <a:pt x="914" y="4539"/>
                  </a:lnTo>
                  <a:cubicBezTo>
                    <a:pt x="1103" y="3846"/>
                    <a:pt x="1733" y="3342"/>
                    <a:pt x="2521" y="3342"/>
                  </a:cubicBezTo>
                  <a:close/>
                  <a:moveTo>
                    <a:pt x="2473" y="0"/>
                  </a:moveTo>
                  <a:cubicBezTo>
                    <a:pt x="1781" y="0"/>
                    <a:pt x="1110" y="436"/>
                    <a:pt x="914" y="1200"/>
                  </a:cubicBezTo>
                  <a:cubicBezTo>
                    <a:pt x="757" y="1798"/>
                    <a:pt x="914" y="2334"/>
                    <a:pt x="1292" y="2775"/>
                  </a:cubicBezTo>
                  <a:cubicBezTo>
                    <a:pt x="568" y="3216"/>
                    <a:pt x="1" y="4004"/>
                    <a:pt x="1" y="4949"/>
                  </a:cubicBezTo>
                  <a:cubicBezTo>
                    <a:pt x="1" y="5169"/>
                    <a:pt x="190" y="5390"/>
                    <a:pt x="410" y="5390"/>
                  </a:cubicBezTo>
                  <a:lnTo>
                    <a:pt x="4537" y="5390"/>
                  </a:lnTo>
                  <a:cubicBezTo>
                    <a:pt x="4758" y="5390"/>
                    <a:pt x="4978" y="5169"/>
                    <a:pt x="4978" y="4949"/>
                  </a:cubicBezTo>
                  <a:cubicBezTo>
                    <a:pt x="5010" y="4035"/>
                    <a:pt x="4506" y="3216"/>
                    <a:pt x="3718" y="2807"/>
                  </a:cubicBezTo>
                  <a:cubicBezTo>
                    <a:pt x="3907" y="2618"/>
                    <a:pt x="4033" y="2397"/>
                    <a:pt x="4096" y="2113"/>
                  </a:cubicBezTo>
                  <a:cubicBezTo>
                    <a:pt x="4254" y="1515"/>
                    <a:pt x="4096" y="916"/>
                    <a:pt x="3655" y="507"/>
                  </a:cubicBezTo>
                  <a:cubicBezTo>
                    <a:pt x="3322" y="161"/>
                    <a:pt x="2894" y="0"/>
                    <a:pt x="2473" y="0"/>
                  </a:cubicBezTo>
                  <a:close/>
                </a:path>
              </a:pathLst>
            </a:custGeom>
            <a:grpFill/>
            <a:ln>
              <a:noFill/>
            </a:ln>
          </p:spPr>
          <p:txBody>
            <a:bodyPr spcFirstLastPara="1" wrap="square" lIns="62728" tIns="62728" rIns="62728" bIns="62728" anchor="ctr" anchorCtr="0">
              <a:noAutofit/>
            </a:bodyPr>
            <a:lstStyle/>
            <a:p>
              <a:endParaRPr sz="764"/>
            </a:p>
          </p:txBody>
        </p:sp>
        <p:sp>
          <p:nvSpPr>
            <p:cNvPr id="499" name="Google Shape;4796;p59">
              <a:extLst>
                <a:ext uri="{FF2B5EF4-FFF2-40B4-BE49-F238E27FC236}">
                  <a16:creationId xmlns:a16="http://schemas.microsoft.com/office/drawing/2014/main" id="{28B3BAFC-D1C0-4891-820F-3D523392F635}"/>
                </a:ext>
              </a:extLst>
            </p:cNvPr>
            <p:cNvSpPr/>
            <p:nvPr/>
          </p:nvSpPr>
          <p:spPr>
            <a:xfrm>
              <a:off x="-59327525" y="2325450"/>
              <a:ext cx="13400" cy="13425"/>
            </a:xfrm>
            <a:custGeom>
              <a:avLst/>
              <a:gdLst/>
              <a:ahLst/>
              <a:cxnLst/>
              <a:rect l="l" t="t" r="r" b="b"/>
              <a:pathLst>
                <a:path w="536" h="537" extrusionOk="0">
                  <a:moveTo>
                    <a:pt x="252" y="1"/>
                  </a:moveTo>
                  <a:cubicBezTo>
                    <a:pt x="95" y="1"/>
                    <a:pt x="0" y="127"/>
                    <a:pt x="0" y="284"/>
                  </a:cubicBezTo>
                  <a:cubicBezTo>
                    <a:pt x="0" y="442"/>
                    <a:pt x="95" y="536"/>
                    <a:pt x="252" y="536"/>
                  </a:cubicBezTo>
                  <a:cubicBezTo>
                    <a:pt x="410" y="536"/>
                    <a:pt x="536" y="442"/>
                    <a:pt x="536" y="284"/>
                  </a:cubicBezTo>
                  <a:cubicBezTo>
                    <a:pt x="536" y="127"/>
                    <a:pt x="410" y="1"/>
                    <a:pt x="252"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76" name="Google Shape;4797;p59">
            <a:extLst>
              <a:ext uri="{FF2B5EF4-FFF2-40B4-BE49-F238E27FC236}">
                <a16:creationId xmlns:a16="http://schemas.microsoft.com/office/drawing/2014/main" id="{E79B3231-E3EE-4379-BA9B-DB3C42057532}"/>
              </a:ext>
            </a:extLst>
          </p:cNvPr>
          <p:cNvGrpSpPr/>
          <p:nvPr/>
        </p:nvGrpSpPr>
        <p:grpSpPr>
          <a:xfrm>
            <a:off x="1106092" y="2853197"/>
            <a:ext cx="240931" cy="239628"/>
            <a:chOff x="-64401400" y="1914475"/>
            <a:chExt cx="319000" cy="317275"/>
          </a:xfrm>
          <a:solidFill>
            <a:schemeClr val="tx1"/>
          </a:solidFill>
        </p:grpSpPr>
        <p:sp>
          <p:nvSpPr>
            <p:cNvPr id="491" name="Google Shape;4798;p59">
              <a:extLst>
                <a:ext uri="{FF2B5EF4-FFF2-40B4-BE49-F238E27FC236}">
                  <a16:creationId xmlns:a16="http://schemas.microsoft.com/office/drawing/2014/main" id="{9B800695-BCF5-4F30-BC64-38754EFDD4C7}"/>
                </a:ext>
              </a:extLst>
            </p:cNvPr>
            <p:cNvSpPr/>
            <p:nvPr/>
          </p:nvSpPr>
          <p:spPr>
            <a:xfrm>
              <a:off x="-64401400" y="1914475"/>
              <a:ext cx="319000" cy="317275"/>
            </a:xfrm>
            <a:custGeom>
              <a:avLst/>
              <a:gdLst/>
              <a:ahLst/>
              <a:cxnLst/>
              <a:rect l="l" t="t" r="r" b="b"/>
              <a:pathLst>
                <a:path w="12760" h="12691" extrusionOk="0">
                  <a:moveTo>
                    <a:pt x="4726" y="1317"/>
                  </a:moveTo>
                  <a:lnTo>
                    <a:pt x="4726" y="2703"/>
                  </a:lnTo>
                  <a:cubicBezTo>
                    <a:pt x="4663" y="2735"/>
                    <a:pt x="4600" y="2829"/>
                    <a:pt x="4569" y="2861"/>
                  </a:cubicBezTo>
                  <a:lnTo>
                    <a:pt x="4065" y="3554"/>
                  </a:lnTo>
                  <a:cubicBezTo>
                    <a:pt x="3970" y="3176"/>
                    <a:pt x="3907" y="2703"/>
                    <a:pt x="3907" y="2388"/>
                  </a:cubicBezTo>
                  <a:cubicBezTo>
                    <a:pt x="3876" y="1947"/>
                    <a:pt x="3970" y="1632"/>
                    <a:pt x="4222" y="1475"/>
                  </a:cubicBezTo>
                  <a:cubicBezTo>
                    <a:pt x="4348" y="1349"/>
                    <a:pt x="4537" y="1317"/>
                    <a:pt x="4726" y="1317"/>
                  </a:cubicBezTo>
                  <a:close/>
                  <a:moveTo>
                    <a:pt x="7046" y="813"/>
                  </a:moveTo>
                  <a:cubicBezTo>
                    <a:pt x="7507" y="813"/>
                    <a:pt x="7937" y="916"/>
                    <a:pt x="8286" y="1128"/>
                  </a:cubicBezTo>
                  <a:cubicBezTo>
                    <a:pt x="8759" y="1412"/>
                    <a:pt x="8979" y="1821"/>
                    <a:pt x="8948" y="2420"/>
                  </a:cubicBezTo>
                  <a:cubicBezTo>
                    <a:pt x="8948" y="2703"/>
                    <a:pt x="8853" y="3113"/>
                    <a:pt x="8790" y="3554"/>
                  </a:cubicBezTo>
                  <a:lnTo>
                    <a:pt x="8286" y="2861"/>
                  </a:lnTo>
                  <a:cubicBezTo>
                    <a:pt x="8066" y="2609"/>
                    <a:pt x="7814" y="2451"/>
                    <a:pt x="7499" y="2451"/>
                  </a:cubicBezTo>
                  <a:lnTo>
                    <a:pt x="5514" y="2451"/>
                  </a:lnTo>
                  <a:lnTo>
                    <a:pt x="5514" y="1160"/>
                  </a:lnTo>
                  <a:cubicBezTo>
                    <a:pt x="6020" y="931"/>
                    <a:pt x="6551" y="813"/>
                    <a:pt x="7046" y="813"/>
                  </a:cubicBezTo>
                  <a:close/>
                  <a:moveTo>
                    <a:pt x="7530" y="3334"/>
                  </a:moveTo>
                  <a:cubicBezTo>
                    <a:pt x="7562" y="3334"/>
                    <a:pt x="7593" y="3365"/>
                    <a:pt x="7656" y="3365"/>
                  </a:cubicBezTo>
                  <a:lnTo>
                    <a:pt x="8601" y="4657"/>
                  </a:lnTo>
                  <a:cubicBezTo>
                    <a:pt x="8444" y="5917"/>
                    <a:pt x="7688" y="7177"/>
                    <a:pt x="6427" y="7177"/>
                  </a:cubicBezTo>
                  <a:cubicBezTo>
                    <a:pt x="5167" y="7177"/>
                    <a:pt x="4411" y="5980"/>
                    <a:pt x="4254" y="4657"/>
                  </a:cubicBezTo>
                  <a:lnTo>
                    <a:pt x="5199" y="3365"/>
                  </a:lnTo>
                  <a:cubicBezTo>
                    <a:pt x="5230" y="3334"/>
                    <a:pt x="5293" y="3334"/>
                    <a:pt x="5325" y="3334"/>
                  </a:cubicBezTo>
                  <a:close/>
                  <a:moveTo>
                    <a:pt x="5199" y="7681"/>
                  </a:moveTo>
                  <a:cubicBezTo>
                    <a:pt x="5608" y="7902"/>
                    <a:pt x="5986" y="8028"/>
                    <a:pt x="6427" y="8028"/>
                  </a:cubicBezTo>
                  <a:cubicBezTo>
                    <a:pt x="6869" y="8028"/>
                    <a:pt x="7310" y="7902"/>
                    <a:pt x="7688" y="7713"/>
                  </a:cubicBezTo>
                  <a:lnTo>
                    <a:pt x="7688" y="7807"/>
                  </a:lnTo>
                  <a:cubicBezTo>
                    <a:pt x="7688" y="8028"/>
                    <a:pt x="7719" y="8185"/>
                    <a:pt x="7814" y="8343"/>
                  </a:cubicBezTo>
                  <a:lnTo>
                    <a:pt x="6427" y="9634"/>
                  </a:lnTo>
                  <a:lnTo>
                    <a:pt x="5073" y="8280"/>
                  </a:lnTo>
                  <a:cubicBezTo>
                    <a:pt x="5167" y="8122"/>
                    <a:pt x="5199" y="7965"/>
                    <a:pt x="5199" y="7776"/>
                  </a:cubicBezTo>
                  <a:lnTo>
                    <a:pt x="5199" y="7681"/>
                  </a:lnTo>
                  <a:close/>
                  <a:moveTo>
                    <a:pt x="4537" y="8878"/>
                  </a:moveTo>
                  <a:lnTo>
                    <a:pt x="5829" y="10170"/>
                  </a:lnTo>
                  <a:lnTo>
                    <a:pt x="5230" y="10769"/>
                  </a:lnTo>
                  <a:lnTo>
                    <a:pt x="4065" y="9036"/>
                  </a:lnTo>
                  <a:cubicBezTo>
                    <a:pt x="4222" y="9036"/>
                    <a:pt x="4380" y="9004"/>
                    <a:pt x="4537" y="8878"/>
                  </a:cubicBezTo>
                  <a:close/>
                  <a:moveTo>
                    <a:pt x="8318" y="8878"/>
                  </a:moveTo>
                  <a:cubicBezTo>
                    <a:pt x="8475" y="8973"/>
                    <a:pt x="8633" y="9036"/>
                    <a:pt x="8790" y="9036"/>
                  </a:cubicBezTo>
                  <a:lnTo>
                    <a:pt x="7593" y="10769"/>
                  </a:lnTo>
                  <a:lnTo>
                    <a:pt x="7026" y="10170"/>
                  </a:lnTo>
                  <a:lnTo>
                    <a:pt x="8318" y="8878"/>
                  </a:lnTo>
                  <a:close/>
                  <a:moveTo>
                    <a:pt x="10460" y="9067"/>
                  </a:moveTo>
                  <a:cubicBezTo>
                    <a:pt x="11279" y="9067"/>
                    <a:pt x="11941" y="9760"/>
                    <a:pt x="11941" y="10580"/>
                  </a:cubicBezTo>
                  <a:lnTo>
                    <a:pt x="11941" y="11840"/>
                  </a:lnTo>
                  <a:lnTo>
                    <a:pt x="7814" y="11840"/>
                  </a:lnTo>
                  <a:cubicBezTo>
                    <a:pt x="7908" y="11808"/>
                    <a:pt x="8003" y="11745"/>
                    <a:pt x="8034" y="11682"/>
                  </a:cubicBezTo>
                  <a:lnTo>
                    <a:pt x="9798" y="9067"/>
                  </a:lnTo>
                  <a:close/>
                  <a:moveTo>
                    <a:pt x="3088" y="9067"/>
                  </a:moveTo>
                  <a:lnTo>
                    <a:pt x="4852" y="11651"/>
                  </a:lnTo>
                  <a:cubicBezTo>
                    <a:pt x="4915" y="11745"/>
                    <a:pt x="5041" y="11808"/>
                    <a:pt x="5167" y="11840"/>
                  </a:cubicBezTo>
                  <a:lnTo>
                    <a:pt x="5199" y="11840"/>
                  </a:lnTo>
                  <a:cubicBezTo>
                    <a:pt x="5325" y="11840"/>
                    <a:pt x="5419" y="11808"/>
                    <a:pt x="5482" y="11714"/>
                  </a:cubicBezTo>
                  <a:lnTo>
                    <a:pt x="6427" y="10769"/>
                  </a:lnTo>
                  <a:lnTo>
                    <a:pt x="7404" y="11745"/>
                  </a:lnTo>
                  <a:cubicBezTo>
                    <a:pt x="7436" y="11777"/>
                    <a:pt x="7530" y="11840"/>
                    <a:pt x="7593" y="11871"/>
                  </a:cubicBezTo>
                  <a:lnTo>
                    <a:pt x="914" y="11871"/>
                  </a:lnTo>
                  <a:lnTo>
                    <a:pt x="914" y="11840"/>
                  </a:lnTo>
                  <a:lnTo>
                    <a:pt x="914" y="10580"/>
                  </a:lnTo>
                  <a:cubicBezTo>
                    <a:pt x="914" y="9760"/>
                    <a:pt x="1576" y="9067"/>
                    <a:pt x="2395" y="9067"/>
                  </a:cubicBezTo>
                  <a:close/>
                  <a:moveTo>
                    <a:pt x="7043" y="1"/>
                  </a:moveTo>
                  <a:cubicBezTo>
                    <a:pt x="6380" y="1"/>
                    <a:pt x="5673" y="166"/>
                    <a:pt x="5010" y="498"/>
                  </a:cubicBezTo>
                  <a:cubicBezTo>
                    <a:pt x="4898" y="477"/>
                    <a:pt x="4788" y="467"/>
                    <a:pt x="4680" y="467"/>
                  </a:cubicBezTo>
                  <a:cubicBezTo>
                    <a:pt x="4300" y="467"/>
                    <a:pt x="3942" y="592"/>
                    <a:pt x="3624" y="813"/>
                  </a:cubicBezTo>
                  <a:cubicBezTo>
                    <a:pt x="3308" y="1034"/>
                    <a:pt x="2962" y="1506"/>
                    <a:pt x="2962" y="2388"/>
                  </a:cubicBezTo>
                  <a:cubicBezTo>
                    <a:pt x="2962" y="3144"/>
                    <a:pt x="3277" y="4405"/>
                    <a:pt x="3340" y="4625"/>
                  </a:cubicBezTo>
                  <a:cubicBezTo>
                    <a:pt x="3466" y="5570"/>
                    <a:pt x="3781" y="6389"/>
                    <a:pt x="4285" y="6988"/>
                  </a:cubicBezTo>
                  <a:lnTo>
                    <a:pt x="4285" y="7744"/>
                  </a:lnTo>
                  <a:cubicBezTo>
                    <a:pt x="4285" y="8028"/>
                    <a:pt x="4065" y="8248"/>
                    <a:pt x="3781" y="8248"/>
                  </a:cubicBezTo>
                  <a:lnTo>
                    <a:pt x="2332" y="8248"/>
                  </a:lnTo>
                  <a:cubicBezTo>
                    <a:pt x="1072" y="8248"/>
                    <a:pt x="0" y="9288"/>
                    <a:pt x="0" y="10580"/>
                  </a:cubicBezTo>
                  <a:lnTo>
                    <a:pt x="0" y="12281"/>
                  </a:lnTo>
                  <a:cubicBezTo>
                    <a:pt x="0" y="12501"/>
                    <a:pt x="189" y="12690"/>
                    <a:pt x="410" y="12690"/>
                  </a:cubicBezTo>
                  <a:lnTo>
                    <a:pt x="12256" y="12690"/>
                  </a:lnTo>
                  <a:cubicBezTo>
                    <a:pt x="12508" y="12690"/>
                    <a:pt x="12697" y="12501"/>
                    <a:pt x="12697" y="12281"/>
                  </a:cubicBezTo>
                  <a:lnTo>
                    <a:pt x="12697" y="10580"/>
                  </a:lnTo>
                  <a:cubicBezTo>
                    <a:pt x="12760" y="9319"/>
                    <a:pt x="11689" y="8248"/>
                    <a:pt x="10429" y="8248"/>
                  </a:cubicBezTo>
                  <a:lnTo>
                    <a:pt x="8979" y="8248"/>
                  </a:lnTo>
                  <a:cubicBezTo>
                    <a:pt x="8696" y="8248"/>
                    <a:pt x="8475" y="8028"/>
                    <a:pt x="8475" y="7744"/>
                  </a:cubicBezTo>
                  <a:lnTo>
                    <a:pt x="8475" y="6957"/>
                  </a:lnTo>
                  <a:cubicBezTo>
                    <a:pt x="8979" y="6358"/>
                    <a:pt x="9294" y="5539"/>
                    <a:pt x="9389" y="4625"/>
                  </a:cubicBezTo>
                  <a:cubicBezTo>
                    <a:pt x="9546" y="4121"/>
                    <a:pt x="9735" y="3050"/>
                    <a:pt x="9767" y="2420"/>
                  </a:cubicBezTo>
                  <a:cubicBezTo>
                    <a:pt x="9767" y="1538"/>
                    <a:pt x="9420" y="845"/>
                    <a:pt x="8664" y="404"/>
                  </a:cubicBezTo>
                  <a:cubicBezTo>
                    <a:pt x="8202" y="135"/>
                    <a:pt x="7640" y="1"/>
                    <a:pt x="7043" y="1"/>
                  </a:cubicBezTo>
                  <a:close/>
                </a:path>
              </a:pathLst>
            </a:custGeom>
            <a:grpFill/>
            <a:ln>
              <a:noFill/>
            </a:ln>
          </p:spPr>
          <p:txBody>
            <a:bodyPr spcFirstLastPara="1" wrap="square" lIns="62728" tIns="62728" rIns="62728" bIns="62728" anchor="ctr" anchorCtr="0">
              <a:noAutofit/>
            </a:bodyPr>
            <a:lstStyle/>
            <a:p>
              <a:endParaRPr sz="764"/>
            </a:p>
          </p:txBody>
        </p:sp>
        <p:sp>
          <p:nvSpPr>
            <p:cNvPr id="492" name="Google Shape;4799;p59">
              <a:extLst>
                <a:ext uri="{FF2B5EF4-FFF2-40B4-BE49-F238E27FC236}">
                  <a16:creationId xmlns:a16="http://schemas.microsoft.com/office/drawing/2014/main" id="{A7A972A4-C3D4-41E4-943A-91FF60844BD4}"/>
                </a:ext>
              </a:extLst>
            </p:cNvPr>
            <p:cNvSpPr/>
            <p:nvPr/>
          </p:nvSpPr>
          <p:spPr>
            <a:xfrm>
              <a:off x="-64172200" y="2175800"/>
              <a:ext cx="48850" cy="22075"/>
            </a:xfrm>
            <a:custGeom>
              <a:avLst/>
              <a:gdLst/>
              <a:ahLst/>
              <a:cxnLst/>
              <a:rect l="l" t="t" r="r" b="b"/>
              <a:pathLst>
                <a:path w="1954" h="883" extrusionOk="0">
                  <a:moveTo>
                    <a:pt x="410" y="1"/>
                  </a:moveTo>
                  <a:cubicBezTo>
                    <a:pt x="158" y="1"/>
                    <a:pt x="0" y="190"/>
                    <a:pt x="0" y="442"/>
                  </a:cubicBezTo>
                  <a:cubicBezTo>
                    <a:pt x="0" y="662"/>
                    <a:pt x="221" y="883"/>
                    <a:pt x="410" y="883"/>
                  </a:cubicBezTo>
                  <a:lnTo>
                    <a:pt x="1513" y="883"/>
                  </a:lnTo>
                  <a:cubicBezTo>
                    <a:pt x="1765" y="883"/>
                    <a:pt x="1891" y="662"/>
                    <a:pt x="1891" y="442"/>
                  </a:cubicBezTo>
                  <a:cubicBezTo>
                    <a:pt x="1954" y="190"/>
                    <a:pt x="1733" y="1"/>
                    <a:pt x="1513" y="1"/>
                  </a:cubicBezTo>
                  <a:close/>
                </a:path>
              </a:pathLst>
            </a:custGeom>
            <a:grpFill/>
            <a:ln>
              <a:noFill/>
            </a:ln>
          </p:spPr>
          <p:txBody>
            <a:bodyPr spcFirstLastPara="1" wrap="square" lIns="62728" tIns="62728" rIns="62728" bIns="62728" anchor="ctr" anchorCtr="0">
              <a:noAutofit/>
            </a:bodyPr>
            <a:lstStyle/>
            <a:p>
              <a:endParaRPr sz="764"/>
            </a:p>
          </p:txBody>
        </p:sp>
        <p:sp>
          <p:nvSpPr>
            <p:cNvPr id="493" name="Google Shape;4800;p59">
              <a:extLst>
                <a:ext uri="{FF2B5EF4-FFF2-40B4-BE49-F238E27FC236}">
                  <a16:creationId xmlns:a16="http://schemas.microsoft.com/office/drawing/2014/main" id="{AADE3991-352C-4E9F-968D-DC57FB339356}"/>
                </a:ext>
              </a:extLst>
            </p:cNvPr>
            <p:cNvSpPr/>
            <p:nvPr/>
          </p:nvSpPr>
          <p:spPr>
            <a:xfrm>
              <a:off x="-64212375" y="2210450"/>
              <a:ext cx="5525" cy="25"/>
            </a:xfrm>
            <a:custGeom>
              <a:avLst/>
              <a:gdLst/>
              <a:ahLst/>
              <a:cxnLst/>
              <a:rect l="l" t="t" r="r" b="b"/>
              <a:pathLst>
                <a:path w="221" h="1" extrusionOk="0">
                  <a:moveTo>
                    <a:pt x="1" y="1"/>
                  </a:moveTo>
                  <a:lnTo>
                    <a:pt x="221" y="1"/>
                  </a:lnTo>
                </a:path>
              </a:pathLst>
            </a:custGeom>
            <a:grpFill/>
            <a:ln>
              <a:noFill/>
            </a:ln>
          </p:spPr>
          <p:txBody>
            <a:bodyPr spcFirstLastPara="1" wrap="square" lIns="62728" tIns="62728" rIns="62728" bIns="62728" anchor="ctr" anchorCtr="0">
              <a:noAutofit/>
            </a:bodyPr>
            <a:lstStyle/>
            <a:p>
              <a:endParaRPr sz="764"/>
            </a:p>
          </p:txBody>
        </p:sp>
      </p:grpSp>
      <p:grpSp>
        <p:nvGrpSpPr>
          <p:cNvPr id="377" name="Google Shape;4801;p59">
            <a:extLst>
              <a:ext uri="{FF2B5EF4-FFF2-40B4-BE49-F238E27FC236}">
                <a16:creationId xmlns:a16="http://schemas.microsoft.com/office/drawing/2014/main" id="{E720DCCF-4088-467A-91B9-8420284F0ADD}"/>
              </a:ext>
            </a:extLst>
          </p:cNvPr>
          <p:cNvGrpSpPr/>
          <p:nvPr/>
        </p:nvGrpSpPr>
        <p:grpSpPr>
          <a:xfrm>
            <a:off x="1148330" y="3131364"/>
            <a:ext cx="156455" cy="238666"/>
            <a:chOff x="-64343900" y="2282125"/>
            <a:chExt cx="207150" cy="316000"/>
          </a:xfrm>
          <a:solidFill>
            <a:schemeClr val="tx1"/>
          </a:solidFill>
        </p:grpSpPr>
        <p:sp>
          <p:nvSpPr>
            <p:cNvPr id="489" name="Google Shape;4802;p59">
              <a:extLst>
                <a:ext uri="{FF2B5EF4-FFF2-40B4-BE49-F238E27FC236}">
                  <a16:creationId xmlns:a16="http://schemas.microsoft.com/office/drawing/2014/main" id="{12C30586-1E23-4207-B520-CF67DECAB2C8}"/>
                </a:ext>
              </a:extLst>
            </p:cNvPr>
            <p:cNvSpPr/>
            <p:nvPr/>
          </p:nvSpPr>
          <p:spPr>
            <a:xfrm>
              <a:off x="-64270650" y="2310475"/>
              <a:ext cx="61450" cy="147325"/>
            </a:xfrm>
            <a:custGeom>
              <a:avLst/>
              <a:gdLst/>
              <a:ahLst/>
              <a:cxnLst/>
              <a:rect l="l" t="t" r="r" b="b"/>
              <a:pathLst>
                <a:path w="2458" h="5893" extrusionOk="0">
                  <a:moveTo>
                    <a:pt x="1229" y="1"/>
                  </a:moveTo>
                  <a:cubicBezTo>
                    <a:pt x="1008" y="1"/>
                    <a:pt x="851" y="221"/>
                    <a:pt x="851" y="442"/>
                  </a:cubicBezTo>
                  <a:lnTo>
                    <a:pt x="851" y="726"/>
                  </a:lnTo>
                  <a:cubicBezTo>
                    <a:pt x="378" y="883"/>
                    <a:pt x="0" y="1356"/>
                    <a:pt x="0" y="1891"/>
                  </a:cubicBezTo>
                  <a:cubicBezTo>
                    <a:pt x="0" y="2584"/>
                    <a:pt x="567" y="2962"/>
                    <a:pt x="1008" y="3277"/>
                  </a:cubicBezTo>
                  <a:cubicBezTo>
                    <a:pt x="1323" y="3529"/>
                    <a:pt x="1670" y="3750"/>
                    <a:pt x="1670" y="4002"/>
                  </a:cubicBezTo>
                  <a:cubicBezTo>
                    <a:pt x="1670" y="4223"/>
                    <a:pt x="1481" y="4412"/>
                    <a:pt x="1229" y="4412"/>
                  </a:cubicBezTo>
                  <a:cubicBezTo>
                    <a:pt x="1008" y="4412"/>
                    <a:pt x="851" y="4223"/>
                    <a:pt x="851" y="4002"/>
                  </a:cubicBezTo>
                  <a:cubicBezTo>
                    <a:pt x="851" y="3750"/>
                    <a:pt x="630" y="3592"/>
                    <a:pt x="441" y="3592"/>
                  </a:cubicBezTo>
                  <a:cubicBezTo>
                    <a:pt x="221" y="3592"/>
                    <a:pt x="0" y="3781"/>
                    <a:pt x="0" y="4002"/>
                  </a:cubicBezTo>
                  <a:cubicBezTo>
                    <a:pt x="0" y="4538"/>
                    <a:pt x="378" y="4979"/>
                    <a:pt x="851" y="5168"/>
                  </a:cubicBezTo>
                  <a:lnTo>
                    <a:pt x="851" y="5451"/>
                  </a:lnTo>
                  <a:cubicBezTo>
                    <a:pt x="851" y="5672"/>
                    <a:pt x="1040" y="5892"/>
                    <a:pt x="1229" y="5892"/>
                  </a:cubicBezTo>
                  <a:cubicBezTo>
                    <a:pt x="1481" y="5829"/>
                    <a:pt x="1639" y="5640"/>
                    <a:pt x="1639" y="5451"/>
                  </a:cubicBezTo>
                  <a:lnTo>
                    <a:pt x="1639" y="5168"/>
                  </a:lnTo>
                  <a:cubicBezTo>
                    <a:pt x="2111" y="5010"/>
                    <a:pt x="2458" y="4538"/>
                    <a:pt x="2458" y="4002"/>
                  </a:cubicBezTo>
                  <a:cubicBezTo>
                    <a:pt x="2458" y="3309"/>
                    <a:pt x="1891" y="2931"/>
                    <a:pt x="1481" y="2616"/>
                  </a:cubicBezTo>
                  <a:cubicBezTo>
                    <a:pt x="1166" y="2364"/>
                    <a:pt x="788" y="2143"/>
                    <a:pt x="788" y="1891"/>
                  </a:cubicBezTo>
                  <a:cubicBezTo>
                    <a:pt x="788" y="1671"/>
                    <a:pt x="1008" y="1513"/>
                    <a:pt x="1197" y="1513"/>
                  </a:cubicBezTo>
                  <a:cubicBezTo>
                    <a:pt x="1418" y="1513"/>
                    <a:pt x="1639" y="1702"/>
                    <a:pt x="1639" y="1891"/>
                  </a:cubicBezTo>
                  <a:cubicBezTo>
                    <a:pt x="1639" y="2143"/>
                    <a:pt x="1828" y="2332"/>
                    <a:pt x="2017" y="2332"/>
                  </a:cubicBezTo>
                  <a:cubicBezTo>
                    <a:pt x="2269" y="2332"/>
                    <a:pt x="2458" y="2143"/>
                    <a:pt x="2458" y="1891"/>
                  </a:cubicBezTo>
                  <a:cubicBezTo>
                    <a:pt x="2458" y="1356"/>
                    <a:pt x="2111" y="915"/>
                    <a:pt x="1639" y="726"/>
                  </a:cubicBezTo>
                  <a:lnTo>
                    <a:pt x="1639" y="442"/>
                  </a:lnTo>
                  <a:cubicBezTo>
                    <a:pt x="1639" y="221"/>
                    <a:pt x="1418" y="1"/>
                    <a:pt x="1229" y="1"/>
                  </a:cubicBezTo>
                  <a:close/>
                </a:path>
              </a:pathLst>
            </a:custGeom>
            <a:grpFill/>
            <a:ln>
              <a:noFill/>
            </a:ln>
          </p:spPr>
          <p:txBody>
            <a:bodyPr spcFirstLastPara="1" wrap="square" lIns="62728" tIns="62728" rIns="62728" bIns="62728" anchor="ctr" anchorCtr="0">
              <a:noAutofit/>
            </a:bodyPr>
            <a:lstStyle/>
            <a:p>
              <a:endParaRPr sz="764"/>
            </a:p>
          </p:txBody>
        </p:sp>
        <p:sp>
          <p:nvSpPr>
            <p:cNvPr id="490" name="Google Shape;4803;p59">
              <a:extLst>
                <a:ext uri="{FF2B5EF4-FFF2-40B4-BE49-F238E27FC236}">
                  <a16:creationId xmlns:a16="http://schemas.microsoft.com/office/drawing/2014/main" id="{26144066-C16A-42B3-A419-54C375747A16}"/>
                </a:ext>
              </a:extLst>
            </p:cNvPr>
            <p:cNvSpPr/>
            <p:nvPr/>
          </p:nvSpPr>
          <p:spPr>
            <a:xfrm>
              <a:off x="-64343900" y="2282125"/>
              <a:ext cx="207150" cy="316000"/>
            </a:xfrm>
            <a:custGeom>
              <a:avLst/>
              <a:gdLst/>
              <a:ahLst/>
              <a:cxnLst/>
              <a:rect l="l" t="t" r="r" b="b"/>
              <a:pathLst>
                <a:path w="8286" h="12640" extrusionOk="0">
                  <a:moveTo>
                    <a:pt x="4159" y="788"/>
                  </a:moveTo>
                  <a:cubicBezTo>
                    <a:pt x="5986" y="788"/>
                    <a:pt x="7467" y="2301"/>
                    <a:pt x="7467" y="4096"/>
                  </a:cubicBezTo>
                  <a:cubicBezTo>
                    <a:pt x="7467" y="5924"/>
                    <a:pt x="5986" y="7404"/>
                    <a:pt x="4159" y="7404"/>
                  </a:cubicBezTo>
                  <a:cubicBezTo>
                    <a:pt x="2300" y="7404"/>
                    <a:pt x="851" y="5924"/>
                    <a:pt x="851" y="4096"/>
                  </a:cubicBezTo>
                  <a:cubicBezTo>
                    <a:pt x="851" y="2301"/>
                    <a:pt x="2363" y="788"/>
                    <a:pt x="4159" y="788"/>
                  </a:cubicBezTo>
                  <a:close/>
                  <a:moveTo>
                    <a:pt x="851" y="8917"/>
                  </a:moveTo>
                  <a:cubicBezTo>
                    <a:pt x="1513" y="8980"/>
                    <a:pt x="2206" y="9295"/>
                    <a:pt x="2773" y="9862"/>
                  </a:cubicBezTo>
                  <a:cubicBezTo>
                    <a:pt x="3340" y="10429"/>
                    <a:pt x="3655" y="11122"/>
                    <a:pt x="3718" y="11784"/>
                  </a:cubicBezTo>
                  <a:cubicBezTo>
                    <a:pt x="3056" y="11689"/>
                    <a:pt x="2395" y="11374"/>
                    <a:pt x="1796" y="10838"/>
                  </a:cubicBezTo>
                  <a:cubicBezTo>
                    <a:pt x="1261" y="10271"/>
                    <a:pt x="945" y="9578"/>
                    <a:pt x="851" y="8917"/>
                  </a:cubicBezTo>
                  <a:close/>
                  <a:moveTo>
                    <a:pt x="7467" y="8917"/>
                  </a:moveTo>
                  <a:lnTo>
                    <a:pt x="7467" y="8917"/>
                  </a:lnTo>
                  <a:cubicBezTo>
                    <a:pt x="7404" y="9578"/>
                    <a:pt x="7089" y="10240"/>
                    <a:pt x="6522" y="10838"/>
                  </a:cubicBezTo>
                  <a:cubicBezTo>
                    <a:pt x="5923" y="11374"/>
                    <a:pt x="5262" y="11689"/>
                    <a:pt x="4600" y="11784"/>
                  </a:cubicBezTo>
                  <a:cubicBezTo>
                    <a:pt x="4663" y="11122"/>
                    <a:pt x="4947" y="10429"/>
                    <a:pt x="5545" y="9862"/>
                  </a:cubicBezTo>
                  <a:cubicBezTo>
                    <a:pt x="6081" y="9295"/>
                    <a:pt x="6805" y="8980"/>
                    <a:pt x="7467" y="8917"/>
                  </a:cubicBezTo>
                  <a:close/>
                  <a:moveTo>
                    <a:pt x="4159" y="1"/>
                  </a:moveTo>
                  <a:cubicBezTo>
                    <a:pt x="1891" y="1"/>
                    <a:pt x="32" y="1860"/>
                    <a:pt x="32" y="4128"/>
                  </a:cubicBezTo>
                  <a:cubicBezTo>
                    <a:pt x="32" y="6270"/>
                    <a:pt x="1670" y="8034"/>
                    <a:pt x="3781" y="8223"/>
                  </a:cubicBezTo>
                  <a:lnTo>
                    <a:pt x="3781" y="9736"/>
                  </a:lnTo>
                  <a:cubicBezTo>
                    <a:pt x="3623" y="9578"/>
                    <a:pt x="3497" y="9421"/>
                    <a:pt x="3371" y="9295"/>
                  </a:cubicBezTo>
                  <a:cubicBezTo>
                    <a:pt x="2584" y="8507"/>
                    <a:pt x="1576" y="8066"/>
                    <a:pt x="410" y="8066"/>
                  </a:cubicBezTo>
                  <a:cubicBezTo>
                    <a:pt x="189" y="8066"/>
                    <a:pt x="32" y="8287"/>
                    <a:pt x="32" y="8476"/>
                  </a:cubicBezTo>
                  <a:cubicBezTo>
                    <a:pt x="0" y="9578"/>
                    <a:pt x="410" y="10649"/>
                    <a:pt x="1261" y="11437"/>
                  </a:cubicBezTo>
                  <a:cubicBezTo>
                    <a:pt x="2048" y="12225"/>
                    <a:pt x="3056" y="12634"/>
                    <a:pt x="4096" y="12634"/>
                  </a:cubicBezTo>
                  <a:lnTo>
                    <a:pt x="4159" y="12634"/>
                  </a:lnTo>
                  <a:cubicBezTo>
                    <a:pt x="4225" y="12638"/>
                    <a:pt x="4290" y="12640"/>
                    <a:pt x="4355" y="12640"/>
                  </a:cubicBezTo>
                  <a:cubicBezTo>
                    <a:pt x="5385" y="12640"/>
                    <a:pt x="6348" y="12178"/>
                    <a:pt x="7089" y="11437"/>
                  </a:cubicBezTo>
                  <a:cubicBezTo>
                    <a:pt x="7877" y="10649"/>
                    <a:pt x="8286" y="9610"/>
                    <a:pt x="8286" y="8476"/>
                  </a:cubicBezTo>
                  <a:cubicBezTo>
                    <a:pt x="8286" y="8223"/>
                    <a:pt x="8097" y="8066"/>
                    <a:pt x="7908" y="8066"/>
                  </a:cubicBezTo>
                  <a:cubicBezTo>
                    <a:pt x="7872" y="8065"/>
                    <a:pt x="7837" y="8064"/>
                    <a:pt x="7801" y="8064"/>
                  </a:cubicBezTo>
                  <a:cubicBezTo>
                    <a:pt x="6709" y="8064"/>
                    <a:pt x="5709" y="8532"/>
                    <a:pt x="4947" y="9295"/>
                  </a:cubicBezTo>
                  <a:cubicBezTo>
                    <a:pt x="4821" y="9452"/>
                    <a:pt x="4663" y="9578"/>
                    <a:pt x="4569" y="9736"/>
                  </a:cubicBezTo>
                  <a:lnTo>
                    <a:pt x="4569" y="8223"/>
                  </a:lnTo>
                  <a:cubicBezTo>
                    <a:pt x="6648" y="8034"/>
                    <a:pt x="8286" y="6270"/>
                    <a:pt x="8286" y="4128"/>
                  </a:cubicBezTo>
                  <a:cubicBezTo>
                    <a:pt x="8286" y="1860"/>
                    <a:pt x="6459" y="1"/>
                    <a:pt x="4159" y="1"/>
                  </a:cubicBezTo>
                  <a:close/>
                </a:path>
              </a:pathLst>
            </a:custGeom>
            <a:grpFill/>
            <a:ln>
              <a:noFill/>
            </a:ln>
          </p:spPr>
          <p:txBody>
            <a:bodyPr spcFirstLastPara="1" wrap="square" lIns="62728" tIns="62728" rIns="62728" bIns="62728" anchor="ctr" anchorCtr="0">
              <a:noAutofit/>
            </a:bodyPr>
            <a:lstStyle/>
            <a:p>
              <a:endParaRPr sz="764"/>
            </a:p>
          </p:txBody>
        </p:sp>
      </p:grpSp>
      <p:sp>
        <p:nvSpPr>
          <p:cNvPr id="378" name="Google Shape;4804;p59">
            <a:extLst>
              <a:ext uri="{FF2B5EF4-FFF2-40B4-BE49-F238E27FC236}">
                <a16:creationId xmlns:a16="http://schemas.microsoft.com/office/drawing/2014/main" id="{4A293B30-E470-4D9E-B5AB-84730E67B71D}"/>
              </a:ext>
            </a:extLst>
          </p:cNvPr>
          <p:cNvSpPr/>
          <p:nvPr/>
        </p:nvSpPr>
        <p:spPr>
          <a:xfrm>
            <a:off x="1105315" y="3406593"/>
            <a:ext cx="239742" cy="241536"/>
          </a:xfrm>
          <a:custGeom>
            <a:avLst/>
            <a:gdLst/>
            <a:ahLst/>
            <a:cxnLst/>
            <a:rect l="l" t="t" r="r" b="b"/>
            <a:pathLst>
              <a:path w="12697" h="12792" extrusionOk="0">
                <a:moveTo>
                  <a:pt x="7310" y="3435"/>
                </a:moveTo>
                <a:cubicBezTo>
                  <a:pt x="7404" y="3435"/>
                  <a:pt x="7467" y="3498"/>
                  <a:pt x="7436" y="3624"/>
                </a:cubicBezTo>
                <a:cubicBezTo>
                  <a:pt x="7310" y="3939"/>
                  <a:pt x="7247" y="4223"/>
                  <a:pt x="7215" y="4538"/>
                </a:cubicBezTo>
                <a:lnTo>
                  <a:pt x="5419" y="4538"/>
                </a:lnTo>
                <a:cubicBezTo>
                  <a:pt x="5388" y="4223"/>
                  <a:pt x="5293" y="3908"/>
                  <a:pt x="5199" y="3624"/>
                </a:cubicBezTo>
                <a:cubicBezTo>
                  <a:pt x="5167" y="3498"/>
                  <a:pt x="5230" y="3435"/>
                  <a:pt x="5325" y="3435"/>
                </a:cubicBezTo>
                <a:close/>
                <a:moveTo>
                  <a:pt x="7121" y="5357"/>
                </a:moveTo>
                <a:cubicBezTo>
                  <a:pt x="7089" y="6428"/>
                  <a:pt x="7310" y="7436"/>
                  <a:pt x="7845" y="8381"/>
                </a:cubicBezTo>
                <a:lnTo>
                  <a:pt x="8003" y="8665"/>
                </a:lnTo>
                <a:lnTo>
                  <a:pt x="4726" y="8665"/>
                </a:lnTo>
                <a:lnTo>
                  <a:pt x="4852" y="8381"/>
                </a:lnTo>
                <a:cubicBezTo>
                  <a:pt x="5356" y="7436"/>
                  <a:pt x="5577" y="6396"/>
                  <a:pt x="5545" y="5357"/>
                </a:cubicBezTo>
                <a:close/>
                <a:moveTo>
                  <a:pt x="8381" y="9484"/>
                </a:moveTo>
                <a:cubicBezTo>
                  <a:pt x="8633" y="9484"/>
                  <a:pt x="8790" y="9704"/>
                  <a:pt x="8790" y="9925"/>
                </a:cubicBezTo>
                <a:lnTo>
                  <a:pt x="8790" y="10335"/>
                </a:lnTo>
                <a:lnTo>
                  <a:pt x="3813" y="10335"/>
                </a:lnTo>
                <a:lnTo>
                  <a:pt x="3813" y="9925"/>
                </a:lnTo>
                <a:lnTo>
                  <a:pt x="3844" y="9925"/>
                </a:lnTo>
                <a:cubicBezTo>
                  <a:pt x="3844" y="9704"/>
                  <a:pt x="4065" y="9484"/>
                  <a:pt x="4254" y="9484"/>
                </a:cubicBezTo>
                <a:close/>
                <a:moveTo>
                  <a:pt x="9200" y="11154"/>
                </a:moveTo>
                <a:cubicBezTo>
                  <a:pt x="9452" y="11154"/>
                  <a:pt x="9609" y="11343"/>
                  <a:pt x="9609" y="11595"/>
                </a:cubicBezTo>
                <a:lnTo>
                  <a:pt x="9609" y="12004"/>
                </a:lnTo>
                <a:lnTo>
                  <a:pt x="2993" y="12004"/>
                </a:lnTo>
                <a:lnTo>
                  <a:pt x="2993" y="11595"/>
                </a:lnTo>
                <a:lnTo>
                  <a:pt x="3025" y="11595"/>
                </a:lnTo>
                <a:cubicBezTo>
                  <a:pt x="3025" y="11343"/>
                  <a:pt x="3214" y="11154"/>
                  <a:pt x="3435" y="11154"/>
                </a:cubicBezTo>
                <a:close/>
                <a:moveTo>
                  <a:pt x="6333" y="1"/>
                </a:moveTo>
                <a:cubicBezTo>
                  <a:pt x="6144" y="1"/>
                  <a:pt x="5955" y="190"/>
                  <a:pt x="5955" y="442"/>
                </a:cubicBezTo>
                <a:lnTo>
                  <a:pt x="5955" y="883"/>
                </a:lnTo>
                <a:lnTo>
                  <a:pt x="5514" y="883"/>
                </a:lnTo>
                <a:cubicBezTo>
                  <a:pt x="5262" y="883"/>
                  <a:pt x="5104" y="1072"/>
                  <a:pt x="5104" y="1261"/>
                </a:cubicBezTo>
                <a:cubicBezTo>
                  <a:pt x="5104" y="1513"/>
                  <a:pt x="5325" y="1702"/>
                  <a:pt x="5514" y="1702"/>
                </a:cubicBezTo>
                <a:lnTo>
                  <a:pt x="5955" y="1702"/>
                </a:lnTo>
                <a:lnTo>
                  <a:pt x="5955" y="2521"/>
                </a:lnTo>
                <a:lnTo>
                  <a:pt x="5356" y="2521"/>
                </a:lnTo>
                <a:cubicBezTo>
                  <a:pt x="4695" y="2521"/>
                  <a:pt x="4222" y="3183"/>
                  <a:pt x="4443" y="3813"/>
                </a:cubicBezTo>
                <a:cubicBezTo>
                  <a:pt x="4537" y="4034"/>
                  <a:pt x="4569" y="4254"/>
                  <a:pt x="4632" y="4443"/>
                </a:cubicBezTo>
                <a:lnTo>
                  <a:pt x="4285" y="4443"/>
                </a:lnTo>
                <a:cubicBezTo>
                  <a:pt x="4065" y="4443"/>
                  <a:pt x="3907" y="4664"/>
                  <a:pt x="3907" y="4884"/>
                </a:cubicBezTo>
                <a:cubicBezTo>
                  <a:pt x="3907" y="5136"/>
                  <a:pt x="4096" y="5325"/>
                  <a:pt x="4285" y="5325"/>
                </a:cubicBezTo>
                <a:lnTo>
                  <a:pt x="4726" y="5325"/>
                </a:lnTo>
                <a:cubicBezTo>
                  <a:pt x="4821" y="6901"/>
                  <a:pt x="4191" y="7846"/>
                  <a:pt x="3718" y="8791"/>
                </a:cubicBezTo>
                <a:cubicBezTo>
                  <a:pt x="3308" y="8980"/>
                  <a:pt x="3025" y="9421"/>
                  <a:pt x="3025" y="9893"/>
                </a:cubicBezTo>
                <a:lnTo>
                  <a:pt x="3025" y="10366"/>
                </a:lnTo>
                <a:cubicBezTo>
                  <a:pt x="2552" y="10524"/>
                  <a:pt x="2206" y="10996"/>
                  <a:pt x="2206" y="11532"/>
                </a:cubicBezTo>
                <a:lnTo>
                  <a:pt x="2206" y="11973"/>
                </a:lnTo>
                <a:lnTo>
                  <a:pt x="442" y="11973"/>
                </a:lnTo>
                <a:cubicBezTo>
                  <a:pt x="189" y="11973"/>
                  <a:pt x="0" y="12162"/>
                  <a:pt x="0" y="12382"/>
                </a:cubicBezTo>
                <a:cubicBezTo>
                  <a:pt x="0" y="12603"/>
                  <a:pt x="158" y="12792"/>
                  <a:pt x="379" y="12792"/>
                </a:cubicBezTo>
                <a:lnTo>
                  <a:pt x="12256" y="12792"/>
                </a:lnTo>
                <a:cubicBezTo>
                  <a:pt x="12476" y="12792"/>
                  <a:pt x="12697" y="12603"/>
                  <a:pt x="12697" y="12382"/>
                </a:cubicBezTo>
                <a:cubicBezTo>
                  <a:pt x="12697" y="12130"/>
                  <a:pt x="12476" y="11973"/>
                  <a:pt x="12256" y="11973"/>
                </a:cubicBezTo>
                <a:lnTo>
                  <a:pt x="10460" y="11973"/>
                </a:lnTo>
                <a:lnTo>
                  <a:pt x="10460" y="11532"/>
                </a:lnTo>
                <a:cubicBezTo>
                  <a:pt x="10460" y="10996"/>
                  <a:pt x="10114" y="10555"/>
                  <a:pt x="9641" y="10366"/>
                </a:cubicBezTo>
                <a:lnTo>
                  <a:pt x="9641" y="9893"/>
                </a:lnTo>
                <a:cubicBezTo>
                  <a:pt x="9641" y="9421"/>
                  <a:pt x="9357" y="8980"/>
                  <a:pt x="8979" y="8791"/>
                </a:cubicBezTo>
                <a:cubicBezTo>
                  <a:pt x="8507" y="7877"/>
                  <a:pt x="7877" y="6932"/>
                  <a:pt x="7940" y="5325"/>
                </a:cubicBezTo>
                <a:lnTo>
                  <a:pt x="8381" y="5325"/>
                </a:lnTo>
                <a:cubicBezTo>
                  <a:pt x="8633" y="5325"/>
                  <a:pt x="8790" y="5136"/>
                  <a:pt x="8790" y="4884"/>
                </a:cubicBezTo>
                <a:cubicBezTo>
                  <a:pt x="8790" y="4664"/>
                  <a:pt x="8570" y="4443"/>
                  <a:pt x="8381" y="4443"/>
                </a:cubicBezTo>
                <a:lnTo>
                  <a:pt x="8034" y="4443"/>
                </a:lnTo>
                <a:cubicBezTo>
                  <a:pt x="8066" y="4254"/>
                  <a:pt x="8160" y="4034"/>
                  <a:pt x="8223" y="3813"/>
                </a:cubicBezTo>
                <a:cubicBezTo>
                  <a:pt x="8475" y="3183"/>
                  <a:pt x="8003" y="2521"/>
                  <a:pt x="7310" y="2521"/>
                </a:cubicBezTo>
                <a:lnTo>
                  <a:pt x="6743" y="2521"/>
                </a:lnTo>
                <a:lnTo>
                  <a:pt x="6743" y="1702"/>
                </a:lnTo>
                <a:lnTo>
                  <a:pt x="7184" y="1702"/>
                </a:lnTo>
                <a:cubicBezTo>
                  <a:pt x="7404" y="1702"/>
                  <a:pt x="7562" y="1513"/>
                  <a:pt x="7562" y="1261"/>
                </a:cubicBezTo>
                <a:cubicBezTo>
                  <a:pt x="7562" y="1041"/>
                  <a:pt x="7373" y="883"/>
                  <a:pt x="7184" y="883"/>
                </a:cubicBezTo>
                <a:lnTo>
                  <a:pt x="6743" y="883"/>
                </a:lnTo>
                <a:lnTo>
                  <a:pt x="6743" y="442"/>
                </a:lnTo>
                <a:cubicBezTo>
                  <a:pt x="6743" y="190"/>
                  <a:pt x="6522" y="1"/>
                  <a:pt x="6333"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379" name="Google Shape;4805;p59">
            <a:extLst>
              <a:ext uri="{FF2B5EF4-FFF2-40B4-BE49-F238E27FC236}">
                <a16:creationId xmlns:a16="http://schemas.microsoft.com/office/drawing/2014/main" id="{93AF3896-7E3E-4CEE-B851-127511A9D892}"/>
              </a:ext>
            </a:extLst>
          </p:cNvPr>
          <p:cNvGrpSpPr/>
          <p:nvPr/>
        </p:nvGrpSpPr>
        <p:grpSpPr>
          <a:xfrm>
            <a:off x="2572059" y="2853367"/>
            <a:ext cx="208209" cy="239289"/>
            <a:chOff x="-62496925" y="1931475"/>
            <a:chExt cx="275675" cy="316825"/>
          </a:xfrm>
          <a:solidFill>
            <a:schemeClr val="tx1"/>
          </a:solidFill>
        </p:grpSpPr>
        <p:sp>
          <p:nvSpPr>
            <p:cNvPr id="487" name="Google Shape;4806;p59">
              <a:extLst>
                <a:ext uri="{FF2B5EF4-FFF2-40B4-BE49-F238E27FC236}">
                  <a16:creationId xmlns:a16="http://schemas.microsoft.com/office/drawing/2014/main" id="{0928CB38-9FC6-4700-9458-351BCDA166DE}"/>
                </a:ext>
              </a:extLst>
            </p:cNvPr>
            <p:cNvSpPr/>
            <p:nvPr/>
          </p:nvSpPr>
          <p:spPr>
            <a:xfrm>
              <a:off x="-62496925" y="1931475"/>
              <a:ext cx="275675" cy="316825"/>
            </a:xfrm>
            <a:custGeom>
              <a:avLst/>
              <a:gdLst/>
              <a:ahLst/>
              <a:cxnLst/>
              <a:rect l="l" t="t" r="r" b="b"/>
              <a:pathLst>
                <a:path w="11027" h="12673" extrusionOk="0">
                  <a:moveTo>
                    <a:pt x="5514" y="1047"/>
                  </a:moveTo>
                  <a:cubicBezTo>
                    <a:pt x="6238" y="1519"/>
                    <a:pt x="7215" y="1834"/>
                    <a:pt x="8003" y="1834"/>
                  </a:cubicBezTo>
                  <a:cubicBezTo>
                    <a:pt x="8538" y="1834"/>
                    <a:pt x="9294" y="1708"/>
                    <a:pt x="10208" y="1204"/>
                  </a:cubicBezTo>
                  <a:lnTo>
                    <a:pt x="10208" y="5237"/>
                  </a:lnTo>
                  <a:cubicBezTo>
                    <a:pt x="10177" y="8198"/>
                    <a:pt x="8349" y="10845"/>
                    <a:pt x="5514" y="11821"/>
                  </a:cubicBezTo>
                  <a:cubicBezTo>
                    <a:pt x="2710" y="10845"/>
                    <a:pt x="820" y="8198"/>
                    <a:pt x="820" y="5237"/>
                  </a:cubicBezTo>
                  <a:lnTo>
                    <a:pt x="820" y="1204"/>
                  </a:lnTo>
                  <a:cubicBezTo>
                    <a:pt x="1513" y="1582"/>
                    <a:pt x="2269" y="1834"/>
                    <a:pt x="3025" y="1834"/>
                  </a:cubicBezTo>
                  <a:cubicBezTo>
                    <a:pt x="3844" y="1834"/>
                    <a:pt x="4758" y="1551"/>
                    <a:pt x="5514" y="1047"/>
                  </a:cubicBezTo>
                  <a:close/>
                  <a:moveTo>
                    <a:pt x="10654" y="1"/>
                  </a:moveTo>
                  <a:cubicBezTo>
                    <a:pt x="10567" y="1"/>
                    <a:pt x="10476" y="33"/>
                    <a:pt x="10397" y="102"/>
                  </a:cubicBezTo>
                  <a:cubicBezTo>
                    <a:pt x="9389" y="826"/>
                    <a:pt x="8538" y="952"/>
                    <a:pt x="8034" y="952"/>
                  </a:cubicBezTo>
                  <a:cubicBezTo>
                    <a:pt x="7310" y="952"/>
                    <a:pt x="6396" y="637"/>
                    <a:pt x="5766" y="165"/>
                  </a:cubicBezTo>
                  <a:cubicBezTo>
                    <a:pt x="5703" y="102"/>
                    <a:pt x="5616" y="70"/>
                    <a:pt x="5526" y="70"/>
                  </a:cubicBezTo>
                  <a:cubicBezTo>
                    <a:pt x="5435" y="70"/>
                    <a:pt x="5341" y="102"/>
                    <a:pt x="5262" y="165"/>
                  </a:cubicBezTo>
                  <a:cubicBezTo>
                    <a:pt x="4632" y="637"/>
                    <a:pt x="3781" y="952"/>
                    <a:pt x="3025" y="952"/>
                  </a:cubicBezTo>
                  <a:cubicBezTo>
                    <a:pt x="2237" y="952"/>
                    <a:pt x="1450" y="637"/>
                    <a:pt x="662" y="102"/>
                  </a:cubicBezTo>
                  <a:cubicBezTo>
                    <a:pt x="582" y="40"/>
                    <a:pt x="495" y="13"/>
                    <a:pt x="411" y="13"/>
                  </a:cubicBezTo>
                  <a:cubicBezTo>
                    <a:pt x="196" y="13"/>
                    <a:pt x="0" y="190"/>
                    <a:pt x="0" y="417"/>
                  </a:cubicBezTo>
                  <a:lnTo>
                    <a:pt x="0" y="5237"/>
                  </a:lnTo>
                  <a:cubicBezTo>
                    <a:pt x="0" y="8608"/>
                    <a:pt x="2080" y="11601"/>
                    <a:pt x="5388" y="12641"/>
                  </a:cubicBezTo>
                  <a:cubicBezTo>
                    <a:pt x="5419" y="12641"/>
                    <a:pt x="5451" y="12672"/>
                    <a:pt x="5514" y="12672"/>
                  </a:cubicBezTo>
                  <a:cubicBezTo>
                    <a:pt x="5545" y="12672"/>
                    <a:pt x="5577" y="12672"/>
                    <a:pt x="5640" y="12641"/>
                  </a:cubicBezTo>
                  <a:cubicBezTo>
                    <a:pt x="8979" y="11538"/>
                    <a:pt x="11027" y="8513"/>
                    <a:pt x="11027" y="5237"/>
                  </a:cubicBezTo>
                  <a:lnTo>
                    <a:pt x="11027" y="417"/>
                  </a:lnTo>
                  <a:cubicBezTo>
                    <a:pt x="11027" y="157"/>
                    <a:pt x="10848" y="1"/>
                    <a:pt x="10654" y="1"/>
                  </a:cubicBezTo>
                  <a:close/>
                </a:path>
              </a:pathLst>
            </a:custGeom>
            <a:grpFill/>
            <a:ln>
              <a:noFill/>
            </a:ln>
          </p:spPr>
          <p:txBody>
            <a:bodyPr spcFirstLastPara="1" wrap="square" lIns="62728" tIns="62728" rIns="62728" bIns="62728" anchor="ctr" anchorCtr="0">
              <a:noAutofit/>
            </a:bodyPr>
            <a:lstStyle/>
            <a:p>
              <a:endParaRPr sz="764"/>
            </a:p>
          </p:txBody>
        </p:sp>
        <p:sp>
          <p:nvSpPr>
            <p:cNvPr id="488" name="Google Shape;4807;p59">
              <a:extLst>
                <a:ext uri="{FF2B5EF4-FFF2-40B4-BE49-F238E27FC236}">
                  <a16:creationId xmlns:a16="http://schemas.microsoft.com/office/drawing/2014/main" id="{3796524B-B150-4C45-B8FD-E49B10327A9C}"/>
                </a:ext>
              </a:extLst>
            </p:cNvPr>
            <p:cNvSpPr/>
            <p:nvPr/>
          </p:nvSpPr>
          <p:spPr>
            <a:xfrm>
              <a:off x="-62390600" y="2016700"/>
              <a:ext cx="63025" cy="146525"/>
            </a:xfrm>
            <a:custGeom>
              <a:avLst/>
              <a:gdLst/>
              <a:ahLst/>
              <a:cxnLst/>
              <a:rect l="l" t="t" r="r" b="b"/>
              <a:pathLst>
                <a:path w="2521" h="5861" extrusionOk="0">
                  <a:moveTo>
                    <a:pt x="1261" y="1"/>
                  </a:moveTo>
                  <a:cubicBezTo>
                    <a:pt x="1009" y="1"/>
                    <a:pt x="820" y="190"/>
                    <a:pt x="820" y="410"/>
                  </a:cubicBezTo>
                  <a:lnTo>
                    <a:pt x="820" y="694"/>
                  </a:lnTo>
                  <a:cubicBezTo>
                    <a:pt x="347" y="851"/>
                    <a:pt x="1" y="1324"/>
                    <a:pt x="1" y="1891"/>
                  </a:cubicBezTo>
                  <a:cubicBezTo>
                    <a:pt x="1" y="2553"/>
                    <a:pt x="536" y="2931"/>
                    <a:pt x="977" y="3246"/>
                  </a:cubicBezTo>
                  <a:cubicBezTo>
                    <a:pt x="1292" y="3498"/>
                    <a:pt x="1639" y="3718"/>
                    <a:pt x="1639" y="3970"/>
                  </a:cubicBezTo>
                  <a:cubicBezTo>
                    <a:pt x="1639" y="4191"/>
                    <a:pt x="1450" y="4411"/>
                    <a:pt x="1261" y="4411"/>
                  </a:cubicBezTo>
                  <a:cubicBezTo>
                    <a:pt x="1040" y="4411"/>
                    <a:pt x="820" y="4191"/>
                    <a:pt x="820" y="3970"/>
                  </a:cubicBezTo>
                  <a:cubicBezTo>
                    <a:pt x="820" y="3718"/>
                    <a:pt x="631" y="3561"/>
                    <a:pt x="410" y="3561"/>
                  </a:cubicBezTo>
                  <a:cubicBezTo>
                    <a:pt x="221" y="3561"/>
                    <a:pt x="32" y="3781"/>
                    <a:pt x="32" y="3970"/>
                  </a:cubicBezTo>
                  <a:cubicBezTo>
                    <a:pt x="32" y="4506"/>
                    <a:pt x="379" y="4947"/>
                    <a:pt x="851" y="5136"/>
                  </a:cubicBezTo>
                  <a:lnTo>
                    <a:pt x="851" y="5419"/>
                  </a:lnTo>
                  <a:cubicBezTo>
                    <a:pt x="851" y="5671"/>
                    <a:pt x="1040" y="5861"/>
                    <a:pt x="1292" y="5861"/>
                  </a:cubicBezTo>
                  <a:cubicBezTo>
                    <a:pt x="1513" y="5861"/>
                    <a:pt x="1670" y="5671"/>
                    <a:pt x="1670" y="5419"/>
                  </a:cubicBezTo>
                  <a:lnTo>
                    <a:pt x="1670" y="5136"/>
                  </a:lnTo>
                  <a:cubicBezTo>
                    <a:pt x="2143" y="4978"/>
                    <a:pt x="2521" y="4506"/>
                    <a:pt x="2521" y="3970"/>
                  </a:cubicBezTo>
                  <a:cubicBezTo>
                    <a:pt x="2521" y="3309"/>
                    <a:pt x="1954" y="2899"/>
                    <a:pt x="1513" y="2584"/>
                  </a:cubicBezTo>
                  <a:cubicBezTo>
                    <a:pt x="1198" y="2363"/>
                    <a:pt x="851" y="2111"/>
                    <a:pt x="851" y="1891"/>
                  </a:cubicBezTo>
                  <a:cubicBezTo>
                    <a:pt x="851" y="1670"/>
                    <a:pt x="1040" y="1481"/>
                    <a:pt x="1261" y="1481"/>
                  </a:cubicBezTo>
                  <a:cubicBezTo>
                    <a:pt x="1481" y="1481"/>
                    <a:pt x="1639" y="1670"/>
                    <a:pt x="1639" y="1891"/>
                  </a:cubicBezTo>
                  <a:cubicBezTo>
                    <a:pt x="1639" y="2111"/>
                    <a:pt x="1828" y="2300"/>
                    <a:pt x="2080" y="2300"/>
                  </a:cubicBezTo>
                  <a:cubicBezTo>
                    <a:pt x="2300" y="2300"/>
                    <a:pt x="2458" y="2111"/>
                    <a:pt x="2458" y="1891"/>
                  </a:cubicBezTo>
                  <a:cubicBezTo>
                    <a:pt x="2458" y="1324"/>
                    <a:pt x="2111" y="883"/>
                    <a:pt x="1639" y="694"/>
                  </a:cubicBezTo>
                  <a:lnTo>
                    <a:pt x="1639" y="410"/>
                  </a:lnTo>
                  <a:cubicBezTo>
                    <a:pt x="1639" y="190"/>
                    <a:pt x="1450" y="1"/>
                    <a:pt x="126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80" name="Google Shape;4808;p59">
            <a:extLst>
              <a:ext uri="{FF2B5EF4-FFF2-40B4-BE49-F238E27FC236}">
                <a16:creationId xmlns:a16="http://schemas.microsoft.com/office/drawing/2014/main" id="{5ED909C2-0280-4FB1-BA4E-F7FB465B227F}"/>
              </a:ext>
            </a:extLst>
          </p:cNvPr>
          <p:cNvGrpSpPr/>
          <p:nvPr/>
        </p:nvGrpSpPr>
        <p:grpSpPr>
          <a:xfrm>
            <a:off x="2556878" y="3130740"/>
            <a:ext cx="238571" cy="239912"/>
            <a:chOff x="-62516625" y="2297875"/>
            <a:chExt cx="315875" cy="317650"/>
          </a:xfrm>
          <a:solidFill>
            <a:schemeClr val="tx1"/>
          </a:solidFill>
        </p:grpSpPr>
        <p:sp>
          <p:nvSpPr>
            <p:cNvPr id="485" name="Google Shape;4809;p59">
              <a:extLst>
                <a:ext uri="{FF2B5EF4-FFF2-40B4-BE49-F238E27FC236}">
                  <a16:creationId xmlns:a16="http://schemas.microsoft.com/office/drawing/2014/main" id="{B673B55E-C791-410A-B45D-CEDF33509514}"/>
                </a:ext>
              </a:extLst>
            </p:cNvPr>
            <p:cNvSpPr/>
            <p:nvPr/>
          </p:nvSpPr>
          <p:spPr>
            <a:xfrm>
              <a:off x="-62516625" y="2297875"/>
              <a:ext cx="315875" cy="317650"/>
            </a:xfrm>
            <a:custGeom>
              <a:avLst/>
              <a:gdLst/>
              <a:ahLst/>
              <a:cxnLst/>
              <a:rect l="l" t="t" r="r" b="b"/>
              <a:pathLst>
                <a:path w="12635" h="12706" extrusionOk="0">
                  <a:moveTo>
                    <a:pt x="4632" y="3309"/>
                  </a:moveTo>
                  <a:cubicBezTo>
                    <a:pt x="5388" y="3309"/>
                    <a:pt x="6018" y="3939"/>
                    <a:pt x="6018" y="4695"/>
                  </a:cubicBezTo>
                  <a:cubicBezTo>
                    <a:pt x="6018" y="4916"/>
                    <a:pt x="5924" y="5168"/>
                    <a:pt x="5829" y="5388"/>
                  </a:cubicBezTo>
                  <a:lnTo>
                    <a:pt x="5357" y="5861"/>
                  </a:lnTo>
                  <a:cubicBezTo>
                    <a:pt x="5136" y="5987"/>
                    <a:pt x="4916" y="6081"/>
                    <a:pt x="4632" y="6081"/>
                  </a:cubicBezTo>
                  <a:cubicBezTo>
                    <a:pt x="3876" y="6081"/>
                    <a:pt x="3246" y="5451"/>
                    <a:pt x="3246" y="4695"/>
                  </a:cubicBezTo>
                  <a:cubicBezTo>
                    <a:pt x="3246" y="3939"/>
                    <a:pt x="3876" y="3309"/>
                    <a:pt x="4632" y="3309"/>
                  </a:cubicBezTo>
                  <a:close/>
                  <a:moveTo>
                    <a:pt x="4632" y="820"/>
                  </a:moveTo>
                  <a:cubicBezTo>
                    <a:pt x="6617" y="820"/>
                    <a:pt x="8287" y="2364"/>
                    <a:pt x="8444" y="4285"/>
                  </a:cubicBezTo>
                  <a:lnTo>
                    <a:pt x="8444" y="4412"/>
                  </a:lnTo>
                  <a:cubicBezTo>
                    <a:pt x="7877" y="4412"/>
                    <a:pt x="7310" y="4538"/>
                    <a:pt x="6806" y="4758"/>
                  </a:cubicBezTo>
                  <a:lnTo>
                    <a:pt x="6806" y="4695"/>
                  </a:lnTo>
                  <a:cubicBezTo>
                    <a:pt x="6806" y="3466"/>
                    <a:pt x="5829" y="2490"/>
                    <a:pt x="4601" y="2490"/>
                  </a:cubicBezTo>
                  <a:cubicBezTo>
                    <a:pt x="3372" y="2490"/>
                    <a:pt x="2395" y="3466"/>
                    <a:pt x="2395" y="4695"/>
                  </a:cubicBezTo>
                  <a:cubicBezTo>
                    <a:pt x="2395" y="5924"/>
                    <a:pt x="3372" y="6900"/>
                    <a:pt x="4601" y="6900"/>
                  </a:cubicBezTo>
                  <a:lnTo>
                    <a:pt x="4664" y="6900"/>
                  </a:lnTo>
                  <a:cubicBezTo>
                    <a:pt x="4443" y="7404"/>
                    <a:pt x="4317" y="7972"/>
                    <a:pt x="4317" y="8539"/>
                  </a:cubicBezTo>
                  <a:cubicBezTo>
                    <a:pt x="4317" y="9421"/>
                    <a:pt x="4601" y="10240"/>
                    <a:pt x="5073" y="10902"/>
                  </a:cubicBezTo>
                  <a:lnTo>
                    <a:pt x="4601" y="11532"/>
                  </a:lnTo>
                  <a:lnTo>
                    <a:pt x="1513" y="7026"/>
                  </a:lnTo>
                  <a:cubicBezTo>
                    <a:pt x="1009" y="6333"/>
                    <a:pt x="725" y="5546"/>
                    <a:pt x="725" y="4695"/>
                  </a:cubicBezTo>
                  <a:cubicBezTo>
                    <a:pt x="788" y="2553"/>
                    <a:pt x="2521" y="820"/>
                    <a:pt x="4632" y="820"/>
                  </a:cubicBezTo>
                  <a:close/>
                  <a:moveTo>
                    <a:pt x="8507" y="5231"/>
                  </a:moveTo>
                  <a:cubicBezTo>
                    <a:pt x="10334" y="5231"/>
                    <a:pt x="11815" y="6743"/>
                    <a:pt x="11815" y="8539"/>
                  </a:cubicBezTo>
                  <a:cubicBezTo>
                    <a:pt x="11815" y="10366"/>
                    <a:pt x="10303" y="11847"/>
                    <a:pt x="8507" y="11847"/>
                  </a:cubicBezTo>
                  <a:cubicBezTo>
                    <a:pt x="6680" y="11847"/>
                    <a:pt x="5199" y="10366"/>
                    <a:pt x="5199" y="8539"/>
                  </a:cubicBezTo>
                  <a:cubicBezTo>
                    <a:pt x="5199" y="6743"/>
                    <a:pt x="6680" y="5231"/>
                    <a:pt x="8507" y="5231"/>
                  </a:cubicBezTo>
                  <a:close/>
                  <a:moveTo>
                    <a:pt x="4664" y="1"/>
                  </a:moveTo>
                  <a:cubicBezTo>
                    <a:pt x="2080" y="1"/>
                    <a:pt x="1" y="2080"/>
                    <a:pt x="1" y="4695"/>
                  </a:cubicBezTo>
                  <a:cubicBezTo>
                    <a:pt x="1" y="5703"/>
                    <a:pt x="316" y="6711"/>
                    <a:pt x="946" y="7499"/>
                  </a:cubicBezTo>
                  <a:lnTo>
                    <a:pt x="4317" y="12540"/>
                  </a:lnTo>
                  <a:cubicBezTo>
                    <a:pt x="4396" y="12650"/>
                    <a:pt x="4522" y="12705"/>
                    <a:pt x="4648" y="12705"/>
                  </a:cubicBezTo>
                  <a:cubicBezTo>
                    <a:pt x="4774" y="12705"/>
                    <a:pt x="4900" y="12650"/>
                    <a:pt x="4979" y="12540"/>
                  </a:cubicBezTo>
                  <a:lnTo>
                    <a:pt x="5672" y="11532"/>
                  </a:lnTo>
                  <a:cubicBezTo>
                    <a:pt x="6396" y="12256"/>
                    <a:pt x="7404" y="12697"/>
                    <a:pt x="8507" y="12697"/>
                  </a:cubicBezTo>
                  <a:cubicBezTo>
                    <a:pt x="10776" y="12697"/>
                    <a:pt x="12634" y="10838"/>
                    <a:pt x="12634" y="8539"/>
                  </a:cubicBezTo>
                  <a:cubicBezTo>
                    <a:pt x="12634" y="6554"/>
                    <a:pt x="11217" y="4884"/>
                    <a:pt x="9326" y="4506"/>
                  </a:cubicBezTo>
                  <a:lnTo>
                    <a:pt x="9326" y="4222"/>
                  </a:lnTo>
                  <a:cubicBezTo>
                    <a:pt x="9074" y="1891"/>
                    <a:pt x="7121" y="1"/>
                    <a:pt x="4664" y="1"/>
                  </a:cubicBezTo>
                  <a:close/>
                </a:path>
              </a:pathLst>
            </a:custGeom>
            <a:grpFill/>
            <a:ln>
              <a:noFill/>
            </a:ln>
          </p:spPr>
          <p:txBody>
            <a:bodyPr spcFirstLastPara="1" wrap="square" lIns="62728" tIns="62728" rIns="62728" bIns="62728" anchor="ctr" anchorCtr="0">
              <a:noAutofit/>
            </a:bodyPr>
            <a:lstStyle/>
            <a:p>
              <a:endParaRPr sz="764"/>
            </a:p>
          </p:txBody>
        </p:sp>
        <p:sp>
          <p:nvSpPr>
            <p:cNvPr id="486" name="Google Shape;4810;p59">
              <a:extLst>
                <a:ext uri="{FF2B5EF4-FFF2-40B4-BE49-F238E27FC236}">
                  <a16:creationId xmlns:a16="http://schemas.microsoft.com/office/drawing/2014/main" id="{2FAFF58C-D22E-4B70-B555-D7337B908991}"/>
                </a:ext>
              </a:extLst>
            </p:cNvPr>
            <p:cNvSpPr/>
            <p:nvPr/>
          </p:nvSpPr>
          <p:spPr>
            <a:xfrm>
              <a:off x="-62335475" y="2438075"/>
              <a:ext cx="62250" cy="145750"/>
            </a:xfrm>
            <a:custGeom>
              <a:avLst/>
              <a:gdLst/>
              <a:ahLst/>
              <a:cxnLst/>
              <a:rect l="l" t="t" r="r" b="b"/>
              <a:pathLst>
                <a:path w="2490" h="5830" extrusionOk="0">
                  <a:moveTo>
                    <a:pt x="1261" y="1"/>
                  </a:moveTo>
                  <a:cubicBezTo>
                    <a:pt x="1009" y="1"/>
                    <a:pt x="820" y="190"/>
                    <a:pt x="820" y="410"/>
                  </a:cubicBezTo>
                  <a:lnTo>
                    <a:pt x="820" y="694"/>
                  </a:lnTo>
                  <a:cubicBezTo>
                    <a:pt x="348" y="851"/>
                    <a:pt x="1" y="1324"/>
                    <a:pt x="1" y="1891"/>
                  </a:cubicBezTo>
                  <a:cubicBezTo>
                    <a:pt x="1" y="2553"/>
                    <a:pt x="537" y="2931"/>
                    <a:pt x="978" y="3246"/>
                  </a:cubicBezTo>
                  <a:cubicBezTo>
                    <a:pt x="1293" y="3498"/>
                    <a:pt x="1639" y="3718"/>
                    <a:pt x="1639" y="3970"/>
                  </a:cubicBezTo>
                  <a:cubicBezTo>
                    <a:pt x="1671" y="4191"/>
                    <a:pt x="1482" y="4411"/>
                    <a:pt x="1261" y="4411"/>
                  </a:cubicBezTo>
                  <a:cubicBezTo>
                    <a:pt x="1009" y="4411"/>
                    <a:pt x="820" y="4191"/>
                    <a:pt x="820" y="3970"/>
                  </a:cubicBezTo>
                  <a:cubicBezTo>
                    <a:pt x="820" y="3718"/>
                    <a:pt x="631" y="3529"/>
                    <a:pt x="411" y="3529"/>
                  </a:cubicBezTo>
                  <a:cubicBezTo>
                    <a:pt x="190" y="3529"/>
                    <a:pt x="1" y="3718"/>
                    <a:pt x="1" y="3970"/>
                  </a:cubicBezTo>
                  <a:cubicBezTo>
                    <a:pt x="1" y="4506"/>
                    <a:pt x="348" y="4947"/>
                    <a:pt x="820" y="5136"/>
                  </a:cubicBezTo>
                  <a:lnTo>
                    <a:pt x="820" y="5420"/>
                  </a:lnTo>
                  <a:cubicBezTo>
                    <a:pt x="820" y="5672"/>
                    <a:pt x="1009" y="5829"/>
                    <a:pt x="1261" y="5829"/>
                  </a:cubicBezTo>
                  <a:cubicBezTo>
                    <a:pt x="1482" y="5829"/>
                    <a:pt x="1639" y="5609"/>
                    <a:pt x="1639" y="5420"/>
                  </a:cubicBezTo>
                  <a:lnTo>
                    <a:pt x="1639" y="5136"/>
                  </a:lnTo>
                  <a:cubicBezTo>
                    <a:pt x="2112" y="4978"/>
                    <a:pt x="2458" y="4506"/>
                    <a:pt x="2458" y="3970"/>
                  </a:cubicBezTo>
                  <a:cubicBezTo>
                    <a:pt x="2458" y="3309"/>
                    <a:pt x="1923" y="2899"/>
                    <a:pt x="1482" y="2584"/>
                  </a:cubicBezTo>
                  <a:cubicBezTo>
                    <a:pt x="1167" y="2364"/>
                    <a:pt x="820" y="2112"/>
                    <a:pt x="820" y="1891"/>
                  </a:cubicBezTo>
                  <a:cubicBezTo>
                    <a:pt x="820" y="1639"/>
                    <a:pt x="1009" y="1450"/>
                    <a:pt x="1261" y="1450"/>
                  </a:cubicBezTo>
                  <a:cubicBezTo>
                    <a:pt x="1482" y="1450"/>
                    <a:pt x="1639" y="1639"/>
                    <a:pt x="1639" y="1891"/>
                  </a:cubicBezTo>
                  <a:cubicBezTo>
                    <a:pt x="1639" y="2112"/>
                    <a:pt x="1860" y="2301"/>
                    <a:pt x="2049" y="2301"/>
                  </a:cubicBezTo>
                  <a:cubicBezTo>
                    <a:pt x="2269" y="2301"/>
                    <a:pt x="2490" y="2112"/>
                    <a:pt x="2490" y="1891"/>
                  </a:cubicBezTo>
                  <a:cubicBezTo>
                    <a:pt x="2490" y="1324"/>
                    <a:pt x="2112" y="883"/>
                    <a:pt x="1639" y="694"/>
                  </a:cubicBezTo>
                  <a:lnTo>
                    <a:pt x="1639" y="410"/>
                  </a:lnTo>
                  <a:cubicBezTo>
                    <a:pt x="1639" y="190"/>
                    <a:pt x="1450" y="1"/>
                    <a:pt x="126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81" name="Google Shape;4811;p59">
            <a:extLst>
              <a:ext uri="{FF2B5EF4-FFF2-40B4-BE49-F238E27FC236}">
                <a16:creationId xmlns:a16="http://schemas.microsoft.com/office/drawing/2014/main" id="{A9F6D597-9A27-4F87-8D72-8107528EB78A}"/>
              </a:ext>
            </a:extLst>
          </p:cNvPr>
          <p:cNvGrpSpPr/>
          <p:nvPr/>
        </p:nvGrpSpPr>
        <p:grpSpPr>
          <a:xfrm>
            <a:off x="2555990" y="3418130"/>
            <a:ext cx="240346" cy="218349"/>
            <a:chOff x="-62518200" y="2692475"/>
            <a:chExt cx="318225" cy="289100"/>
          </a:xfrm>
          <a:solidFill>
            <a:schemeClr val="tx1"/>
          </a:solidFill>
        </p:grpSpPr>
        <p:sp>
          <p:nvSpPr>
            <p:cNvPr id="483" name="Google Shape;4812;p59">
              <a:extLst>
                <a:ext uri="{FF2B5EF4-FFF2-40B4-BE49-F238E27FC236}">
                  <a16:creationId xmlns:a16="http://schemas.microsoft.com/office/drawing/2014/main" id="{0656017E-1151-4A44-A4BB-8EB8358262A2}"/>
                </a:ext>
              </a:extLst>
            </p:cNvPr>
            <p:cNvSpPr/>
            <p:nvPr/>
          </p:nvSpPr>
          <p:spPr>
            <a:xfrm>
              <a:off x="-62518200" y="2692475"/>
              <a:ext cx="318225" cy="289100"/>
            </a:xfrm>
            <a:custGeom>
              <a:avLst/>
              <a:gdLst/>
              <a:ahLst/>
              <a:cxnLst/>
              <a:rect l="l" t="t" r="r" b="b"/>
              <a:pathLst>
                <a:path w="12729" h="11564" extrusionOk="0">
                  <a:moveTo>
                    <a:pt x="3750" y="851"/>
                  </a:moveTo>
                  <a:cubicBezTo>
                    <a:pt x="5420" y="851"/>
                    <a:pt x="6617" y="1513"/>
                    <a:pt x="6617" y="2112"/>
                  </a:cubicBezTo>
                  <a:cubicBezTo>
                    <a:pt x="6617" y="2679"/>
                    <a:pt x="5420" y="3309"/>
                    <a:pt x="3750" y="3309"/>
                  </a:cubicBezTo>
                  <a:cubicBezTo>
                    <a:pt x="2206" y="3309"/>
                    <a:pt x="851" y="2679"/>
                    <a:pt x="851" y="2112"/>
                  </a:cubicBezTo>
                  <a:cubicBezTo>
                    <a:pt x="851" y="1481"/>
                    <a:pt x="2112" y="851"/>
                    <a:pt x="3750" y="851"/>
                  </a:cubicBezTo>
                  <a:close/>
                  <a:moveTo>
                    <a:pt x="6617" y="3403"/>
                  </a:moveTo>
                  <a:lnTo>
                    <a:pt x="6617" y="3781"/>
                  </a:lnTo>
                  <a:cubicBezTo>
                    <a:pt x="5829" y="4222"/>
                    <a:pt x="5199" y="4884"/>
                    <a:pt x="4821" y="5672"/>
                  </a:cubicBezTo>
                  <a:cubicBezTo>
                    <a:pt x="4475" y="5766"/>
                    <a:pt x="4096" y="5766"/>
                    <a:pt x="3750" y="5766"/>
                  </a:cubicBezTo>
                  <a:cubicBezTo>
                    <a:pt x="2206" y="5766"/>
                    <a:pt x="851" y="5136"/>
                    <a:pt x="851" y="4506"/>
                  </a:cubicBezTo>
                  <a:lnTo>
                    <a:pt x="851" y="3403"/>
                  </a:lnTo>
                  <a:cubicBezTo>
                    <a:pt x="1639" y="3939"/>
                    <a:pt x="2742" y="4159"/>
                    <a:pt x="3750" y="4159"/>
                  </a:cubicBezTo>
                  <a:cubicBezTo>
                    <a:pt x="4727" y="4159"/>
                    <a:pt x="5829" y="3939"/>
                    <a:pt x="6617" y="3403"/>
                  </a:cubicBezTo>
                  <a:close/>
                  <a:moveTo>
                    <a:pt x="883" y="5913"/>
                  </a:moveTo>
                  <a:cubicBezTo>
                    <a:pt x="1396" y="6254"/>
                    <a:pt x="2361" y="6617"/>
                    <a:pt x="3750" y="6617"/>
                  </a:cubicBezTo>
                  <a:cubicBezTo>
                    <a:pt x="4033" y="6617"/>
                    <a:pt x="4254" y="6617"/>
                    <a:pt x="4538" y="6585"/>
                  </a:cubicBezTo>
                  <a:lnTo>
                    <a:pt x="4538" y="6585"/>
                  </a:lnTo>
                  <a:cubicBezTo>
                    <a:pt x="4475" y="6869"/>
                    <a:pt x="4475" y="7184"/>
                    <a:pt x="4475" y="7467"/>
                  </a:cubicBezTo>
                  <a:cubicBezTo>
                    <a:pt x="4475" y="7719"/>
                    <a:pt x="4506" y="7971"/>
                    <a:pt x="4538" y="8255"/>
                  </a:cubicBezTo>
                  <a:cubicBezTo>
                    <a:pt x="4317" y="8287"/>
                    <a:pt x="4033" y="8287"/>
                    <a:pt x="3781" y="8287"/>
                  </a:cubicBezTo>
                  <a:cubicBezTo>
                    <a:pt x="2269" y="8287"/>
                    <a:pt x="883" y="7656"/>
                    <a:pt x="883" y="7026"/>
                  </a:cubicBezTo>
                  <a:lnTo>
                    <a:pt x="883" y="5913"/>
                  </a:lnTo>
                  <a:close/>
                  <a:moveTo>
                    <a:pt x="851" y="8350"/>
                  </a:moveTo>
                  <a:cubicBezTo>
                    <a:pt x="1639" y="8917"/>
                    <a:pt x="2773" y="9106"/>
                    <a:pt x="3750" y="9106"/>
                  </a:cubicBezTo>
                  <a:cubicBezTo>
                    <a:pt x="4096" y="9106"/>
                    <a:pt x="4412" y="9074"/>
                    <a:pt x="4727" y="9043"/>
                  </a:cubicBezTo>
                  <a:cubicBezTo>
                    <a:pt x="4979" y="9547"/>
                    <a:pt x="5294" y="10019"/>
                    <a:pt x="5672" y="10397"/>
                  </a:cubicBezTo>
                  <a:cubicBezTo>
                    <a:pt x="5136" y="10649"/>
                    <a:pt x="4475" y="10775"/>
                    <a:pt x="3750" y="10775"/>
                  </a:cubicBezTo>
                  <a:cubicBezTo>
                    <a:pt x="2112" y="10775"/>
                    <a:pt x="851" y="10082"/>
                    <a:pt x="851" y="9547"/>
                  </a:cubicBezTo>
                  <a:lnTo>
                    <a:pt x="851" y="8350"/>
                  </a:lnTo>
                  <a:close/>
                  <a:moveTo>
                    <a:pt x="8570" y="4159"/>
                  </a:moveTo>
                  <a:cubicBezTo>
                    <a:pt x="10366" y="4159"/>
                    <a:pt x="11878" y="5640"/>
                    <a:pt x="11878" y="7467"/>
                  </a:cubicBezTo>
                  <a:cubicBezTo>
                    <a:pt x="11878" y="9263"/>
                    <a:pt x="10366" y="10775"/>
                    <a:pt x="8570" y="10775"/>
                  </a:cubicBezTo>
                  <a:cubicBezTo>
                    <a:pt x="6743" y="10775"/>
                    <a:pt x="5262" y="9263"/>
                    <a:pt x="5262" y="7467"/>
                  </a:cubicBezTo>
                  <a:cubicBezTo>
                    <a:pt x="5262" y="5609"/>
                    <a:pt x="6743" y="4159"/>
                    <a:pt x="8570" y="4159"/>
                  </a:cubicBezTo>
                  <a:close/>
                  <a:moveTo>
                    <a:pt x="3781" y="1"/>
                  </a:moveTo>
                  <a:cubicBezTo>
                    <a:pt x="1797" y="1"/>
                    <a:pt x="64" y="851"/>
                    <a:pt x="64" y="2112"/>
                  </a:cubicBezTo>
                  <a:lnTo>
                    <a:pt x="64" y="9547"/>
                  </a:lnTo>
                  <a:cubicBezTo>
                    <a:pt x="1" y="10082"/>
                    <a:pt x="442" y="10649"/>
                    <a:pt x="1230" y="11027"/>
                  </a:cubicBezTo>
                  <a:cubicBezTo>
                    <a:pt x="1891" y="11405"/>
                    <a:pt x="2805" y="11563"/>
                    <a:pt x="3750" y="11563"/>
                  </a:cubicBezTo>
                  <a:cubicBezTo>
                    <a:pt x="4790" y="11563"/>
                    <a:pt x="5735" y="11311"/>
                    <a:pt x="6428" y="10964"/>
                  </a:cubicBezTo>
                  <a:cubicBezTo>
                    <a:pt x="7058" y="11342"/>
                    <a:pt x="7814" y="11563"/>
                    <a:pt x="8602" y="11563"/>
                  </a:cubicBezTo>
                  <a:cubicBezTo>
                    <a:pt x="10870" y="11563"/>
                    <a:pt x="12729" y="9704"/>
                    <a:pt x="12729" y="7404"/>
                  </a:cubicBezTo>
                  <a:cubicBezTo>
                    <a:pt x="12729" y="5136"/>
                    <a:pt x="10870" y="3277"/>
                    <a:pt x="8602" y="3277"/>
                  </a:cubicBezTo>
                  <a:cubicBezTo>
                    <a:pt x="8192" y="3277"/>
                    <a:pt x="7846" y="3309"/>
                    <a:pt x="7499" y="3435"/>
                  </a:cubicBezTo>
                  <a:lnTo>
                    <a:pt x="7499" y="2049"/>
                  </a:lnTo>
                  <a:cubicBezTo>
                    <a:pt x="7499" y="1481"/>
                    <a:pt x="7058" y="914"/>
                    <a:pt x="6302" y="536"/>
                  </a:cubicBezTo>
                  <a:cubicBezTo>
                    <a:pt x="5640" y="158"/>
                    <a:pt x="4727" y="1"/>
                    <a:pt x="3781" y="1"/>
                  </a:cubicBezTo>
                  <a:close/>
                </a:path>
              </a:pathLst>
            </a:custGeom>
            <a:grpFill/>
            <a:ln>
              <a:noFill/>
            </a:ln>
          </p:spPr>
          <p:txBody>
            <a:bodyPr spcFirstLastPara="1" wrap="square" lIns="62728" tIns="62728" rIns="62728" bIns="62728" anchor="ctr" anchorCtr="0">
              <a:noAutofit/>
            </a:bodyPr>
            <a:lstStyle/>
            <a:p>
              <a:endParaRPr sz="764"/>
            </a:p>
          </p:txBody>
        </p:sp>
        <p:sp>
          <p:nvSpPr>
            <p:cNvPr id="484" name="Google Shape;4813;p59">
              <a:extLst>
                <a:ext uri="{FF2B5EF4-FFF2-40B4-BE49-F238E27FC236}">
                  <a16:creationId xmlns:a16="http://schemas.microsoft.com/office/drawing/2014/main" id="{B7A9803C-3579-40E0-92C7-4C4ED4D637E6}"/>
                </a:ext>
              </a:extLst>
            </p:cNvPr>
            <p:cNvSpPr/>
            <p:nvPr/>
          </p:nvSpPr>
          <p:spPr>
            <a:xfrm>
              <a:off x="-62335475" y="2804325"/>
              <a:ext cx="62250" cy="146525"/>
            </a:xfrm>
            <a:custGeom>
              <a:avLst/>
              <a:gdLst/>
              <a:ahLst/>
              <a:cxnLst/>
              <a:rect l="l" t="t" r="r" b="b"/>
              <a:pathLst>
                <a:path w="2490" h="5861" extrusionOk="0">
                  <a:moveTo>
                    <a:pt x="1261" y="0"/>
                  </a:moveTo>
                  <a:cubicBezTo>
                    <a:pt x="1009" y="0"/>
                    <a:pt x="820" y="189"/>
                    <a:pt x="820" y="410"/>
                  </a:cubicBezTo>
                  <a:lnTo>
                    <a:pt x="820" y="694"/>
                  </a:lnTo>
                  <a:cubicBezTo>
                    <a:pt x="348" y="851"/>
                    <a:pt x="1" y="1324"/>
                    <a:pt x="1" y="1891"/>
                  </a:cubicBezTo>
                  <a:cubicBezTo>
                    <a:pt x="1" y="2552"/>
                    <a:pt x="537" y="2930"/>
                    <a:pt x="978" y="3245"/>
                  </a:cubicBezTo>
                  <a:cubicBezTo>
                    <a:pt x="1293" y="3497"/>
                    <a:pt x="1639" y="3718"/>
                    <a:pt x="1639" y="3970"/>
                  </a:cubicBezTo>
                  <a:cubicBezTo>
                    <a:pt x="1671" y="4254"/>
                    <a:pt x="1482" y="4411"/>
                    <a:pt x="1261" y="4411"/>
                  </a:cubicBezTo>
                  <a:cubicBezTo>
                    <a:pt x="1009" y="4411"/>
                    <a:pt x="820" y="4191"/>
                    <a:pt x="820" y="3970"/>
                  </a:cubicBezTo>
                  <a:cubicBezTo>
                    <a:pt x="820" y="3718"/>
                    <a:pt x="631" y="3529"/>
                    <a:pt x="411" y="3529"/>
                  </a:cubicBezTo>
                  <a:cubicBezTo>
                    <a:pt x="190" y="3529"/>
                    <a:pt x="1" y="3718"/>
                    <a:pt x="1" y="3970"/>
                  </a:cubicBezTo>
                  <a:cubicBezTo>
                    <a:pt x="1" y="4506"/>
                    <a:pt x="348" y="4947"/>
                    <a:pt x="820" y="5136"/>
                  </a:cubicBezTo>
                  <a:lnTo>
                    <a:pt x="820" y="5419"/>
                  </a:lnTo>
                  <a:cubicBezTo>
                    <a:pt x="820" y="5671"/>
                    <a:pt x="1009" y="5860"/>
                    <a:pt x="1261" y="5860"/>
                  </a:cubicBezTo>
                  <a:cubicBezTo>
                    <a:pt x="1482" y="5860"/>
                    <a:pt x="1639" y="5671"/>
                    <a:pt x="1639" y="5419"/>
                  </a:cubicBezTo>
                  <a:lnTo>
                    <a:pt x="1639" y="5136"/>
                  </a:lnTo>
                  <a:cubicBezTo>
                    <a:pt x="2112" y="4978"/>
                    <a:pt x="2458" y="4506"/>
                    <a:pt x="2458" y="3970"/>
                  </a:cubicBezTo>
                  <a:cubicBezTo>
                    <a:pt x="2458" y="3308"/>
                    <a:pt x="1923" y="2899"/>
                    <a:pt x="1482" y="2584"/>
                  </a:cubicBezTo>
                  <a:cubicBezTo>
                    <a:pt x="1167" y="2363"/>
                    <a:pt x="820" y="2111"/>
                    <a:pt x="820" y="1891"/>
                  </a:cubicBezTo>
                  <a:cubicBezTo>
                    <a:pt x="820" y="1639"/>
                    <a:pt x="1009" y="1450"/>
                    <a:pt x="1261" y="1450"/>
                  </a:cubicBezTo>
                  <a:cubicBezTo>
                    <a:pt x="1482" y="1450"/>
                    <a:pt x="1639" y="1639"/>
                    <a:pt x="1639" y="1891"/>
                  </a:cubicBezTo>
                  <a:cubicBezTo>
                    <a:pt x="1639" y="2111"/>
                    <a:pt x="1860" y="2300"/>
                    <a:pt x="2049" y="2300"/>
                  </a:cubicBezTo>
                  <a:cubicBezTo>
                    <a:pt x="2269" y="2300"/>
                    <a:pt x="2490" y="2111"/>
                    <a:pt x="2490" y="1891"/>
                  </a:cubicBezTo>
                  <a:cubicBezTo>
                    <a:pt x="2490" y="1324"/>
                    <a:pt x="2112" y="883"/>
                    <a:pt x="1639" y="694"/>
                  </a:cubicBezTo>
                  <a:lnTo>
                    <a:pt x="1639" y="410"/>
                  </a:lnTo>
                  <a:cubicBezTo>
                    <a:pt x="1639" y="189"/>
                    <a:pt x="1450" y="0"/>
                    <a:pt x="126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82" name="Google Shape;4814;p59">
            <a:extLst>
              <a:ext uri="{FF2B5EF4-FFF2-40B4-BE49-F238E27FC236}">
                <a16:creationId xmlns:a16="http://schemas.microsoft.com/office/drawing/2014/main" id="{C493E66A-3D33-4AEB-8D8E-CB3115B19C6C}"/>
              </a:ext>
            </a:extLst>
          </p:cNvPr>
          <p:cNvGrpSpPr/>
          <p:nvPr/>
        </p:nvGrpSpPr>
        <p:grpSpPr>
          <a:xfrm>
            <a:off x="4019049" y="2853735"/>
            <a:ext cx="202281" cy="238553"/>
            <a:chOff x="-60597975" y="1939525"/>
            <a:chExt cx="267825" cy="315850"/>
          </a:xfrm>
          <a:solidFill>
            <a:schemeClr val="tx1"/>
          </a:solidFill>
        </p:grpSpPr>
        <p:sp>
          <p:nvSpPr>
            <p:cNvPr id="481" name="Google Shape;4815;p59">
              <a:extLst>
                <a:ext uri="{FF2B5EF4-FFF2-40B4-BE49-F238E27FC236}">
                  <a16:creationId xmlns:a16="http://schemas.microsoft.com/office/drawing/2014/main" id="{3BEE0856-DA52-4EA2-A051-FC35E1C41DDF}"/>
                </a:ext>
              </a:extLst>
            </p:cNvPr>
            <p:cNvSpPr/>
            <p:nvPr/>
          </p:nvSpPr>
          <p:spPr>
            <a:xfrm>
              <a:off x="-60597975" y="1939525"/>
              <a:ext cx="267825" cy="315850"/>
            </a:xfrm>
            <a:custGeom>
              <a:avLst/>
              <a:gdLst/>
              <a:ahLst/>
              <a:cxnLst/>
              <a:rect l="l" t="t" r="r" b="b"/>
              <a:pathLst>
                <a:path w="10713" h="12634" extrusionOk="0">
                  <a:moveTo>
                    <a:pt x="7436" y="788"/>
                  </a:moveTo>
                  <a:lnTo>
                    <a:pt x="7436" y="1859"/>
                  </a:lnTo>
                  <a:cubicBezTo>
                    <a:pt x="7310" y="1733"/>
                    <a:pt x="7247" y="1607"/>
                    <a:pt x="6995" y="1607"/>
                  </a:cubicBezTo>
                  <a:cubicBezTo>
                    <a:pt x="6806" y="1607"/>
                    <a:pt x="6743" y="1733"/>
                    <a:pt x="6617" y="1859"/>
                  </a:cubicBezTo>
                  <a:lnTo>
                    <a:pt x="6617" y="788"/>
                  </a:lnTo>
                  <a:close/>
                  <a:moveTo>
                    <a:pt x="9515" y="788"/>
                  </a:moveTo>
                  <a:cubicBezTo>
                    <a:pt x="9767" y="788"/>
                    <a:pt x="9925" y="977"/>
                    <a:pt x="9925" y="1197"/>
                  </a:cubicBezTo>
                  <a:lnTo>
                    <a:pt x="9925" y="4222"/>
                  </a:lnTo>
                  <a:lnTo>
                    <a:pt x="2490" y="4222"/>
                  </a:lnTo>
                  <a:lnTo>
                    <a:pt x="2490" y="788"/>
                  </a:lnTo>
                  <a:lnTo>
                    <a:pt x="5798" y="788"/>
                  </a:lnTo>
                  <a:lnTo>
                    <a:pt x="5798" y="2867"/>
                  </a:lnTo>
                  <a:cubicBezTo>
                    <a:pt x="5798" y="3119"/>
                    <a:pt x="5980" y="3287"/>
                    <a:pt x="6185" y="3287"/>
                  </a:cubicBezTo>
                  <a:cubicBezTo>
                    <a:pt x="6288" y="3287"/>
                    <a:pt x="6396" y="3245"/>
                    <a:pt x="6491" y="3151"/>
                  </a:cubicBezTo>
                  <a:lnTo>
                    <a:pt x="7058" y="2615"/>
                  </a:lnTo>
                  <a:lnTo>
                    <a:pt x="7594" y="3151"/>
                  </a:lnTo>
                  <a:cubicBezTo>
                    <a:pt x="7688" y="3245"/>
                    <a:pt x="7800" y="3287"/>
                    <a:pt x="7907" y="3287"/>
                  </a:cubicBezTo>
                  <a:cubicBezTo>
                    <a:pt x="8122" y="3287"/>
                    <a:pt x="8318" y="3119"/>
                    <a:pt x="8318" y="2867"/>
                  </a:cubicBezTo>
                  <a:lnTo>
                    <a:pt x="8318" y="788"/>
                  </a:lnTo>
                  <a:close/>
                  <a:moveTo>
                    <a:pt x="9925" y="5041"/>
                  </a:moveTo>
                  <a:lnTo>
                    <a:pt x="9925" y="8349"/>
                  </a:lnTo>
                  <a:lnTo>
                    <a:pt x="2490" y="8349"/>
                  </a:lnTo>
                  <a:lnTo>
                    <a:pt x="2490" y="5041"/>
                  </a:lnTo>
                  <a:close/>
                  <a:moveTo>
                    <a:pt x="9925" y="9168"/>
                  </a:moveTo>
                  <a:lnTo>
                    <a:pt x="9925" y="11373"/>
                  </a:lnTo>
                  <a:cubicBezTo>
                    <a:pt x="9925" y="11625"/>
                    <a:pt x="9736" y="11783"/>
                    <a:pt x="9515" y="11783"/>
                  </a:cubicBezTo>
                  <a:lnTo>
                    <a:pt x="2490" y="11783"/>
                  </a:lnTo>
                  <a:lnTo>
                    <a:pt x="2490" y="9168"/>
                  </a:lnTo>
                  <a:close/>
                  <a:moveTo>
                    <a:pt x="1639" y="788"/>
                  </a:moveTo>
                  <a:lnTo>
                    <a:pt x="1639" y="11814"/>
                  </a:lnTo>
                  <a:lnTo>
                    <a:pt x="820" y="11814"/>
                  </a:lnTo>
                  <a:lnTo>
                    <a:pt x="820" y="788"/>
                  </a:lnTo>
                  <a:close/>
                  <a:moveTo>
                    <a:pt x="379" y="0"/>
                  </a:moveTo>
                  <a:cubicBezTo>
                    <a:pt x="158" y="0"/>
                    <a:pt x="1" y="189"/>
                    <a:pt x="1" y="410"/>
                  </a:cubicBezTo>
                  <a:lnTo>
                    <a:pt x="1" y="12256"/>
                  </a:lnTo>
                  <a:cubicBezTo>
                    <a:pt x="1" y="12445"/>
                    <a:pt x="190" y="12634"/>
                    <a:pt x="379" y="12634"/>
                  </a:cubicBezTo>
                  <a:lnTo>
                    <a:pt x="9484" y="12634"/>
                  </a:lnTo>
                  <a:cubicBezTo>
                    <a:pt x="10146" y="12634"/>
                    <a:pt x="10713" y="12098"/>
                    <a:pt x="10713" y="11436"/>
                  </a:cubicBezTo>
                  <a:lnTo>
                    <a:pt x="10713" y="1229"/>
                  </a:lnTo>
                  <a:cubicBezTo>
                    <a:pt x="10713" y="567"/>
                    <a:pt x="10177" y="0"/>
                    <a:pt x="9484" y="0"/>
                  </a:cubicBezTo>
                  <a:close/>
                </a:path>
              </a:pathLst>
            </a:custGeom>
            <a:grpFill/>
            <a:ln>
              <a:noFill/>
            </a:ln>
          </p:spPr>
          <p:txBody>
            <a:bodyPr spcFirstLastPara="1" wrap="square" lIns="62728" tIns="62728" rIns="62728" bIns="62728" anchor="ctr" anchorCtr="0">
              <a:noAutofit/>
            </a:bodyPr>
            <a:lstStyle/>
            <a:p>
              <a:endParaRPr sz="764"/>
            </a:p>
          </p:txBody>
        </p:sp>
        <p:sp>
          <p:nvSpPr>
            <p:cNvPr id="482" name="Google Shape;4816;p59">
              <a:extLst>
                <a:ext uri="{FF2B5EF4-FFF2-40B4-BE49-F238E27FC236}">
                  <a16:creationId xmlns:a16="http://schemas.microsoft.com/office/drawing/2014/main" id="{A448B91F-3930-414D-9864-29E211904131}"/>
                </a:ext>
              </a:extLst>
            </p:cNvPr>
            <p:cNvSpPr/>
            <p:nvPr/>
          </p:nvSpPr>
          <p:spPr>
            <a:xfrm>
              <a:off x="-60494775" y="2097050"/>
              <a:ext cx="103175" cy="20500"/>
            </a:xfrm>
            <a:custGeom>
              <a:avLst/>
              <a:gdLst/>
              <a:ahLst/>
              <a:cxnLst/>
              <a:rect l="l" t="t" r="r" b="b"/>
              <a:pathLst>
                <a:path w="4127" h="820" extrusionOk="0">
                  <a:moveTo>
                    <a:pt x="410" y="0"/>
                  </a:moveTo>
                  <a:cubicBezTo>
                    <a:pt x="158" y="0"/>
                    <a:pt x="0" y="189"/>
                    <a:pt x="0" y="410"/>
                  </a:cubicBezTo>
                  <a:cubicBezTo>
                    <a:pt x="0" y="630"/>
                    <a:pt x="189" y="819"/>
                    <a:pt x="410" y="819"/>
                  </a:cubicBezTo>
                  <a:lnTo>
                    <a:pt x="3718" y="819"/>
                  </a:lnTo>
                  <a:cubicBezTo>
                    <a:pt x="3938" y="819"/>
                    <a:pt x="4127" y="630"/>
                    <a:pt x="4127" y="410"/>
                  </a:cubicBezTo>
                  <a:cubicBezTo>
                    <a:pt x="4127" y="158"/>
                    <a:pt x="3938" y="0"/>
                    <a:pt x="371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83" name="Google Shape;4817;p59">
            <a:extLst>
              <a:ext uri="{FF2B5EF4-FFF2-40B4-BE49-F238E27FC236}">
                <a16:creationId xmlns:a16="http://schemas.microsoft.com/office/drawing/2014/main" id="{6F27F487-D170-4898-A08C-BFEB6CEE36DF}"/>
              </a:ext>
            </a:extLst>
          </p:cNvPr>
          <p:cNvGrpSpPr/>
          <p:nvPr/>
        </p:nvGrpSpPr>
        <p:grpSpPr>
          <a:xfrm>
            <a:off x="3999725" y="3130382"/>
            <a:ext cx="240931" cy="240629"/>
            <a:chOff x="-60620800" y="2304600"/>
            <a:chExt cx="319000" cy="318600"/>
          </a:xfrm>
          <a:solidFill>
            <a:schemeClr val="tx1"/>
          </a:solidFill>
        </p:grpSpPr>
        <p:sp>
          <p:nvSpPr>
            <p:cNvPr id="478" name="Google Shape;4818;p59">
              <a:extLst>
                <a:ext uri="{FF2B5EF4-FFF2-40B4-BE49-F238E27FC236}">
                  <a16:creationId xmlns:a16="http://schemas.microsoft.com/office/drawing/2014/main" id="{DF8D71A3-0FA7-49AF-927F-1A6718152C3F}"/>
                </a:ext>
              </a:extLst>
            </p:cNvPr>
            <p:cNvSpPr/>
            <p:nvPr/>
          </p:nvSpPr>
          <p:spPr>
            <a:xfrm>
              <a:off x="-60620800" y="2304600"/>
              <a:ext cx="319000" cy="318600"/>
            </a:xfrm>
            <a:custGeom>
              <a:avLst/>
              <a:gdLst/>
              <a:ahLst/>
              <a:cxnLst/>
              <a:rect l="l" t="t" r="r" b="b"/>
              <a:pathLst>
                <a:path w="12760" h="12744" extrusionOk="0">
                  <a:moveTo>
                    <a:pt x="10939" y="845"/>
                  </a:moveTo>
                  <a:cubicBezTo>
                    <a:pt x="10969" y="845"/>
                    <a:pt x="11001" y="853"/>
                    <a:pt x="11027" y="866"/>
                  </a:cubicBezTo>
                  <a:lnTo>
                    <a:pt x="11752" y="1276"/>
                  </a:lnTo>
                  <a:cubicBezTo>
                    <a:pt x="11783" y="1339"/>
                    <a:pt x="11815" y="1433"/>
                    <a:pt x="11783" y="1465"/>
                  </a:cubicBezTo>
                  <a:lnTo>
                    <a:pt x="11437" y="2063"/>
                  </a:lnTo>
                  <a:lnTo>
                    <a:pt x="10491" y="1496"/>
                  </a:lnTo>
                  <a:lnTo>
                    <a:pt x="10838" y="898"/>
                  </a:lnTo>
                  <a:cubicBezTo>
                    <a:pt x="10856" y="861"/>
                    <a:pt x="10897" y="845"/>
                    <a:pt x="10939" y="845"/>
                  </a:cubicBezTo>
                  <a:close/>
                  <a:moveTo>
                    <a:pt x="10050" y="2252"/>
                  </a:moveTo>
                  <a:lnTo>
                    <a:pt x="10995" y="2819"/>
                  </a:lnTo>
                  <a:lnTo>
                    <a:pt x="8916" y="6379"/>
                  </a:lnTo>
                  <a:lnTo>
                    <a:pt x="7971" y="5844"/>
                  </a:lnTo>
                  <a:lnTo>
                    <a:pt x="10050" y="2252"/>
                  </a:lnTo>
                  <a:close/>
                  <a:moveTo>
                    <a:pt x="7813" y="6663"/>
                  </a:moveTo>
                  <a:lnTo>
                    <a:pt x="8318" y="6978"/>
                  </a:lnTo>
                  <a:lnTo>
                    <a:pt x="7782" y="7324"/>
                  </a:lnTo>
                  <a:lnTo>
                    <a:pt x="7813" y="6663"/>
                  </a:lnTo>
                  <a:close/>
                  <a:moveTo>
                    <a:pt x="11342" y="5245"/>
                  </a:moveTo>
                  <a:cubicBezTo>
                    <a:pt x="11594" y="5245"/>
                    <a:pt x="11752" y="5434"/>
                    <a:pt x="11752" y="5686"/>
                  </a:cubicBezTo>
                  <a:lnTo>
                    <a:pt x="11752" y="11483"/>
                  </a:lnTo>
                  <a:cubicBezTo>
                    <a:pt x="11752" y="11704"/>
                    <a:pt x="11531" y="11893"/>
                    <a:pt x="11342" y="11893"/>
                  </a:cubicBezTo>
                  <a:lnTo>
                    <a:pt x="1197" y="11893"/>
                  </a:lnTo>
                  <a:cubicBezTo>
                    <a:pt x="945" y="11893"/>
                    <a:pt x="788" y="11704"/>
                    <a:pt x="788" y="11483"/>
                  </a:cubicBezTo>
                  <a:lnTo>
                    <a:pt x="788" y="5686"/>
                  </a:lnTo>
                  <a:cubicBezTo>
                    <a:pt x="788" y="5434"/>
                    <a:pt x="977" y="5245"/>
                    <a:pt x="1197" y="5245"/>
                  </a:cubicBezTo>
                  <a:lnTo>
                    <a:pt x="7372" y="5245"/>
                  </a:lnTo>
                  <a:lnTo>
                    <a:pt x="7057" y="5749"/>
                  </a:lnTo>
                  <a:cubicBezTo>
                    <a:pt x="7026" y="5812"/>
                    <a:pt x="7026" y="5875"/>
                    <a:pt x="7026" y="5970"/>
                  </a:cubicBezTo>
                  <a:lnTo>
                    <a:pt x="6900" y="7734"/>
                  </a:lnTo>
                  <a:lnTo>
                    <a:pt x="5545" y="7734"/>
                  </a:lnTo>
                  <a:cubicBezTo>
                    <a:pt x="5325" y="7734"/>
                    <a:pt x="5167" y="7923"/>
                    <a:pt x="5167" y="8175"/>
                  </a:cubicBezTo>
                  <a:cubicBezTo>
                    <a:pt x="5167" y="8396"/>
                    <a:pt x="5356" y="8585"/>
                    <a:pt x="5545" y="8585"/>
                  </a:cubicBezTo>
                  <a:lnTo>
                    <a:pt x="10523" y="8585"/>
                  </a:lnTo>
                  <a:cubicBezTo>
                    <a:pt x="10743" y="8585"/>
                    <a:pt x="10964" y="8396"/>
                    <a:pt x="10964" y="8175"/>
                  </a:cubicBezTo>
                  <a:cubicBezTo>
                    <a:pt x="10964" y="7923"/>
                    <a:pt x="10743" y="7734"/>
                    <a:pt x="10523" y="7734"/>
                  </a:cubicBezTo>
                  <a:lnTo>
                    <a:pt x="8633" y="7734"/>
                  </a:lnTo>
                  <a:lnTo>
                    <a:pt x="9294" y="7293"/>
                  </a:lnTo>
                  <a:cubicBezTo>
                    <a:pt x="9326" y="7261"/>
                    <a:pt x="9420" y="7230"/>
                    <a:pt x="9420" y="7135"/>
                  </a:cubicBezTo>
                  <a:lnTo>
                    <a:pt x="10523" y="5245"/>
                  </a:lnTo>
                  <a:close/>
                  <a:moveTo>
                    <a:pt x="10933" y="0"/>
                  </a:moveTo>
                  <a:cubicBezTo>
                    <a:pt x="10599" y="0"/>
                    <a:pt x="10280" y="175"/>
                    <a:pt x="10113" y="488"/>
                  </a:cubicBezTo>
                  <a:lnTo>
                    <a:pt x="9578" y="1433"/>
                  </a:lnTo>
                  <a:lnTo>
                    <a:pt x="7877" y="4395"/>
                  </a:lnTo>
                  <a:lnTo>
                    <a:pt x="1229" y="4395"/>
                  </a:lnTo>
                  <a:cubicBezTo>
                    <a:pt x="567" y="4395"/>
                    <a:pt x="0" y="4930"/>
                    <a:pt x="0" y="5592"/>
                  </a:cubicBezTo>
                  <a:lnTo>
                    <a:pt x="0" y="11483"/>
                  </a:lnTo>
                  <a:cubicBezTo>
                    <a:pt x="0" y="12145"/>
                    <a:pt x="567" y="12743"/>
                    <a:pt x="1229" y="12743"/>
                  </a:cubicBezTo>
                  <a:lnTo>
                    <a:pt x="11374" y="12743"/>
                  </a:lnTo>
                  <a:cubicBezTo>
                    <a:pt x="12067" y="12743"/>
                    <a:pt x="12602" y="12176"/>
                    <a:pt x="12602" y="11483"/>
                  </a:cubicBezTo>
                  <a:lnTo>
                    <a:pt x="12602" y="5686"/>
                  </a:lnTo>
                  <a:cubicBezTo>
                    <a:pt x="12602" y="5025"/>
                    <a:pt x="12067" y="4458"/>
                    <a:pt x="11374" y="4458"/>
                  </a:cubicBezTo>
                  <a:lnTo>
                    <a:pt x="11027" y="4458"/>
                  </a:lnTo>
                  <a:lnTo>
                    <a:pt x="12508" y="1937"/>
                  </a:lnTo>
                  <a:cubicBezTo>
                    <a:pt x="12760" y="1433"/>
                    <a:pt x="12602" y="835"/>
                    <a:pt x="12130" y="551"/>
                  </a:cubicBezTo>
                  <a:lnTo>
                    <a:pt x="11437" y="141"/>
                  </a:lnTo>
                  <a:cubicBezTo>
                    <a:pt x="11277" y="46"/>
                    <a:pt x="11103" y="0"/>
                    <a:pt x="10933" y="0"/>
                  </a:cubicBezTo>
                  <a:close/>
                </a:path>
              </a:pathLst>
            </a:custGeom>
            <a:grpFill/>
            <a:ln>
              <a:noFill/>
            </a:ln>
          </p:spPr>
          <p:txBody>
            <a:bodyPr spcFirstLastPara="1" wrap="square" lIns="62728" tIns="62728" rIns="62728" bIns="62728" anchor="ctr" anchorCtr="0">
              <a:noAutofit/>
            </a:bodyPr>
            <a:lstStyle/>
            <a:p>
              <a:endParaRPr sz="764"/>
            </a:p>
          </p:txBody>
        </p:sp>
        <p:sp>
          <p:nvSpPr>
            <p:cNvPr id="479" name="Google Shape;4819;p59">
              <a:extLst>
                <a:ext uri="{FF2B5EF4-FFF2-40B4-BE49-F238E27FC236}">
                  <a16:creationId xmlns:a16="http://schemas.microsoft.com/office/drawing/2014/main" id="{2B891897-343C-486A-AD2D-6EABEC8B4715}"/>
                </a:ext>
              </a:extLst>
            </p:cNvPr>
            <p:cNvSpPr/>
            <p:nvPr/>
          </p:nvSpPr>
          <p:spPr>
            <a:xfrm>
              <a:off x="-60491625" y="2560150"/>
              <a:ext cx="144925" cy="20525"/>
            </a:xfrm>
            <a:custGeom>
              <a:avLst/>
              <a:gdLst/>
              <a:ahLst/>
              <a:cxnLst/>
              <a:rect l="l" t="t" r="r" b="b"/>
              <a:pathLst>
                <a:path w="5797" h="821" extrusionOk="0">
                  <a:moveTo>
                    <a:pt x="378" y="1"/>
                  </a:moveTo>
                  <a:cubicBezTo>
                    <a:pt x="158" y="1"/>
                    <a:pt x="0" y="190"/>
                    <a:pt x="0" y="411"/>
                  </a:cubicBezTo>
                  <a:cubicBezTo>
                    <a:pt x="0" y="663"/>
                    <a:pt x="189" y="820"/>
                    <a:pt x="378" y="820"/>
                  </a:cubicBezTo>
                  <a:lnTo>
                    <a:pt x="5356" y="820"/>
                  </a:lnTo>
                  <a:cubicBezTo>
                    <a:pt x="5576" y="820"/>
                    <a:pt x="5797" y="631"/>
                    <a:pt x="5797" y="411"/>
                  </a:cubicBezTo>
                  <a:cubicBezTo>
                    <a:pt x="5797" y="190"/>
                    <a:pt x="5576" y="1"/>
                    <a:pt x="5356" y="1"/>
                  </a:cubicBezTo>
                  <a:close/>
                </a:path>
              </a:pathLst>
            </a:custGeom>
            <a:grpFill/>
            <a:ln>
              <a:noFill/>
            </a:ln>
          </p:spPr>
          <p:txBody>
            <a:bodyPr spcFirstLastPara="1" wrap="square" lIns="62728" tIns="62728" rIns="62728" bIns="62728" anchor="ctr" anchorCtr="0">
              <a:noAutofit/>
            </a:bodyPr>
            <a:lstStyle/>
            <a:p>
              <a:endParaRPr sz="764"/>
            </a:p>
          </p:txBody>
        </p:sp>
        <p:sp>
          <p:nvSpPr>
            <p:cNvPr id="480" name="Google Shape;4820;p59">
              <a:extLst>
                <a:ext uri="{FF2B5EF4-FFF2-40B4-BE49-F238E27FC236}">
                  <a16:creationId xmlns:a16="http://schemas.microsoft.com/office/drawing/2014/main" id="{342E753D-D1D6-461E-8B81-57C6A7EEEB02}"/>
                </a:ext>
              </a:extLst>
            </p:cNvPr>
            <p:cNvSpPr/>
            <p:nvPr/>
          </p:nvSpPr>
          <p:spPr>
            <a:xfrm>
              <a:off x="-60573550" y="2445950"/>
              <a:ext cx="62250" cy="146525"/>
            </a:xfrm>
            <a:custGeom>
              <a:avLst/>
              <a:gdLst/>
              <a:ahLst/>
              <a:cxnLst/>
              <a:rect l="l" t="t" r="r" b="b"/>
              <a:pathLst>
                <a:path w="2490" h="5861" extrusionOk="0">
                  <a:moveTo>
                    <a:pt x="1229" y="1"/>
                  </a:moveTo>
                  <a:cubicBezTo>
                    <a:pt x="977" y="1"/>
                    <a:pt x="820" y="190"/>
                    <a:pt x="820" y="410"/>
                  </a:cubicBezTo>
                  <a:lnTo>
                    <a:pt x="820" y="694"/>
                  </a:lnTo>
                  <a:cubicBezTo>
                    <a:pt x="347" y="851"/>
                    <a:pt x="1" y="1324"/>
                    <a:pt x="1" y="1891"/>
                  </a:cubicBezTo>
                  <a:cubicBezTo>
                    <a:pt x="1" y="2553"/>
                    <a:pt x="568" y="2931"/>
                    <a:pt x="977" y="3246"/>
                  </a:cubicBezTo>
                  <a:cubicBezTo>
                    <a:pt x="1292" y="3498"/>
                    <a:pt x="1670" y="3718"/>
                    <a:pt x="1670" y="3970"/>
                  </a:cubicBezTo>
                  <a:cubicBezTo>
                    <a:pt x="1670" y="4191"/>
                    <a:pt x="1450" y="4348"/>
                    <a:pt x="1229" y="4348"/>
                  </a:cubicBezTo>
                  <a:cubicBezTo>
                    <a:pt x="977" y="4348"/>
                    <a:pt x="820" y="4159"/>
                    <a:pt x="820" y="3970"/>
                  </a:cubicBezTo>
                  <a:cubicBezTo>
                    <a:pt x="820" y="3718"/>
                    <a:pt x="631" y="3529"/>
                    <a:pt x="442" y="3529"/>
                  </a:cubicBezTo>
                  <a:cubicBezTo>
                    <a:pt x="190" y="3529"/>
                    <a:pt x="1" y="3718"/>
                    <a:pt x="1" y="3970"/>
                  </a:cubicBezTo>
                  <a:cubicBezTo>
                    <a:pt x="1" y="4506"/>
                    <a:pt x="347" y="4947"/>
                    <a:pt x="820" y="5136"/>
                  </a:cubicBezTo>
                  <a:lnTo>
                    <a:pt x="820" y="5420"/>
                  </a:lnTo>
                  <a:cubicBezTo>
                    <a:pt x="820" y="5672"/>
                    <a:pt x="1040" y="5861"/>
                    <a:pt x="1229" y="5861"/>
                  </a:cubicBezTo>
                  <a:cubicBezTo>
                    <a:pt x="1450" y="5861"/>
                    <a:pt x="1670" y="5672"/>
                    <a:pt x="1670" y="5420"/>
                  </a:cubicBezTo>
                  <a:lnTo>
                    <a:pt x="1670" y="5136"/>
                  </a:lnTo>
                  <a:cubicBezTo>
                    <a:pt x="2143" y="4979"/>
                    <a:pt x="2489" y="4506"/>
                    <a:pt x="2489" y="3970"/>
                  </a:cubicBezTo>
                  <a:cubicBezTo>
                    <a:pt x="2489" y="3309"/>
                    <a:pt x="1922" y="2899"/>
                    <a:pt x="1513" y="2584"/>
                  </a:cubicBezTo>
                  <a:cubicBezTo>
                    <a:pt x="1198" y="2364"/>
                    <a:pt x="820" y="2112"/>
                    <a:pt x="820" y="1891"/>
                  </a:cubicBezTo>
                  <a:cubicBezTo>
                    <a:pt x="788" y="1639"/>
                    <a:pt x="977" y="1450"/>
                    <a:pt x="1229" y="1450"/>
                  </a:cubicBezTo>
                  <a:cubicBezTo>
                    <a:pt x="1450" y="1450"/>
                    <a:pt x="1670" y="1639"/>
                    <a:pt x="1670" y="1891"/>
                  </a:cubicBezTo>
                  <a:cubicBezTo>
                    <a:pt x="1670" y="2112"/>
                    <a:pt x="1859" y="2269"/>
                    <a:pt x="2048" y="2269"/>
                  </a:cubicBezTo>
                  <a:cubicBezTo>
                    <a:pt x="2300" y="2269"/>
                    <a:pt x="2489" y="2080"/>
                    <a:pt x="2489" y="1891"/>
                  </a:cubicBezTo>
                  <a:cubicBezTo>
                    <a:pt x="2489" y="1324"/>
                    <a:pt x="2143" y="883"/>
                    <a:pt x="1670" y="694"/>
                  </a:cubicBezTo>
                  <a:lnTo>
                    <a:pt x="1670" y="410"/>
                  </a:lnTo>
                  <a:cubicBezTo>
                    <a:pt x="1670" y="190"/>
                    <a:pt x="1450" y="1"/>
                    <a:pt x="122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84" name="Google Shape;4821;p59">
            <a:extLst>
              <a:ext uri="{FF2B5EF4-FFF2-40B4-BE49-F238E27FC236}">
                <a16:creationId xmlns:a16="http://schemas.microsoft.com/office/drawing/2014/main" id="{BF03C9B6-5476-4A98-8046-A23607BEB0D3}"/>
              </a:ext>
            </a:extLst>
          </p:cNvPr>
          <p:cNvGrpSpPr/>
          <p:nvPr/>
        </p:nvGrpSpPr>
        <p:grpSpPr>
          <a:xfrm>
            <a:off x="4000612" y="3441629"/>
            <a:ext cx="239156" cy="171352"/>
            <a:chOff x="-60621600" y="2716100"/>
            <a:chExt cx="316650" cy="226875"/>
          </a:xfrm>
          <a:solidFill>
            <a:schemeClr val="tx1"/>
          </a:solidFill>
        </p:grpSpPr>
        <p:sp>
          <p:nvSpPr>
            <p:cNvPr id="476" name="Google Shape;4822;p59">
              <a:extLst>
                <a:ext uri="{FF2B5EF4-FFF2-40B4-BE49-F238E27FC236}">
                  <a16:creationId xmlns:a16="http://schemas.microsoft.com/office/drawing/2014/main" id="{264563D1-F498-44CD-ACE6-A58573DDE4D3}"/>
                </a:ext>
              </a:extLst>
            </p:cNvPr>
            <p:cNvSpPr/>
            <p:nvPr/>
          </p:nvSpPr>
          <p:spPr>
            <a:xfrm>
              <a:off x="-60621600" y="2716100"/>
              <a:ext cx="316650" cy="226875"/>
            </a:xfrm>
            <a:custGeom>
              <a:avLst/>
              <a:gdLst/>
              <a:ahLst/>
              <a:cxnLst/>
              <a:rect l="l" t="t" r="r" b="b"/>
              <a:pathLst>
                <a:path w="12666" h="9075" extrusionOk="0">
                  <a:moveTo>
                    <a:pt x="11374" y="789"/>
                  </a:moveTo>
                  <a:cubicBezTo>
                    <a:pt x="11626" y="789"/>
                    <a:pt x="11815" y="1009"/>
                    <a:pt x="11815" y="1230"/>
                  </a:cubicBezTo>
                  <a:lnTo>
                    <a:pt x="11815" y="1671"/>
                  </a:lnTo>
                  <a:lnTo>
                    <a:pt x="788" y="1671"/>
                  </a:lnTo>
                  <a:lnTo>
                    <a:pt x="788" y="1230"/>
                  </a:lnTo>
                  <a:cubicBezTo>
                    <a:pt x="788" y="1009"/>
                    <a:pt x="977" y="789"/>
                    <a:pt x="1166" y="789"/>
                  </a:cubicBezTo>
                  <a:close/>
                  <a:moveTo>
                    <a:pt x="11815" y="2490"/>
                  </a:moveTo>
                  <a:lnTo>
                    <a:pt x="11815" y="7877"/>
                  </a:lnTo>
                  <a:cubicBezTo>
                    <a:pt x="11815" y="8129"/>
                    <a:pt x="11626" y="8318"/>
                    <a:pt x="11374" y="8318"/>
                  </a:cubicBezTo>
                  <a:lnTo>
                    <a:pt x="1166" y="8318"/>
                  </a:lnTo>
                  <a:cubicBezTo>
                    <a:pt x="946" y="8318"/>
                    <a:pt x="788" y="8129"/>
                    <a:pt x="788" y="7877"/>
                  </a:cubicBezTo>
                  <a:lnTo>
                    <a:pt x="788" y="2490"/>
                  </a:lnTo>
                  <a:close/>
                  <a:moveTo>
                    <a:pt x="1229" y="1"/>
                  </a:moveTo>
                  <a:cubicBezTo>
                    <a:pt x="536" y="1"/>
                    <a:pt x="1" y="568"/>
                    <a:pt x="1" y="1230"/>
                  </a:cubicBezTo>
                  <a:lnTo>
                    <a:pt x="1" y="7846"/>
                  </a:lnTo>
                  <a:cubicBezTo>
                    <a:pt x="1" y="8507"/>
                    <a:pt x="536" y="9074"/>
                    <a:pt x="1229" y="9074"/>
                  </a:cubicBezTo>
                  <a:lnTo>
                    <a:pt x="11406" y="9074"/>
                  </a:lnTo>
                  <a:cubicBezTo>
                    <a:pt x="12099" y="9074"/>
                    <a:pt x="12666" y="8507"/>
                    <a:pt x="12666" y="7846"/>
                  </a:cubicBezTo>
                  <a:lnTo>
                    <a:pt x="12666" y="1230"/>
                  </a:lnTo>
                  <a:cubicBezTo>
                    <a:pt x="12634" y="568"/>
                    <a:pt x="12099" y="1"/>
                    <a:pt x="11406" y="1"/>
                  </a:cubicBezTo>
                  <a:close/>
                </a:path>
              </a:pathLst>
            </a:custGeom>
            <a:grpFill/>
            <a:ln>
              <a:noFill/>
            </a:ln>
          </p:spPr>
          <p:txBody>
            <a:bodyPr spcFirstLastPara="1" wrap="square" lIns="62728" tIns="62728" rIns="62728" bIns="62728" anchor="ctr" anchorCtr="0">
              <a:noAutofit/>
            </a:bodyPr>
            <a:lstStyle/>
            <a:p>
              <a:endParaRPr sz="764"/>
            </a:p>
          </p:txBody>
        </p:sp>
        <p:sp>
          <p:nvSpPr>
            <p:cNvPr id="477" name="Google Shape;4823;p59">
              <a:extLst>
                <a:ext uri="{FF2B5EF4-FFF2-40B4-BE49-F238E27FC236}">
                  <a16:creationId xmlns:a16="http://schemas.microsoft.com/office/drawing/2014/main" id="{3CB89986-378D-418B-BF85-B798D980B47C}"/>
                </a:ext>
              </a:extLst>
            </p:cNvPr>
            <p:cNvSpPr/>
            <p:nvPr/>
          </p:nvSpPr>
          <p:spPr>
            <a:xfrm>
              <a:off x="-60546775" y="2798025"/>
              <a:ext cx="166225" cy="104775"/>
            </a:xfrm>
            <a:custGeom>
              <a:avLst/>
              <a:gdLst/>
              <a:ahLst/>
              <a:cxnLst/>
              <a:rect l="l" t="t" r="r" b="b"/>
              <a:pathLst>
                <a:path w="6649" h="4191" extrusionOk="0">
                  <a:moveTo>
                    <a:pt x="2080" y="883"/>
                  </a:moveTo>
                  <a:cubicBezTo>
                    <a:pt x="2332" y="883"/>
                    <a:pt x="2553" y="946"/>
                    <a:pt x="2805" y="1072"/>
                  </a:cubicBezTo>
                  <a:cubicBezTo>
                    <a:pt x="2647" y="1387"/>
                    <a:pt x="2521" y="1733"/>
                    <a:pt x="2521" y="2080"/>
                  </a:cubicBezTo>
                  <a:cubicBezTo>
                    <a:pt x="2521" y="2489"/>
                    <a:pt x="2647" y="2804"/>
                    <a:pt x="2805" y="3119"/>
                  </a:cubicBezTo>
                  <a:cubicBezTo>
                    <a:pt x="2584" y="3245"/>
                    <a:pt x="2364" y="3308"/>
                    <a:pt x="2080" y="3308"/>
                  </a:cubicBezTo>
                  <a:cubicBezTo>
                    <a:pt x="1418" y="3308"/>
                    <a:pt x="820" y="2741"/>
                    <a:pt x="820" y="2048"/>
                  </a:cubicBezTo>
                  <a:cubicBezTo>
                    <a:pt x="820" y="1418"/>
                    <a:pt x="1418" y="883"/>
                    <a:pt x="2080" y="883"/>
                  </a:cubicBezTo>
                  <a:close/>
                  <a:moveTo>
                    <a:pt x="4569" y="883"/>
                  </a:moveTo>
                  <a:cubicBezTo>
                    <a:pt x="5231" y="883"/>
                    <a:pt x="5798" y="1418"/>
                    <a:pt x="5798" y="2080"/>
                  </a:cubicBezTo>
                  <a:cubicBezTo>
                    <a:pt x="5798" y="2741"/>
                    <a:pt x="5231" y="3340"/>
                    <a:pt x="4569" y="3340"/>
                  </a:cubicBezTo>
                  <a:cubicBezTo>
                    <a:pt x="3907" y="3340"/>
                    <a:pt x="3340" y="2804"/>
                    <a:pt x="3340" y="2080"/>
                  </a:cubicBezTo>
                  <a:cubicBezTo>
                    <a:pt x="3309" y="1418"/>
                    <a:pt x="3907" y="883"/>
                    <a:pt x="4569" y="883"/>
                  </a:cubicBezTo>
                  <a:close/>
                  <a:moveTo>
                    <a:pt x="2080" y="0"/>
                  </a:moveTo>
                  <a:cubicBezTo>
                    <a:pt x="946" y="0"/>
                    <a:pt x="1" y="946"/>
                    <a:pt x="1" y="2080"/>
                  </a:cubicBezTo>
                  <a:cubicBezTo>
                    <a:pt x="1" y="3245"/>
                    <a:pt x="946" y="4191"/>
                    <a:pt x="2080" y="4191"/>
                  </a:cubicBezTo>
                  <a:cubicBezTo>
                    <a:pt x="2521" y="4191"/>
                    <a:pt x="2962" y="4033"/>
                    <a:pt x="3340" y="3749"/>
                  </a:cubicBezTo>
                  <a:cubicBezTo>
                    <a:pt x="3687" y="4033"/>
                    <a:pt x="4128" y="4191"/>
                    <a:pt x="4569" y="4191"/>
                  </a:cubicBezTo>
                  <a:cubicBezTo>
                    <a:pt x="5703" y="4191"/>
                    <a:pt x="6648" y="3245"/>
                    <a:pt x="6648" y="2080"/>
                  </a:cubicBezTo>
                  <a:cubicBezTo>
                    <a:pt x="6648" y="946"/>
                    <a:pt x="5703" y="0"/>
                    <a:pt x="4569" y="0"/>
                  </a:cubicBezTo>
                  <a:cubicBezTo>
                    <a:pt x="4096" y="0"/>
                    <a:pt x="3655" y="158"/>
                    <a:pt x="3340" y="441"/>
                  </a:cubicBezTo>
                  <a:cubicBezTo>
                    <a:pt x="2994" y="158"/>
                    <a:pt x="2553" y="0"/>
                    <a:pt x="2080"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85" name="Google Shape;4824;p59">
            <a:extLst>
              <a:ext uri="{FF2B5EF4-FFF2-40B4-BE49-F238E27FC236}">
                <a16:creationId xmlns:a16="http://schemas.microsoft.com/office/drawing/2014/main" id="{E922E09A-AB48-46C5-A818-D9138192B447}"/>
              </a:ext>
            </a:extLst>
          </p:cNvPr>
          <p:cNvGrpSpPr/>
          <p:nvPr/>
        </p:nvGrpSpPr>
        <p:grpSpPr>
          <a:xfrm>
            <a:off x="4873752" y="3407736"/>
            <a:ext cx="233794" cy="239138"/>
            <a:chOff x="-59475600" y="2658625"/>
            <a:chExt cx="309550" cy="316625"/>
          </a:xfrm>
          <a:solidFill>
            <a:schemeClr val="tx1"/>
          </a:solidFill>
        </p:grpSpPr>
        <p:sp>
          <p:nvSpPr>
            <p:cNvPr id="469" name="Google Shape;4825;p59">
              <a:extLst>
                <a:ext uri="{FF2B5EF4-FFF2-40B4-BE49-F238E27FC236}">
                  <a16:creationId xmlns:a16="http://schemas.microsoft.com/office/drawing/2014/main" id="{E610B3D5-1287-45D4-A287-74FA9087CEEA}"/>
                </a:ext>
              </a:extLst>
            </p:cNvPr>
            <p:cNvSpPr/>
            <p:nvPr/>
          </p:nvSpPr>
          <p:spPr>
            <a:xfrm>
              <a:off x="-59427550" y="291302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630" y="788"/>
                    <a:pt x="788" y="630"/>
                    <a:pt x="788" y="410"/>
                  </a:cubicBezTo>
                  <a:cubicBezTo>
                    <a:pt x="788" y="189"/>
                    <a:pt x="630" y="0"/>
                    <a:pt x="410" y="0"/>
                  </a:cubicBezTo>
                  <a:close/>
                </a:path>
              </a:pathLst>
            </a:custGeom>
            <a:grpFill/>
            <a:ln>
              <a:noFill/>
            </a:ln>
          </p:spPr>
          <p:txBody>
            <a:bodyPr spcFirstLastPara="1" wrap="square" lIns="62728" tIns="62728" rIns="62728" bIns="62728" anchor="ctr" anchorCtr="0">
              <a:noAutofit/>
            </a:bodyPr>
            <a:lstStyle/>
            <a:p>
              <a:endParaRPr sz="764"/>
            </a:p>
          </p:txBody>
        </p:sp>
        <p:sp>
          <p:nvSpPr>
            <p:cNvPr id="470" name="Google Shape;4826;p59">
              <a:extLst>
                <a:ext uri="{FF2B5EF4-FFF2-40B4-BE49-F238E27FC236}">
                  <a16:creationId xmlns:a16="http://schemas.microsoft.com/office/drawing/2014/main" id="{04AAF13A-39A9-4C23-ACB5-7E7920ED9B0B}"/>
                </a:ext>
              </a:extLst>
            </p:cNvPr>
            <p:cNvSpPr/>
            <p:nvPr/>
          </p:nvSpPr>
          <p:spPr>
            <a:xfrm>
              <a:off x="-59428350" y="2699575"/>
              <a:ext cx="20500" cy="152825"/>
            </a:xfrm>
            <a:custGeom>
              <a:avLst/>
              <a:gdLst/>
              <a:ahLst/>
              <a:cxnLst/>
              <a:rect l="l" t="t" r="r" b="b"/>
              <a:pathLst>
                <a:path w="820" h="6113" extrusionOk="0">
                  <a:moveTo>
                    <a:pt x="442" y="0"/>
                  </a:moveTo>
                  <a:cubicBezTo>
                    <a:pt x="190" y="0"/>
                    <a:pt x="1" y="189"/>
                    <a:pt x="1" y="441"/>
                  </a:cubicBezTo>
                  <a:lnTo>
                    <a:pt x="1" y="5671"/>
                  </a:lnTo>
                  <a:cubicBezTo>
                    <a:pt x="1" y="5923"/>
                    <a:pt x="190" y="6112"/>
                    <a:pt x="442" y="6112"/>
                  </a:cubicBezTo>
                  <a:cubicBezTo>
                    <a:pt x="662" y="6112"/>
                    <a:pt x="820" y="5923"/>
                    <a:pt x="820" y="5671"/>
                  </a:cubicBezTo>
                  <a:lnTo>
                    <a:pt x="820" y="410"/>
                  </a:lnTo>
                  <a:cubicBezTo>
                    <a:pt x="820" y="158"/>
                    <a:pt x="631" y="0"/>
                    <a:pt x="442" y="0"/>
                  </a:cubicBezTo>
                  <a:close/>
                </a:path>
              </a:pathLst>
            </a:custGeom>
            <a:grpFill/>
            <a:ln>
              <a:noFill/>
            </a:ln>
          </p:spPr>
          <p:txBody>
            <a:bodyPr spcFirstLastPara="1" wrap="square" lIns="62728" tIns="62728" rIns="62728" bIns="62728" anchor="ctr" anchorCtr="0">
              <a:noAutofit/>
            </a:bodyPr>
            <a:lstStyle/>
            <a:p>
              <a:endParaRPr sz="764"/>
            </a:p>
          </p:txBody>
        </p:sp>
        <p:sp>
          <p:nvSpPr>
            <p:cNvPr id="471" name="Google Shape;4827;p59">
              <a:extLst>
                <a:ext uri="{FF2B5EF4-FFF2-40B4-BE49-F238E27FC236}">
                  <a16:creationId xmlns:a16="http://schemas.microsoft.com/office/drawing/2014/main" id="{E07C6BD3-9D5B-4E50-A7EC-D7E782B6D2D4}"/>
                </a:ext>
              </a:extLst>
            </p:cNvPr>
            <p:cNvSpPr/>
            <p:nvPr/>
          </p:nvSpPr>
          <p:spPr>
            <a:xfrm>
              <a:off x="-59330675" y="2913025"/>
              <a:ext cx="19700" cy="19700"/>
            </a:xfrm>
            <a:custGeom>
              <a:avLst/>
              <a:gdLst/>
              <a:ahLst/>
              <a:cxnLst/>
              <a:rect l="l" t="t" r="r" b="b"/>
              <a:pathLst>
                <a:path w="788" h="788" extrusionOk="0">
                  <a:moveTo>
                    <a:pt x="378" y="0"/>
                  </a:moveTo>
                  <a:cubicBezTo>
                    <a:pt x="158" y="0"/>
                    <a:pt x="0" y="189"/>
                    <a:pt x="0" y="410"/>
                  </a:cubicBezTo>
                  <a:cubicBezTo>
                    <a:pt x="0" y="630"/>
                    <a:pt x="158" y="788"/>
                    <a:pt x="378" y="788"/>
                  </a:cubicBezTo>
                  <a:cubicBezTo>
                    <a:pt x="599" y="788"/>
                    <a:pt x="788" y="630"/>
                    <a:pt x="788" y="410"/>
                  </a:cubicBezTo>
                  <a:cubicBezTo>
                    <a:pt x="788" y="189"/>
                    <a:pt x="599" y="0"/>
                    <a:pt x="378" y="0"/>
                  </a:cubicBezTo>
                  <a:close/>
                </a:path>
              </a:pathLst>
            </a:custGeom>
            <a:grpFill/>
            <a:ln>
              <a:noFill/>
            </a:ln>
          </p:spPr>
          <p:txBody>
            <a:bodyPr spcFirstLastPara="1" wrap="square" lIns="62728" tIns="62728" rIns="62728" bIns="62728" anchor="ctr" anchorCtr="0">
              <a:noAutofit/>
            </a:bodyPr>
            <a:lstStyle/>
            <a:p>
              <a:endParaRPr sz="764"/>
            </a:p>
          </p:txBody>
        </p:sp>
        <p:sp>
          <p:nvSpPr>
            <p:cNvPr id="472" name="Google Shape;4828;p59">
              <a:extLst>
                <a:ext uri="{FF2B5EF4-FFF2-40B4-BE49-F238E27FC236}">
                  <a16:creationId xmlns:a16="http://schemas.microsoft.com/office/drawing/2014/main" id="{779881FD-387F-4E3B-B526-0E3C1F74191D}"/>
                </a:ext>
              </a:extLst>
            </p:cNvPr>
            <p:cNvSpPr/>
            <p:nvPr/>
          </p:nvSpPr>
          <p:spPr>
            <a:xfrm>
              <a:off x="-59330675" y="2699575"/>
              <a:ext cx="20500" cy="152825"/>
            </a:xfrm>
            <a:custGeom>
              <a:avLst/>
              <a:gdLst/>
              <a:ahLst/>
              <a:cxnLst/>
              <a:rect l="l" t="t" r="r" b="b"/>
              <a:pathLst>
                <a:path w="820" h="6113" extrusionOk="0">
                  <a:moveTo>
                    <a:pt x="378" y="0"/>
                  </a:moveTo>
                  <a:cubicBezTo>
                    <a:pt x="158" y="0"/>
                    <a:pt x="0" y="189"/>
                    <a:pt x="0" y="441"/>
                  </a:cubicBezTo>
                  <a:lnTo>
                    <a:pt x="0" y="5671"/>
                  </a:lnTo>
                  <a:cubicBezTo>
                    <a:pt x="0" y="5923"/>
                    <a:pt x="189" y="6112"/>
                    <a:pt x="378" y="6112"/>
                  </a:cubicBezTo>
                  <a:cubicBezTo>
                    <a:pt x="630" y="6112"/>
                    <a:pt x="820" y="5923"/>
                    <a:pt x="820" y="5671"/>
                  </a:cubicBezTo>
                  <a:lnTo>
                    <a:pt x="820" y="410"/>
                  </a:lnTo>
                  <a:cubicBezTo>
                    <a:pt x="788" y="158"/>
                    <a:pt x="567" y="0"/>
                    <a:pt x="378" y="0"/>
                  </a:cubicBezTo>
                  <a:close/>
                </a:path>
              </a:pathLst>
            </a:custGeom>
            <a:grpFill/>
            <a:ln>
              <a:noFill/>
            </a:ln>
          </p:spPr>
          <p:txBody>
            <a:bodyPr spcFirstLastPara="1" wrap="square" lIns="62728" tIns="62728" rIns="62728" bIns="62728" anchor="ctr" anchorCtr="0">
              <a:noAutofit/>
            </a:bodyPr>
            <a:lstStyle/>
            <a:p>
              <a:endParaRPr sz="764"/>
            </a:p>
          </p:txBody>
        </p:sp>
        <p:sp>
          <p:nvSpPr>
            <p:cNvPr id="473" name="Google Shape;4829;p59">
              <a:extLst>
                <a:ext uri="{FF2B5EF4-FFF2-40B4-BE49-F238E27FC236}">
                  <a16:creationId xmlns:a16="http://schemas.microsoft.com/office/drawing/2014/main" id="{670B6C15-5457-4C6E-A145-773460C18146}"/>
                </a:ext>
              </a:extLst>
            </p:cNvPr>
            <p:cNvSpPr/>
            <p:nvPr/>
          </p:nvSpPr>
          <p:spPr>
            <a:xfrm>
              <a:off x="-59475600" y="2658625"/>
              <a:ext cx="309550" cy="316625"/>
            </a:xfrm>
            <a:custGeom>
              <a:avLst/>
              <a:gdLst/>
              <a:ahLst/>
              <a:cxnLst/>
              <a:rect l="l" t="t" r="r" b="b"/>
              <a:pathLst>
                <a:path w="12382" h="12665" extrusionOk="0">
                  <a:moveTo>
                    <a:pt x="3372" y="788"/>
                  </a:moveTo>
                  <a:cubicBezTo>
                    <a:pt x="3624" y="788"/>
                    <a:pt x="3813" y="977"/>
                    <a:pt x="3813" y="1197"/>
                  </a:cubicBezTo>
                  <a:lnTo>
                    <a:pt x="3813" y="8538"/>
                  </a:lnTo>
                  <a:lnTo>
                    <a:pt x="788" y="8538"/>
                  </a:lnTo>
                  <a:lnTo>
                    <a:pt x="788" y="1197"/>
                  </a:lnTo>
                  <a:cubicBezTo>
                    <a:pt x="788" y="977"/>
                    <a:pt x="977" y="788"/>
                    <a:pt x="1166" y="788"/>
                  </a:cubicBezTo>
                  <a:close/>
                  <a:moveTo>
                    <a:pt x="7278" y="788"/>
                  </a:moveTo>
                  <a:cubicBezTo>
                    <a:pt x="7530" y="788"/>
                    <a:pt x="7688" y="977"/>
                    <a:pt x="7688" y="1197"/>
                  </a:cubicBezTo>
                  <a:lnTo>
                    <a:pt x="7688" y="8538"/>
                  </a:lnTo>
                  <a:lnTo>
                    <a:pt x="4632" y="8538"/>
                  </a:lnTo>
                  <a:lnTo>
                    <a:pt x="4632" y="1197"/>
                  </a:lnTo>
                  <a:cubicBezTo>
                    <a:pt x="4632" y="977"/>
                    <a:pt x="4852" y="788"/>
                    <a:pt x="5073" y="788"/>
                  </a:cubicBezTo>
                  <a:close/>
                  <a:moveTo>
                    <a:pt x="11122" y="788"/>
                  </a:moveTo>
                  <a:cubicBezTo>
                    <a:pt x="11342" y="788"/>
                    <a:pt x="11500" y="977"/>
                    <a:pt x="11500" y="1197"/>
                  </a:cubicBezTo>
                  <a:lnTo>
                    <a:pt x="11500" y="8538"/>
                  </a:lnTo>
                  <a:lnTo>
                    <a:pt x="8507" y="8538"/>
                  </a:lnTo>
                  <a:lnTo>
                    <a:pt x="8507" y="1197"/>
                  </a:lnTo>
                  <a:cubicBezTo>
                    <a:pt x="8507" y="977"/>
                    <a:pt x="8696" y="788"/>
                    <a:pt x="8885" y="788"/>
                  </a:cubicBezTo>
                  <a:close/>
                  <a:moveTo>
                    <a:pt x="3813" y="9325"/>
                  </a:moveTo>
                  <a:lnTo>
                    <a:pt x="3813" y="11405"/>
                  </a:lnTo>
                  <a:cubicBezTo>
                    <a:pt x="3813" y="11657"/>
                    <a:pt x="3624" y="11846"/>
                    <a:pt x="3372" y="11846"/>
                  </a:cubicBezTo>
                  <a:lnTo>
                    <a:pt x="1166" y="11846"/>
                  </a:lnTo>
                  <a:cubicBezTo>
                    <a:pt x="946" y="11846"/>
                    <a:pt x="788" y="11657"/>
                    <a:pt x="788" y="11405"/>
                  </a:cubicBezTo>
                  <a:lnTo>
                    <a:pt x="788" y="9325"/>
                  </a:lnTo>
                  <a:close/>
                  <a:moveTo>
                    <a:pt x="7688" y="9325"/>
                  </a:moveTo>
                  <a:lnTo>
                    <a:pt x="7688" y="11405"/>
                  </a:lnTo>
                  <a:cubicBezTo>
                    <a:pt x="7688" y="11657"/>
                    <a:pt x="7467" y="11846"/>
                    <a:pt x="7278" y="11846"/>
                  </a:cubicBezTo>
                  <a:lnTo>
                    <a:pt x="5073" y="11846"/>
                  </a:lnTo>
                  <a:cubicBezTo>
                    <a:pt x="4852" y="11846"/>
                    <a:pt x="4632" y="11657"/>
                    <a:pt x="4632" y="11405"/>
                  </a:cubicBezTo>
                  <a:lnTo>
                    <a:pt x="4632" y="9325"/>
                  </a:lnTo>
                  <a:close/>
                  <a:moveTo>
                    <a:pt x="11563" y="9325"/>
                  </a:moveTo>
                  <a:lnTo>
                    <a:pt x="11563" y="11405"/>
                  </a:lnTo>
                  <a:lnTo>
                    <a:pt x="11531" y="11405"/>
                  </a:lnTo>
                  <a:cubicBezTo>
                    <a:pt x="11531" y="11657"/>
                    <a:pt x="11342" y="11846"/>
                    <a:pt x="11153" y="11846"/>
                  </a:cubicBezTo>
                  <a:lnTo>
                    <a:pt x="8948" y="11846"/>
                  </a:lnTo>
                  <a:cubicBezTo>
                    <a:pt x="8696" y="11846"/>
                    <a:pt x="8538" y="11657"/>
                    <a:pt x="8538" y="11405"/>
                  </a:cubicBezTo>
                  <a:lnTo>
                    <a:pt x="8538" y="9325"/>
                  </a:lnTo>
                  <a:close/>
                  <a:moveTo>
                    <a:pt x="1229" y="0"/>
                  </a:moveTo>
                  <a:cubicBezTo>
                    <a:pt x="536" y="0"/>
                    <a:pt x="0" y="536"/>
                    <a:pt x="0" y="1197"/>
                  </a:cubicBezTo>
                  <a:lnTo>
                    <a:pt x="0" y="11405"/>
                  </a:lnTo>
                  <a:cubicBezTo>
                    <a:pt x="0" y="12066"/>
                    <a:pt x="536" y="12665"/>
                    <a:pt x="1229" y="12665"/>
                  </a:cubicBezTo>
                  <a:lnTo>
                    <a:pt x="3435" y="12665"/>
                  </a:lnTo>
                  <a:cubicBezTo>
                    <a:pt x="3750" y="12665"/>
                    <a:pt x="4002" y="12539"/>
                    <a:pt x="4254" y="12350"/>
                  </a:cubicBezTo>
                  <a:cubicBezTo>
                    <a:pt x="4474" y="12539"/>
                    <a:pt x="4758" y="12665"/>
                    <a:pt x="5073" y="12665"/>
                  </a:cubicBezTo>
                  <a:lnTo>
                    <a:pt x="7278" y="12665"/>
                  </a:lnTo>
                  <a:cubicBezTo>
                    <a:pt x="7593" y="12665"/>
                    <a:pt x="7877" y="12539"/>
                    <a:pt x="8097" y="12350"/>
                  </a:cubicBezTo>
                  <a:cubicBezTo>
                    <a:pt x="8349" y="12539"/>
                    <a:pt x="8633" y="12665"/>
                    <a:pt x="8948" y="12665"/>
                  </a:cubicBezTo>
                  <a:lnTo>
                    <a:pt x="11153" y="12665"/>
                  </a:lnTo>
                  <a:cubicBezTo>
                    <a:pt x="11815" y="12665"/>
                    <a:pt x="12382" y="12129"/>
                    <a:pt x="12382" y="11405"/>
                  </a:cubicBezTo>
                  <a:lnTo>
                    <a:pt x="12382" y="1197"/>
                  </a:lnTo>
                  <a:cubicBezTo>
                    <a:pt x="12350" y="536"/>
                    <a:pt x="11815" y="0"/>
                    <a:pt x="11153" y="0"/>
                  </a:cubicBezTo>
                  <a:lnTo>
                    <a:pt x="8948" y="0"/>
                  </a:lnTo>
                  <a:cubicBezTo>
                    <a:pt x="8633" y="0"/>
                    <a:pt x="8349" y="95"/>
                    <a:pt x="8097" y="315"/>
                  </a:cubicBezTo>
                  <a:cubicBezTo>
                    <a:pt x="7877" y="95"/>
                    <a:pt x="7593" y="0"/>
                    <a:pt x="7278" y="0"/>
                  </a:cubicBezTo>
                  <a:lnTo>
                    <a:pt x="5073" y="0"/>
                  </a:lnTo>
                  <a:cubicBezTo>
                    <a:pt x="4758" y="0"/>
                    <a:pt x="4474" y="95"/>
                    <a:pt x="4254" y="315"/>
                  </a:cubicBezTo>
                  <a:cubicBezTo>
                    <a:pt x="4002" y="95"/>
                    <a:pt x="3750" y="0"/>
                    <a:pt x="3435" y="0"/>
                  </a:cubicBezTo>
                  <a:close/>
                </a:path>
              </a:pathLst>
            </a:custGeom>
            <a:grpFill/>
            <a:ln>
              <a:noFill/>
            </a:ln>
          </p:spPr>
          <p:txBody>
            <a:bodyPr spcFirstLastPara="1" wrap="square" lIns="62728" tIns="62728" rIns="62728" bIns="62728" anchor="ctr" anchorCtr="0">
              <a:noAutofit/>
            </a:bodyPr>
            <a:lstStyle/>
            <a:p>
              <a:endParaRPr sz="764"/>
            </a:p>
          </p:txBody>
        </p:sp>
        <p:sp>
          <p:nvSpPr>
            <p:cNvPr id="474" name="Google Shape;4830;p59">
              <a:extLst>
                <a:ext uri="{FF2B5EF4-FFF2-40B4-BE49-F238E27FC236}">
                  <a16:creationId xmlns:a16="http://schemas.microsoft.com/office/drawing/2014/main" id="{7F61619E-22E5-46E7-8207-BDC3952C99F7}"/>
                </a:ext>
              </a:extLst>
            </p:cNvPr>
            <p:cNvSpPr/>
            <p:nvPr/>
          </p:nvSpPr>
          <p:spPr>
            <a:xfrm>
              <a:off x="-59234600" y="2913025"/>
              <a:ext cx="19725" cy="19700"/>
            </a:xfrm>
            <a:custGeom>
              <a:avLst/>
              <a:gdLst/>
              <a:ahLst/>
              <a:cxnLst/>
              <a:rect l="l" t="t" r="r" b="b"/>
              <a:pathLst>
                <a:path w="789" h="788" extrusionOk="0">
                  <a:moveTo>
                    <a:pt x="411" y="0"/>
                  </a:moveTo>
                  <a:cubicBezTo>
                    <a:pt x="190" y="0"/>
                    <a:pt x="1" y="189"/>
                    <a:pt x="1" y="410"/>
                  </a:cubicBezTo>
                  <a:cubicBezTo>
                    <a:pt x="1" y="630"/>
                    <a:pt x="190" y="788"/>
                    <a:pt x="411" y="788"/>
                  </a:cubicBezTo>
                  <a:cubicBezTo>
                    <a:pt x="631" y="788"/>
                    <a:pt x="789" y="630"/>
                    <a:pt x="789" y="410"/>
                  </a:cubicBezTo>
                  <a:cubicBezTo>
                    <a:pt x="789" y="189"/>
                    <a:pt x="631" y="0"/>
                    <a:pt x="411" y="0"/>
                  </a:cubicBezTo>
                  <a:close/>
                </a:path>
              </a:pathLst>
            </a:custGeom>
            <a:grpFill/>
            <a:ln>
              <a:noFill/>
            </a:ln>
          </p:spPr>
          <p:txBody>
            <a:bodyPr spcFirstLastPara="1" wrap="square" lIns="62728" tIns="62728" rIns="62728" bIns="62728" anchor="ctr" anchorCtr="0">
              <a:noAutofit/>
            </a:bodyPr>
            <a:lstStyle/>
            <a:p>
              <a:endParaRPr sz="764"/>
            </a:p>
          </p:txBody>
        </p:sp>
        <p:sp>
          <p:nvSpPr>
            <p:cNvPr id="475" name="Google Shape;4831;p59">
              <a:extLst>
                <a:ext uri="{FF2B5EF4-FFF2-40B4-BE49-F238E27FC236}">
                  <a16:creationId xmlns:a16="http://schemas.microsoft.com/office/drawing/2014/main" id="{6DF965C6-020A-4C85-B6EF-8A159D4FBF00}"/>
                </a:ext>
              </a:extLst>
            </p:cNvPr>
            <p:cNvSpPr/>
            <p:nvPr/>
          </p:nvSpPr>
          <p:spPr>
            <a:xfrm>
              <a:off x="-59235375" y="2699575"/>
              <a:ext cx="20500" cy="152825"/>
            </a:xfrm>
            <a:custGeom>
              <a:avLst/>
              <a:gdLst/>
              <a:ahLst/>
              <a:cxnLst/>
              <a:rect l="l" t="t" r="r" b="b"/>
              <a:pathLst>
                <a:path w="820" h="6113" extrusionOk="0">
                  <a:moveTo>
                    <a:pt x="442" y="0"/>
                  </a:moveTo>
                  <a:cubicBezTo>
                    <a:pt x="190" y="0"/>
                    <a:pt x="0" y="189"/>
                    <a:pt x="0" y="441"/>
                  </a:cubicBezTo>
                  <a:lnTo>
                    <a:pt x="0" y="5671"/>
                  </a:lnTo>
                  <a:cubicBezTo>
                    <a:pt x="0" y="5923"/>
                    <a:pt x="190" y="6112"/>
                    <a:pt x="442" y="6112"/>
                  </a:cubicBezTo>
                  <a:cubicBezTo>
                    <a:pt x="662" y="6112"/>
                    <a:pt x="820" y="5923"/>
                    <a:pt x="820" y="5671"/>
                  </a:cubicBezTo>
                  <a:lnTo>
                    <a:pt x="820" y="410"/>
                  </a:lnTo>
                  <a:cubicBezTo>
                    <a:pt x="820" y="158"/>
                    <a:pt x="631" y="0"/>
                    <a:pt x="442" y="0"/>
                  </a:cubicBezTo>
                  <a:close/>
                </a:path>
              </a:pathLst>
            </a:custGeom>
            <a:grpFill/>
            <a:ln>
              <a:noFill/>
            </a:ln>
          </p:spPr>
          <p:txBody>
            <a:bodyPr spcFirstLastPara="1" wrap="square" lIns="62728" tIns="62728" rIns="62728" bIns="62728" anchor="ctr" anchorCtr="0">
              <a:noAutofit/>
            </a:bodyPr>
            <a:lstStyle/>
            <a:p>
              <a:endParaRPr sz="764"/>
            </a:p>
          </p:txBody>
        </p:sp>
      </p:grpSp>
      <p:sp>
        <p:nvSpPr>
          <p:cNvPr id="386" name="Google Shape;4832;p59">
            <a:extLst>
              <a:ext uri="{FF2B5EF4-FFF2-40B4-BE49-F238E27FC236}">
                <a16:creationId xmlns:a16="http://schemas.microsoft.com/office/drawing/2014/main" id="{2A4DF7D9-4D5B-4BC9-BC27-72F8C9B68ADF}"/>
              </a:ext>
            </a:extLst>
          </p:cNvPr>
          <p:cNvSpPr/>
          <p:nvPr/>
        </p:nvSpPr>
        <p:spPr>
          <a:xfrm>
            <a:off x="1392186" y="2853776"/>
            <a:ext cx="238571" cy="238553"/>
          </a:xfrm>
          <a:custGeom>
            <a:avLst/>
            <a:gdLst/>
            <a:ahLst/>
            <a:cxnLst/>
            <a:rect l="l" t="t" r="r" b="b"/>
            <a:pathLst>
              <a:path w="12635" h="12634" extrusionOk="0">
                <a:moveTo>
                  <a:pt x="6302" y="2741"/>
                </a:moveTo>
                <a:cubicBezTo>
                  <a:pt x="6774" y="2741"/>
                  <a:pt x="7152" y="3087"/>
                  <a:pt x="7152" y="3560"/>
                </a:cubicBezTo>
                <a:cubicBezTo>
                  <a:pt x="7152" y="4033"/>
                  <a:pt x="6774" y="4411"/>
                  <a:pt x="6302" y="4411"/>
                </a:cubicBezTo>
                <a:cubicBezTo>
                  <a:pt x="5861" y="4411"/>
                  <a:pt x="5483" y="4033"/>
                  <a:pt x="5483" y="3560"/>
                </a:cubicBezTo>
                <a:cubicBezTo>
                  <a:pt x="5483" y="3087"/>
                  <a:pt x="5829" y="2741"/>
                  <a:pt x="6302" y="2741"/>
                </a:cubicBezTo>
                <a:close/>
                <a:moveTo>
                  <a:pt x="11910" y="819"/>
                </a:moveTo>
                <a:lnTo>
                  <a:pt x="11910" y="5230"/>
                </a:lnTo>
                <a:lnTo>
                  <a:pt x="8161" y="5230"/>
                </a:lnTo>
                <a:cubicBezTo>
                  <a:pt x="7972" y="5041"/>
                  <a:pt x="7751" y="4820"/>
                  <a:pt x="7530" y="4726"/>
                </a:cubicBezTo>
                <a:cubicBezTo>
                  <a:pt x="7814" y="4411"/>
                  <a:pt x="8003" y="4001"/>
                  <a:pt x="8003" y="3560"/>
                </a:cubicBezTo>
                <a:cubicBezTo>
                  <a:pt x="8003" y="2678"/>
                  <a:pt x="7247" y="1922"/>
                  <a:pt x="6333" y="1922"/>
                </a:cubicBezTo>
                <a:cubicBezTo>
                  <a:pt x="5451" y="1922"/>
                  <a:pt x="4695" y="2678"/>
                  <a:pt x="4695" y="3560"/>
                </a:cubicBezTo>
                <a:cubicBezTo>
                  <a:pt x="4695" y="4001"/>
                  <a:pt x="4853" y="4411"/>
                  <a:pt x="5168" y="4726"/>
                </a:cubicBezTo>
                <a:cubicBezTo>
                  <a:pt x="4916" y="4820"/>
                  <a:pt x="4695" y="5041"/>
                  <a:pt x="4537" y="5230"/>
                </a:cubicBezTo>
                <a:lnTo>
                  <a:pt x="883" y="5230"/>
                </a:lnTo>
                <a:lnTo>
                  <a:pt x="883" y="819"/>
                </a:lnTo>
                <a:close/>
                <a:moveTo>
                  <a:pt x="6302" y="5230"/>
                </a:moveTo>
                <a:cubicBezTo>
                  <a:pt x="7215" y="5230"/>
                  <a:pt x="7972" y="5986"/>
                  <a:pt x="7972" y="6868"/>
                </a:cubicBezTo>
                <a:lnTo>
                  <a:pt x="4664" y="6868"/>
                </a:lnTo>
                <a:cubicBezTo>
                  <a:pt x="4664" y="5986"/>
                  <a:pt x="5388" y="5230"/>
                  <a:pt x="6302" y="5230"/>
                </a:cubicBezTo>
                <a:close/>
                <a:moveTo>
                  <a:pt x="8287" y="7719"/>
                </a:moveTo>
                <a:lnTo>
                  <a:pt x="7593" y="11846"/>
                </a:lnTo>
                <a:lnTo>
                  <a:pt x="5010" y="11846"/>
                </a:lnTo>
                <a:lnTo>
                  <a:pt x="4285" y="7719"/>
                </a:lnTo>
                <a:close/>
                <a:moveTo>
                  <a:pt x="410" y="0"/>
                </a:moveTo>
                <a:cubicBezTo>
                  <a:pt x="158" y="0"/>
                  <a:pt x="1" y="189"/>
                  <a:pt x="1" y="378"/>
                </a:cubicBezTo>
                <a:lnTo>
                  <a:pt x="1" y="5608"/>
                </a:lnTo>
                <a:cubicBezTo>
                  <a:pt x="1" y="5860"/>
                  <a:pt x="190" y="6017"/>
                  <a:pt x="410" y="6017"/>
                </a:cubicBezTo>
                <a:lnTo>
                  <a:pt x="3970" y="6017"/>
                </a:lnTo>
                <a:cubicBezTo>
                  <a:pt x="3907" y="6301"/>
                  <a:pt x="3813" y="6553"/>
                  <a:pt x="3813" y="6837"/>
                </a:cubicBezTo>
                <a:lnTo>
                  <a:pt x="2994" y="6837"/>
                </a:lnTo>
                <a:cubicBezTo>
                  <a:pt x="2773" y="6837"/>
                  <a:pt x="2616" y="7026"/>
                  <a:pt x="2616" y="7246"/>
                </a:cubicBezTo>
                <a:cubicBezTo>
                  <a:pt x="2616" y="7467"/>
                  <a:pt x="2805" y="7656"/>
                  <a:pt x="2994" y="7656"/>
                </a:cubicBezTo>
                <a:lnTo>
                  <a:pt x="3466" y="7656"/>
                </a:lnTo>
                <a:lnTo>
                  <a:pt x="4254" y="12255"/>
                </a:lnTo>
                <a:cubicBezTo>
                  <a:pt x="4285" y="12476"/>
                  <a:pt x="4443" y="12633"/>
                  <a:pt x="4664" y="12633"/>
                </a:cubicBezTo>
                <a:lnTo>
                  <a:pt x="7972" y="12633"/>
                </a:lnTo>
                <a:cubicBezTo>
                  <a:pt x="8161" y="12633"/>
                  <a:pt x="8350" y="12476"/>
                  <a:pt x="8350" y="12255"/>
                </a:cubicBezTo>
                <a:lnTo>
                  <a:pt x="9137" y="7656"/>
                </a:lnTo>
                <a:lnTo>
                  <a:pt x="9610" y="7656"/>
                </a:lnTo>
                <a:cubicBezTo>
                  <a:pt x="9862" y="7656"/>
                  <a:pt x="10019" y="7467"/>
                  <a:pt x="10019" y="7215"/>
                </a:cubicBezTo>
                <a:cubicBezTo>
                  <a:pt x="10019" y="6994"/>
                  <a:pt x="9799" y="6837"/>
                  <a:pt x="9610" y="6837"/>
                </a:cubicBezTo>
                <a:lnTo>
                  <a:pt x="8791" y="6837"/>
                </a:lnTo>
                <a:cubicBezTo>
                  <a:pt x="8791" y="6553"/>
                  <a:pt x="8759" y="6269"/>
                  <a:pt x="8633" y="6017"/>
                </a:cubicBezTo>
                <a:lnTo>
                  <a:pt x="12225" y="6017"/>
                </a:lnTo>
                <a:cubicBezTo>
                  <a:pt x="12445" y="6017"/>
                  <a:pt x="12603" y="5797"/>
                  <a:pt x="12603" y="5608"/>
                </a:cubicBezTo>
                <a:lnTo>
                  <a:pt x="12603" y="378"/>
                </a:lnTo>
                <a:cubicBezTo>
                  <a:pt x="12634" y="189"/>
                  <a:pt x="12445" y="0"/>
                  <a:pt x="12256"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387" name="Google Shape;4833;p59">
            <a:extLst>
              <a:ext uri="{FF2B5EF4-FFF2-40B4-BE49-F238E27FC236}">
                <a16:creationId xmlns:a16="http://schemas.microsoft.com/office/drawing/2014/main" id="{87E13D8B-90E1-46A9-AC46-2E90E9F83D75}"/>
              </a:ext>
            </a:extLst>
          </p:cNvPr>
          <p:cNvSpPr/>
          <p:nvPr/>
        </p:nvSpPr>
        <p:spPr>
          <a:xfrm>
            <a:off x="1410039" y="3130270"/>
            <a:ext cx="202866" cy="240951"/>
          </a:xfrm>
          <a:custGeom>
            <a:avLst/>
            <a:gdLst/>
            <a:ahLst/>
            <a:cxnLst/>
            <a:rect l="l" t="t" r="r" b="b"/>
            <a:pathLst>
              <a:path w="10744" h="12761" extrusionOk="0">
                <a:moveTo>
                  <a:pt x="5419" y="820"/>
                </a:moveTo>
                <a:cubicBezTo>
                  <a:pt x="6585" y="820"/>
                  <a:pt x="7530" y="1765"/>
                  <a:pt x="7530" y="2899"/>
                </a:cubicBezTo>
                <a:cubicBezTo>
                  <a:pt x="7530" y="3655"/>
                  <a:pt x="7121" y="4317"/>
                  <a:pt x="6490" y="4663"/>
                </a:cubicBezTo>
                <a:cubicBezTo>
                  <a:pt x="6364" y="4758"/>
                  <a:pt x="6301" y="4884"/>
                  <a:pt x="6301" y="5042"/>
                </a:cubicBezTo>
                <a:lnTo>
                  <a:pt x="6301" y="7436"/>
                </a:lnTo>
                <a:lnTo>
                  <a:pt x="4632" y="7436"/>
                </a:lnTo>
                <a:lnTo>
                  <a:pt x="4632" y="5042"/>
                </a:lnTo>
                <a:cubicBezTo>
                  <a:pt x="4632" y="4884"/>
                  <a:pt x="4569" y="4758"/>
                  <a:pt x="4443" y="4663"/>
                </a:cubicBezTo>
                <a:cubicBezTo>
                  <a:pt x="3687" y="4317"/>
                  <a:pt x="3340" y="3655"/>
                  <a:pt x="3340" y="2899"/>
                </a:cubicBezTo>
                <a:cubicBezTo>
                  <a:pt x="3340" y="1765"/>
                  <a:pt x="4285" y="820"/>
                  <a:pt x="5419" y="820"/>
                </a:cubicBezTo>
                <a:close/>
                <a:moveTo>
                  <a:pt x="8696" y="8286"/>
                </a:moveTo>
                <a:cubicBezTo>
                  <a:pt x="9357" y="8286"/>
                  <a:pt x="9924" y="8854"/>
                  <a:pt x="9924" y="9547"/>
                </a:cubicBezTo>
                <a:lnTo>
                  <a:pt x="9924" y="10271"/>
                </a:lnTo>
                <a:lnTo>
                  <a:pt x="820" y="10271"/>
                </a:lnTo>
                <a:lnTo>
                  <a:pt x="820" y="9547"/>
                </a:lnTo>
                <a:cubicBezTo>
                  <a:pt x="820" y="8885"/>
                  <a:pt x="1387" y="8286"/>
                  <a:pt x="2048" y="8286"/>
                </a:cubicBezTo>
                <a:close/>
                <a:moveTo>
                  <a:pt x="9137" y="11059"/>
                </a:moveTo>
                <a:lnTo>
                  <a:pt x="9137" y="11878"/>
                </a:lnTo>
                <a:lnTo>
                  <a:pt x="1702" y="11878"/>
                </a:lnTo>
                <a:lnTo>
                  <a:pt x="1702" y="11059"/>
                </a:lnTo>
                <a:close/>
                <a:moveTo>
                  <a:pt x="5325" y="1"/>
                </a:moveTo>
                <a:cubicBezTo>
                  <a:pt x="3718" y="1"/>
                  <a:pt x="2458" y="1292"/>
                  <a:pt x="2458" y="2899"/>
                </a:cubicBezTo>
                <a:cubicBezTo>
                  <a:pt x="2458" y="3403"/>
                  <a:pt x="2615" y="3939"/>
                  <a:pt x="2836" y="4348"/>
                </a:cubicBezTo>
                <a:cubicBezTo>
                  <a:pt x="3025" y="4726"/>
                  <a:pt x="3340" y="5010"/>
                  <a:pt x="3655" y="5262"/>
                </a:cubicBezTo>
                <a:lnTo>
                  <a:pt x="3655" y="7467"/>
                </a:lnTo>
                <a:lnTo>
                  <a:pt x="2080" y="7467"/>
                </a:lnTo>
                <a:cubicBezTo>
                  <a:pt x="946" y="7467"/>
                  <a:pt x="0" y="8413"/>
                  <a:pt x="0" y="9547"/>
                </a:cubicBezTo>
                <a:lnTo>
                  <a:pt x="0" y="10649"/>
                </a:lnTo>
                <a:cubicBezTo>
                  <a:pt x="0" y="10901"/>
                  <a:pt x="189" y="11059"/>
                  <a:pt x="441" y="11059"/>
                </a:cubicBezTo>
                <a:lnTo>
                  <a:pt x="820" y="11059"/>
                </a:lnTo>
                <a:lnTo>
                  <a:pt x="820" y="12319"/>
                </a:lnTo>
                <a:cubicBezTo>
                  <a:pt x="820" y="12540"/>
                  <a:pt x="1009" y="12760"/>
                  <a:pt x="1229" y="12760"/>
                </a:cubicBezTo>
                <a:lnTo>
                  <a:pt x="9483" y="12760"/>
                </a:lnTo>
                <a:cubicBezTo>
                  <a:pt x="9735" y="12760"/>
                  <a:pt x="9924" y="12540"/>
                  <a:pt x="9924" y="12319"/>
                </a:cubicBezTo>
                <a:lnTo>
                  <a:pt x="9924" y="11059"/>
                </a:lnTo>
                <a:lnTo>
                  <a:pt x="10303" y="11059"/>
                </a:lnTo>
                <a:cubicBezTo>
                  <a:pt x="10555" y="11059"/>
                  <a:pt x="10744" y="10870"/>
                  <a:pt x="10744" y="10649"/>
                </a:cubicBezTo>
                <a:lnTo>
                  <a:pt x="10744" y="9547"/>
                </a:lnTo>
                <a:cubicBezTo>
                  <a:pt x="10744" y="8413"/>
                  <a:pt x="9798" y="7467"/>
                  <a:pt x="8664" y="7467"/>
                </a:cubicBezTo>
                <a:lnTo>
                  <a:pt x="7026" y="7467"/>
                </a:lnTo>
                <a:lnTo>
                  <a:pt x="7026" y="5262"/>
                </a:lnTo>
                <a:cubicBezTo>
                  <a:pt x="7373" y="5042"/>
                  <a:pt x="7656" y="4726"/>
                  <a:pt x="7845" y="4348"/>
                </a:cubicBezTo>
                <a:cubicBezTo>
                  <a:pt x="8129" y="3939"/>
                  <a:pt x="8223" y="3403"/>
                  <a:pt x="8223" y="2899"/>
                </a:cubicBezTo>
                <a:cubicBezTo>
                  <a:pt x="8223" y="1292"/>
                  <a:pt x="6932" y="1"/>
                  <a:pt x="532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388" name="Google Shape;4834;p59">
            <a:extLst>
              <a:ext uri="{FF2B5EF4-FFF2-40B4-BE49-F238E27FC236}">
                <a16:creationId xmlns:a16="http://schemas.microsoft.com/office/drawing/2014/main" id="{CD83FF9B-CFED-4086-A8DA-53F3469490EB}"/>
              </a:ext>
            </a:extLst>
          </p:cNvPr>
          <p:cNvGrpSpPr/>
          <p:nvPr/>
        </p:nvGrpSpPr>
        <p:grpSpPr>
          <a:xfrm>
            <a:off x="1426875" y="3407434"/>
            <a:ext cx="171919" cy="239742"/>
            <a:chOff x="-63987100" y="2646800"/>
            <a:chExt cx="227625" cy="317425"/>
          </a:xfrm>
          <a:solidFill>
            <a:schemeClr val="tx1"/>
          </a:solidFill>
        </p:grpSpPr>
        <p:sp>
          <p:nvSpPr>
            <p:cNvPr id="467" name="Google Shape;4835;p59">
              <a:extLst>
                <a:ext uri="{FF2B5EF4-FFF2-40B4-BE49-F238E27FC236}">
                  <a16:creationId xmlns:a16="http://schemas.microsoft.com/office/drawing/2014/main" id="{4ED11868-19F9-4183-BE08-F3D30D7AE16C}"/>
                </a:ext>
              </a:extLst>
            </p:cNvPr>
            <p:cNvSpPr/>
            <p:nvPr/>
          </p:nvSpPr>
          <p:spPr>
            <a:xfrm>
              <a:off x="-63987100" y="2646800"/>
              <a:ext cx="227625" cy="317425"/>
            </a:xfrm>
            <a:custGeom>
              <a:avLst/>
              <a:gdLst/>
              <a:ahLst/>
              <a:cxnLst/>
              <a:rect l="l" t="t" r="r" b="b"/>
              <a:pathLst>
                <a:path w="9105" h="12697" extrusionOk="0">
                  <a:moveTo>
                    <a:pt x="7467" y="851"/>
                  </a:moveTo>
                  <a:lnTo>
                    <a:pt x="7467" y="2426"/>
                  </a:lnTo>
                  <a:cubicBezTo>
                    <a:pt x="7152" y="2300"/>
                    <a:pt x="6711" y="2237"/>
                    <a:pt x="6238" y="2237"/>
                  </a:cubicBezTo>
                  <a:cubicBezTo>
                    <a:pt x="5198" y="2237"/>
                    <a:pt x="4411" y="2678"/>
                    <a:pt x="4379" y="2710"/>
                  </a:cubicBezTo>
                  <a:cubicBezTo>
                    <a:pt x="4379" y="2710"/>
                    <a:pt x="3718" y="3056"/>
                    <a:pt x="2930" y="3056"/>
                  </a:cubicBezTo>
                  <a:cubicBezTo>
                    <a:pt x="2426" y="3056"/>
                    <a:pt x="1953" y="2899"/>
                    <a:pt x="1701" y="2773"/>
                  </a:cubicBezTo>
                  <a:lnTo>
                    <a:pt x="1701" y="851"/>
                  </a:lnTo>
                  <a:close/>
                  <a:moveTo>
                    <a:pt x="6207" y="3088"/>
                  </a:moveTo>
                  <a:cubicBezTo>
                    <a:pt x="6711" y="3088"/>
                    <a:pt x="7183" y="3245"/>
                    <a:pt x="7404" y="3371"/>
                  </a:cubicBezTo>
                  <a:cubicBezTo>
                    <a:pt x="7309" y="4789"/>
                    <a:pt x="6049" y="5986"/>
                    <a:pt x="4537" y="5986"/>
                  </a:cubicBezTo>
                  <a:cubicBezTo>
                    <a:pt x="3151" y="5986"/>
                    <a:pt x="2016" y="5041"/>
                    <a:pt x="1701" y="3718"/>
                  </a:cubicBezTo>
                  <a:lnTo>
                    <a:pt x="1701" y="3718"/>
                  </a:lnTo>
                  <a:cubicBezTo>
                    <a:pt x="2016" y="3844"/>
                    <a:pt x="2426" y="3939"/>
                    <a:pt x="2899" y="3939"/>
                  </a:cubicBezTo>
                  <a:cubicBezTo>
                    <a:pt x="3907" y="3939"/>
                    <a:pt x="4694" y="3498"/>
                    <a:pt x="4726" y="3466"/>
                  </a:cubicBezTo>
                  <a:cubicBezTo>
                    <a:pt x="4726" y="3466"/>
                    <a:pt x="5419" y="3088"/>
                    <a:pt x="6207" y="3088"/>
                  </a:cubicBezTo>
                  <a:close/>
                  <a:moveTo>
                    <a:pt x="4537" y="10240"/>
                  </a:moveTo>
                  <a:cubicBezTo>
                    <a:pt x="5135" y="10240"/>
                    <a:pt x="5639" y="10933"/>
                    <a:pt x="5765" y="11878"/>
                  </a:cubicBezTo>
                  <a:lnTo>
                    <a:pt x="3308" y="11878"/>
                  </a:lnTo>
                  <a:cubicBezTo>
                    <a:pt x="3434" y="10933"/>
                    <a:pt x="3938" y="10240"/>
                    <a:pt x="4537" y="10240"/>
                  </a:cubicBezTo>
                  <a:close/>
                  <a:moveTo>
                    <a:pt x="4505" y="6774"/>
                  </a:moveTo>
                  <a:cubicBezTo>
                    <a:pt x="6144" y="6806"/>
                    <a:pt x="7467" y="8066"/>
                    <a:pt x="7467" y="9672"/>
                  </a:cubicBezTo>
                  <a:lnTo>
                    <a:pt x="7467" y="11878"/>
                  </a:lnTo>
                  <a:lnTo>
                    <a:pt x="6585" y="11878"/>
                  </a:lnTo>
                  <a:cubicBezTo>
                    <a:pt x="6553" y="11279"/>
                    <a:pt x="6364" y="10744"/>
                    <a:pt x="6049" y="10303"/>
                  </a:cubicBezTo>
                  <a:cubicBezTo>
                    <a:pt x="5639" y="9704"/>
                    <a:pt x="5104" y="9389"/>
                    <a:pt x="4537" y="9389"/>
                  </a:cubicBezTo>
                  <a:cubicBezTo>
                    <a:pt x="3938" y="9389"/>
                    <a:pt x="3434" y="9704"/>
                    <a:pt x="3056" y="10303"/>
                  </a:cubicBezTo>
                  <a:cubicBezTo>
                    <a:pt x="2772" y="10744"/>
                    <a:pt x="2583" y="11279"/>
                    <a:pt x="2489" y="11878"/>
                  </a:cubicBezTo>
                  <a:lnTo>
                    <a:pt x="1638" y="11878"/>
                  </a:lnTo>
                  <a:lnTo>
                    <a:pt x="1638" y="9672"/>
                  </a:lnTo>
                  <a:cubicBezTo>
                    <a:pt x="1638" y="8066"/>
                    <a:pt x="2930" y="6774"/>
                    <a:pt x="4505" y="6774"/>
                  </a:cubicBezTo>
                  <a:close/>
                  <a:moveTo>
                    <a:pt x="410" y="0"/>
                  </a:moveTo>
                  <a:cubicBezTo>
                    <a:pt x="158" y="0"/>
                    <a:pt x="0" y="189"/>
                    <a:pt x="0" y="410"/>
                  </a:cubicBezTo>
                  <a:cubicBezTo>
                    <a:pt x="0" y="662"/>
                    <a:pt x="221" y="851"/>
                    <a:pt x="410" y="851"/>
                  </a:cubicBezTo>
                  <a:lnTo>
                    <a:pt x="851" y="851"/>
                  </a:lnTo>
                  <a:lnTo>
                    <a:pt x="851" y="3056"/>
                  </a:lnTo>
                  <a:cubicBezTo>
                    <a:pt x="851" y="4506"/>
                    <a:pt x="1670" y="5734"/>
                    <a:pt x="2867" y="6364"/>
                  </a:cubicBezTo>
                  <a:cubicBezTo>
                    <a:pt x="1670" y="6995"/>
                    <a:pt x="851" y="8223"/>
                    <a:pt x="851" y="9672"/>
                  </a:cubicBezTo>
                  <a:lnTo>
                    <a:pt x="851" y="11878"/>
                  </a:lnTo>
                  <a:lnTo>
                    <a:pt x="410" y="11878"/>
                  </a:lnTo>
                  <a:cubicBezTo>
                    <a:pt x="158" y="11878"/>
                    <a:pt x="0" y="12067"/>
                    <a:pt x="0" y="12287"/>
                  </a:cubicBezTo>
                  <a:cubicBezTo>
                    <a:pt x="0" y="12508"/>
                    <a:pt x="221" y="12697"/>
                    <a:pt x="410" y="12697"/>
                  </a:cubicBezTo>
                  <a:lnTo>
                    <a:pt x="8664" y="12697"/>
                  </a:lnTo>
                  <a:cubicBezTo>
                    <a:pt x="8916" y="12697"/>
                    <a:pt x="9105" y="12508"/>
                    <a:pt x="9105" y="12287"/>
                  </a:cubicBezTo>
                  <a:cubicBezTo>
                    <a:pt x="9105" y="12035"/>
                    <a:pt x="8916" y="11878"/>
                    <a:pt x="8664" y="11878"/>
                  </a:cubicBezTo>
                  <a:lnTo>
                    <a:pt x="8286" y="11878"/>
                  </a:lnTo>
                  <a:lnTo>
                    <a:pt x="8286" y="9672"/>
                  </a:lnTo>
                  <a:cubicBezTo>
                    <a:pt x="8286" y="8223"/>
                    <a:pt x="7467" y="6995"/>
                    <a:pt x="6270" y="6364"/>
                  </a:cubicBezTo>
                  <a:cubicBezTo>
                    <a:pt x="7467" y="5734"/>
                    <a:pt x="8286" y="4506"/>
                    <a:pt x="8286" y="3056"/>
                  </a:cubicBezTo>
                  <a:lnTo>
                    <a:pt x="8286" y="851"/>
                  </a:lnTo>
                  <a:lnTo>
                    <a:pt x="8664" y="851"/>
                  </a:lnTo>
                  <a:cubicBezTo>
                    <a:pt x="8916" y="851"/>
                    <a:pt x="9105" y="662"/>
                    <a:pt x="9105" y="410"/>
                  </a:cubicBezTo>
                  <a:cubicBezTo>
                    <a:pt x="9105" y="189"/>
                    <a:pt x="8916" y="0"/>
                    <a:pt x="8664" y="0"/>
                  </a:cubicBezTo>
                  <a:close/>
                </a:path>
              </a:pathLst>
            </a:custGeom>
            <a:grpFill/>
            <a:ln>
              <a:noFill/>
            </a:ln>
          </p:spPr>
          <p:txBody>
            <a:bodyPr spcFirstLastPara="1" wrap="square" lIns="62728" tIns="62728" rIns="62728" bIns="62728" anchor="ctr" anchorCtr="0">
              <a:noAutofit/>
            </a:bodyPr>
            <a:lstStyle/>
            <a:p>
              <a:endParaRPr sz="764"/>
            </a:p>
          </p:txBody>
        </p:sp>
        <p:sp>
          <p:nvSpPr>
            <p:cNvPr id="468" name="Google Shape;4836;p59">
              <a:extLst>
                <a:ext uri="{FF2B5EF4-FFF2-40B4-BE49-F238E27FC236}">
                  <a16:creationId xmlns:a16="http://schemas.microsoft.com/office/drawing/2014/main" id="{FE955AD3-1A37-4613-9F39-650029E19400}"/>
                </a:ext>
              </a:extLst>
            </p:cNvPr>
            <p:cNvSpPr/>
            <p:nvPr/>
          </p:nvSpPr>
          <p:spPr>
            <a:xfrm>
              <a:off x="-63883150" y="2826375"/>
              <a:ext cx="20500" cy="41775"/>
            </a:xfrm>
            <a:custGeom>
              <a:avLst/>
              <a:gdLst/>
              <a:ahLst/>
              <a:cxnLst/>
              <a:rect l="l" t="t" r="r" b="b"/>
              <a:pathLst>
                <a:path w="820" h="1671" extrusionOk="0">
                  <a:moveTo>
                    <a:pt x="379" y="1"/>
                  </a:moveTo>
                  <a:cubicBezTo>
                    <a:pt x="158" y="1"/>
                    <a:pt x="1" y="221"/>
                    <a:pt x="1" y="442"/>
                  </a:cubicBezTo>
                  <a:lnTo>
                    <a:pt x="1" y="1261"/>
                  </a:lnTo>
                  <a:cubicBezTo>
                    <a:pt x="1" y="1513"/>
                    <a:pt x="190" y="1670"/>
                    <a:pt x="379" y="1670"/>
                  </a:cubicBezTo>
                  <a:cubicBezTo>
                    <a:pt x="631" y="1670"/>
                    <a:pt x="820" y="1481"/>
                    <a:pt x="820" y="1261"/>
                  </a:cubicBezTo>
                  <a:lnTo>
                    <a:pt x="820" y="442"/>
                  </a:lnTo>
                  <a:cubicBezTo>
                    <a:pt x="820" y="221"/>
                    <a:pt x="631" y="1"/>
                    <a:pt x="37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89" name="Google Shape;4837;p59">
            <a:extLst>
              <a:ext uri="{FF2B5EF4-FFF2-40B4-BE49-F238E27FC236}">
                <a16:creationId xmlns:a16="http://schemas.microsoft.com/office/drawing/2014/main" id="{115B11BD-E807-45FE-B068-E48F411F8617}"/>
              </a:ext>
            </a:extLst>
          </p:cNvPr>
          <p:cNvGrpSpPr/>
          <p:nvPr/>
        </p:nvGrpSpPr>
        <p:grpSpPr>
          <a:xfrm>
            <a:off x="2845982" y="2852243"/>
            <a:ext cx="233794" cy="241536"/>
            <a:chOff x="-62148000" y="1930075"/>
            <a:chExt cx="309550" cy="319800"/>
          </a:xfrm>
          <a:solidFill>
            <a:schemeClr val="tx1"/>
          </a:solidFill>
        </p:grpSpPr>
        <p:sp>
          <p:nvSpPr>
            <p:cNvPr id="465" name="Google Shape;4838;p59">
              <a:extLst>
                <a:ext uri="{FF2B5EF4-FFF2-40B4-BE49-F238E27FC236}">
                  <a16:creationId xmlns:a16="http://schemas.microsoft.com/office/drawing/2014/main" id="{0334247B-96A2-47A1-B60E-7E7E3BDCC37E}"/>
                </a:ext>
              </a:extLst>
            </p:cNvPr>
            <p:cNvSpPr/>
            <p:nvPr/>
          </p:nvSpPr>
          <p:spPr>
            <a:xfrm>
              <a:off x="-62148000" y="1930075"/>
              <a:ext cx="309550" cy="319800"/>
            </a:xfrm>
            <a:custGeom>
              <a:avLst/>
              <a:gdLst/>
              <a:ahLst/>
              <a:cxnLst/>
              <a:rect l="l" t="t" r="r" b="b"/>
              <a:pathLst>
                <a:path w="12382" h="12792" extrusionOk="0">
                  <a:moveTo>
                    <a:pt x="11594" y="1670"/>
                  </a:moveTo>
                  <a:lnTo>
                    <a:pt x="11594" y="2899"/>
                  </a:lnTo>
                  <a:cubicBezTo>
                    <a:pt x="11594" y="3970"/>
                    <a:pt x="10775" y="4883"/>
                    <a:pt x="9735" y="4946"/>
                  </a:cubicBezTo>
                  <a:cubicBezTo>
                    <a:pt x="9861" y="4631"/>
                    <a:pt x="9924" y="4190"/>
                    <a:pt x="9924" y="3781"/>
                  </a:cubicBezTo>
                  <a:lnTo>
                    <a:pt x="9924" y="1670"/>
                  </a:lnTo>
                  <a:close/>
                  <a:moveTo>
                    <a:pt x="2489" y="1733"/>
                  </a:moveTo>
                  <a:lnTo>
                    <a:pt x="2489" y="3812"/>
                  </a:lnTo>
                  <a:cubicBezTo>
                    <a:pt x="2489" y="4253"/>
                    <a:pt x="2584" y="4631"/>
                    <a:pt x="2678" y="5041"/>
                  </a:cubicBezTo>
                  <a:cubicBezTo>
                    <a:pt x="1638" y="4915"/>
                    <a:pt x="851" y="4033"/>
                    <a:pt x="851" y="2993"/>
                  </a:cubicBezTo>
                  <a:lnTo>
                    <a:pt x="851" y="1733"/>
                  </a:lnTo>
                  <a:close/>
                  <a:moveTo>
                    <a:pt x="9105" y="882"/>
                  </a:moveTo>
                  <a:lnTo>
                    <a:pt x="9105" y="3812"/>
                  </a:lnTo>
                  <a:cubicBezTo>
                    <a:pt x="9105" y="5419"/>
                    <a:pt x="7813" y="6679"/>
                    <a:pt x="6207" y="6679"/>
                  </a:cubicBezTo>
                  <a:cubicBezTo>
                    <a:pt x="4600" y="6679"/>
                    <a:pt x="3308" y="5387"/>
                    <a:pt x="3308" y="3812"/>
                  </a:cubicBezTo>
                  <a:lnTo>
                    <a:pt x="3308" y="882"/>
                  </a:lnTo>
                  <a:close/>
                  <a:moveTo>
                    <a:pt x="6648" y="7467"/>
                  </a:moveTo>
                  <a:lnTo>
                    <a:pt x="6648" y="8601"/>
                  </a:lnTo>
                  <a:lnTo>
                    <a:pt x="5797" y="8601"/>
                  </a:lnTo>
                  <a:lnTo>
                    <a:pt x="5797" y="7467"/>
                  </a:lnTo>
                  <a:cubicBezTo>
                    <a:pt x="5923" y="7467"/>
                    <a:pt x="6081" y="7498"/>
                    <a:pt x="6207" y="7498"/>
                  </a:cubicBezTo>
                  <a:cubicBezTo>
                    <a:pt x="6301" y="7498"/>
                    <a:pt x="6459" y="7498"/>
                    <a:pt x="6648" y="7467"/>
                  </a:cubicBezTo>
                  <a:close/>
                  <a:moveTo>
                    <a:pt x="7057" y="9389"/>
                  </a:moveTo>
                  <a:cubicBezTo>
                    <a:pt x="7309" y="9389"/>
                    <a:pt x="7498" y="9609"/>
                    <a:pt x="7498" y="9830"/>
                  </a:cubicBezTo>
                  <a:lnTo>
                    <a:pt x="7498" y="10271"/>
                  </a:lnTo>
                  <a:lnTo>
                    <a:pt x="5009" y="10271"/>
                  </a:lnTo>
                  <a:lnTo>
                    <a:pt x="5009" y="9830"/>
                  </a:lnTo>
                  <a:lnTo>
                    <a:pt x="4978" y="9830"/>
                  </a:lnTo>
                  <a:cubicBezTo>
                    <a:pt x="4978" y="9609"/>
                    <a:pt x="5167" y="9389"/>
                    <a:pt x="5419" y="9389"/>
                  </a:cubicBezTo>
                  <a:close/>
                  <a:moveTo>
                    <a:pt x="8727" y="11090"/>
                  </a:moveTo>
                  <a:cubicBezTo>
                    <a:pt x="8948" y="11090"/>
                    <a:pt x="9105" y="11279"/>
                    <a:pt x="9105" y="11499"/>
                  </a:cubicBezTo>
                  <a:lnTo>
                    <a:pt x="9105" y="11909"/>
                  </a:lnTo>
                  <a:lnTo>
                    <a:pt x="3308" y="11909"/>
                  </a:lnTo>
                  <a:lnTo>
                    <a:pt x="3308" y="11499"/>
                  </a:lnTo>
                  <a:cubicBezTo>
                    <a:pt x="3308" y="11247"/>
                    <a:pt x="3529" y="11090"/>
                    <a:pt x="3718" y="11090"/>
                  </a:cubicBezTo>
                  <a:close/>
                  <a:moveTo>
                    <a:pt x="2899" y="0"/>
                  </a:moveTo>
                  <a:cubicBezTo>
                    <a:pt x="2647" y="0"/>
                    <a:pt x="2489" y="189"/>
                    <a:pt x="2489" y="410"/>
                  </a:cubicBezTo>
                  <a:lnTo>
                    <a:pt x="2489" y="819"/>
                  </a:lnTo>
                  <a:lnTo>
                    <a:pt x="410" y="819"/>
                  </a:lnTo>
                  <a:cubicBezTo>
                    <a:pt x="221" y="882"/>
                    <a:pt x="0" y="1040"/>
                    <a:pt x="0" y="1292"/>
                  </a:cubicBezTo>
                  <a:lnTo>
                    <a:pt x="0" y="2930"/>
                  </a:lnTo>
                  <a:cubicBezTo>
                    <a:pt x="0" y="4568"/>
                    <a:pt x="1323" y="5860"/>
                    <a:pt x="2930" y="5860"/>
                  </a:cubicBezTo>
                  <a:lnTo>
                    <a:pt x="3119" y="5860"/>
                  </a:lnTo>
                  <a:cubicBezTo>
                    <a:pt x="3560" y="6522"/>
                    <a:pt x="4222" y="7026"/>
                    <a:pt x="4978" y="7309"/>
                  </a:cubicBezTo>
                  <a:lnTo>
                    <a:pt x="4978" y="8695"/>
                  </a:lnTo>
                  <a:cubicBezTo>
                    <a:pt x="4505" y="8853"/>
                    <a:pt x="4159" y="9326"/>
                    <a:pt x="4159" y="9861"/>
                  </a:cubicBezTo>
                  <a:lnTo>
                    <a:pt x="4159" y="10302"/>
                  </a:lnTo>
                  <a:lnTo>
                    <a:pt x="3749" y="10302"/>
                  </a:lnTo>
                  <a:cubicBezTo>
                    <a:pt x="3088" y="10302"/>
                    <a:pt x="2521" y="10869"/>
                    <a:pt x="2521" y="11531"/>
                  </a:cubicBezTo>
                  <a:lnTo>
                    <a:pt x="2521" y="12350"/>
                  </a:lnTo>
                  <a:cubicBezTo>
                    <a:pt x="2521" y="12571"/>
                    <a:pt x="2741" y="12791"/>
                    <a:pt x="2930" y="12791"/>
                  </a:cubicBezTo>
                  <a:lnTo>
                    <a:pt x="9546" y="12791"/>
                  </a:lnTo>
                  <a:cubicBezTo>
                    <a:pt x="9767" y="12791"/>
                    <a:pt x="9924" y="12571"/>
                    <a:pt x="9924" y="12350"/>
                  </a:cubicBezTo>
                  <a:lnTo>
                    <a:pt x="9924" y="11499"/>
                  </a:lnTo>
                  <a:cubicBezTo>
                    <a:pt x="9924" y="10806"/>
                    <a:pt x="9389" y="10271"/>
                    <a:pt x="8727" y="10271"/>
                  </a:cubicBezTo>
                  <a:lnTo>
                    <a:pt x="8286" y="10271"/>
                  </a:lnTo>
                  <a:lnTo>
                    <a:pt x="8286" y="9830"/>
                  </a:lnTo>
                  <a:cubicBezTo>
                    <a:pt x="8286" y="9294"/>
                    <a:pt x="7939" y="8853"/>
                    <a:pt x="7467" y="8664"/>
                  </a:cubicBezTo>
                  <a:lnTo>
                    <a:pt x="7467" y="7278"/>
                  </a:lnTo>
                  <a:cubicBezTo>
                    <a:pt x="8191" y="6994"/>
                    <a:pt x="8885" y="6490"/>
                    <a:pt x="9294" y="5828"/>
                  </a:cubicBezTo>
                  <a:lnTo>
                    <a:pt x="9515" y="5828"/>
                  </a:lnTo>
                  <a:cubicBezTo>
                    <a:pt x="11121" y="5828"/>
                    <a:pt x="12382" y="4505"/>
                    <a:pt x="12382" y="2899"/>
                  </a:cubicBezTo>
                  <a:lnTo>
                    <a:pt x="12382" y="1260"/>
                  </a:lnTo>
                  <a:cubicBezTo>
                    <a:pt x="12382" y="1008"/>
                    <a:pt x="12193" y="819"/>
                    <a:pt x="11972" y="819"/>
                  </a:cubicBezTo>
                  <a:lnTo>
                    <a:pt x="9893" y="819"/>
                  </a:lnTo>
                  <a:lnTo>
                    <a:pt x="9893" y="410"/>
                  </a:lnTo>
                  <a:cubicBezTo>
                    <a:pt x="9893" y="189"/>
                    <a:pt x="9704" y="0"/>
                    <a:pt x="9515" y="0"/>
                  </a:cubicBezTo>
                  <a:close/>
                </a:path>
              </a:pathLst>
            </a:custGeom>
            <a:grpFill/>
            <a:ln>
              <a:noFill/>
            </a:ln>
          </p:spPr>
          <p:txBody>
            <a:bodyPr spcFirstLastPara="1" wrap="square" lIns="62728" tIns="62728" rIns="62728" bIns="62728" anchor="ctr" anchorCtr="0">
              <a:noAutofit/>
            </a:bodyPr>
            <a:lstStyle/>
            <a:p>
              <a:endParaRPr sz="764"/>
            </a:p>
          </p:txBody>
        </p:sp>
        <p:sp>
          <p:nvSpPr>
            <p:cNvPr id="466" name="Google Shape;4839;p59">
              <a:extLst>
                <a:ext uri="{FF2B5EF4-FFF2-40B4-BE49-F238E27FC236}">
                  <a16:creationId xmlns:a16="http://schemas.microsoft.com/office/drawing/2014/main" id="{372D11CF-E5F8-4A6C-9D16-042F67284ABE}"/>
                </a:ext>
              </a:extLst>
            </p:cNvPr>
            <p:cNvSpPr/>
            <p:nvPr/>
          </p:nvSpPr>
          <p:spPr>
            <a:xfrm>
              <a:off x="-62044825" y="1972200"/>
              <a:ext cx="107125" cy="97700"/>
            </a:xfrm>
            <a:custGeom>
              <a:avLst/>
              <a:gdLst/>
              <a:ahLst/>
              <a:cxnLst/>
              <a:rect l="l" t="t" r="r" b="b"/>
              <a:pathLst>
                <a:path w="4285" h="3908" extrusionOk="0">
                  <a:moveTo>
                    <a:pt x="2111" y="1308"/>
                  </a:moveTo>
                  <a:lnTo>
                    <a:pt x="2237" y="1560"/>
                  </a:lnTo>
                  <a:cubicBezTo>
                    <a:pt x="2300" y="1686"/>
                    <a:pt x="2395" y="1781"/>
                    <a:pt x="2552" y="1812"/>
                  </a:cubicBezTo>
                  <a:lnTo>
                    <a:pt x="2867" y="1844"/>
                  </a:lnTo>
                  <a:lnTo>
                    <a:pt x="2615" y="2033"/>
                  </a:lnTo>
                  <a:cubicBezTo>
                    <a:pt x="2552" y="2127"/>
                    <a:pt x="2458" y="2285"/>
                    <a:pt x="2521" y="2411"/>
                  </a:cubicBezTo>
                  <a:lnTo>
                    <a:pt x="2552" y="2726"/>
                  </a:lnTo>
                  <a:lnTo>
                    <a:pt x="2269" y="2568"/>
                  </a:lnTo>
                  <a:cubicBezTo>
                    <a:pt x="2206" y="2505"/>
                    <a:pt x="2143" y="2505"/>
                    <a:pt x="2080" y="2505"/>
                  </a:cubicBezTo>
                  <a:cubicBezTo>
                    <a:pt x="1985" y="2505"/>
                    <a:pt x="1954" y="2505"/>
                    <a:pt x="1891" y="2568"/>
                  </a:cubicBezTo>
                  <a:lnTo>
                    <a:pt x="1607" y="2726"/>
                  </a:lnTo>
                  <a:lnTo>
                    <a:pt x="1639" y="2411"/>
                  </a:lnTo>
                  <a:cubicBezTo>
                    <a:pt x="1670" y="2285"/>
                    <a:pt x="1607" y="2127"/>
                    <a:pt x="1513" y="2033"/>
                  </a:cubicBezTo>
                  <a:lnTo>
                    <a:pt x="1292" y="1844"/>
                  </a:lnTo>
                  <a:lnTo>
                    <a:pt x="1670" y="1812"/>
                  </a:lnTo>
                  <a:cubicBezTo>
                    <a:pt x="1796" y="1812"/>
                    <a:pt x="1922" y="1686"/>
                    <a:pt x="1985" y="1560"/>
                  </a:cubicBezTo>
                  <a:lnTo>
                    <a:pt x="2111" y="1308"/>
                  </a:lnTo>
                  <a:close/>
                  <a:moveTo>
                    <a:pt x="2143" y="1"/>
                  </a:moveTo>
                  <a:cubicBezTo>
                    <a:pt x="1993" y="1"/>
                    <a:pt x="1843" y="79"/>
                    <a:pt x="1765" y="237"/>
                  </a:cubicBezTo>
                  <a:lnTo>
                    <a:pt x="1355" y="1056"/>
                  </a:lnTo>
                  <a:lnTo>
                    <a:pt x="473" y="1182"/>
                  </a:lnTo>
                  <a:cubicBezTo>
                    <a:pt x="95" y="1214"/>
                    <a:pt x="0" y="1655"/>
                    <a:pt x="221" y="1875"/>
                  </a:cubicBezTo>
                  <a:lnTo>
                    <a:pt x="851" y="2505"/>
                  </a:lnTo>
                  <a:lnTo>
                    <a:pt x="693" y="3419"/>
                  </a:lnTo>
                  <a:cubicBezTo>
                    <a:pt x="668" y="3693"/>
                    <a:pt x="880" y="3908"/>
                    <a:pt x="1110" y="3908"/>
                  </a:cubicBezTo>
                  <a:cubicBezTo>
                    <a:pt x="1171" y="3908"/>
                    <a:pt x="1233" y="3893"/>
                    <a:pt x="1292" y="3860"/>
                  </a:cubicBezTo>
                  <a:lnTo>
                    <a:pt x="2111" y="3419"/>
                  </a:lnTo>
                  <a:lnTo>
                    <a:pt x="2930" y="3860"/>
                  </a:lnTo>
                  <a:cubicBezTo>
                    <a:pt x="2992" y="3891"/>
                    <a:pt x="3056" y="3905"/>
                    <a:pt x="3119" y="3905"/>
                  </a:cubicBezTo>
                  <a:cubicBezTo>
                    <a:pt x="3376" y="3905"/>
                    <a:pt x="3605" y="3672"/>
                    <a:pt x="3529" y="3419"/>
                  </a:cubicBezTo>
                  <a:lnTo>
                    <a:pt x="3371" y="2505"/>
                  </a:lnTo>
                  <a:lnTo>
                    <a:pt x="4033" y="1875"/>
                  </a:lnTo>
                  <a:cubicBezTo>
                    <a:pt x="4285" y="1655"/>
                    <a:pt x="4159" y="1214"/>
                    <a:pt x="3812" y="1182"/>
                  </a:cubicBezTo>
                  <a:lnTo>
                    <a:pt x="2899" y="1056"/>
                  </a:lnTo>
                  <a:lnTo>
                    <a:pt x="2521" y="237"/>
                  </a:lnTo>
                  <a:cubicBezTo>
                    <a:pt x="2442" y="79"/>
                    <a:pt x="2292" y="1"/>
                    <a:pt x="2143"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90" name="Google Shape;4840;p59">
            <a:extLst>
              <a:ext uri="{FF2B5EF4-FFF2-40B4-BE49-F238E27FC236}">
                <a16:creationId xmlns:a16="http://schemas.microsoft.com/office/drawing/2014/main" id="{9AF621FA-9807-48CA-99BF-865D2C49FEE1}"/>
              </a:ext>
            </a:extLst>
          </p:cNvPr>
          <p:cNvGrpSpPr/>
          <p:nvPr/>
        </p:nvGrpSpPr>
        <p:grpSpPr>
          <a:xfrm>
            <a:off x="2844197" y="3131411"/>
            <a:ext cx="237363" cy="238571"/>
            <a:chOff x="-62150375" y="2297875"/>
            <a:chExt cx="314275" cy="315875"/>
          </a:xfrm>
          <a:solidFill>
            <a:schemeClr val="tx1"/>
          </a:solidFill>
        </p:grpSpPr>
        <p:sp>
          <p:nvSpPr>
            <p:cNvPr id="460" name="Google Shape;4841;p59">
              <a:extLst>
                <a:ext uri="{FF2B5EF4-FFF2-40B4-BE49-F238E27FC236}">
                  <a16:creationId xmlns:a16="http://schemas.microsoft.com/office/drawing/2014/main" id="{BBDE5A66-952A-4834-8EB3-896C9C82DF64}"/>
                </a:ext>
              </a:extLst>
            </p:cNvPr>
            <p:cNvSpPr/>
            <p:nvPr/>
          </p:nvSpPr>
          <p:spPr>
            <a:xfrm>
              <a:off x="-61994425" y="2297875"/>
              <a:ext cx="64600" cy="69925"/>
            </a:xfrm>
            <a:custGeom>
              <a:avLst/>
              <a:gdLst/>
              <a:ahLst/>
              <a:cxnLst/>
              <a:rect l="l" t="t" r="r" b="b"/>
              <a:pathLst>
                <a:path w="2584" h="2797" extrusionOk="0">
                  <a:moveTo>
                    <a:pt x="1324" y="1"/>
                  </a:moveTo>
                  <a:cubicBezTo>
                    <a:pt x="1072" y="1"/>
                    <a:pt x="883" y="190"/>
                    <a:pt x="883" y="442"/>
                  </a:cubicBezTo>
                  <a:lnTo>
                    <a:pt x="883" y="1387"/>
                  </a:lnTo>
                  <a:lnTo>
                    <a:pt x="757" y="1261"/>
                  </a:lnTo>
                  <a:cubicBezTo>
                    <a:pt x="678" y="1182"/>
                    <a:pt x="568" y="1143"/>
                    <a:pt x="457" y="1143"/>
                  </a:cubicBezTo>
                  <a:cubicBezTo>
                    <a:pt x="347" y="1143"/>
                    <a:pt x="237" y="1182"/>
                    <a:pt x="158" y="1261"/>
                  </a:cubicBezTo>
                  <a:cubicBezTo>
                    <a:pt x="1" y="1419"/>
                    <a:pt x="1" y="1702"/>
                    <a:pt x="158" y="1860"/>
                  </a:cubicBezTo>
                  <a:lnTo>
                    <a:pt x="1009" y="2679"/>
                  </a:lnTo>
                  <a:cubicBezTo>
                    <a:pt x="1088" y="2758"/>
                    <a:pt x="1190" y="2797"/>
                    <a:pt x="1292" y="2797"/>
                  </a:cubicBezTo>
                  <a:cubicBezTo>
                    <a:pt x="1395" y="2797"/>
                    <a:pt x="1497" y="2758"/>
                    <a:pt x="1576" y="2679"/>
                  </a:cubicBezTo>
                  <a:lnTo>
                    <a:pt x="2426" y="1860"/>
                  </a:lnTo>
                  <a:cubicBezTo>
                    <a:pt x="2584" y="1702"/>
                    <a:pt x="2584" y="1419"/>
                    <a:pt x="2426" y="1261"/>
                  </a:cubicBezTo>
                  <a:cubicBezTo>
                    <a:pt x="2348" y="1182"/>
                    <a:pt x="2237" y="1143"/>
                    <a:pt x="2127" y="1143"/>
                  </a:cubicBezTo>
                  <a:cubicBezTo>
                    <a:pt x="2017" y="1143"/>
                    <a:pt x="1907" y="1182"/>
                    <a:pt x="1828" y="1261"/>
                  </a:cubicBezTo>
                  <a:lnTo>
                    <a:pt x="1702" y="1387"/>
                  </a:lnTo>
                  <a:lnTo>
                    <a:pt x="1702" y="442"/>
                  </a:lnTo>
                  <a:cubicBezTo>
                    <a:pt x="1733" y="190"/>
                    <a:pt x="1544" y="1"/>
                    <a:pt x="1324" y="1"/>
                  </a:cubicBezTo>
                  <a:close/>
                </a:path>
              </a:pathLst>
            </a:custGeom>
            <a:grpFill/>
            <a:ln>
              <a:noFill/>
            </a:ln>
          </p:spPr>
          <p:txBody>
            <a:bodyPr spcFirstLastPara="1" wrap="square" lIns="62728" tIns="62728" rIns="62728" bIns="62728" anchor="ctr" anchorCtr="0">
              <a:noAutofit/>
            </a:bodyPr>
            <a:lstStyle/>
            <a:p>
              <a:endParaRPr sz="764"/>
            </a:p>
          </p:txBody>
        </p:sp>
        <p:sp>
          <p:nvSpPr>
            <p:cNvPr id="461" name="Google Shape;4842;p59">
              <a:extLst>
                <a:ext uri="{FF2B5EF4-FFF2-40B4-BE49-F238E27FC236}">
                  <a16:creationId xmlns:a16="http://schemas.microsoft.com/office/drawing/2014/main" id="{8F17C89C-B23D-4848-A81C-9458536F1DC9}"/>
                </a:ext>
              </a:extLst>
            </p:cNvPr>
            <p:cNvSpPr/>
            <p:nvPr/>
          </p:nvSpPr>
          <p:spPr>
            <a:xfrm>
              <a:off x="-62150375" y="2338050"/>
              <a:ext cx="314275" cy="275700"/>
            </a:xfrm>
            <a:custGeom>
              <a:avLst/>
              <a:gdLst/>
              <a:ahLst/>
              <a:cxnLst/>
              <a:rect l="l" t="t" r="r" b="b"/>
              <a:pathLst>
                <a:path w="12571" h="11028" extrusionOk="0">
                  <a:moveTo>
                    <a:pt x="11752" y="2805"/>
                  </a:moveTo>
                  <a:lnTo>
                    <a:pt x="11059" y="6932"/>
                  </a:lnTo>
                  <a:lnTo>
                    <a:pt x="3970" y="6932"/>
                  </a:lnTo>
                  <a:lnTo>
                    <a:pt x="3183" y="2805"/>
                  </a:lnTo>
                  <a:close/>
                  <a:moveTo>
                    <a:pt x="5199" y="9421"/>
                  </a:moveTo>
                  <a:cubicBezTo>
                    <a:pt x="5388" y="9452"/>
                    <a:pt x="5514" y="9610"/>
                    <a:pt x="5514" y="9830"/>
                  </a:cubicBezTo>
                  <a:cubicBezTo>
                    <a:pt x="5514" y="10051"/>
                    <a:pt x="5293" y="10240"/>
                    <a:pt x="5073" y="10240"/>
                  </a:cubicBezTo>
                  <a:cubicBezTo>
                    <a:pt x="4821" y="10240"/>
                    <a:pt x="4663" y="10051"/>
                    <a:pt x="4663" y="9830"/>
                  </a:cubicBezTo>
                  <a:cubicBezTo>
                    <a:pt x="4663" y="9610"/>
                    <a:pt x="4789" y="9452"/>
                    <a:pt x="4978" y="9421"/>
                  </a:cubicBezTo>
                  <a:close/>
                  <a:moveTo>
                    <a:pt x="9830" y="9421"/>
                  </a:moveTo>
                  <a:cubicBezTo>
                    <a:pt x="10019" y="9452"/>
                    <a:pt x="10145" y="9610"/>
                    <a:pt x="10145" y="9830"/>
                  </a:cubicBezTo>
                  <a:cubicBezTo>
                    <a:pt x="10145" y="10051"/>
                    <a:pt x="9956" y="10240"/>
                    <a:pt x="9704" y="10240"/>
                  </a:cubicBezTo>
                  <a:cubicBezTo>
                    <a:pt x="9484" y="10240"/>
                    <a:pt x="9326" y="10051"/>
                    <a:pt x="9326" y="9830"/>
                  </a:cubicBezTo>
                  <a:cubicBezTo>
                    <a:pt x="9358" y="9610"/>
                    <a:pt x="9484" y="9452"/>
                    <a:pt x="9673" y="9421"/>
                  </a:cubicBezTo>
                  <a:close/>
                  <a:moveTo>
                    <a:pt x="284" y="1"/>
                  </a:moveTo>
                  <a:cubicBezTo>
                    <a:pt x="190" y="64"/>
                    <a:pt x="1" y="253"/>
                    <a:pt x="1" y="473"/>
                  </a:cubicBezTo>
                  <a:cubicBezTo>
                    <a:pt x="1" y="725"/>
                    <a:pt x="190" y="883"/>
                    <a:pt x="379" y="883"/>
                  </a:cubicBezTo>
                  <a:lnTo>
                    <a:pt x="1954" y="883"/>
                  </a:lnTo>
                  <a:lnTo>
                    <a:pt x="3151" y="7058"/>
                  </a:lnTo>
                  <a:cubicBezTo>
                    <a:pt x="2710" y="7247"/>
                    <a:pt x="2427" y="7688"/>
                    <a:pt x="2427" y="8192"/>
                  </a:cubicBezTo>
                  <a:cubicBezTo>
                    <a:pt x="2427" y="8885"/>
                    <a:pt x="2994" y="9421"/>
                    <a:pt x="3655" y="9421"/>
                  </a:cubicBezTo>
                  <a:lnTo>
                    <a:pt x="3844" y="9421"/>
                  </a:lnTo>
                  <a:cubicBezTo>
                    <a:pt x="3813" y="9547"/>
                    <a:pt x="3781" y="9704"/>
                    <a:pt x="3781" y="9830"/>
                  </a:cubicBezTo>
                  <a:cubicBezTo>
                    <a:pt x="3781" y="10492"/>
                    <a:pt x="4317" y="11027"/>
                    <a:pt x="5010" y="11027"/>
                  </a:cubicBezTo>
                  <a:cubicBezTo>
                    <a:pt x="5672" y="11027"/>
                    <a:pt x="6207" y="10492"/>
                    <a:pt x="6207" y="9830"/>
                  </a:cubicBezTo>
                  <a:cubicBezTo>
                    <a:pt x="6207" y="9673"/>
                    <a:pt x="6176" y="9547"/>
                    <a:pt x="6144" y="9421"/>
                  </a:cubicBezTo>
                  <a:lnTo>
                    <a:pt x="8475" y="9421"/>
                  </a:lnTo>
                  <a:cubicBezTo>
                    <a:pt x="8412" y="9547"/>
                    <a:pt x="8381" y="9704"/>
                    <a:pt x="8381" y="9830"/>
                  </a:cubicBezTo>
                  <a:cubicBezTo>
                    <a:pt x="8381" y="10492"/>
                    <a:pt x="8948" y="11027"/>
                    <a:pt x="9610" y="11027"/>
                  </a:cubicBezTo>
                  <a:cubicBezTo>
                    <a:pt x="10271" y="11027"/>
                    <a:pt x="10870" y="10492"/>
                    <a:pt x="10870" y="9830"/>
                  </a:cubicBezTo>
                  <a:cubicBezTo>
                    <a:pt x="10870" y="9673"/>
                    <a:pt x="10838" y="9547"/>
                    <a:pt x="10775" y="9421"/>
                  </a:cubicBezTo>
                  <a:lnTo>
                    <a:pt x="11405" y="9421"/>
                  </a:lnTo>
                  <a:cubicBezTo>
                    <a:pt x="11657" y="9421"/>
                    <a:pt x="11815" y="9231"/>
                    <a:pt x="11815" y="9042"/>
                  </a:cubicBezTo>
                  <a:cubicBezTo>
                    <a:pt x="11815" y="8822"/>
                    <a:pt x="11626" y="8601"/>
                    <a:pt x="11405" y="8601"/>
                  </a:cubicBezTo>
                  <a:lnTo>
                    <a:pt x="3529" y="8601"/>
                  </a:lnTo>
                  <a:cubicBezTo>
                    <a:pt x="3309" y="8601"/>
                    <a:pt x="3151" y="8412"/>
                    <a:pt x="3151" y="8160"/>
                  </a:cubicBezTo>
                  <a:cubicBezTo>
                    <a:pt x="3151" y="7940"/>
                    <a:pt x="3340" y="7719"/>
                    <a:pt x="3529" y="7719"/>
                  </a:cubicBezTo>
                  <a:lnTo>
                    <a:pt x="11311" y="7719"/>
                  </a:lnTo>
                  <a:cubicBezTo>
                    <a:pt x="11500" y="7719"/>
                    <a:pt x="11689" y="7562"/>
                    <a:pt x="11689" y="7373"/>
                  </a:cubicBezTo>
                  <a:lnTo>
                    <a:pt x="12508" y="2426"/>
                  </a:lnTo>
                  <a:cubicBezTo>
                    <a:pt x="12571" y="2174"/>
                    <a:pt x="12351" y="1954"/>
                    <a:pt x="12130" y="1954"/>
                  </a:cubicBezTo>
                  <a:lnTo>
                    <a:pt x="2899" y="1954"/>
                  </a:lnTo>
                  <a:lnTo>
                    <a:pt x="2584" y="379"/>
                  </a:lnTo>
                  <a:cubicBezTo>
                    <a:pt x="2553" y="158"/>
                    <a:pt x="2395" y="1"/>
                    <a:pt x="2206" y="1"/>
                  </a:cubicBezTo>
                  <a:close/>
                </a:path>
              </a:pathLst>
            </a:custGeom>
            <a:grpFill/>
            <a:ln>
              <a:noFill/>
            </a:ln>
          </p:spPr>
          <p:txBody>
            <a:bodyPr spcFirstLastPara="1" wrap="square" lIns="62728" tIns="62728" rIns="62728" bIns="62728" anchor="ctr" anchorCtr="0">
              <a:noAutofit/>
            </a:bodyPr>
            <a:lstStyle/>
            <a:p>
              <a:endParaRPr sz="764"/>
            </a:p>
          </p:txBody>
        </p:sp>
        <p:sp>
          <p:nvSpPr>
            <p:cNvPr id="462" name="Google Shape;4843;p59">
              <a:extLst>
                <a:ext uri="{FF2B5EF4-FFF2-40B4-BE49-F238E27FC236}">
                  <a16:creationId xmlns:a16="http://schemas.microsoft.com/office/drawing/2014/main" id="{2B681A89-C854-4290-86F4-596F0DF666ED}"/>
                </a:ext>
              </a:extLst>
            </p:cNvPr>
            <p:cNvSpPr/>
            <p:nvPr/>
          </p:nvSpPr>
          <p:spPr>
            <a:xfrm>
              <a:off x="-61972375" y="2430200"/>
              <a:ext cx="20500" cy="60675"/>
            </a:xfrm>
            <a:custGeom>
              <a:avLst/>
              <a:gdLst/>
              <a:ahLst/>
              <a:cxnLst/>
              <a:rect l="l" t="t" r="r" b="b"/>
              <a:pathLst>
                <a:path w="820" h="2427" extrusionOk="0">
                  <a:moveTo>
                    <a:pt x="442" y="1"/>
                  </a:moveTo>
                  <a:cubicBezTo>
                    <a:pt x="190" y="1"/>
                    <a:pt x="1" y="190"/>
                    <a:pt x="1" y="379"/>
                  </a:cubicBezTo>
                  <a:lnTo>
                    <a:pt x="1" y="2048"/>
                  </a:lnTo>
                  <a:cubicBezTo>
                    <a:pt x="32" y="2269"/>
                    <a:pt x="221" y="2427"/>
                    <a:pt x="442" y="2427"/>
                  </a:cubicBezTo>
                  <a:cubicBezTo>
                    <a:pt x="662" y="2427"/>
                    <a:pt x="820" y="2237"/>
                    <a:pt x="820" y="2048"/>
                  </a:cubicBezTo>
                  <a:lnTo>
                    <a:pt x="820" y="379"/>
                  </a:lnTo>
                  <a:cubicBezTo>
                    <a:pt x="820" y="158"/>
                    <a:pt x="631" y="1"/>
                    <a:pt x="442" y="1"/>
                  </a:cubicBezTo>
                  <a:close/>
                </a:path>
              </a:pathLst>
            </a:custGeom>
            <a:grpFill/>
            <a:ln>
              <a:noFill/>
            </a:ln>
          </p:spPr>
          <p:txBody>
            <a:bodyPr spcFirstLastPara="1" wrap="square" lIns="62728" tIns="62728" rIns="62728" bIns="62728" anchor="ctr" anchorCtr="0">
              <a:noAutofit/>
            </a:bodyPr>
            <a:lstStyle/>
            <a:p>
              <a:endParaRPr sz="764"/>
            </a:p>
          </p:txBody>
        </p:sp>
        <p:sp>
          <p:nvSpPr>
            <p:cNvPr id="463" name="Google Shape;4844;p59">
              <a:extLst>
                <a:ext uri="{FF2B5EF4-FFF2-40B4-BE49-F238E27FC236}">
                  <a16:creationId xmlns:a16="http://schemas.microsoft.com/office/drawing/2014/main" id="{741B4A1B-01DB-48C1-9322-632CB9749A31}"/>
                </a:ext>
              </a:extLst>
            </p:cNvPr>
            <p:cNvSpPr/>
            <p:nvPr/>
          </p:nvSpPr>
          <p:spPr>
            <a:xfrm>
              <a:off x="-61909350" y="2430200"/>
              <a:ext cx="19700" cy="60675"/>
            </a:xfrm>
            <a:custGeom>
              <a:avLst/>
              <a:gdLst/>
              <a:ahLst/>
              <a:cxnLst/>
              <a:rect l="l" t="t" r="r" b="b"/>
              <a:pathLst>
                <a:path w="788" h="2427" extrusionOk="0">
                  <a:moveTo>
                    <a:pt x="378" y="1"/>
                  </a:moveTo>
                  <a:cubicBezTo>
                    <a:pt x="189" y="1"/>
                    <a:pt x="0" y="190"/>
                    <a:pt x="0" y="379"/>
                  </a:cubicBezTo>
                  <a:lnTo>
                    <a:pt x="0" y="2048"/>
                  </a:lnTo>
                  <a:cubicBezTo>
                    <a:pt x="0" y="2269"/>
                    <a:pt x="189" y="2427"/>
                    <a:pt x="378" y="2427"/>
                  </a:cubicBezTo>
                  <a:cubicBezTo>
                    <a:pt x="630" y="2427"/>
                    <a:pt x="788" y="2237"/>
                    <a:pt x="788" y="2048"/>
                  </a:cubicBezTo>
                  <a:lnTo>
                    <a:pt x="788" y="379"/>
                  </a:lnTo>
                  <a:cubicBezTo>
                    <a:pt x="788" y="158"/>
                    <a:pt x="599" y="1"/>
                    <a:pt x="378" y="1"/>
                  </a:cubicBezTo>
                  <a:close/>
                </a:path>
              </a:pathLst>
            </a:custGeom>
            <a:grpFill/>
            <a:ln>
              <a:noFill/>
            </a:ln>
          </p:spPr>
          <p:txBody>
            <a:bodyPr spcFirstLastPara="1" wrap="square" lIns="62728" tIns="62728" rIns="62728" bIns="62728" anchor="ctr" anchorCtr="0">
              <a:noAutofit/>
            </a:bodyPr>
            <a:lstStyle/>
            <a:p>
              <a:endParaRPr sz="764"/>
            </a:p>
          </p:txBody>
        </p:sp>
        <p:sp>
          <p:nvSpPr>
            <p:cNvPr id="464" name="Google Shape;4845;p59">
              <a:extLst>
                <a:ext uri="{FF2B5EF4-FFF2-40B4-BE49-F238E27FC236}">
                  <a16:creationId xmlns:a16="http://schemas.microsoft.com/office/drawing/2014/main" id="{D82985EA-51A7-4B8C-B058-F99632FF2B5E}"/>
                </a:ext>
              </a:extLst>
            </p:cNvPr>
            <p:cNvSpPr/>
            <p:nvPr/>
          </p:nvSpPr>
          <p:spPr>
            <a:xfrm>
              <a:off x="-62033800" y="2430200"/>
              <a:ext cx="21275" cy="60675"/>
            </a:xfrm>
            <a:custGeom>
              <a:avLst/>
              <a:gdLst/>
              <a:ahLst/>
              <a:cxnLst/>
              <a:rect l="l" t="t" r="r" b="b"/>
              <a:pathLst>
                <a:path w="851" h="2427" extrusionOk="0">
                  <a:moveTo>
                    <a:pt x="410" y="1"/>
                  </a:moveTo>
                  <a:cubicBezTo>
                    <a:pt x="158" y="1"/>
                    <a:pt x="0" y="190"/>
                    <a:pt x="0" y="379"/>
                  </a:cubicBezTo>
                  <a:lnTo>
                    <a:pt x="0" y="2048"/>
                  </a:lnTo>
                  <a:cubicBezTo>
                    <a:pt x="0" y="2269"/>
                    <a:pt x="221" y="2427"/>
                    <a:pt x="410" y="2427"/>
                  </a:cubicBezTo>
                  <a:cubicBezTo>
                    <a:pt x="630" y="2427"/>
                    <a:pt x="851" y="2237"/>
                    <a:pt x="851" y="2048"/>
                  </a:cubicBezTo>
                  <a:lnTo>
                    <a:pt x="851" y="379"/>
                  </a:lnTo>
                  <a:cubicBezTo>
                    <a:pt x="851" y="158"/>
                    <a:pt x="630" y="1"/>
                    <a:pt x="41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91" name="Google Shape;4846;p59">
            <a:extLst>
              <a:ext uri="{FF2B5EF4-FFF2-40B4-BE49-F238E27FC236}">
                <a16:creationId xmlns:a16="http://schemas.microsoft.com/office/drawing/2014/main" id="{2289A712-6C65-4BBE-BFD2-3452C7A47DD3}"/>
              </a:ext>
            </a:extLst>
          </p:cNvPr>
          <p:cNvGrpSpPr/>
          <p:nvPr/>
        </p:nvGrpSpPr>
        <p:grpSpPr>
          <a:xfrm>
            <a:off x="2843300" y="3407132"/>
            <a:ext cx="239156" cy="240346"/>
            <a:chOff x="-62150375" y="2664925"/>
            <a:chExt cx="316650" cy="318225"/>
          </a:xfrm>
          <a:solidFill>
            <a:schemeClr val="tx1"/>
          </a:solidFill>
        </p:grpSpPr>
        <p:sp>
          <p:nvSpPr>
            <p:cNvPr id="456" name="Google Shape;4847;p59">
              <a:extLst>
                <a:ext uri="{FF2B5EF4-FFF2-40B4-BE49-F238E27FC236}">
                  <a16:creationId xmlns:a16="http://schemas.microsoft.com/office/drawing/2014/main" id="{5588B876-ABF6-45B7-8F09-D6A75D0873F8}"/>
                </a:ext>
              </a:extLst>
            </p:cNvPr>
            <p:cNvSpPr/>
            <p:nvPr/>
          </p:nvSpPr>
          <p:spPr>
            <a:xfrm>
              <a:off x="-62150375" y="2961850"/>
              <a:ext cx="316650" cy="21300"/>
            </a:xfrm>
            <a:custGeom>
              <a:avLst/>
              <a:gdLst/>
              <a:ahLst/>
              <a:cxnLst/>
              <a:rect l="l" t="t" r="r" b="b"/>
              <a:pathLst>
                <a:path w="12666" h="852" extrusionOk="0">
                  <a:moveTo>
                    <a:pt x="379" y="0"/>
                  </a:moveTo>
                  <a:cubicBezTo>
                    <a:pt x="158" y="0"/>
                    <a:pt x="1" y="189"/>
                    <a:pt x="1" y="410"/>
                  </a:cubicBezTo>
                  <a:cubicBezTo>
                    <a:pt x="1" y="662"/>
                    <a:pt x="190" y="851"/>
                    <a:pt x="379" y="851"/>
                  </a:cubicBezTo>
                  <a:lnTo>
                    <a:pt x="12225" y="851"/>
                  </a:lnTo>
                  <a:cubicBezTo>
                    <a:pt x="12477" y="851"/>
                    <a:pt x="12634" y="662"/>
                    <a:pt x="12634" y="410"/>
                  </a:cubicBezTo>
                  <a:cubicBezTo>
                    <a:pt x="12666" y="158"/>
                    <a:pt x="12477" y="0"/>
                    <a:pt x="12225" y="0"/>
                  </a:cubicBezTo>
                  <a:close/>
                </a:path>
              </a:pathLst>
            </a:custGeom>
            <a:grpFill/>
            <a:ln>
              <a:noFill/>
            </a:ln>
          </p:spPr>
          <p:txBody>
            <a:bodyPr spcFirstLastPara="1" wrap="square" lIns="62728" tIns="62728" rIns="62728" bIns="62728" anchor="ctr" anchorCtr="0">
              <a:noAutofit/>
            </a:bodyPr>
            <a:lstStyle/>
            <a:p>
              <a:endParaRPr sz="764"/>
            </a:p>
          </p:txBody>
        </p:sp>
        <p:sp>
          <p:nvSpPr>
            <p:cNvPr id="457" name="Google Shape;4848;p59">
              <a:extLst>
                <a:ext uri="{FF2B5EF4-FFF2-40B4-BE49-F238E27FC236}">
                  <a16:creationId xmlns:a16="http://schemas.microsoft.com/office/drawing/2014/main" id="{DF46B966-ACD8-4825-8BCD-742DE841DA57}"/>
                </a:ext>
              </a:extLst>
            </p:cNvPr>
            <p:cNvSpPr/>
            <p:nvPr/>
          </p:nvSpPr>
          <p:spPr>
            <a:xfrm>
              <a:off x="-62150375" y="2838200"/>
              <a:ext cx="82725" cy="102400"/>
            </a:xfrm>
            <a:custGeom>
              <a:avLst/>
              <a:gdLst/>
              <a:ahLst/>
              <a:cxnLst/>
              <a:rect l="l" t="t" r="r" b="b"/>
              <a:pathLst>
                <a:path w="3309" h="4096" extrusionOk="0">
                  <a:moveTo>
                    <a:pt x="2363" y="756"/>
                  </a:moveTo>
                  <a:cubicBezTo>
                    <a:pt x="2427" y="756"/>
                    <a:pt x="2521" y="851"/>
                    <a:pt x="2521" y="914"/>
                  </a:cubicBezTo>
                  <a:lnTo>
                    <a:pt x="2521" y="3119"/>
                  </a:lnTo>
                  <a:cubicBezTo>
                    <a:pt x="2521" y="3214"/>
                    <a:pt x="2427" y="3245"/>
                    <a:pt x="2363" y="3245"/>
                  </a:cubicBezTo>
                  <a:lnTo>
                    <a:pt x="977" y="3245"/>
                  </a:lnTo>
                  <a:cubicBezTo>
                    <a:pt x="883" y="3245"/>
                    <a:pt x="820" y="3151"/>
                    <a:pt x="820" y="3119"/>
                  </a:cubicBezTo>
                  <a:lnTo>
                    <a:pt x="820" y="914"/>
                  </a:lnTo>
                  <a:cubicBezTo>
                    <a:pt x="820" y="851"/>
                    <a:pt x="883" y="756"/>
                    <a:pt x="977" y="756"/>
                  </a:cubicBezTo>
                  <a:close/>
                  <a:moveTo>
                    <a:pt x="946" y="0"/>
                  </a:moveTo>
                  <a:cubicBezTo>
                    <a:pt x="379" y="0"/>
                    <a:pt x="1" y="441"/>
                    <a:pt x="1" y="945"/>
                  </a:cubicBezTo>
                  <a:lnTo>
                    <a:pt x="1" y="3151"/>
                  </a:lnTo>
                  <a:cubicBezTo>
                    <a:pt x="1" y="3686"/>
                    <a:pt x="410" y="4096"/>
                    <a:pt x="946" y="4096"/>
                  </a:cubicBezTo>
                  <a:lnTo>
                    <a:pt x="2300" y="4096"/>
                  </a:lnTo>
                  <a:cubicBezTo>
                    <a:pt x="2868" y="4096"/>
                    <a:pt x="3309" y="3686"/>
                    <a:pt x="3309" y="3151"/>
                  </a:cubicBezTo>
                  <a:lnTo>
                    <a:pt x="3309" y="945"/>
                  </a:lnTo>
                  <a:cubicBezTo>
                    <a:pt x="3309" y="410"/>
                    <a:pt x="2868" y="0"/>
                    <a:pt x="2300" y="0"/>
                  </a:cubicBezTo>
                  <a:close/>
                </a:path>
              </a:pathLst>
            </a:custGeom>
            <a:grpFill/>
            <a:ln>
              <a:noFill/>
            </a:ln>
          </p:spPr>
          <p:txBody>
            <a:bodyPr spcFirstLastPara="1" wrap="square" lIns="62728" tIns="62728" rIns="62728" bIns="62728" anchor="ctr" anchorCtr="0">
              <a:noAutofit/>
            </a:bodyPr>
            <a:lstStyle/>
            <a:p>
              <a:endParaRPr sz="764"/>
            </a:p>
          </p:txBody>
        </p:sp>
        <p:sp>
          <p:nvSpPr>
            <p:cNvPr id="458" name="Google Shape;4849;p59">
              <a:extLst>
                <a:ext uri="{FF2B5EF4-FFF2-40B4-BE49-F238E27FC236}">
                  <a16:creationId xmlns:a16="http://schemas.microsoft.com/office/drawing/2014/main" id="{FC2663CD-812A-4AB5-BBE9-0248797EAB3B}"/>
                </a:ext>
              </a:extLst>
            </p:cNvPr>
            <p:cNvSpPr/>
            <p:nvPr/>
          </p:nvSpPr>
          <p:spPr>
            <a:xfrm>
              <a:off x="-62033800" y="2664925"/>
              <a:ext cx="82725" cy="274900"/>
            </a:xfrm>
            <a:custGeom>
              <a:avLst/>
              <a:gdLst/>
              <a:ahLst/>
              <a:cxnLst/>
              <a:rect l="l" t="t" r="r" b="b"/>
              <a:pathLst>
                <a:path w="3309" h="10996" extrusionOk="0">
                  <a:moveTo>
                    <a:pt x="2332" y="788"/>
                  </a:moveTo>
                  <a:cubicBezTo>
                    <a:pt x="2426" y="851"/>
                    <a:pt x="2489" y="882"/>
                    <a:pt x="2489" y="945"/>
                  </a:cubicBezTo>
                  <a:lnTo>
                    <a:pt x="2489" y="10050"/>
                  </a:lnTo>
                  <a:cubicBezTo>
                    <a:pt x="2489" y="10145"/>
                    <a:pt x="2426" y="10176"/>
                    <a:pt x="2332" y="10176"/>
                  </a:cubicBezTo>
                  <a:lnTo>
                    <a:pt x="946" y="10176"/>
                  </a:lnTo>
                  <a:cubicBezTo>
                    <a:pt x="882" y="10176"/>
                    <a:pt x="851" y="10082"/>
                    <a:pt x="851" y="10050"/>
                  </a:cubicBezTo>
                  <a:lnTo>
                    <a:pt x="851" y="945"/>
                  </a:lnTo>
                  <a:cubicBezTo>
                    <a:pt x="851" y="882"/>
                    <a:pt x="914" y="788"/>
                    <a:pt x="946" y="788"/>
                  </a:cubicBezTo>
                  <a:close/>
                  <a:moveTo>
                    <a:pt x="946" y="0"/>
                  </a:moveTo>
                  <a:cubicBezTo>
                    <a:pt x="410" y="0"/>
                    <a:pt x="0" y="441"/>
                    <a:pt x="0" y="945"/>
                  </a:cubicBezTo>
                  <a:lnTo>
                    <a:pt x="0" y="10050"/>
                  </a:lnTo>
                  <a:cubicBezTo>
                    <a:pt x="0" y="10617"/>
                    <a:pt x="441" y="10995"/>
                    <a:pt x="946" y="10995"/>
                  </a:cubicBezTo>
                  <a:lnTo>
                    <a:pt x="2332" y="10995"/>
                  </a:lnTo>
                  <a:cubicBezTo>
                    <a:pt x="2899" y="10995"/>
                    <a:pt x="3308" y="10554"/>
                    <a:pt x="3308" y="10050"/>
                  </a:cubicBezTo>
                  <a:lnTo>
                    <a:pt x="3308" y="945"/>
                  </a:lnTo>
                  <a:cubicBezTo>
                    <a:pt x="3308" y="410"/>
                    <a:pt x="2899" y="0"/>
                    <a:pt x="2332" y="0"/>
                  </a:cubicBezTo>
                  <a:close/>
                </a:path>
              </a:pathLst>
            </a:custGeom>
            <a:grpFill/>
            <a:ln>
              <a:noFill/>
            </a:ln>
          </p:spPr>
          <p:txBody>
            <a:bodyPr spcFirstLastPara="1" wrap="square" lIns="62728" tIns="62728" rIns="62728" bIns="62728" anchor="ctr" anchorCtr="0">
              <a:noAutofit/>
            </a:bodyPr>
            <a:lstStyle/>
            <a:p>
              <a:endParaRPr sz="764"/>
            </a:p>
          </p:txBody>
        </p:sp>
        <p:sp>
          <p:nvSpPr>
            <p:cNvPr id="459" name="Google Shape;4850;p59">
              <a:extLst>
                <a:ext uri="{FF2B5EF4-FFF2-40B4-BE49-F238E27FC236}">
                  <a16:creationId xmlns:a16="http://schemas.microsoft.com/office/drawing/2014/main" id="{2842CB85-BF8B-462B-90A7-7D9CBA1C73A6}"/>
                </a:ext>
              </a:extLst>
            </p:cNvPr>
            <p:cNvSpPr/>
            <p:nvPr/>
          </p:nvSpPr>
          <p:spPr>
            <a:xfrm>
              <a:off x="-61917225" y="2754700"/>
              <a:ext cx="83500" cy="185900"/>
            </a:xfrm>
            <a:custGeom>
              <a:avLst/>
              <a:gdLst/>
              <a:ahLst/>
              <a:cxnLst/>
              <a:rect l="l" t="t" r="r" b="b"/>
              <a:pathLst>
                <a:path w="3340" h="7436" extrusionOk="0">
                  <a:moveTo>
                    <a:pt x="2394" y="788"/>
                  </a:moveTo>
                  <a:cubicBezTo>
                    <a:pt x="2489" y="788"/>
                    <a:pt x="2520" y="883"/>
                    <a:pt x="2520" y="946"/>
                  </a:cubicBezTo>
                  <a:lnTo>
                    <a:pt x="2520" y="6459"/>
                  </a:lnTo>
                  <a:cubicBezTo>
                    <a:pt x="2520" y="6554"/>
                    <a:pt x="2426" y="6585"/>
                    <a:pt x="2394" y="6585"/>
                  </a:cubicBezTo>
                  <a:lnTo>
                    <a:pt x="1008" y="6585"/>
                  </a:lnTo>
                  <a:cubicBezTo>
                    <a:pt x="945" y="6585"/>
                    <a:pt x="851" y="6491"/>
                    <a:pt x="851" y="6459"/>
                  </a:cubicBezTo>
                  <a:lnTo>
                    <a:pt x="851" y="946"/>
                  </a:lnTo>
                  <a:cubicBezTo>
                    <a:pt x="851" y="883"/>
                    <a:pt x="945" y="788"/>
                    <a:pt x="1008" y="788"/>
                  </a:cubicBezTo>
                  <a:close/>
                  <a:moveTo>
                    <a:pt x="977" y="1"/>
                  </a:moveTo>
                  <a:cubicBezTo>
                    <a:pt x="441" y="1"/>
                    <a:pt x="0" y="442"/>
                    <a:pt x="0" y="977"/>
                  </a:cubicBezTo>
                  <a:lnTo>
                    <a:pt x="0" y="6491"/>
                  </a:lnTo>
                  <a:cubicBezTo>
                    <a:pt x="0" y="7058"/>
                    <a:pt x="441" y="7436"/>
                    <a:pt x="977" y="7436"/>
                  </a:cubicBezTo>
                  <a:lnTo>
                    <a:pt x="2363" y="7436"/>
                  </a:lnTo>
                  <a:cubicBezTo>
                    <a:pt x="2899" y="7436"/>
                    <a:pt x="3308" y="7026"/>
                    <a:pt x="3308" y="6491"/>
                  </a:cubicBezTo>
                  <a:lnTo>
                    <a:pt x="3308" y="977"/>
                  </a:lnTo>
                  <a:cubicBezTo>
                    <a:pt x="3340" y="442"/>
                    <a:pt x="2899" y="1"/>
                    <a:pt x="2363"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92" name="Google Shape;4851;p59">
            <a:extLst>
              <a:ext uri="{FF2B5EF4-FFF2-40B4-BE49-F238E27FC236}">
                <a16:creationId xmlns:a16="http://schemas.microsoft.com/office/drawing/2014/main" id="{A20B07EB-AFD3-40B2-9D2F-2C21ADA15056}"/>
              </a:ext>
            </a:extLst>
          </p:cNvPr>
          <p:cNvGrpSpPr/>
          <p:nvPr/>
        </p:nvGrpSpPr>
        <p:grpSpPr>
          <a:xfrm>
            <a:off x="4291281" y="2852574"/>
            <a:ext cx="239742" cy="240875"/>
            <a:chOff x="-60254550" y="1938025"/>
            <a:chExt cx="317425" cy="318925"/>
          </a:xfrm>
          <a:solidFill>
            <a:schemeClr val="tx1"/>
          </a:solidFill>
        </p:grpSpPr>
        <p:sp>
          <p:nvSpPr>
            <p:cNvPr id="452" name="Google Shape;4852;p59">
              <a:extLst>
                <a:ext uri="{FF2B5EF4-FFF2-40B4-BE49-F238E27FC236}">
                  <a16:creationId xmlns:a16="http://schemas.microsoft.com/office/drawing/2014/main" id="{CDFDA559-BB7C-432C-8DF7-645E02FD471D}"/>
                </a:ext>
              </a:extLst>
            </p:cNvPr>
            <p:cNvSpPr/>
            <p:nvPr/>
          </p:nvSpPr>
          <p:spPr>
            <a:xfrm>
              <a:off x="-60254550" y="2049000"/>
              <a:ext cx="317425" cy="207950"/>
            </a:xfrm>
            <a:custGeom>
              <a:avLst/>
              <a:gdLst/>
              <a:ahLst/>
              <a:cxnLst/>
              <a:rect l="l" t="t" r="r" b="b"/>
              <a:pathLst>
                <a:path w="12697" h="8318" extrusionOk="0">
                  <a:moveTo>
                    <a:pt x="10428" y="1639"/>
                  </a:moveTo>
                  <a:cubicBezTo>
                    <a:pt x="11184" y="1639"/>
                    <a:pt x="11814" y="2269"/>
                    <a:pt x="11814" y="3025"/>
                  </a:cubicBezTo>
                  <a:cubicBezTo>
                    <a:pt x="11814" y="3781"/>
                    <a:pt x="11184" y="4411"/>
                    <a:pt x="10428" y="4411"/>
                  </a:cubicBezTo>
                  <a:lnTo>
                    <a:pt x="9767" y="4411"/>
                  </a:lnTo>
                  <a:cubicBezTo>
                    <a:pt x="9861" y="4033"/>
                    <a:pt x="9893" y="3686"/>
                    <a:pt x="9893" y="3308"/>
                  </a:cubicBezTo>
                  <a:lnTo>
                    <a:pt x="9893" y="1639"/>
                  </a:lnTo>
                  <a:close/>
                  <a:moveTo>
                    <a:pt x="9073" y="819"/>
                  </a:moveTo>
                  <a:lnTo>
                    <a:pt x="9073" y="3308"/>
                  </a:lnTo>
                  <a:cubicBezTo>
                    <a:pt x="9073" y="5577"/>
                    <a:pt x="7215" y="7435"/>
                    <a:pt x="4915" y="7435"/>
                  </a:cubicBezTo>
                  <a:cubicBezTo>
                    <a:pt x="2646" y="7435"/>
                    <a:pt x="788" y="5577"/>
                    <a:pt x="788" y="3308"/>
                  </a:cubicBezTo>
                  <a:lnTo>
                    <a:pt x="788" y="819"/>
                  </a:lnTo>
                  <a:close/>
                  <a:moveTo>
                    <a:pt x="410" y="0"/>
                  </a:moveTo>
                  <a:cubicBezTo>
                    <a:pt x="158" y="0"/>
                    <a:pt x="0" y="189"/>
                    <a:pt x="0" y="441"/>
                  </a:cubicBezTo>
                  <a:lnTo>
                    <a:pt x="0" y="3308"/>
                  </a:lnTo>
                  <a:cubicBezTo>
                    <a:pt x="0" y="5041"/>
                    <a:pt x="882" y="6522"/>
                    <a:pt x="2205" y="7435"/>
                  </a:cubicBezTo>
                  <a:lnTo>
                    <a:pt x="410" y="7435"/>
                  </a:lnTo>
                  <a:cubicBezTo>
                    <a:pt x="158" y="7435"/>
                    <a:pt x="0" y="7624"/>
                    <a:pt x="0" y="7877"/>
                  </a:cubicBezTo>
                  <a:cubicBezTo>
                    <a:pt x="0" y="8097"/>
                    <a:pt x="189" y="8318"/>
                    <a:pt x="410" y="8318"/>
                  </a:cubicBezTo>
                  <a:lnTo>
                    <a:pt x="9483" y="8318"/>
                  </a:lnTo>
                  <a:cubicBezTo>
                    <a:pt x="9735" y="8318"/>
                    <a:pt x="9893" y="8097"/>
                    <a:pt x="9893" y="7877"/>
                  </a:cubicBezTo>
                  <a:cubicBezTo>
                    <a:pt x="9893" y="7624"/>
                    <a:pt x="9704" y="7435"/>
                    <a:pt x="9483" y="7435"/>
                  </a:cubicBezTo>
                  <a:lnTo>
                    <a:pt x="7687" y="7435"/>
                  </a:lnTo>
                  <a:cubicBezTo>
                    <a:pt x="8506" y="6900"/>
                    <a:pt x="9137" y="6144"/>
                    <a:pt x="9546" y="5230"/>
                  </a:cubicBezTo>
                  <a:lnTo>
                    <a:pt x="10491" y="5230"/>
                  </a:lnTo>
                  <a:cubicBezTo>
                    <a:pt x="11688" y="5230"/>
                    <a:pt x="12697" y="4253"/>
                    <a:pt x="12697" y="3025"/>
                  </a:cubicBezTo>
                  <a:cubicBezTo>
                    <a:pt x="12697" y="1796"/>
                    <a:pt x="11657" y="819"/>
                    <a:pt x="10428" y="819"/>
                  </a:cubicBezTo>
                  <a:lnTo>
                    <a:pt x="9893" y="819"/>
                  </a:lnTo>
                  <a:lnTo>
                    <a:pt x="9893" y="441"/>
                  </a:lnTo>
                  <a:cubicBezTo>
                    <a:pt x="9893" y="189"/>
                    <a:pt x="9704" y="0"/>
                    <a:pt x="9483" y="0"/>
                  </a:cubicBezTo>
                  <a:close/>
                </a:path>
              </a:pathLst>
            </a:custGeom>
            <a:grpFill/>
            <a:ln>
              <a:noFill/>
            </a:ln>
          </p:spPr>
          <p:txBody>
            <a:bodyPr spcFirstLastPara="1" wrap="square" lIns="62728" tIns="62728" rIns="62728" bIns="62728" anchor="ctr" anchorCtr="0">
              <a:noAutofit/>
            </a:bodyPr>
            <a:lstStyle/>
            <a:p>
              <a:endParaRPr sz="764"/>
            </a:p>
          </p:txBody>
        </p:sp>
        <p:sp>
          <p:nvSpPr>
            <p:cNvPr id="453" name="Google Shape;4853;p59">
              <a:extLst>
                <a:ext uri="{FF2B5EF4-FFF2-40B4-BE49-F238E27FC236}">
                  <a16:creationId xmlns:a16="http://schemas.microsoft.com/office/drawing/2014/main" id="{90B9B3F4-899B-4ADD-87D4-F942BCCA85F6}"/>
                </a:ext>
              </a:extLst>
            </p:cNvPr>
            <p:cNvSpPr/>
            <p:nvPr/>
          </p:nvSpPr>
          <p:spPr>
            <a:xfrm>
              <a:off x="-60219125" y="1938025"/>
              <a:ext cx="51225" cy="103625"/>
            </a:xfrm>
            <a:custGeom>
              <a:avLst/>
              <a:gdLst/>
              <a:ahLst/>
              <a:cxnLst/>
              <a:rect l="l" t="t" r="r" b="b"/>
              <a:pathLst>
                <a:path w="2049" h="4145" extrusionOk="0">
                  <a:moveTo>
                    <a:pt x="1068" y="0"/>
                  </a:moveTo>
                  <a:cubicBezTo>
                    <a:pt x="947" y="0"/>
                    <a:pt x="819" y="61"/>
                    <a:pt x="725" y="155"/>
                  </a:cubicBezTo>
                  <a:cubicBezTo>
                    <a:pt x="568" y="312"/>
                    <a:pt x="568" y="564"/>
                    <a:pt x="757" y="722"/>
                  </a:cubicBezTo>
                  <a:cubicBezTo>
                    <a:pt x="1103" y="1100"/>
                    <a:pt x="1103" y="1446"/>
                    <a:pt x="757" y="1761"/>
                  </a:cubicBezTo>
                  <a:cubicBezTo>
                    <a:pt x="32" y="2392"/>
                    <a:pt x="1" y="3368"/>
                    <a:pt x="757" y="4030"/>
                  </a:cubicBezTo>
                  <a:cubicBezTo>
                    <a:pt x="832" y="4105"/>
                    <a:pt x="936" y="4144"/>
                    <a:pt x="1041" y="4144"/>
                  </a:cubicBezTo>
                  <a:cubicBezTo>
                    <a:pt x="1156" y="4144"/>
                    <a:pt x="1273" y="4097"/>
                    <a:pt x="1356" y="3998"/>
                  </a:cubicBezTo>
                  <a:cubicBezTo>
                    <a:pt x="1513" y="3841"/>
                    <a:pt x="1513" y="3557"/>
                    <a:pt x="1292" y="3400"/>
                  </a:cubicBezTo>
                  <a:cubicBezTo>
                    <a:pt x="946" y="3085"/>
                    <a:pt x="946" y="2707"/>
                    <a:pt x="1292" y="2392"/>
                  </a:cubicBezTo>
                  <a:cubicBezTo>
                    <a:pt x="2017" y="1761"/>
                    <a:pt x="2049" y="785"/>
                    <a:pt x="1292" y="92"/>
                  </a:cubicBezTo>
                  <a:cubicBezTo>
                    <a:pt x="1229" y="28"/>
                    <a:pt x="1150" y="0"/>
                    <a:pt x="1068" y="0"/>
                  </a:cubicBezTo>
                  <a:close/>
                </a:path>
              </a:pathLst>
            </a:custGeom>
            <a:grpFill/>
            <a:ln>
              <a:noFill/>
            </a:ln>
          </p:spPr>
          <p:txBody>
            <a:bodyPr spcFirstLastPara="1" wrap="square" lIns="62728" tIns="62728" rIns="62728" bIns="62728" anchor="ctr" anchorCtr="0">
              <a:noAutofit/>
            </a:bodyPr>
            <a:lstStyle/>
            <a:p>
              <a:endParaRPr sz="764"/>
            </a:p>
          </p:txBody>
        </p:sp>
        <p:sp>
          <p:nvSpPr>
            <p:cNvPr id="454" name="Google Shape;4854;p59">
              <a:extLst>
                <a:ext uri="{FF2B5EF4-FFF2-40B4-BE49-F238E27FC236}">
                  <a16:creationId xmlns:a16="http://schemas.microsoft.com/office/drawing/2014/main" id="{3FBD0212-5FD3-4164-8A2B-FD4C9DA82B1C}"/>
                </a:ext>
              </a:extLst>
            </p:cNvPr>
            <p:cNvSpPr/>
            <p:nvPr/>
          </p:nvSpPr>
          <p:spPr>
            <a:xfrm>
              <a:off x="-60156900" y="1938025"/>
              <a:ext cx="51225" cy="103625"/>
            </a:xfrm>
            <a:custGeom>
              <a:avLst/>
              <a:gdLst/>
              <a:ahLst/>
              <a:cxnLst/>
              <a:rect l="l" t="t" r="r" b="b"/>
              <a:pathLst>
                <a:path w="2049" h="4145" extrusionOk="0">
                  <a:moveTo>
                    <a:pt x="1057" y="0"/>
                  </a:moveTo>
                  <a:cubicBezTo>
                    <a:pt x="926" y="0"/>
                    <a:pt x="788" y="61"/>
                    <a:pt x="694" y="155"/>
                  </a:cubicBezTo>
                  <a:cubicBezTo>
                    <a:pt x="536" y="312"/>
                    <a:pt x="536" y="564"/>
                    <a:pt x="757" y="722"/>
                  </a:cubicBezTo>
                  <a:cubicBezTo>
                    <a:pt x="1103" y="1100"/>
                    <a:pt x="1103" y="1446"/>
                    <a:pt x="757" y="1761"/>
                  </a:cubicBezTo>
                  <a:cubicBezTo>
                    <a:pt x="32" y="2392"/>
                    <a:pt x="1" y="3368"/>
                    <a:pt x="757" y="4030"/>
                  </a:cubicBezTo>
                  <a:cubicBezTo>
                    <a:pt x="832" y="4105"/>
                    <a:pt x="929" y="4144"/>
                    <a:pt x="1026" y="4144"/>
                  </a:cubicBezTo>
                  <a:cubicBezTo>
                    <a:pt x="1133" y="4144"/>
                    <a:pt x="1242" y="4097"/>
                    <a:pt x="1324" y="3998"/>
                  </a:cubicBezTo>
                  <a:cubicBezTo>
                    <a:pt x="1859" y="3463"/>
                    <a:pt x="473" y="3179"/>
                    <a:pt x="1292" y="2392"/>
                  </a:cubicBezTo>
                  <a:cubicBezTo>
                    <a:pt x="2017" y="1761"/>
                    <a:pt x="2049" y="785"/>
                    <a:pt x="1292" y="92"/>
                  </a:cubicBezTo>
                  <a:cubicBezTo>
                    <a:pt x="1229" y="28"/>
                    <a:pt x="1145" y="0"/>
                    <a:pt x="1057" y="0"/>
                  </a:cubicBezTo>
                  <a:close/>
                </a:path>
              </a:pathLst>
            </a:custGeom>
            <a:grpFill/>
            <a:ln>
              <a:noFill/>
            </a:ln>
          </p:spPr>
          <p:txBody>
            <a:bodyPr spcFirstLastPara="1" wrap="square" lIns="62728" tIns="62728" rIns="62728" bIns="62728" anchor="ctr" anchorCtr="0">
              <a:noAutofit/>
            </a:bodyPr>
            <a:lstStyle/>
            <a:p>
              <a:endParaRPr sz="764"/>
            </a:p>
          </p:txBody>
        </p:sp>
        <p:sp>
          <p:nvSpPr>
            <p:cNvPr id="455" name="Google Shape;4855;p59">
              <a:extLst>
                <a:ext uri="{FF2B5EF4-FFF2-40B4-BE49-F238E27FC236}">
                  <a16:creationId xmlns:a16="http://schemas.microsoft.com/office/drawing/2014/main" id="{69D1F138-FECB-4679-A2DF-46D0E7EE8BC5}"/>
                </a:ext>
              </a:extLst>
            </p:cNvPr>
            <p:cNvSpPr/>
            <p:nvPr/>
          </p:nvSpPr>
          <p:spPr>
            <a:xfrm>
              <a:off x="-60094675" y="1938025"/>
              <a:ext cx="51225" cy="103625"/>
            </a:xfrm>
            <a:custGeom>
              <a:avLst/>
              <a:gdLst/>
              <a:ahLst/>
              <a:cxnLst/>
              <a:rect l="l" t="t" r="r" b="b"/>
              <a:pathLst>
                <a:path w="2049" h="4145" extrusionOk="0">
                  <a:moveTo>
                    <a:pt x="1056" y="0"/>
                  </a:moveTo>
                  <a:cubicBezTo>
                    <a:pt x="926" y="0"/>
                    <a:pt x="788" y="61"/>
                    <a:pt x="694" y="155"/>
                  </a:cubicBezTo>
                  <a:cubicBezTo>
                    <a:pt x="536" y="312"/>
                    <a:pt x="536" y="564"/>
                    <a:pt x="725" y="722"/>
                  </a:cubicBezTo>
                  <a:cubicBezTo>
                    <a:pt x="1103" y="1100"/>
                    <a:pt x="1103" y="1446"/>
                    <a:pt x="725" y="1761"/>
                  </a:cubicBezTo>
                  <a:cubicBezTo>
                    <a:pt x="32" y="2392"/>
                    <a:pt x="1" y="3368"/>
                    <a:pt x="725" y="4030"/>
                  </a:cubicBezTo>
                  <a:cubicBezTo>
                    <a:pt x="800" y="4105"/>
                    <a:pt x="904" y="4144"/>
                    <a:pt x="1009" y="4144"/>
                  </a:cubicBezTo>
                  <a:cubicBezTo>
                    <a:pt x="1125" y="4144"/>
                    <a:pt x="1241" y="4097"/>
                    <a:pt x="1324" y="3998"/>
                  </a:cubicBezTo>
                  <a:cubicBezTo>
                    <a:pt x="1481" y="3841"/>
                    <a:pt x="1481" y="3557"/>
                    <a:pt x="1292" y="3400"/>
                  </a:cubicBezTo>
                  <a:cubicBezTo>
                    <a:pt x="946" y="3085"/>
                    <a:pt x="946" y="2707"/>
                    <a:pt x="1292" y="2392"/>
                  </a:cubicBezTo>
                  <a:cubicBezTo>
                    <a:pt x="1985" y="1761"/>
                    <a:pt x="2048" y="785"/>
                    <a:pt x="1292" y="92"/>
                  </a:cubicBezTo>
                  <a:cubicBezTo>
                    <a:pt x="1229" y="28"/>
                    <a:pt x="1145" y="0"/>
                    <a:pt x="1056"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93" name="Google Shape;4856;p59">
            <a:extLst>
              <a:ext uri="{FF2B5EF4-FFF2-40B4-BE49-F238E27FC236}">
                <a16:creationId xmlns:a16="http://schemas.microsoft.com/office/drawing/2014/main" id="{3B7ABBFC-646B-4EC5-9EC5-D1DB065A6308}"/>
              </a:ext>
            </a:extLst>
          </p:cNvPr>
          <p:cNvGrpSpPr/>
          <p:nvPr/>
        </p:nvGrpSpPr>
        <p:grpSpPr>
          <a:xfrm>
            <a:off x="4277349" y="3131071"/>
            <a:ext cx="239400" cy="239251"/>
            <a:chOff x="6479471" y="2079003"/>
            <a:chExt cx="348923" cy="348706"/>
          </a:xfrm>
          <a:solidFill>
            <a:schemeClr val="tx1"/>
          </a:solidFill>
        </p:grpSpPr>
        <p:sp>
          <p:nvSpPr>
            <p:cNvPr id="443" name="Google Shape;4857;p59">
              <a:extLst>
                <a:ext uri="{FF2B5EF4-FFF2-40B4-BE49-F238E27FC236}">
                  <a16:creationId xmlns:a16="http://schemas.microsoft.com/office/drawing/2014/main" id="{2DEA1609-BF57-46D2-8513-2E9E9B85588F}"/>
                </a:ext>
              </a:extLst>
            </p:cNvPr>
            <p:cNvSpPr/>
            <p:nvPr/>
          </p:nvSpPr>
          <p:spPr>
            <a:xfrm>
              <a:off x="6479471" y="2200291"/>
              <a:ext cx="38170" cy="22566"/>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89"/>
                    <a:pt x="1166" y="0"/>
                    <a:pt x="946" y="0"/>
                  </a:cubicBezTo>
                  <a:close/>
                </a:path>
              </a:pathLst>
            </a:custGeom>
            <a:grpFill/>
            <a:ln>
              <a:noFill/>
            </a:ln>
          </p:spPr>
          <p:txBody>
            <a:bodyPr spcFirstLastPara="1" wrap="square" lIns="62728" tIns="62728" rIns="62728" bIns="62728" anchor="ctr" anchorCtr="0">
              <a:noAutofit/>
            </a:bodyPr>
            <a:lstStyle/>
            <a:p>
              <a:endParaRPr sz="764"/>
            </a:p>
          </p:txBody>
        </p:sp>
        <p:grpSp>
          <p:nvGrpSpPr>
            <p:cNvPr id="444" name="Google Shape;4858;p59">
              <a:extLst>
                <a:ext uri="{FF2B5EF4-FFF2-40B4-BE49-F238E27FC236}">
                  <a16:creationId xmlns:a16="http://schemas.microsoft.com/office/drawing/2014/main" id="{81EBD93D-98D1-491B-9E03-9D7CB7A60A30}"/>
                </a:ext>
              </a:extLst>
            </p:cNvPr>
            <p:cNvGrpSpPr/>
            <p:nvPr/>
          </p:nvGrpSpPr>
          <p:grpSpPr>
            <a:xfrm>
              <a:off x="6520582" y="2079003"/>
              <a:ext cx="307811" cy="348706"/>
              <a:chOff x="-60218325" y="2304850"/>
              <a:chExt cx="279625" cy="316775"/>
            </a:xfrm>
            <a:grpFill/>
          </p:grpSpPr>
          <p:sp>
            <p:nvSpPr>
              <p:cNvPr id="445" name="Google Shape;4859;p59">
                <a:extLst>
                  <a:ext uri="{FF2B5EF4-FFF2-40B4-BE49-F238E27FC236}">
                    <a16:creationId xmlns:a16="http://schemas.microsoft.com/office/drawing/2014/main" id="{4AB30774-CBD1-4CF0-9AC1-4DE59F8EDCB5}"/>
                  </a:ext>
                </a:extLst>
              </p:cNvPr>
              <p:cNvSpPr/>
              <p:nvPr/>
            </p:nvSpPr>
            <p:spPr>
              <a:xfrm>
                <a:off x="-60218325" y="2304850"/>
                <a:ext cx="235525" cy="316775"/>
              </a:xfrm>
              <a:custGeom>
                <a:avLst/>
                <a:gdLst/>
                <a:ahLst/>
                <a:cxnLst/>
                <a:rect l="l" t="t" r="r" b="b"/>
                <a:pathLst>
                  <a:path w="9421" h="12671" extrusionOk="0">
                    <a:moveTo>
                      <a:pt x="4884" y="825"/>
                    </a:moveTo>
                    <a:cubicBezTo>
                      <a:pt x="6994" y="825"/>
                      <a:pt x="8633" y="2463"/>
                      <a:pt x="8633" y="4542"/>
                    </a:cubicBezTo>
                    <a:cubicBezTo>
                      <a:pt x="8570" y="6023"/>
                      <a:pt x="7688" y="7378"/>
                      <a:pt x="6364" y="7945"/>
                    </a:cubicBezTo>
                    <a:cubicBezTo>
                      <a:pt x="6207" y="8039"/>
                      <a:pt x="6112" y="8165"/>
                      <a:pt x="6112" y="8354"/>
                    </a:cubicBezTo>
                    <a:lnTo>
                      <a:pt x="6112" y="8543"/>
                    </a:lnTo>
                    <a:lnTo>
                      <a:pt x="3623" y="8543"/>
                    </a:lnTo>
                    <a:lnTo>
                      <a:pt x="3623" y="8354"/>
                    </a:lnTo>
                    <a:cubicBezTo>
                      <a:pt x="3623" y="8197"/>
                      <a:pt x="3560" y="8039"/>
                      <a:pt x="3403" y="7945"/>
                    </a:cubicBezTo>
                    <a:cubicBezTo>
                      <a:pt x="1828" y="7251"/>
                      <a:pt x="914" y="5582"/>
                      <a:pt x="1229" y="3880"/>
                    </a:cubicBezTo>
                    <a:cubicBezTo>
                      <a:pt x="1481" y="2431"/>
                      <a:pt x="2647" y="1203"/>
                      <a:pt x="4096" y="888"/>
                    </a:cubicBezTo>
                    <a:cubicBezTo>
                      <a:pt x="4379" y="856"/>
                      <a:pt x="4663" y="825"/>
                      <a:pt x="4884" y="825"/>
                    </a:cubicBezTo>
                    <a:close/>
                    <a:moveTo>
                      <a:pt x="6081" y="9362"/>
                    </a:moveTo>
                    <a:lnTo>
                      <a:pt x="6081" y="10213"/>
                    </a:lnTo>
                    <a:lnTo>
                      <a:pt x="3592" y="10213"/>
                    </a:lnTo>
                    <a:lnTo>
                      <a:pt x="3592" y="9362"/>
                    </a:lnTo>
                    <a:close/>
                    <a:moveTo>
                      <a:pt x="5986" y="11032"/>
                    </a:moveTo>
                    <a:cubicBezTo>
                      <a:pt x="5829" y="11505"/>
                      <a:pt x="5419" y="11851"/>
                      <a:pt x="4852" y="11851"/>
                    </a:cubicBezTo>
                    <a:cubicBezTo>
                      <a:pt x="4316" y="11851"/>
                      <a:pt x="3875" y="11505"/>
                      <a:pt x="3686" y="11032"/>
                    </a:cubicBezTo>
                    <a:close/>
                    <a:moveTo>
                      <a:pt x="4842" y="0"/>
                    </a:moveTo>
                    <a:cubicBezTo>
                      <a:pt x="4526" y="0"/>
                      <a:pt x="4202" y="32"/>
                      <a:pt x="3875" y="100"/>
                    </a:cubicBezTo>
                    <a:cubicBezTo>
                      <a:pt x="2111" y="509"/>
                      <a:pt x="693" y="1959"/>
                      <a:pt x="378" y="3723"/>
                    </a:cubicBezTo>
                    <a:cubicBezTo>
                      <a:pt x="0" y="5834"/>
                      <a:pt x="1071" y="7724"/>
                      <a:pt x="2773" y="8575"/>
                    </a:cubicBezTo>
                    <a:lnTo>
                      <a:pt x="2773" y="10591"/>
                    </a:lnTo>
                    <a:cubicBezTo>
                      <a:pt x="2773" y="11725"/>
                      <a:pt x="3718" y="12670"/>
                      <a:pt x="4852" y="12670"/>
                    </a:cubicBezTo>
                    <a:cubicBezTo>
                      <a:pt x="5986" y="12670"/>
                      <a:pt x="6963" y="11725"/>
                      <a:pt x="6963" y="10591"/>
                    </a:cubicBezTo>
                    <a:lnTo>
                      <a:pt x="6963" y="8575"/>
                    </a:lnTo>
                    <a:cubicBezTo>
                      <a:pt x="8444" y="7787"/>
                      <a:pt x="9420" y="6243"/>
                      <a:pt x="9420" y="4511"/>
                    </a:cubicBezTo>
                    <a:cubicBezTo>
                      <a:pt x="9392" y="1995"/>
                      <a:pt x="7331" y="0"/>
                      <a:pt x="4842" y="0"/>
                    </a:cubicBezTo>
                    <a:close/>
                  </a:path>
                </a:pathLst>
              </a:custGeom>
              <a:grpFill/>
              <a:ln>
                <a:noFill/>
              </a:ln>
            </p:spPr>
            <p:txBody>
              <a:bodyPr spcFirstLastPara="1" wrap="square" lIns="62728" tIns="62728" rIns="62728" bIns="62728" anchor="ctr" anchorCtr="0">
                <a:noAutofit/>
              </a:bodyPr>
              <a:lstStyle/>
              <a:p>
                <a:endParaRPr sz="764"/>
              </a:p>
            </p:txBody>
          </p:sp>
          <p:sp>
            <p:nvSpPr>
              <p:cNvPr id="446" name="Google Shape;4860;p59">
                <a:extLst>
                  <a:ext uri="{FF2B5EF4-FFF2-40B4-BE49-F238E27FC236}">
                    <a16:creationId xmlns:a16="http://schemas.microsoft.com/office/drawing/2014/main" id="{4C20DD66-F7DB-4FE1-A4A6-9329829E3D3F}"/>
                  </a:ext>
                </a:extLst>
              </p:cNvPr>
              <p:cNvSpPr/>
              <p:nvPr/>
            </p:nvSpPr>
            <p:spPr>
              <a:xfrm>
                <a:off x="-60127750" y="2347500"/>
                <a:ext cx="62250" cy="145750"/>
              </a:xfrm>
              <a:custGeom>
                <a:avLst/>
                <a:gdLst/>
                <a:ahLst/>
                <a:cxnLst/>
                <a:rect l="l" t="t" r="r" b="b"/>
                <a:pathLst>
                  <a:path w="2490" h="5830" extrusionOk="0">
                    <a:moveTo>
                      <a:pt x="1229" y="1"/>
                    </a:moveTo>
                    <a:cubicBezTo>
                      <a:pt x="1009" y="1"/>
                      <a:pt x="851" y="190"/>
                      <a:pt x="851" y="379"/>
                    </a:cubicBezTo>
                    <a:lnTo>
                      <a:pt x="851" y="662"/>
                    </a:lnTo>
                    <a:cubicBezTo>
                      <a:pt x="378" y="820"/>
                      <a:pt x="0" y="1292"/>
                      <a:pt x="0" y="1828"/>
                    </a:cubicBezTo>
                    <a:cubicBezTo>
                      <a:pt x="0" y="2521"/>
                      <a:pt x="567" y="2899"/>
                      <a:pt x="1009" y="3214"/>
                    </a:cubicBezTo>
                    <a:cubicBezTo>
                      <a:pt x="1324" y="3466"/>
                      <a:pt x="1670" y="3687"/>
                      <a:pt x="1670" y="3939"/>
                    </a:cubicBezTo>
                    <a:cubicBezTo>
                      <a:pt x="1670" y="4159"/>
                      <a:pt x="1481" y="4348"/>
                      <a:pt x="1229" y="4348"/>
                    </a:cubicBezTo>
                    <a:cubicBezTo>
                      <a:pt x="1009" y="4348"/>
                      <a:pt x="851" y="4159"/>
                      <a:pt x="851" y="3939"/>
                    </a:cubicBezTo>
                    <a:cubicBezTo>
                      <a:pt x="851" y="3687"/>
                      <a:pt x="630" y="3498"/>
                      <a:pt x="441" y="3498"/>
                    </a:cubicBezTo>
                    <a:cubicBezTo>
                      <a:pt x="221" y="3498"/>
                      <a:pt x="0" y="3687"/>
                      <a:pt x="0" y="3939"/>
                    </a:cubicBezTo>
                    <a:cubicBezTo>
                      <a:pt x="0" y="4474"/>
                      <a:pt x="378" y="4915"/>
                      <a:pt x="851" y="5104"/>
                    </a:cubicBezTo>
                    <a:lnTo>
                      <a:pt x="851" y="5388"/>
                    </a:lnTo>
                    <a:cubicBezTo>
                      <a:pt x="851" y="5608"/>
                      <a:pt x="1040" y="5829"/>
                      <a:pt x="1229" y="5829"/>
                    </a:cubicBezTo>
                    <a:cubicBezTo>
                      <a:pt x="1481" y="5829"/>
                      <a:pt x="1670" y="5608"/>
                      <a:pt x="1670" y="5388"/>
                    </a:cubicBezTo>
                    <a:lnTo>
                      <a:pt x="1670" y="5104"/>
                    </a:lnTo>
                    <a:cubicBezTo>
                      <a:pt x="2143" y="4947"/>
                      <a:pt x="2489" y="4474"/>
                      <a:pt x="2489" y="3939"/>
                    </a:cubicBezTo>
                    <a:cubicBezTo>
                      <a:pt x="2489" y="3246"/>
                      <a:pt x="1954" y="2868"/>
                      <a:pt x="1513" y="2553"/>
                    </a:cubicBezTo>
                    <a:cubicBezTo>
                      <a:pt x="1198" y="2300"/>
                      <a:pt x="851" y="2080"/>
                      <a:pt x="851" y="1828"/>
                    </a:cubicBezTo>
                    <a:cubicBezTo>
                      <a:pt x="788" y="1607"/>
                      <a:pt x="1009" y="1418"/>
                      <a:pt x="1229" y="1418"/>
                    </a:cubicBezTo>
                    <a:cubicBezTo>
                      <a:pt x="1481" y="1418"/>
                      <a:pt x="1670" y="1607"/>
                      <a:pt x="1670" y="1828"/>
                    </a:cubicBezTo>
                    <a:cubicBezTo>
                      <a:pt x="1670" y="2080"/>
                      <a:pt x="1859" y="2269"/>
                      <a:pt x="2048" y="2269"/>
                    </a:cubicBezTo>
                    <a:cubicBezTo>
                      <a:pt x="2300" y="2269"/>
                      <a:pt x="2489" y="2080"/>
                      <a:pt x="2489" y="1828"/>
                    </a:cubicBezTo>
                    <a:cubicBezTo>
                      <a:pt x="2489" y="1292"/>
                      <a:pt x="2143" y="851"/>
                      <a:pt x="1670" y="662"/>
                    </a:cubicBezTo>
                    <a:lnTo>
                      <a:pt x="1670" y="379"/>
                    </a:lnTo>
                    <a:cubicBezTo>
                      <a:pt x="1670" y="158"/>
                      <a:pt x="1481" y="1"/>
                      <a:pt x="1229" y="1"/>
                    </a:cubicBezTo>
                    <a:close/>
                  </a:path>
                </a:pathLst>
              </a:custGeom>
              <a:grpFill/>
              <a:ln>
                <a:noFill/>
              </a:ln>
            </p:spPr>
            <p:txBody>
              <a:bodyPr spcFirstLastPara="1" wrap="square" lIns="62728" tIns="62728" rIns="62728" bIns="62728" anchor="ctr" anchorCtr="0">
                <a:noAutofit/>
              </a:bodyPr>
              <a:lstStyle/>
              <a:p>
                <a:endParaRPr sz="764"/>
              </a:p>
            </p:txBody>
          </p:sp>
          <p:sp>
            <p:nvSpPr>
              <p:cNvPr id="447" name="Google Shape;4861;p59">
                <a:extLst>
                  <a:ext uri="{FF2B5EF4-FFF2-40B4-BE49-F238E27FC236}">
                    <a16:creationId xmlns:a16="http://schemas.microsoft.com/office/drawing/2014/main" id="{0CBF2D6B-C740-4E0E-AF98-3131C5DB3FC5}"/>
                  </a:ext>
                </a:extLst>
              </p:cNvPr>
              <p:cNvSpPr/>
              <p:nvPr/>
            </p:nvSpPr>
            <p:spPr>
              <a:xfrm>
                <a:off x="-60212825" y="2510750"/>
                <a:ext cx="32325" cy="30325"/>
              </a:xfrm>
              <a:custGeom>
                <a:avLst/>
                <a:gdLst/>
                <a:ahLst/>
                <a:cxnLst/>
                <a:rect l="l" t="t" r="r" b="b"/>
                <a:pathLst>
                  <a:path w="1293" h="1213" extrusionOk="0">
                    <a:moveTo>
                      <a:pt x="836" y="0"/>
                    </a:moveTo>
                    <a:cubicBezTo>
                      <a:pt x="725" y="0"/>
                      <a:pt x="615" y="39"/>
                      <a:pt x="536" y="118"/>
                    </a:cubicBezTo>
                    <a:lnTo>
                      <a:pt x="158" y="496"/>
                    </a:lnTo>
                    <a:cubicBezTo>
                      <a:pt x="1" y="654"/>
                      <a:pt x="1" y="906"/>
                      <a:pt x="158" y="1095"/>
                    </a:cubicBezTo>
                    <a:cubicBezTo>
                      <a:pt x="237" y="1174"/>
                      <a:pt x="340" y="1213"/>
                      <a:pt x="442" y="1213"/>
                    </a:cubicBezTo>
                    <a:cubicBezTo>
                      <a:pt x="544" y="1213"/>
                      <a:pt x="647" y="1174"/>
                      <a:pt x="725" y="1095"/>
                    </a:cubicBezTo>
                    <a:lnTo>
                      <a:pt x="1135" y="717"/>
                    </a:lnTo>
                    <a:cubicBezTo>
                      <a:pt x="1293" y="559"/>
                      <a:pt x="1293" y="276"/>
                      <a:pt x="1135" y="118"/>
                    </a:cubicBezTo>
                    <a:cubicBezTo>
                      <a:pt x="1056" y="39"/>
                      <a:pt x="946" y="0"/>
                      <a:pt x="836" y="0"/>
                    </a:cubicBezTo>
                    <a:close/>
                  </a:path>
                </a:pathLst>
              </a:custGeom>
              <a:grpFill/>
              <a:ln>
                <a:noFill/>
              </a:ln>
            </p:spPr>
            <p:txBody>
              <a:bodyPr spcFirstLastPara="1" wrap="square" lIns="62728" tIns="62728" rIns="62728" bIns="62728" anchor="ctr" anchorCtr="0">
                <a:noAutofit/>
              </a:bodyPr>
              <a:lstStyle/>
              <a:p>
                <a:endParaRPr sz="764"/>
              </a:p>
            </p:txBody>
          </p:sp>
          <p:sp>
            <p:nvSpPr>
              <p:cNvPr id="448" name="Google Shape;4862;p59">
                <a:extLst>
                  <a:ext uri="{FF2B5EF4-FFF2-40B4-BE49-F238E27FC236}">
                    <a16:creationId xmlns:a16="http://schemas.microsoft.com/office/drawing/2014/main" id="{570E6F0C-0BCF-48DC-9F9B-A10ED8D298D4}"/>
                  </a:ext>
                </a:extLst>
              </p:cNvPr>
              <p:cNvSpPr/>
              <p:nvPr/>
            </p:nvSpPr>
            <p:spPr>
              <a:xfrm>
                <a:off x="-60012750" y="2310675"/>
                <a:ext cx="32300" cy="30350"/>
              </a:xfrm>
              <a:custGeom>
                <a:avLst/>
                <a:gdLst/>
                <a:ahLst/>
                <a:cxnLst/>
                <a:rect l="l" t="t" r="r" b="b"/>
                <a:pathLst>
                  <a:path w="1292" h="1214" extrusionOk="0">
                    <a:moveTo>
                      <a:pt x="835" y="1"/>
                    </a:moveTo>
                    <a:cubicBezTo>
                      <a:pt x="725" y="1"/>
                      <a:pt x="614" y="40"/>
                      <a:pt x="536" y="119"/>
                    </a:cubicBezTo>
                    <a:lnTo>
                      <a:pt x="126" y="528"/>
                    </a:lnTo>
                    <a:cubicBezTo>
                      <a:pt x="0" y="686"/>
                      <a:pt x="0" y="938"/>
                      <a:pt x="126" y="1096"/>
                    </a:cubicBezTo>
                    <a:cubicBezTo>
                      <a:pt x="205" y="1174"/>
                      <a:pt x="315" y="1214"/>
                      <a:pt x="425" y="1214"/>
                    </a:cubicBezTo>
                    <a:cubicBezTo>
                      <a:pt x="536" y="1214"/>
                      <a:pt x="646" y="1174"/>
                      <a:pt x="725" y="1096"/>
                    </a:cubicBezTo>
                    <a:lnTo>
                      <a:pt x="1134" y="718"/>
                    </a:lnTo>
                    <a:cubicBezTo>
                      <a:pt x="1292" y="560"/>
                      <a:pt x="1292" y="276"/>
                      <a:pt x="1134" y="119"/>
                    </a:cubicBezTo>
                    <a:cubicBezTo>
                      <a:pt x="1056" y="40"/>
                      <a:pt x="945" y="1"/>
                      <a:pt x="835" y="1"/>
                    </a:cubicBezTo>
                    <a:close/>
                  </a:path>
                </a:pathLst>
              </a:custGeom>
              <a:grpFill/>
              <a:ln>
                <a:noFill/>
              </a:ln>
            </p:spPr>
            <p:txBody>
              <a:bodyPr spcFirstLastPara="1" wrap="square" lIns="62728" tIns="62728" rIns="62728" bIns="62728" anchor="ctr" anchorCtr="0">
                <a:noAutofit/>
              </a:bodyPr>
              <a:lstStyle/>
              <a:p>
                <a:endParaRPr sz="764"/>
              </a:p>
            </p:txBody>
          </p:sp>
          <p:sp>
            <p:nvSpPr>
              <p:cNvPr id="449" name="Google Shape;4863;p59">
                <a:extLst>
                  <a:ext uri="{FF2B5EF4-FFF2-40B4-BE49-F238E27FC236}">
                    <a16:creationId xmlns:a16="http://schemas.microsoft.com/office/drawing/2014/main" id="{D87E635F-DF94-440E-95F1-7ED480A6AB90}"/>
                  </a:ext>
                </a:extLst>
              </p:cNvPr>
              <p:cNvSpPr/>
              <p:nvPr/>
            </p:nvSpPr>
            <p:spPr>
              <a:xfrm>
                <a:off x="-60012750" y="2510750"/>
                <a:ext cx="32300" cy="30325"/>
              </a:xfrm>
              <a:custGeom>
                <a:avLst/>
                <a:gdLst/>
                <a:ahLst/>
                <a:cxnLst/>
                <a:rect l="l" t="t" r="r" b="b"/>
                <a:pathLst>
                  <a:path w="1292" h="1213" extrusionOk="0">
                    <a:moveTo>
                      <a:pt x="425" y="0"/>
                    </a:moveTo>
                    <a:cubicBezTo>
                      <a:pt x="315" y="0"/>
                      <a:pt x="205" y="39"/>
                      <a:pt x="126" y="118"/>
                    </a:cubicBezTo>
                    <a:cubicBezTo>
                      <a:pt x="0" y="276"/>
                      <a:pt x="0" y="559"/>
                      <a:pt x="126" y="717"/>
                    </a:cubicBezTo>
                    <a:lnTo>
                      <a:pt x="536" y="1095"/>
                    </a:lnTo>
                    <a:cubicBezTo>
                      <a:pt x="614" y="1174"/>
                      <a:pt x="725" y="1213"/>
                      <a:pt x="835" y="1213"/>
                    </a:cubicBezTo>
                    <a:cubicBezTo>
                      <a:pt x="945" y="1213"/>
                      <a:pt x="1056" y="1174"/>
                      <a:pt x="1134" y="1095"/>
                    </a:cubicBezTo>
                    <a:cubicBezTo>
                      <a:pt x="1292" y="937"/>
                      <a:pt x="1292" y="654"/>
                      <a:pt x="1134" y="496"/>
                    </a:cubicBezTo>
                    <a:lnTo>
                      <a:pt x="725" y="118"/>
                    </a:lnTo>
                    <a:cubicBezTo>
                      <a:pt x="646" y="39"/>
                      <a:pt x="536" y="0"/>
                      <a:pt x="425" y="0"/>
                    </a:cubicBezTo>
                    <a:close/>
                  </a:path>
                </a:pathLst>
              </a:custGeom>
              <a:grpFill/>
              <a:ln>
                <a:noFill/>
              </a:ln>
            </p:spPr>
            <p:txBody>
              <a:bodyPr spcFirstLastPara="1" wrap="square" lIns="62728" tIns="62728" rIns="62728" bIns="62728" anchor="ctr" anchorCtr="0">
                <a:noAutofit/>
              </a:bodyPr>
              <a:lstStyle/>
              <a:p>
                <a:endParaRPr sz="764"/>
              </a:p>
            </p:txBody>
          </p:sp>
          <p:sp>
            <p:nvSpPr>
              <p:cNvPr id="450" name="Google Shape;4864;p59">
                <a:extLst>
                  <a:ext uri="{FF2B5EF4-FFF2-40B4-BE49-F238E27FC236}">
                    <a16:creationId xmlns:a16="http://schemas.microsoft.com/office/drawing/2014/main" id="{82216A79-137A-4271-BF78-C5222BCDE70A}"/>
                  </a:ext>
                </a:extLst>
              </p:cNvPr>
              <p:cNvSpPr/>
              <p:nvPr/>
            </p:nvSpPr>
            <p:spPr>
              <a:xfrm>
                <a:off x="-60212825" y="2310675"/>
                <a:ext cx="32325" cy="30350"/>
              </a:xfrm>
              <a:custGeom>
                <a:avLst/>
                <a:gdLst/>
                <a:ahLst/>
                <a:cxnLst/>
                <a:rect l="l" t="t" r="r" b="b"/>
                <a:pathLst>
                  <a:path w="1293" h="1214" extrusionOk="0">
                    <a:moveTo>
                      <a:pt x="442" y="1"/>
                    </a:moveTo>
                    <a:cubicBezTo>
                      <a:pt x="340" y="1"/>
                      <a:pt x="237" y="40"/>
                      <a:pt x="158" y="119"/>
                    </a:cubicBezTo>
                    <a:cubicBezTo>
                      <a:pt x="1" y="276"/>
                      <a:pt x="1" y="560"/>
                      <a:pt x="158" y="718"/>
                    </a:cubicBezTo>
                    <a:lnTo>
                      <a:pt x="536" y="1096"/>
                    </a:lnTo>
                    <a:cubicBezTo>
                      <a:pt x="615" y="1174"/>
                      <a:pt x="725" y="1214"/>
                      <a:pt x="836" y="1214"/>
                    </a:cubicBezTo>
                    <a:cubicBezTo>
                      <a:pt x="946" y="1214"/>
                      <a:pt x="1056" y="1174"/>
                      <a:pt x="1135" y="1096"/>
                    </a:cubicBezTo>
                    <a:cubicBezTo>
                      <a:pt x="1293" y="938"/>
                      <a:pt x="1293" y="686"/>
                      <a:pt x="1135" y="528"/>
                    </a:cubicBezTo>
                    <a:lnTo>
                      <a:pt x="725" y="119"/>
                    </a:lnTo>
                    <a:cubicBezTo>
                      <a:pt x="647" y="40"/>
                      <a:pt x="544" y="1"/>
                      <a:pt x="442" y="1"/>
                    </a:cubicBezTo>
                    <a:close/>
                  </a:path>
                </a:pathLst>
              </a:custGeom>
              <a:grpFill/>
              <a:ln>
                <a:noFill/>
              </a:ln>
            </p:spPr>
            <p:txBody>
              <a:bodyPr spcFirstLastPara="1" wrap="square" lIns="62728" tIns="62728" rIns="62728" bIns="62728" anchor="ctr" anchorCtr="0">
                <a:noAutofit/>
              </a:bodyPr>
              <a:lstStyle/>
              <a:p>
                <a:endParaRPr sz="764"/>
              </a:p>
            </p:txBody>
          </p:sp>
          <p:sp>
            <p:nvSpPr>
              <p:cNvPr id="451" name="Google Shape;4865;p59">
                <a:extLst>
                  <a:ext uri="{FF2B5EF4-FFF2-40B4-BE49-F238E27FC236}">
                    <a16:creationId xmlns:a16="http://schemas.microsoft.com/office/drawing/2014/main" id="{9E0FC959-06A9-4223-AF00-3BEE2584B98E}"/>
                  </a:ext>
                </a:extLst>
              </p:cNvPr>
              <p:cNvSpPr/>
              <p:nvPr/>
            </p:nvSpPr>
            <p:spPr>
              <a:xfrm>
                <a:off x="-59974175" y="2415250"/>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89"/>
                      <a:pt x="1230" y="0"/>
                      <a:pt x="1009" y="0"/>
                    </a:cubicBezTo>
                    <a:close/>
                  </a:path>
                </a:pathLst>
              </a:custGeom>
              <a:grpFill/>
              <a:ln>
                <a:noFill/>
              </a:ln>
            </p:spPr>
            <p:txBody>
              <a:bodyPr spcFirstLastPara="1" wrap="square" lIns="62728" tIns="62728" rIns="62728" bIns="62728" anchor="ctr" anchorCtr="0">
                <a:noAutofit/>
              </a:bodyPr>
              <a:lstStyle/>
              <a:p>
                <a:endParaRPr sz="764"/>
              </a:p>
            </p:txBody>
          </p:sp>
        </p:grpSp>
      </p:grpSp>
      <p:grpSp>
        <p:nvGrpSpPr>
          <p:cNvPr id="394" name="Google Shape;4866;p59">
            <a:extLst>
              <a:ext uri="{FF2B5EF4-FFF2-40B4-BE49-F238E27FC236}">
                <a16:creationId xmlns:a16="http://schemas.microsoft.com/office/drawing/2014/main" id="{80929A2B-E528-49E8-8457-41D4E3760C45}"/>
              </a:ext>
            </a:extLst>
          </p:cNvPr>
          <p:cNvGrpSpPr/>
          <p:nvPr/>
        </p:nvGrpSpPr>
        <p:grpSpPr>
          <a:xfrm>
            <a:off x="4309720" y="3406839"/>
            <a:ext cx="202866" cy="240931"/>
            <a:chOff x="-60232500" y="2671225"/>
            <a:chExt cx="268600" cy="319000"/>
          </a:xfrm>
          <a:solidFill>
            <a:schemeClr val="tx1"/>
          </a:solidFill>
        </p:grpSpPr>
        <p:sp>
          <p:nvSpPr>
            <p:cNvPr id="441" name="Google Shape;4867;p59">
              <a:extLst>
                <a:ext uri="{FF2B5EF4-FFF2-40B4-BE49-F238E27FC236}">
                  <a16:creationId xmlns:a16="http://schemas.microsoft.com/office/drawing/2014/main" id="{6E782EA1-53C9-4F63-B732-C8D83FB40217}"/>
                </a:ext>
              </a:extLst>
            </p:cNvPr>
            <p:cNvSpPr/>
            <p:nvPr/>
          </p:nvSpPr>
          <p:spPr>
            <a:xfrm>
              <a:off x="-60222275" y="2843700"/>
              <a:ext cx="63025" cy="146525"/>
            </a:xfrm>
            <a:custGeom>
              <a:avLst/>
              <a:gdLst/>
              <a:ahLst/>
              <a:cxnLst/>
              <a:rect l="l" t="t" r="r" b="b"/>
              <a:pathLst>
                <a:path w="2521" h="5861" extrusionOk="0">
                  <a:moveTo>
                    <a:pt x="1261" y="1"/>
                  </a:moveTo>
                  <a:cubicBezTo>
                    <a:pt x="1040" y="1"/>
                    <a:pt x="851" y="190"/>
                    <a:pt x="851" y="410"/>
                  </a:cubicBezTo>
                  <a:lnTo>
                    <a:pt x="851" y="694"/>
                  </a:lnTo>
                  <a:cubicBezTo>
                    <a:pt x="379" y="851"/>
                    <a:pt x="1" y="1324"/>
                    <a:pt x="1" y="1891"/>
                  </a:cubicBezTo>
                  <a:cubicBezTo>
                    <a:pt x="1" y="2553"/>
                    <a:pt x="568" y="2931"/>
                    <a:pt x="1009" y="3246"/>
                  </a:cubicBezTo>
                  <a:cubicBezTo>
                    <a:pt x="1324" y="3498"/>
                    <a:pt x="1671" y="3718"/>
                    <a:pt x="1671" y="3970"/>
                  </a:cubicBezTo>
                  <a:cubicBezTo>
                    <a:pt x="1671" y="4191"/>
                    <a:pt x="1482" y="4348"/>
                    <a:pt x="1261" y="4348"/>
                  </a:cubicBezTo>
                  <a:cubicBezTo>
                    <a:pt x="1072" y="4348"/>
                    <a:pt x="851" y="4159"/>
                    <a:pt x="851" y="3970"/>
                  </a:cubicBezTo>
                  <a:cubicBezTo>
                    <a:pt x="851" y="3718"/>
                    <a:pt x="631" y="3529"/>
                    <a:pt x="442" y="3529"/>
                  </a:cubicBezTo>
                  <a:cubicBezTo>
                    <a:pt x="253" y="3529"/>
                    <a:pt x="64" y="3718"/>
                    <a:pt x="64" y="3970"/>
                  </a:cubicBezTo>
                  <a:cubicBezTo>
                    <a:pt x="64" y="4506"/>
                    <a:pt x="410" y="4947"/>
                    <a:pt x="883" y="5136"/>
                  </a:cubicBezTo>
                  <a:lnTo>
                    <a:pt x="883" y="5419"/>
                  </a:lnTo>
                  <a:cubicBezTo>
                    <a:pt x="883" y="5672"/>
                    <a:pt x="1072" y="5861"/>
                    <a:pt x="1324" y="5861"/>
                  </a:cubicBezTo>
                  <a:cubicBezTo>
                    <a:pt x="1545" y="5861"/>
                    <a:pt x="1702" y="5672"/>
                    <a:pt x="1702" y="5419"/>
                  </a:cubicBezTo>
                  <a:lnTo>
                    <a:pt x="1702" y="5136"/>
                  </a:lnTo>
                  <a:cubicBezTo>
                    <a:pt x="2175" y="4978"/>
                    <a:pt x="2521" y="4506"/>
                    <a:pt x="2521" y="3970"/>
                  </a:cubicBezTo>
                  <a:cubicBezTo>
                    <a:pt x="2521" y="3309"/>
                    <a:pt x="1986" y="2899"/>
                    <a:pt x="1545" y="2584"/>
                  </a:cubicBezTo>
                  <a:cubicBezTo>
                    <a:pt x="1229" y="2364"/>
                    <a:pt x="883" y="2111"/>
                    <a:pt x="883" y="1891"/>
                  </a:cubicBezTo>
                  <a:cubicBezTo>
                    <a:pt x="883" y="1639"/>
                    <a:pt x="1072" y="1450"/>
                    <a:pt x="1261" y="1450"/>
                  </a:cubicBezTo>
                  <a:cubicBezTo>
                    <a:pt x="1513" y="1450"/>
                    <a:pt x="1671" y="1639"/>
                    <a:pt x="1671" y="1891"/>
                  </a:cubicBezTo>
                  <a:cubicBezTo>
                    <a:pt x="1671" y="2111"/>
                    <a:pt x="1860" y="2269"/>
                    <a:pt x="2112" y="2269"/>
                  </a:cubicBezTo>
                  <a:cubicBezTo>
                    <a:pt x="2332" y="2269"/>
                    <a:pt x="2490" y="2080"/>
                    <a:pt x="2490" y="1891"/>
                  </a:cubicBezTo>
                  <a:cubicBezTo>
                    <a:pt x="2490" y="1324"/>
                    <a:pt x="2143" y="883"/>
                    <a:pt x="1671" y="694"/>
                  </a:cubicBezTo>
                  <a:lnTo>
                    <a:pt x="1671" y="410"/>
                  </a:lnTo>
                  <a:cubicBezTo>
                    <a:pt x="1671" y="190"/>
                    <a:pt x="1482" y="1"/>
                    <a:pt x="1261" y="1"/>
                  </a:cubicBezTo>
                  <a:close/>
                </a:path>
              </a:pathLst>
            </a:custGeom>
            <a:grpFill/>
            <a:ln>
              <a:noFill/>
            </a:ln>
          </p:spPr>
          <p:txBody>
            <a:bodyPr spcFirstLastPara="1" wrap="square" lIns="62728" tIns="62728" rIns="62728" bIns="62728" anchor="ctr" anchorCtr="0">
              <a:noAutofit/>
            </a:bodyPr>
            <a:lstStyle/>
            <a:p>
              <a:endParaRPr sz="764"/>
            </a:p>
          </p:txBody>
        </p:sp>
        <p:sp>
          <p:nvSpPr>
            <p:cNvPr id="442" name="Google Shape;4868;p59">
              <a:extLst>
                <a:ext uri="{FF2B5EF4-FFF2-40B4-BE49-F238E27FC236}">
                  <a16:creationId xmlns:a16="http://schemas.microsoft.com/office/drawing/2014/main" id="{87948DF5-097C-4687-B5BC-70C57500D140}"/>
                </a:ext>
              </a:extLst>
            </p:cNvPr>
            <p:cNvSpPr/>
            <p:nvPr/>
          </p:nvSpPr>
          <p:spPr>
            <a:xfrm>
              <a:off x="-60232500" y="2671225"/>
              <a:ext cx="268600" cy="318225"/>
            </a:xfrm>
            <a:custGeom>
              <a:avLst/>
              <a:gdLst/>
              <a:ahLst/>
              <a:cxnLst/>
              <a:rect l="l" t="t" r="r" b="b"/>
              <a:pathLst>
                <a:path w="10744" h="12729" extrusionOk="0">
                  <a:moveTo>
                    <a:pt x="5419" y="1701"/>
                  </a:moveTo>
                  <a:cubicBezTo>
                    <a:pt x="7561" y="1701"/>
                    <a:pt x="9357" y="3151"/>
                    <a:pt x="9830" y="5167"/>
                  </a:cubicBezTo>
                  <a:cubicBezTo>
                    <a:pt x="9641" y="5041"/>
                    <a:pt x="9389" y="5009"/>
                    <a:pt x="9137" y="5009"/>
                  </a:cubicBezTo>
                  <a:cubicBezTo>
                    <a:pt x="8601" y="5009"/>
                    <a:pt x="8191" y="5230"/>
                    <a:pt x="7908" y="5545"/>
                  </a:cubicBezTo>
                  <a:cubicBezTo>
                    <a:pt x="7593" y="5198"/>
                    <a:pt x="7152" y="5009"/>
                    <a:pt x="6679" y="5009"/>
                  </a:cubicBezTo>
                  <a:cubicBezTo>
                    <a:pt x="6175" y="5009"/>
                    <a:pt x="5734" y="5230"/>
                    <a:pt x="5419" y="5545"/>
                  </a:cubicBezTo>
                  <a:cubicBezTo>
                    <a:pt x="5104" y="5198"/>
                    <a:pt x="4663" y="5009"/>
                    <a:pt x="4190" y="5009"/>
                  </a:cubicBezTo>
                  <a:cubicBezTo>
                    <a:pt x="3686" y="5009"/>
                    <a:pt x="3245" y="5230"/>
                    <a:pt x="2993" y="5545"/>
                  </a:cubicBezTo>
                  <a:cubicBezTo>
                    <a:pt x="2678" y="5198"/>
                    <a:pt x="2237" y="5009"/>
                    <a:pt x="1764" y="5009"/>
                  </a:cubicBezTo>
                  <a:cubicBezTo>
                    <a:pt x="1512" y="5009"/>
                    <a:pt x="1292" y="5041"/>
                    <a:pt x="1040" y="5167"/>
                  </a:cubicBezTo>
                  <a:cubicBezTo>
                    <a:pt x="1481" y="3151"/>
                    <a:pt x="3308" y="1701"/>
                    <a:pt x="5419" y="1701"/>
                  </a:cubicBezTo>
                  <a:close/>
                  <a:moveTo>
                    <a:pt x="5356" y="0"/>
                  </a:moveTo>
                  <a:cubicBezTo>
                    <a:pt x="5104" y="0"/>
                    <a:pt x="4946" y="189"/>
                    <a:pt x="4946" y="441"/>
                  </a:cubicBezTo>
                  <a:lnTo>
                    <a:pt x="4946" y="851"/>
                  </a:lnTo>
                  <a:cubicBezTo>
                    <a:pt x="2206" y="1071"/>
                    <a:pt x="0" y="3371"/>
                    <a:pt x="0" y="6207"/>
                  </a:cubicBezTo>
                  <a:lnTo>
                    <a:pt x="0" y="6648"/>
                  </a:lnTo>
                  <a:lnTo>
                    <a:pt x="32" y="6648"/>
                  </a:lnTo>
                  <a:cubicBezTo>
                    <a:pt x="32" y="6900"/>
                    <a:pt x="221" y="7089"/>
                    <a:pt x="473" y="7089"/>
                  </a:cubicBezTo>
                  <a:cubicBezTo>
                    <a:pt x="693" y="7089"/>
                    <a:pt x="851" y="6900"/>
                    <a:pt x="851" y="6648"/>
                  </a:cubicBezTo>
                  <a:cubicBezTo>
                    <a:pt x="851" y="6175"/>
                    <a:pt x="1197" y="5829"/>
                    <a:pt x="1701" y="5829"/>
                  </a:cubicBezTo>
                  <a:cubicBezTo>
                    <a:pt x="2143" y="5829"/>
                    <a:pt x="2521" y="6175"/>
                    <a:pt x="2521" y="6648"/>
                  </a:cubicBezTo>
                  <a:cubicBezTo>
                    <a:pt x="2521" y="6900"/>
                    <a:pt x="2710" y="7089"/>
                    <a:pt x="2899" y="7089"/>
                  </a:cubicBezTo>
                  <a:cubicBezTo>
                    <a:pt x="3119" y="7089"/>
                    <a:pt x="3308" y="6900"/>
                    <a:pt x="3308" y="6648"/>
                  </a:cubicBezTo>
                  <a:cubicBezTo>
                    <a:pt x="3308" y="6175"/>
                    <a:pt x="3655" y="5829"/>
                    <a:pt x="4127" y="5829"/>
                  </a:cubicBezTo>
                  <a:cubicBezTo>
                    <a:pt x="4600" y="5829"/>
                    <a:pt x="4946" y="6175"/>
                    <a:pt x="4946" y="6648"/>
                  </a:cubicBezTo>
                  <a:lnTo>
                    <a:pt x="4946" y="11499"/>
                  </a:lnTo>
                  <a:cubicBezTo>
                    <a:pt x="4946" y="12161"/>
                    <a:pt x="5514" y="12728"/>
                    <a:pt x="6175" y="12728"/>
                  </a:cubicBezTo>
                  <a:cubicBezTo>
                    <a:pt x="6837" y="12728"/>
                    <a:pt x="7404" y="12161"/>
                    <a:pt x="7404" y="11499"/>
                  </a:cubicBezTo>
                  <a:lnTo>
                    <a:pt x="7404" y="10680"/>
                  </a:lnTo>
                  <a:cubicBezTo>
                    <a:pt x="7404" y="10428"/>
                    <a:pt x="7215" y="10239"/>
                    <a:pt x="6994" y="10239"/>
                  </a:cubicBezTo>
                  <a:cubicBezTo>
                    <a:pt x="6805" y="10239"/>
                    <a:pt x="6616" y="10428"/>
                    <a:pt x="6616" y="10680"/>
                  </a:cubicBezTo>
                  <a:lnTo>
                    <a:pt x="6616" y="11499"/>
                  </a:lnTo>
                  <a:cubicBezTo>
                    <a:pt x="6616" y="11720"/>
                    <a:pt x="6427" y="11940"/>
                    <a:pt x="6175" y="11940"/>
                  </a:cubicBezTo>
                  <a:cubicBezTo>
                    <a:pt x="5955" y="11940"/>
                    <a:pt x="5797" y="11720"/>
                    <a:pt x="5797" y="11499"/>
                  </a:cubicBezTo>
                  <a:lnTo>
                    <a:pt x="5797" y="6648"/>
                  </a:lnTo>
                  <a:cubicBezTo>
                    <a:pt x="5797" y="6175"/>
                    <a:pt x="6144" y="5829"/>
                    <a:pt x="6616" y="5829"/>
                  </a:cubicBezTo>
                  <a:cubicBezTo>
                    <a:pt x="7089" y="5829"/>
                    <a:pt x="7435" y="6175"/>
                    <a:pt x="7435" y="6648"/>
                  </a:cubicBezTo>
                  <a:cubicBezTo>
                    <a:pt x="7435" y="6900"/>
                    <a:pt x="7624" y="7089"/>
                    <a:pt x="7876" y="7089"/>
                  </a:cubicBezTo>
                  <a:cubicBezTo>
                    <a:pt x="8097" y="7089"/>
                    <a:pt x="8255" y="6900"/>
                    <a:pt x="8255" y="6648"/>
                  </a:cubicBezTo>
                  <a:cubicBezTo>
                    <a:pt x="8255" y="6175"/>
                    <a:pt x="8633" y="5829"/>
                    <a:pt x="9105" y="5829"/>
                  </a:cubicBezTo>
                  <a:cubicBezTo>
                    <a:pt x="9578" y="5829"/>
                    <a:pt x="9924" y="6175"/>
                    <a:pt x="9924" y="6648"/>
                  </a:cubicBezTo>
                  <a:cubicBezTo>
                    <a:pt x="9924" y="6900"/>
                    <a:pt x="10113" y="7089"/>
                    <a:pt x="10302" y="7089"/>
                  </a:cubicBezTo>
                  <a:cubicBezTo>
                    <a:pt x="10554" y="7089"/>
                    <a:pt x="10743" y="6900"/>
                    <a:pt x="10743" y="6648"/>
                  </a:cubicBezTo>
                  <a:lnTo>
                    <a:pt x="10743" y="6207"/>
                  </a:lnTo>
                  <a:cubicBezTo>
                    <a:pt x="10743" y="3371"/>
                    <a:pt x="8538" y="1071"/>
                    <a:pt x="5797" y="851"/>
                  </a:cubicBezTo>
                  <a:lnTo>
                    <a:pt x="5797" y="441"/>
                  </a:lnTo>
                  <a:cubicBezTo>
                    <a:pt x="5797" y="189"/>
                    <a:pt x="5577" y="0"/>
                    <a:pt x="5356"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95" name="Google Shape;4869;p59">
            <a:extLst>
              <a:ext uri="{FF2B5EF4-FFF2-40B4-BE49-F238E27FC236}">
                <a16:creationId xmlns:a16="http://schemas.microsoft.com/office/drawing/2014/main" id="{088C6A03-824B-470A-BA40-411870D16CF6}"/>
              </a:ext>
            </a:extLst>
          </p:cNvPr>
          <p:cNvGrpSpPr/>
          <p:nvPr/>
        </p:nvGrpSpPr>
        <p:grpSpPr>
          <a:xfrm>
            <a:off x="5161861" y="2852547"/>
            <a:ext cx="238571" cy="240931"/>
            <a:chOff x="-59100700" y="1911950"/>
            <a:chExt cx="315875" cy="319000"/>
          </a:xfrm>
          <a:solidFill>
            <a:schemeClr val="tx1"/>
          </a:solidFill>
        </p:grpSpPr>
        <p:sp>
          <p:nvSpPr>
            <p:cNvPr id="431" name="Google Shape;4870;p59">
              <a:extLst>
                <a:ext uri="{FF2B5EF4-FFF2-40B4-BE49-F238E27FC236}">
                  <a16:creationId xmlns:a16="http://schemas.microsoft.com/office/drawing/2014/main" id="{DF4D3801-950A-4F41-A3A6-569207B3B148}"/>
                </a:ext>
              </a:extLst>
            </p:cNvPr>
            <p:cNvSpPr/>
            <p:nvPr/>
          </p:nvSpPr>
          <p:spPr>
            <a:xfrm>
              <a:off x="-59015625" y="1993850"/>
              <a:ext cx="20500" cy="20525"/>
            </a:xfrm>
            <a:custGeom>
              <a:avLst/>
              <a:gdLst/>
              <a:ahLst/>
              <a:cxnLst/>
              <a:rect l="l" t="t" r="r" b="b"/>
              <a:pathLst>
                <a:path w="820" h="821" extrusionOk="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grpFill/>
            <a:ln>
              <a:noFill/>
            </a:ln>
          </p:spPr>
          <p:txBody>
            <a:bodyPr spcFirstLastPara="1" wrap="square" lIns="62728" tIns="62728" rIns="62728" bIns="62728" anchor="ctr" anchorCtr="0">
              <a:noAutofit/>
            </a:bodyPr>
            <a:lstStyle/>
            <a:p>
              <a:endParaRPr sz="764"/>
            </a:p>
          </p:txBody>
        </p:sp>
        <p:sp>
          <p:nvSpPr>
            <p:cNvPr id="432" name="Google Shape;4871;p59">
              <a:extLst>
                <a:ext uri="{FF2B5EF4-FFF2-40B4-BE49-F238E27FC236}">
                  <a16:creationId xmlns:a16="http://schemas.microsoft.com/office/drawing/2014/main" id="{14D90344-EF0F-4C7E-8A6F-7BF3E9509FC3}"/>
                </a:ext>
              </a:extLst>
            </p:cNvPr>
            <p:cNvSpPr/>
            <p:nvPr/>
          </p:nvSpPr>
          <p:spPr>
            <a:xfrm>
              <a:off x="-58954200" y="1993850"/>
              <a:ext cx="21300" cy="20525"/>
            </a:xfrm>
            <a:custGeom>
              <a:avLst/>
              <a:gdLst/>
              <a:ahLst/>
              <a:cxnLst/>
              <a:rect l="l" t="t" r="r" b="b"/>
              <a:pathLst>
                <a:path w="852" h="821" extrusionOk="0">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grpFill/>
            <a:ln>
              <a:noFill/>
            </a:ln>
          </p:spPr>
          <p:txBody>
            <a:bodyPr spcFirstLastPara="1" wrap="square" lIns="62728" tIns="62728" rIns="62728" bIns="62728" anchor="ctr" anchorCtr="0">
              <a:noAutofit/>
            </a:bodyPr>
            <a:lstStyle/>
            <a:p>
              <a:endParaRPr sz="764"/>
            </a:p>
          </p:txBody>
        </p:sp>
        <p:sp>
          <p:nvSpPr>
            <p:cNvPr id="433" name="Google Shape;4872;p59">
              <a:extLst>
                <a:ext uri="{FF2B5EF4-FFF2-40B4-BE49-F238E27FC236}">
                  <a16:creationId xmlns:a16="http://schemas.microsoft.com/office/drawing/2014/main" id="{CA5FC2D0-2AAF-49B5-8FC7-05ABA9F6F45C}"/>
                </a:ext>
              </a:extLst>
            </p:cNvPr>
            <p:cNvSpPr/>
            <p:nvPr/>
          </p:nvSpPr>
          <p:spPr>
            <a:xfrm>
              <a:off x="-58891975" y="1993850"/>
              <a:ext cx="21300" cy="20525"/>
            </a:xfrm>
            <a:custGeom>
              <a:avLst/>
              <a:gdLst/>
              <a:ahLst/>
              <a:cxnLst/>
              <a:rect l="l" t="t" r="r" b="b"/>
              <a:pathLst>
                <a:path w="852" h="821" extrusionOk="0">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grpFill/>
            <a:ln>
              <a:noFill/>
            </a:ln>
          </p:spPr>
          <p:txBody>
            <a:bodyPr spcFirstLastPara="1" wrap="square" lIns="62728" tIns="62728" rIns="62728" bIns="62728" anchor="ctr" anchorCtr="0">
              <a:noAutofit/>
            </a:bodyPr>
            <a:lstStyle/>
            <a:p>
              <a:endParaRPr sz="764"/>
            </a:p>
          </p:txBody>
        </p:sp>
        <p:sp>
          <p:nvSpPr>
            <p:cNvPr id="434" name="Google Shape;4873;p59">
              <a:extLst>
                <a:ext uri="{FF2B5EF4-FFF2-40B4-BE49-F238E27FC236}">
                  <a16:creationId xmlns:a16="http://schemas.microsoft.com/office/drawing/2014/main" id="{00567F67-04BC-45F0-9EB4-BD19F3F97F6C}"/>
                </a:ext>
              </a:extLst>
            </p:cNvPr>
            <p:cNvSpPr/>
            <p:nvPr/>
          </p:nvSpPr>
          <p:spPr>
            <a:xfrm>
              <a:off x="-59015625" y="2034825"/>
              <a:ext cx="20500" cy="21275"/>
            </a:xfrm>
            <a:custGeom>
              <a:avLst/>
              <a:gdLst/>
              <a:ahLst/>
              <a:cxnLst/>
              <a:rect l="l" t="t" r="r" b="b"/>
              <a:pathLst>
                <a:path w="820" h="851" extrusionOk="0">
                  <a:moveTo>
                    <a:pt x="189" y="0"/>
                  </a:moveTo>
                  <a:cubicBezTo>
                    <a:pt x="63" y="0"/>
                    <a:pt x="0" y="95"/>
                    <a:pt x="0" y="221"/>
                  </a:cubicBezTo>
                  <a:lnTo>
                    <a:pt x="0" y="630"/>
                  </a:lnTo>
                  <a:cubicBezTo>
                    <a:pt x="0" y="756"/>
                    <a:pt x="95" y="851"/>
                    <a:pt x="189" y="851"/>
                  </a:cubicBezTo>
                  <a:lnTo>
                    <a:pt x="630" y="851"/>
                  </a:lnTo>
                  <a:cubicBezTo>
                    <a:pt x="725" y="851"/>
                    <a:pt x="820" y="756"/>
                    <a:pt x="820" y="630"/>
                  </a:cubicBezTo>
                  <a:lnTo>
                    <a:pt x="820" y="221"/>
                  </a:lnTo>
                  <a:cubicBezTo>
                    <a:pt x="820" y="95"/>
                    <a:pt x="725" y="0"/>
                    <a:pt x="630" y="0"/>
                  </a:cubicBezTo>
                  <a:close/>
                </a:path>
              </a:pathLst>
            </a:custGeom>
            <a:grpFill/>
            <a:ln>
              <a:noFill/>
            </a:ln>
          </p:spPr>
          <p:txBody>
            <a:bodyPr spcFirstLastPara="1" wrap="square" lIns="62728" tIns="62728" rIns="62728" bIns="62728" anchor="ctr" anchorCtr="0">
              <a:noAutofit/>
            </a:bodyPr>
            <a:lstStyle/>
            <a:p>
              <a:endParaRPr sz="764"/>
            </a:p>
          </p:txBody>
        </p:sp>
        <p:sp>
          <p:nvSpPr>
            <p:cNvPr id="435" name="Google Shape;4874;p59">
              <a:extLst>
                <a:ext uri="{FF2B5EF4-FFF2-40B4-BE49-F238E27FC236}">
                  <a16:creationId xmlns:a16="http://schemas.microsoft.com/office/drawing/2014/main" id="{04BA0A91-E176-475A-A070-C4E7B020BF69}"/>
                </a:ext>
              </a:extLst>
            </p:cNvPr>
            <p:cNvSpPr/>
            <p:nvPr/>
          </p:nvSpPr>
          <p:spPr>
            <a:xfrm>
              <a:off x="-58954200" y="2034825"/>
              <a:ext cx="21300" cy="21275"/>
            </a:xfrm>
            <a:custGeom>
              <a:avLst/>
              <a:gdLst/>
              <a:ahLst/>
              <a:cxnLst/>
              <a:rect l="l" t="t" r="r" b="b"/>
              <a:pathLst>
                <a:path w="852" h="851" extrusionOk="0">
                  <a:moveTo>
                    <a:pt x="221" y="0"/>
                  </a:moveTo>
                  <a:cubicBezTo>
                    <a:pt x="95" y="0"/>
                    <a:pt x="1" y="95"/>
                    <a:pt x="1" y="221"/>
                  </a:cubicBezTo>
                  <a:lnTo>
                    <a:pt x="1" y="630"/>
                  </a:lnTo>
                  <a:cubicBezTo>
                    <a:pt x="1" y="756"/>
                    <a:pt x="127" y="851"/>
                    <a:pt x="221" y="851"/>
                  </a:cubicBezTo>
                  <a:lnTo>
                    <a:pt x="631" y="851"/>
                  </a:lnTo>
                  <a:cubicBezTo>
                    <a:pt x="757" y="851"/>
                    <a:pt x="851" y="756"/>
                    <a:pt x="851" y="630"/>
                  </a:cubicBezTo>
                  <a:lnTo>
                    <a:pt x="851" y="221"/>
                  </a:lnTo>
                  <a:cubicBezTo>
                    <a:pt x="851" y="95"/>
                    <a:pt x="757" y="0"/>
                    <a:pt x="631" y="0"/>
                  </a:cubicBezTo>
                  <a:close/>
                </a:path>
              </a:pathLst>
            </a:custGeom>
            <a:grpFill/>
            <a:ln>
              <a:noFill/>
            </a:ln>
          </p:spPr>
          <p:txBody>
            <a:bodyPr spcFirstLastPara="1" wrap="square" lIns="62728" tIns="62728" rIns="62728" bIns="62728" anchor="ctr" anchorCtr="0">
              <a:noAutofit/>
            </a:bodyPr>
            <a:lstStyle/>
            <a:p>
              <a:endParaRPr sz="764"/>
            </a:p>
          </p:txBody>
        </p:sp>
        <p:sp>
          <p:nvSpPr>
            <p:cNvPr id="436" name="Google Shape;4875;p59">
              <a:extLst>
                <a:ext uri="{FF2B5EF4-FFF2-40B4-BE49-F238E27FC236}">
                  <a16:creationId xmlns:a16="http://schemas.microsoft.com/office/drawing/2014/main" id="{98B810C1-D32A-48DC-93C8-615DE230EE56}"/>
                </a:ext>
              </a:extLst>
            </p:cNvPr>
            <p:cNvSpPr/>
            <p:nvPr/>
          </p:nvSpPr>
          <p:spPr>
            <a:xfrm>
              <a:off x="-58891975" y="2034825"/>
              <a:ext cx="21300" cy="21275"/>
            </a:xfrm>
            <a:custGeom>
              <a:avLst/>
              <a:gdLst/>
              <a:ahLst/>
              <a:cxnLst/>
              <a:rect l="l" t="t" r="r" b="b"/>
              <a:pathLst>
                <a:path w="852" h="851" extrusionOk="0">
                  <a:moveTo>
                    <a:pt x="190" y="0"/>
                  </a:moveTo>
                  <a:cubicBezTo>
                    <a:pt x="95" y="0"/>
                    <a:pt x="1" y="95"/>
                    <a:pt x="1" y="221"/>
                  </a:cubicBezTo>
                  <a:lnTo>
                    <a:pt x="1" y="630"/>
                  </a:lnTo>
                  <a:cubicBezTo>
                    <a:pt x="1" y="756"/>
                    <a:pt x="127" y="851"/>
                    <a:pt x="190" y="851"/>
                  </a:cubicBezTo>
                  <a:lnTo>
                    <a:pt x="631" y="851"/>
                  </a:lnTo>
                  <a:cubicBezTo>
                    <a:pt x="757" y="851"/>
                    <a:pt x="851" y="756"/>
                    <a:pt x="851" y="630"/>
                  </a:cubicBezTo>
                  <a:lnTo>
                    <a:pt x="851" y="221"/>
                  </a:lnTo>
                  <a:cubicBezTo>
                    <a:pt x="851" y="95"/>
                    <a:pt x="757" y="0"/>
                    <a:pt x="631" y="0"/>
                  </a:cubicBezTo>
                  <a:close/>
                </a:path>
              </a:pathLst>
            </a:custGeom>
            <a:grpFill/>
            <a:ln>
              <a:noFill/>
            </a:ln>
          </p:spPr>
          <p:txBody>
            <a:bodyPr spcFirstLastPara="1" wrap="square" lIns="62728" tIns="62728" rIns="62728" bIns="62728" anchor="ctr" anchorCtr="0">
              <a:noAutofit/>
            </a:bodyPr>
            <a:lstStyle/>
            <a:p>
              <a:endParaRPr sz="764"/>
            </a:p>
          </p:txBody>
        </p:sp>
        <p:sp>
          <p:nvSpPr>
            <p:cNvPr id="437" name="Google Shape;4876;p59">
              <a:extLst>
                <a:ext uri="{FF2B5EF4-FFF2-40B4-BE49-F238E27FC236}">
                  <a16:creationId xmlns:a16="http://schemas.microsoft.com/office/drawing/2014/main" id="{B87F6AEE-FA9F-4DFB-8DCC-691C5377A44C}"/>
                </a:ext>
              </a:extLst>
            </p:cNvPr>
            <p:cNvSpPr/>
            <p:nvPr/>
          </p:nvSpPr>
          <p:spPr>
            <a:xfrm>
              <a:off x="-59015625" y="2076550"/>
              <a:ext cx="20500" cy="20525"/>
            </a:xfrm>
            <a:custGeom>
              <a:avLst/>
              <a:gdLst/>
              <a:ahLst/>
              <a:cxnLst/>
              <a:rect l="l" t="t" r="r" b="b"/>
              <a:pathLst>
                <a:path w="820" h="821" extrusionOk="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grpFill/>
            <a:ln>
              <a:noFill/>
            </a:ln>
          </p:spPr>
          <p:txBody>
            <a:bodyPr spcFirstLastPara="1" wrap="square" lIns="62728" tIns="62728" rIns="62728" bIns="62728" anchor="ctr" anchorCtr="0">
              <a:noAutofit/>
            </a:bodyPr>
            <a:lstStyle/>
            <a:p>
              <a:endParaRPr sz="764"/>
            </a:p>
          </p:txBody>
        </p:sp>
        <p:sp>
          <p:nvSpPr>
            <p:cNvPr id="438" name="Google Shape;4877;p59">
              <a:extLst>
                <a:ext uri="{FF2B5EF4-FFF2-40B4-BE49-F238E27FC236}">
                  <a16:creationId xmlns:a16="http://schemas.microsoft.com/office/drawing/2014/main" id="{E4AC259B-B135-4B59-BCFE-EF261AC507CB}"/>
                </a:ext>
              </a:extLst>
            </p:cNvPr>
            <p:cNvSpPr/>
            <p:nvPr/>
          </p:nvSpPr>
          <p:spPr>
            <a:xfrm>
              <a:off x="-58954200" y="2076550"/>
              <a:ext cx="21300" cy="20525"/>
            </a:xfrm>
            <a:custGeom>
              <a:avLst/>
              <a:gdLst/>
              <a:ahLst/>
              <a:cxnLst/>
              <a:rect l="l" t="t" r="r" b="b"/>
              <a:pathLst>
                <a:path w="852" h="821" extrusionOk="0">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grpFill/>
            <a:ln>
              <a:noFill/>
            </a:ln>
          </p:spPr>
          <p:txBody>
            <a:bodyPr spcFirstLastPara="1" wrap="square" lIns="62728" tIns="62728" rIns="62728" bIns="62728" anchor="ctr" anchorCtr="0">
              <a:noAutofit/>
            </a:bodyPr>
            <a:lstStyle/>
            <a:p>
              <a:endParaRPr sz="764"/>
            </a:p>
          </p:txBody>
        </p:sp>
        <p:sp>
          <p:nvSpPr>
            <p:cNvPr id="439" name="Google Shape;4878;p59">
              <a:extLst>
                <a:ext uri="{FF2B5EF4-FFF2-40B4-BE49-F238E27FC236}">
                  <a16:creationId xmlns:a16="http://schemas.microsoft.com/office/drawing/2014/main" id="{6756A281-F76A-4C91-81B4-57ED60D5C375}"/>
                </a:ext>
              </a:extLst>
            </p:cNvPr>
            <p:cNvSpPr/>
            <p:nvPr/>
          </p:nvSpPr>
          <p:spPr>
            <a:xfrm>
              <a:off x="-58891975" y="2076550"/>
              <a:ext cx="21300" cy="20525"/>
            </a:xfrm>
            <a:custGeom>
              <a:avLst/>
              <a:gdLst/>
              <a:ahLst/>
              <a:cxnLst/>
              <a:rect l="l" t="t" r="r" b="b"/>
              <a:pathLst>
                <a:path w="852" h="821" extrusionOk="0">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grpFill/>
            <a:ln>
              <a:noFill/>
            </a:ln>
          </p:spPr>
          <p:txBody>
            <a:bodyPr spcFirstLastPara="1" wrap="square" lIns="62728" tIns="62728" rIns="62728" bIns="62728" anchor="ctr" anchorCtr="0">
              <a:noAutofit/>
            </a:bodyPr>
            <a:lstStyle/>
            <a:p>
              <a:endParaRPr sz="764"/>
            </a:p>
          </p:txBody>
        </p:sp>
        <p:sp>
          <p:nvSpPr>
            <p:cNvPr id="440" name="Google Shape;4879;p59">
              <a:extLst>
                <a:ext uri="{FF2B5EF4-FFF2-40B4-BE49-F238E27FC236}">
                  <a16:creationId xmlns:a16="http://schemas.microsoft.com/office/drawing/2014/main" id="{7113C2BF-A1FE-465C-9AB4-69AC3D8407C5}"/>
                </a:ext>
              </a:extLst>
            </p:cNvPr>
            <p:cNvSpPr/>
            <p:nvPr/>
          </p:nvSpPr>
          <p:spPr>
            <a:xfrm>
              <a:off x="-59100700" y="1911950"/>
              <a:ext cx="315875" cy="319000"/>
            </a:xfrm>
            <a:custGeom>
              <a:avLst/>
              <a:gdLst/>
              <a:ahLst/>
              <a:cxnLst/>
              <a:rect l="l" t="t" r="r" b="b"/>
              <a:pathLst>
                <a:path w="12635" h="12760" extrusionOk="0">
                  <a:moveTo>
                    <a:pt x="9169" y="788"/>
                  </a:moveTo>
                  <a:lnTo>
                    <a:pt x="9169" y="1607"/>
                  </a:lnTo>
                  <a:lnTo>
                    <a:pt x="3403" y="1607"/>
                  </a:lnTo>
                  <a:lnTo>
                    <a:pt x="3403" y="788"/>
                  </a:lnTo>
                  <a:close/>
                  <a:moveTo>
                    <a:pt x="1734" y="9074"/>
                  </a:moveTo>
                  <a:lnTo>
                    <a:pt x="1734" y="11815"/>
                  </a:lnTo>
                  <a:lnTo>
                    <a:pt x="788" y="11815"/>
                  </a:lnTo>
                  <a:lnTo>
                    <a:pt x="788" y="9074"/>
                  </a:lnTo>
                  <a:close/>
                  <a:moveTo>
                    <a:pt x="5861" y="9074"/>
                  </a:moveTo>
                  <a:lnTo>
                    <a:pt x="5861" y="11815"/>
                  </a:lnTo>
                  <a:lnTo>
                    <a:pt x="4223" y="11815"/>
                  </a:lnTo>
                  <a:lnTo>
                    <a:pt x="4223" y="9074"/>
                  </a:lnTo>
                  <a:close/>
                  <a:moveTo>
                    <a:pt x="8350" y="9074"/>
                  </a:moveTo>
                  <a:lnTo>
                    <a:pt x="8350" y="11815"/>
                  </a:lnTo>
                  <a:lnTo>
                    <a:pt x="6711" y="11815"/>
                  </a:lnTo>
                  <a:lnTo>
                    <a:pt x="6711" y="9074"/>
                  </a:lnTo>
                  <a:close/>
                  <a:moveTo>
                    <a:pt x="10051" y="2458"/>
                  </a:moveTo>
                  <a:lnTo>
                    <a:pt x="10051" y="11815"/>
                  </a:lnTo>
                  <a:lnTo>
                    <a:pt x="9169" y="11815"/>
                  </a:lnTo>
                  <a:lnTo>
                    <a:pt x="9169" y="8664"/>
                  </a:lnTo>
                  <a:cubicBezTo>
                    <a:pt x="9169" y="8444"/>
                    <a:pt x="8980" y="8223"/>
                    <a:pt x="8791" y="8223"/>
                  </a:cubicBezTo>
                  <a:lnTo>
                    <a:pt x="3813" y="8223"/>
                  </a:lnTo>
                  <a:cubicBezTo>
                    <a:pt x="3592" y="8223"/>
                    <a:pt x="3435" y="8444"/>
                    <a:pt x="3435" y="8664"/>
                  </a:cubicBezTo>
                  <a:lnTo>
                    <a:pt x="3435" y="11815"/>
                  </a:lnTo>
                  <a:lnTo>
                    <a:pt x="2616" y="11815"/>
                  </a:lnTo>
                  <a:lnTo>
                    <a:pt x="2616" y="2458"/>
                  </a:lnTo>
                  <a:close/>
                  <a:moveTo>
                    <a:pt x="11815" y="9074"/>
                  </a:moveTo>
                  <a:lnTo>
                    <a:pt x="11815" y="11815"/>
                  </a:lnTo>
                  <a:lnTo>
                    <a:pt x="10839" y="11815"/>
                  </a:lnTo>
                  <a:lnTo>
                    <a:pt x="10839" y="9074"/>
                  </a:lnTo>
                  <a:close/>
                  <a:moveTo>
                    <a:pt x="2994" y="0"/>
                  </a:moveTo>
                  <a:cubicBezTo>
                    <a:pt x="2773" y="0"/>
                    <a:pt x="2616" y="190"/>
                    <a:pt x="2616" y="410"/>
                  </a:cubicBezTo>
                  <a:lnTo>
                    <a:pt x="2616" y="1670"/>
                  </a:lnTo>
                  <a:lnTo>
                    <a:pt x="2206" y="1670"/>
                  </a:lnTo>
                  <a:cubicBezTo>
                    <a:pt x="1986" y="1670"/>
                    <a:pt x="1765" y="1859"/>
                    <a:pt x="1765" y="2080"/>
                  </a:cubicBezTo>
                  <a:lnTo>
                    <a:pt x="1765" y="8318"/>
                  </a:lnTo>
                  <a:lnTo>
                    <a:pt x="410" y="8318"/>
                  </a:lnTo>
                  <a:cubicBezTo>
                    <a:pt x="158" y="8318"/>
                    <a:pt x="1" y="8507"/>
                    <a:pt x="1" y="8727"/>
                  </a:cubicBezTo>
                  <a:lnTo>
                    <a:pt x="1" y="12319"/>
                  </a:lnTo>
                  <a:cubicBezTo>
                    <a:pt x="1" y="12571"/>
                    <a:pt x="190" y="12760"/>
                    <a:pt x="410" y="12760"/>
                  </a:cubicBezTo>
                  <a:lnTo>
                    <a:pt x="12256" y="12760"/>
                  </a:lnTo>
                  <a:cubicBezTo>
                    <a:pt x="12477" y="12760"/>
                    <a:pt x="12634" y="12571"/>
                    <a:pt x="12634" y="12319"/>
                  </a:cubicBezTo>
                  <a:lnTo>
                    <a:pt x="12634" y="8664"/>
                  </a:lnTo>
                  <a:cubicBezTo>
                    <a:pt x="12634" y="8444"/>
                    <a:pt x="12445" y="8223"/>
                    <a:pt x="12225" y="8223"/>
                  </a:cubicBezTo>
                  <a:lnTo>
                    <a:pt x="10839" y="8223"/>
                  </a:lnTo>
                  <a:lnTo>
                    <a:pt x="10839" y="2017"/>
                  </a:lnTo>
                  <a:cubicBezTo>
                    <a:pt x="10839" y="1765"/>
                    <a:pt x="10650" y="1576"/>
                    <a:pt x="10429" y="1576"/>
                  </a:cubicBezTo>
                  <a:lnTo>
                    <a:pt x="10019" y="1576"/>
                  </a:lnTo>
                  <a:lnTo>
                    <a:pt x="10019" y="410"/>
                  </a:lnTo>
                  <a:cubicBezTo>
                    <a:pt x="10019" y="158"/>
                    <a:pt x="9799" y="0"/>
                    <a:pt x="9610"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96" name="Google Shape;4880;p59">
            <a:extLst>
              <a:ext uri="{FF2B5EF4-FFF2-40B4-BE49-F238E27FC236}">
                <a16:creationId xmlns:a16="http://schemas.microsoft.com/office/drawing/2014/main" id="{82A8EC83-756B-4AE1-8442-E02CE25E47FD}"/>
              </a:ext>
            </a:extLst>
          </p:cNvPr>
          <p:cNvGrpSpPr/>
          <p:nvPr/>
        </p:nvGrpSpPr>
        <p:grpSpPr>
          <a:xfrm>
            <a:off x="1680693" y="2853509"/>
            <a:ext cx="248069" cy="239005"/>
            <a:chOff x="-63665750" y="1914325"/>
            <a:chExt cx="328450" cy="316450"/>
          </a:xfrm>
          <a:solidFill>
            <a:schemeClr val="tx1"/>
          </a:solidFill>
        </p:grpSpPr>
        <p:sp>
          <p:nvSpPr>
            <p:cNvPr id="429" name="Google Shape;4881;p59">
              <a:extLst>
                <a:ext uri="{FF2B5EF4-FFF2-40B4-BE49-F238E27FC236}">
                  <a16:creationId xmlns:a16="http://schemas.microsoft.com/office/drawing/2014/main" id="{30E19D6A-9C8F-4678-98A9-6964C2518242}"/>
                </a:ext>
              </a:extLst>
            </p:cNvPr>
            <p:cNvSpPr/>
            <p:nvPr/>
          </p:nvSpPr>
          <p:spPr>
            <a:xfrm>
              <a:off x="-63665750" y="1914325"/>
              <a:ext cx="328450" cy="316450"/>
            </a:xfrm>
            <a:custGeom>
              <a:avLst/>
              <a:gdLst/>
              <a:ahLst/>
              <a:cxnLst/>
              <a:rect l="l" t="t" r="r" b="b"/>
              <a:pathLst>
                <a:path w="13138" h="12658" extrusionOk="0">
                  <a:moveTo>
                    <a:pt x="8144" y="835"/>
                  </a:moveTo>
                  <a:cubicBezTo>
                    <a:pt x="9097" y="835"/>
                    <a:pt x="10050" y="1197"/>
                    <a:pt x="10775" y="1922"/>
                  </a:cubicBezTo>
                  <a:cubicBezTo>
                    <a:pt x="12256" y="3371"/>
                    <a:pt x="12256" y="5734"/>
                    <a:pt x="10775" y="7183"/>
                  </a:cubicBezTo>
                  <a:cubicBezTo>
                    <a:pt x="10050" y="7908"/>
                    <a:pt x="9097" y="8270"/>
                    <a:pt x="8144" y="8270"/>
                  </a:cubicBezTo>
                  <a:cubicBezTo>
                    <a:pt x="7191" y="8270"/>
                    <a:pt x="6238" y="7908"/>
                    <a:pt x="5513" y="7183"/>
                  </a:cubicBezTo>
                  <a:cubicBezTo>
                    <a:pt x="4064" y="5734"/>
                    <a:pt x="4064" y="3371"/>
                    <a:pt x="5513" y="1922"/>
                  </a:cubicBezTo>
                  <a:cubicBezTo>
                    <a:pt x="6238" y="1197"/>
                    <a:pt x="7191" y="835"/>
                    <a:pt x="8144" y="835"/>
                  </a:cubicBezTo>
                  <a:close/>
                  <a:moveTo>
                    <a:pt x="3466" y="8632"/>
                  </a:moveTo>
                  <a:lnTo>
                    <a:pt x="4064" y="9231"/>
                  </a:lnTo>
                  <a:lnTo>
                    <a:pt x="1607" y="11688"/>
                  </a:lnTo>
                  <a:lnTo>
                    <a:pt x="1008" y="11090"/>
                  </a:lnTo>
                  <a:lnTo>
                    <a:pt x="3466" y="8632"/>
                  </a:lnTo>
                  <a:close/>
                  <a:moveTo>
                    <a:pt x="8172" y="0"/>
                  </a:moveTo>
                  <a:cubicBezTo>
                    <a:pt x="7010" y="0"/>
                    <a:pt x="5844" y="441"/>
                    <a:pt x="4946" y="1323"/>
                  </a:cubicBezTo>
                  <a:cubicBezTo>
                    <a:pt x="3277" y="3024"/>
                    <a:pt x="3182" y="5671"/>
                    <a:pt x="4694" y="7467"/>
                  </a:cubicBezTo>
                  <a:lnTo>
                    <a:pt x="4096" y="8065"/>
                  </a:lnTo>
                  <a:lnTo>
                    <a:pt x="3214" y="7183"/>
                  </a:lnTo>
                  <a:cubicBezTo>
                    <a:pt x="3151" y="7104"/>
                    <a:pt x="3048" y="7065"/>
                    <a:pt x="2942" y="7065"/>
                  </a:cubicBezTo>
                  <a:cubicBezTo>
                    <a:pt x="2836" y="7065"/>
                    <a:pt x="2725" y="7104"/>
                    <a:pt x="2646" y="7183"/>
                  </a:cubicBezTo>
                  <a:cubicBezTo>
                    <a:pt x="2489" y="7341"/>
                    <a:pt x="2489" y="7624"/>
                    <a:pt x="2646" y="7782"/>
                  </a:cubicBezTo>
                  <a:lnTo>
                    <a:pt x="2899" y="8065"/>
                  </a:lnTo>
                  <a:lnTo>
                    <a:pt x="158" y="10806"/>
                  </a:lnTo>
                  <a:cubicBezTo>
                    <a:pt x="0" y="10964"/>
                    <a:pt x="0" y="11247"/>
                    <a:pt x="158" y="11405"/>
                  </a:cubicBezTo>
                  <a:lnTo>
                    <a:pt x="1292" y="12539"/>
                  </a:lnTo>
                  <a:cubicBezTo>
                    <a:pt x="1371" y="12618"/>
                    <a:pt x="1481" y="12657"/>
                    <a:pt x="1591" y="12657"/>
                  </a:cubicBezTo>
                  <a:cubicBezTo>
                    <a:pt x="1701" y="12657"/>
                    <a:pt x="1812" y="12618"/>
                    <a:pt x="1890" y="12539"/>
                  </a:cubicBezTo>
                  <a:lnTo>
                    <a:pt x="4631" y="9798"/>
                  </a:lnTo>
                  <a:lnTo>
                    <a:pt x="4915" y="10050"/>
                  </a:lnTo>
                  <a:cubicBezTo>
                    <a:pt x="4994" y="10129"/>
                    <a:pt x="5104" y="10168"/>
                    <a:pt x="5214" y="10168"/>
                  </a:cubicBezTo>
                  <a:cubicBezTo>
                    <a:pt x="5324" y="10168"/>
                    <a:pt x="5435" y="10129"/>
                    <a:pt x="5513" y="10050"/>
                  </a:cubicBezTo>
                  <a:cubicBezTo>
                    <a:pt x="5671" y="9893"/>
                    <a:pt x="5671" y="9640"/>
                    <a:pt x="5513" y="9483"/>
                  </a:cubicBezTo>
                  <a:lnTo>
                    <a:pt x="4631" y="8601"/>
                  </a:lnTo>
                  <a:lnTo>
                    <a:pt x="5230" y="8034"/>
                  </a:lnTo>
                  <a:cubicBezTo>
                    <a:pt x="6059" y="8730"/>
                    <a:pt x="7090" y="9078"/>
                    <a:pt x="8127" y="9078"/>
                  </a:cubicBezTo>
                  <a:cubicBezTo>
                    <a:pt x="9296" y="9078"/>
                    <a:pt x="10472" y="8635"/>
                    <a:pt x="11373" y="7750"/>
                  </a:cubicBezTo>
                  <a:cubicBezTo>
                    <a:pt x="13138" y="5986"/>
                    <a:pt x="13138" y="3087"/>
                    <a:pt x="11373" y="1323"/>
                  </a:cubicBezTo>
                  <a:cubicBezTo>
                    <a:pt x="10491" y="441"/>
                    <a:pt x="9333" y="0"/>
                    <a:pt x="8172" y="0"/>
                  </a:cubicBezTo>
                  <a:close/>
                </a:path>
              </a:pathLst>
            </a:custGeom>
            <a:grpFill/>
            <a:ln>
              <a:noFill/>
            </a:ln>
          </p:spPr>
          <p:txBody>
            <a:bodyPr spcFirstLastPara="1" wrap="square" lIns="62728" tIns="62728" rIns="62728" bIns="62728" anchor="ctr" anchorCtr="0">
              <a:noAutofit/>
            </a:bodyPr>
            <a:lstStyle/>
            <a:p>
              <a:endParaRPr sz="764"/>
            </a:p>
          </p:txBody>
        </p:sp>
        <p:sp>
          <p:nvSpPr>
            <p:cNvPr id="430" name="Google Shape;4882;p59">
              <a:extLst>
                <a:ext uri="{FF2B5EF4-FFF2-40B4-BE49-F238E27FC236}">
                  <a16:creationId xmlns:a16="http://schemas.microsoft.com/office/drawing/2014/main" id="{C2120A30-7FF8-4A39-940E-A159E0C0BB88}"/>
                </a:ext>
              </a:extLst>
            </p:cNvPr>
            <p:cNvSpPr/>
            <p:nvPr/>
          </p:nvSpPr>
          <p:spPr>
            <a:xfrm>
              <a:off x="-63524775" y="1955275"/>
              <a:ext cx="123675" cy="134700"/>
            </a:xfrm>
            <a:custGeom>
              <a:avLst/>
              <a:gdLst/>
              <a:ahLst/>
              <a:cxnLst/>
              <a:rect l="l" t="t" r="r" b="b"/>
              <a:pathLst>
                <a:path w="4947" h="5388" extrusionOk="0">
                  <a:moveTo>
                    <a:pt x="2458" y="882"/>
                  </a:moveTo>
                  <a:cubicBezTo>
                    <a:pt x="2930" y="882"/>
                    <a:pt x="3308" y="1229"/>
                    <a:pt x="3308" y="1702"/>
                  </a:cubicBezTo>
                  <a:cubicBezTo>
                    <a:pt x="3308" y="2174"/>
                    <a:pt x="2962" y="2521"/>
                    <a:pt x="2458" y="2521"/>
                  </a:cubicBezTo>
                  <a:cubicBezTo>
                    <a:pt x="1985" y="2521"/>
                    <a:pt x="1639" y="2174"/>
                    <a:pt x="1639" y="1702"/>
                  </a:cubicBezTo>
                  <a:cubicBezTo>
                    <a:pt x="1639" y="1229"/>
                    <a:pt x="2048" y="882"/>
                    <a:pt x="2458" y="882"/>
                  </a:cubicBezTo>
                  <a:close/>
                  <a:moveTo>
                    <a:pt x="2458" y="3340"/>
                  </a:moveTo>
                  <a:cubicBezTo>
                    <a:pt x="3245" y="3340"/>
                    <a:pt x="3876" y="3875"/>
                    <a:pt x="4096" y="4600"/>
                  </a:cubicBezTo>
                  <a:lnTo>
                    <a:pt x="883" y="4600"/>
                  </a:lnTo>
                  <a:cubicBezTo>
                    <a:pt x="1040" y="3875"/>
                    <a:pt x="1733" y="3340"/>
                    <a:pt x="2458" y="3340"/>
                  </a:cubicBezTo>
                  <a:close/>
                  <a:moveTo>
                    <a:pt x="2458" y="0"/>
                  </a:moveTo>
                  <a:cubicBezTo>
                    <a:pt x="1576" y="0"/>
                    <a:pt x="820" y="756"/>
                    <a:pt x="820" y="1670"/>
                  </a:cubicBezTo>
                  <a:cubicBezTo>
                    <a:pt x="820" y="2080"/>
                    <a:pt x="977" y="2489"/>
                    <a:pt x="1292" y="2804"/>
                  </a:cubicBezTo>
                  <a:cubicBezTo>
                    <a:pt x="536" y="3245"/>
                    <a:pt x="0" y="4033"/>
                    <a:pt x="0" y="4978"/>
                  </a:cubicBezTo>
                  <a:cubicBezTo>
                    <a:pt x="0" y="5230"/>
                    <a:pt x="189" y="5388"/>
                    <a:pt x="410" y="5388"/>
                  </a:cubicBezTo>
                  <a:lnTo>
                    <a:pt x="4569" y="5388"/>
                  </a:lnTo>
                  <a:cubicBezTo>
                    <a:pt x="4789" y="5388"/>
                    <a:pt x="4947" y="5199"/>
                    <a:pt x="4947" y="4978"/>
                  </a:cubicBezTo>
                  <a:cubicBezTo>
                    <a:pt x="4947" y="4033"/>
                    <a:pt x="4443" y="3245"/>
                    <a:pt x="3655" y="2804"/>
                  </a:cubicBezTo>
                  <a:cubicBezTo>
                    <a:pt x="3939" y="2489"/>
                    <a:pt x="4128" y="2080"/>
                    <a:pt x="4128" y="1670"/>
                  </a:cubicBezTo>
                  <a:cubicBezTo>
                    <a:pt x="4128" y="756"/>
                    <a:pt x="3371" y="0"/>
                    <a:pt x="245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97" name="Google Shape;4883;p59">
            <a:extLst>
              <a:ext uri="{FF2B5EF4-FFF2-40B4-BE49-F238E27FC236}">
                <a16:creationId xmlns:a16="http://schemas.microsoft.com/office/drawing/2014/main" id="{4A72433E-2254-4109-BDA3-9BF286B6F064}"/>
              </a:ext>
            </a:extLst>
          </p:cNvPr>
          <p:cNvGrpSpPr/>
          <p:nvPr/>
        </p:nvGrpSpPr>
        <p:grpSpPr>
          <a:xfrm>
            <a:off x="1683959" y="3130372"/>
            <a:ext cx="241536" cy="240648"/>
            <a:chOff x="-63666550" y="2278975"/>
            <a:chExt cx="319800" cy="318625"/>
          </a:xfrm>
          <a:solidFill>
            <a:schemeClr val="tx1"/>
          </a:solidFill>
        </p:grpSpPr>
        <p:sp>
          <p:nvSpPr>
            <p:cNvPr id="427" name="Google Shape;4884;p59">
              <a:extLst>
                <a:ext uri="{FF2B5EF4-FFF2-40B4-BE49-F238E27FC236}">
                  <a16:creationId xmlns:a16="http://schemas.microsoft.com/office/drawing/2014/main" id="{83A98A56-15E7-417A-B352-27FFEFDB933D}"/>
                </a:ext>
              </a:extLst>
            </p:cNvPr>
            <p:cNvSpPr/>
            <p:nvPr/>
          </p:nvSpPr>
          <p:spPr>
            <a:xfrm>
              <a:off x="-63481450" y="2309700"/>
              <a:ext cx="62225" cy="146525"/>
            </a:xfrm>
            <a:custGeom>
              <a:avLst/>
              <a:gdLst/>
              <a:ahLst/>
              <a:cxnLst/>
              <a:rect l="l" t="t" r="r" b="b"/>
              <a:pathLst>
                <a:path w="2489" h="5861" extrusionOk="0">
                  <a:moveTo>
                    <a:pt x="1229" y="0"/>
                  </a:moveTo>
                  <a:cubicBezTo>
                    <a:pt x="977" y="0"/>
                    <a:pt x="819" y="189"/>
                    <a:pt x="819" y="441"/>
                  </a:cubicBezTo>
                  <a:lnTo>
                    <a:pt x="819" y="694"/>
                  </a:lnTo>
                  <a:cubicBezTo>
                    <a:pt x="347" y="883"/>
                    <a:pt x="0" y="1324"/>
                    <a:pt x="0" y="1891"/>
                  </a:cubicBezTo>
                  <a:cubicBezTo>
                    <a:pt x="0" y="2552"/>
                    <a:pt x="536" y="2962"/>
                    <a:pt x="977" y="3277"/>
                  </a:cubicBezTo>
                  <a:cubicBezTo>
                    <a:pt x="1292" y="3497"/>
                    <a:pt x="1638" y="3749"/>
                    <a:pt x="1638" y="3970"/>
                  </a:cubicBezTo>
                  <a:cubicBezTo>
                    <a:pt x="1607" y="4254"/>
                    <a:pt x="1418" y="4411"/>
                    <a:pt x="1197" y="4411"/>
                  </a:cubicBezTo>
                  <a:cubicBezTo>
                    <a:pt x="977" y="4411"/>
                    <a:pt x="819" y="4222"/>
                    <a:pt x="819" y="3970"/>
                  </a:cubicBezTo>
                  <a:cubicBezTo>
                    <a:pt x="819" y="3749"/>
                    <a:pt x="630" y="3560"/>
                    <a:pt x="410" y="3560"/>
                  </a:cubicBezTo>
                  <a:cubicBezTo>
                    <a:pt x="189" y="3560"/>
                    <a:pt x="0" y="3749"/>
                    <a:pt x="0" y="3970"/>
                  </a:cubicBezTo>
                  <a:cubicBezTo>
                    <a:pt x="0" y="4537"/>
                    <a:pt x="347" y="4978"/>
                    <a:pt x="819" y="5167"/>
                  </a:cubicBezTo>
                  <a:lnTo>
                    <a:pt x="819" y="5419"/>
                  </a:lnTo>
                  <a:cubicBezTo>
                    <a:pt x="819" y="5671"/>
                    <a:pt x="1008" y="5860"/>
                    <a:pt x="1197" y="5860"/>
                  </a:cubicBezTo>
                  <a:cubicBezTo>
                    <a:pt x="1449" y="5860"/>
                    <a:pt x="1638" y="5671"/>
                    <a:pt x="1638" y="5419"/>
                  </a:cubicBezTo>
                  <a:lnTo>
                    <a:pt x="1638" y="5167"/>
                  </a:lnTo>
                  <a:cubicBezTo>
                    <a:pt x="2111" y="5010"/>
                    <a:pt x="2489" y="4537"/>
                    <a:pt x="2489" y="3970"/>
                  </a:cubicBezTo>
                  <a:cubicBezTo>
                    <a:pt x="2489" y="3308"/>
                    <a:pt x="1922" y="2930"/>
                    <a:pt x="1481" y="2615"/>
                  </a:cubicBezTo>
                  <a:cubicBezTo>
                    <a:pt x="1166" y="2363"/>
                    <a:pt x="819" y="2143"/>
                    <a:pt x="819" y="1891"/>
                  </a:cubicBezTo>
                  <a:cubicBezTo>
                    <a:pt x="819" y="1670"/>
                    <a:pt x="1008" y="1450"/>
                    <a:pt x="1229" y="1450"/>
                  </a:cubicBezTo>
                  <a:cubicBezTo>
                    <a:pt x="1449" y="1450"/>
                    <a:pt x="1638" y="1670"/>
                    <a:pt x="1638" y="1891"/>
                  </a:cubicBezTo>
                  <a:cubicBezTo>
                    <a:pt x="1638" y="2111"/>
                    <a:pt x="1859" y="2332"/>
                    <a:pt x="2048" y="2332"/>
                  </a:cubicBezTo>
                  <a:cubicBezTo>
                    <a:pt x="2269" y="2332"/>
                    <a:pt x="2489" y="2111"/>
                    <a:pt x="2489" y="1891"/>
                  </a:cubicBezTo>
                  <a:cubicBezTo>
                    <a:pt x="2489" y="1324"/>
                    <a:pt x="2111" y="914"/>
                    <a:pt x="1638" y="694"/>
                  </a:cubicBezTo>
                  <a:lnTo>
                    <a:pt x="1638" y="441"/>
                  </a:lnTo>
                  <a:cubicBezTo>
                    <a:pt x="1638" y="189"/>
                    <a:pt x="1449" y="0"/>
                    <a:pt x="1229" y="0"/>
                  </a:cubicBezTo>
                  <a:close/>
                </a:path>
              </a:pathLst>
            </a:custGeom>
            <a:grpFill/>
            <a:ln>
              <a:noFill/>
            </a:ln>
          </p:spPr>
          <p:txBody>
            <a:bodyPr spcFirstLastPara="1" wrap="square" lIns="62728" tIns="62728" rIns="62728" bIns="62728" anchor="ctr" anchorCtr="0">
              <a:noAutofit/>
            </a:bodyPr>
            <a:lstStyle/>
            <a:p>
              <a:endParaRPr sz="764"/>
            </a:p>
          </p:txBody>
        </p:sp>
        <p:sp>
          <p:nvSpPr>
            <p:cNvPr id="428" name="Google Shape;4885;p59">
              <a:extLst>
                <a:ext uri="{FF2B5EF4-FFF2-40B4-BE49-F238E27FC236}">
                  <a16:creationId xmlns:a16="http://schemas.microsoft.com/office/drawing/2014/main" id="{8EE706BB-4647-4682-8FA5-90009961AA01}"/>
                </a:ext>
              </a:extLst>
            </p:cNvPr>
            <p:cNvSpPr/>
            <p:nvPr/>
          </p:nvSpPr>
          <p:spPr>
            <a:xfrm>
              <a:off x="-63666550" y="2278975"/>
              <a:ext cx="319800" cy="318625"/>
            </a:xfrm>
            <a:custGeom>
              <a:avLst/>
              <a:gdLst/>
              <a:ahLst/>
              <a:cxnLst/>
              <a:rect l="l" t="t" r="r" b="b"/>
              <a:pathLst>
                <a:path w="12792" h="12745" extrusionOk="0">
                  <a:moveTo>
                    <a:pt x="8601" y="914"/>
                  </a:moveTo>
                  <a:cubicBezTo>
                    <a:pt x="10429" y="914"/>
                    <a:pt x="11909" y="2427"/>
                    <a:pt x="11909" y="4222"/>
                  </a:cubicBezTo>
                  <a:cubicBezTo>
                    <a:pt x="11909" y="6050"/>
                    <a:pt x="10429" y="7530"/>
                    <a:pt x="8601" y="7530"/>
                  </a:cubicBezTo>
                  <a:cubicBezTo>
                    <a:pt x="7971" y="7530"/>
                    <a:pt x="7404" y="7373"/>
                    <a:pt x="6869" y="7026"/>
                  </a:cubicBezTo>
                  <a:lnTo>
                    <a:pt x="7089" y="6270"/>
                  </a:lnTo>
                  <a:cubicBezTo>
                    <a:pt x="7144" y="5997"/>
                    <a:pt x="6938" y="5748"/>
                    <a:pt x="6677" y="5748"/>
                  </a:cubicBezTo>
                  <a:cubicBezTo>
                    <a:pt x="6637" y="5748"/>
                    <a:pt x="6596" y="5754"/>
                    <a:pt x="6554" y="5766"/>
                  </a:cubicBezTo>
                  <a:lnTo>
                    <a:pt x="5829" y="5955"/>
                  </a:lnTo>
                  <a:cubicBezTo>
                    <a:pt x="5514" y="5451"/>
                    <a:pt x="5293" y="4852"/>
                    <a:pt x="5293" y="4222"/>
                  </a:cubicBezTo>
                  <a:cubicBezTo>
                    <a:pt x="5293" y="2364"/>
                    <a:pt x="6774" y="914"/>
                    <a:pt x="8601" y="914"/>
                  </a:cubicBezTo>
                  <a:close/>
                  <a:moveTo>
                    <a:pt x="6050" y="6711"/>
                  </a:moveTo>
                  <a:lnTo>
                    <a:pt x="5041" y="10303"/>
                  </a:lnTo>
                  <a:lnTo>
                    <a:pt x="4789" y="9421"/>
                  </a:lnTo>
                  <a:cubicBezTo>
                    <a:pt x="4749" y="9221"/>
                    <a:pt x="4571" y="9098"/>
                    <a:pt x="4389" y="9098"/>
                  </a:cubicBezTo>
                  <a:cubicBezTo>
                    <a:pt x="4284" y="9098"/>
                    <a:pt x="4177" y="9139"/>
                    <a:pt x="4096" y="9232"/>
                  </a:cubicBezTo>
                  <a:lnTo>
                    <a:pt x="1418" y="11910"/>
                  </a:lnTo>
                  <a:lnTo>
                    <a:pt x="820" y="11311"/>
                  </a:lnTo>
                  <a:lnTo>
                    <a:pt x="3529" y="8665"/>
                  </a:lnTo>
                  <a:cubicBezTo>
                    <a:pt x="3781" y="8444"/>
                    <a:pt x="3655" y="8034"/>
                    <a:pt x="3340" y="7971"/>
                  </a:cubicBezTo>
                  <a:lnTo>
                    <a:pt x="2458" y="7719"/>
                  </a:lnTo>
                  <a:lnTo>
                    <a:pt x="6050" y="6711"/>
                  </a:lnTo>
                  <a:close/>
                  <a:moveTo>
                    <a:pt x="8664" y="1"/>
                  </a:moveTo>
                  <a:cubicBezTo>
                    <a:pt x="6365" y="1"/>
                    <a:pt x="4506" y="1860"/>
                    <a:pt x="4506" y="4159"/>
                  </a:cubicBezTo>
                  <a:cubicBezTo>
                    <a:pt x="4506" y="4852"/>
                    <a:pt x="4663" y="5514"/>
                    <a:pt x="5041" y="6113"/>
                  </a:cubicBezTo>
                  <a:lnTo>
                    <a:pt x="820" y="7341"/>
                  </a:lnTo>
                  <a:cubicBezTo>
                    <a:pt x="631" y="7373"/>
                    <a:pt x="505" y="7562"/>
                    <a:pt x="505" y="7719"/>
                  </a:cubicBezTo>
                  <a:cubicBezTo>
                    <a:pt x="505" y="7940"/>
                    <a:pt x="631" y="8097"/>
                    <a:pt x="820" y="8129"/>
                  </a:cubicBezTo>
                  <a:lnTo>
                    <a:pt x="2458" y="8570"/>
                  </a:lnTo>
                  <a:lnTo>
                    <a:pt x="316" y="10712"/>
                  </a:lnTo>
                  <a:cubicBezTo>
                    <a:pt x="1" y="11027"/>
                    <a:pt x="1" y="11563"/>
                    <a:pt x="316" y="11910"/>
                  </a:cubicBezTo>
                  <a:lnTo>
                    <a:pt x="883" y="12508"/>
                  </a:lnTo>
                  <a:cubicBezTo>
                    <a:pt x="1040" y="12666"/>
                    <a:pt x="1253" y="12744"/>
                    <a:pt x="1469" y="12744"/>
                  </a:cubicBezTo>
                  <a:cubicBezTo>
                    <a:pt x="1686" y="12744"/>
                    <a:pt x="1907" y="12666"/>
                    <a:pt x="2080" y="12508"/>
                  </a:cubicBezTo>
                  <a:lnTo>
                    <a:pt x="4254" y="10334"/>
                  </a:lnTo>
                  <a:lnTo>
                    <a:pt x="4663" y="11973"/>
                  </a:lnTo>
                  <a:cubicBezTo>
                    <a:pt x="4727" y="12181"/>
                    <a:pt x="4906" y="12292"/>
                    <a:pt x="5078" y="12292"/>
                  </a:cubicBezTo>
                  <a:cubicBezTo>
                    <a:pt x="5244" y="12292"/>
                    <a:pt x="5405" y="12189"/>
                    <a:pt x="5451" y="11973"/>
                  </a:cubicBezTo>
                  <a:lnTo>
                    <a:pt x="6680" y="7782"/>
                  </a:lnTo>
                  <a:cubicBezTo>
                    <a:pt x="7278" y="8097"/>
                    <a:pt x="7940" y="8286"/>
                    <a:pt x="8664" y="8286"/>
                  </a:cubicBezTo>
                  <a:cubicBezTo>
                    <a:pt x="10933" y="8286"/>
                    <a:pt x="12792" y="6428"/>
                    <a:pt x="12792" y="4159"/>
                  </a:cubicBezTo>
                  <a:cubicBezTo>
                    <a:pt x="12792" y="1860"/>
                    <a:pt x="10933" y="1"/>
                    <a:pt x="8664"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98" name="Google Shape;4886;p59">
            <a:extLst>
              <a:ext uri="{FF2B5EF4-FFF2-40B4-BE49-F238E27FC236}">
                <a16:creationId xmlns:a16="http://schemas.microsoft.com/office/drawing/2014/main" id="{BE9B8AD7-B16B-40D8-BECD-EDF799CB6447}"/>
              </a:ext>
            </a:extLst>
          </p:cNvPr>
          <p:cNvGrpSpPr/>
          <p:nvPr/>
        </p:nvGrpSpPr>
        <p:grpSpPr>
          <a:xfrm>
            <a:off x="1682175" y="3407359"/>
            <a:ext cx="245104" cy="239893"/>
            <a:chOff x="-63669700" y="2646600"/>
            <a:chExt cx="324525" cy="317625"/>
          </a:xfrm>
          <a:solidFill>
            <a:schemeClr val="tx1"/>
          </a:solidFill>
        </p:grpSpPr>
        <p:sp>
          <p:nvSpPr>
            <p:cNvPr id="425" name="Google Shape;4887;p59">
              <a:extLst>
                <a:ext uri="{FF2B5EF4-FFF2-40B4-BE49-F238E27FC236}">
                  <a16:creationId xmlns:a16="http://schemas.microsoft.com/office/drawing/2014/main" id="{2C3070D8-DFA3-4A4B-A2E2-99D3A99FABDE}"/>
                </a:ext>
              </a:extLst>
            </p:cNvPr>
            <p:cNvSpPr/>
            <p:nvPr/>
          </p:nvSpPr>
          <p:spPr>
            <a:xfrm>
              <a:off x="-63669700" y="2646600"/>
              <a:ext cx="324525" cy="317550"/>
            </a:xfrm>
            <a:custGeom>
              <a:avLst/>
              <a:gdLst/>
              <a:ahLst/>
              <a:cxnLst/>
              <a:rect l="l" t="t" r="r" b="b"/>
              <a:pathLst>
                <a:path w="12981" h="12702" extrusionOk="0">
                  <a:moveTo>
                    <a:pt x="6947" y="867"/>
                  </a:moveTo>
                  <a:cubicBezTo>
                    <a:pt x="7058" y="867"/>
                    <a:pt x="7168" y="906"/>
                    <a:pt x="7247" y="985"/>
                  </a:cubicBezTo>
                  <a:cubicBezTo>
                    <a:pt x="7404" y="1143"/>
                    <a:pt x="7404" y="1426"/>
                    <a:pt x="7247" y="1584"/>
                  </a:cubicBezTo>
                  <a:lnTo>
                    <a:pt x="5199" y="3632"/>
                  </a:lnTo>
                  <a:cubicBezTo>
                    <a:pt x="5120" y="3710"/>
                    <a:pt x="5010" y="3750"/>
                    <a:pt x="4900" y="3750"/>
                  </a:cubicBezTo>
                  <a:cubicBezTo>
                    <a:pt x="4789" y="3750"/>
                    <a:pt x="4679" y="3710"/>
                    <a:pt x="4600" y="3632"/>
                  </a:cubicBezTo>
                  <a:cubicBezTo>
                    <a:pt x="4443" y="3474"/>
                    <a:pt x="4443" y="3190"/>
                    <a:pt x="4600" y="3033"/>
                  </a:cubicBezTo>
                  <a:lnTo>
                    <a:pt x="6648" y="985"/>
                  </a:lnTo>
                  <a:cubicBezTo>
                    <a:pt x="6727" y="906"/>
                    <a:pt x="6837" y="867"/>
                    <a:pt x="6947" y="867"/>
                  </a:cubicBezTo>
                  <a:close/>
                  <a:moveTo>
                    <a:pt x="7530" y="2434"/>
                  </a:moveTo>
                  <a:lnTo>
                    <a:pt x="10429" y="5364"/>
                  </a:lnTo>
                  <a:lnTo>
                    <a:pt x="8979" y="6814"/>
                  </a:lnTo>
                  <a:lnTo>
                    <a:pt x="6050" y="3884"/>
                  </a:lnTo>
                  <a:lnTo>
                    <a:pt x="7530" y="2434"/>
                  </a:lnTo>
                  <a:close/>
                  <a:moveTo>
                    <a:pt x="6648" y="5679"/>
                  </a:moveTo>
                  <a:lnTo>
                    <a:pt x="7247" y="6246"/>
                  </a:lnTo>
                  <a:lnTo>
                    <a:pt x="5482" y="8042"/>
                  </a:lnTo>
                  <a:lnTo>
                    <a:pt x="4884" y="7444"/>
                  </a:lnTo>
                  <a:lnTo>
                    <a:pt x="6648" y="5679"/>
                  </a:lnTo>
                  <a:close/>
                  <a:moveTo>
                    <a:pt x="11642" y="5561"/>
                  </a:moveTo>
                  <a:cubicBezTo>
                    <a:pt x="11752" y="5561"/>
                    <a:pt x="11862" y="5601"/>
                    <a:pt x="11941" y="5679"/>
                  </a:cubicBezTo>
                  <a:cubicBezTo>
                    <a:pt x="12098" y="5837"/>
                    <a:pt x="12098" y="6089"/>
                    <a:pt x="11941" y="6246"/>
                  </a:cubicBezTo>
                  <a:lnTo>
                    <a:pt x="9893" y="8294"/>
                  </a:lnTo>
                  <a:cubicBezTo>
                    <a:pt x="9814" y="8373"/>
                    <a:pt x="9704" y="8412"/>
                    <a:pt x="9594" y="8412"/>
                  </a:cubicBezTo>
                  <a:cubicBezTo>
                    <a:pt x="9484" y="8412"/>
                    <a:pt x="9373" y="8373"/>
                    <a:pt x="9295" y="8294"/>
                  </a:cubicBezTo>
                  <a:cubicBezTo>
                    <a:pt x="9137" y="8137"/>
                    <a:pt x="9137" y="7885"/>
                    <a:pt x="9295" y="7727"/>
                  </a:cubicBezTo>
                  <a:lnTo>
                    <a:pt x="11342" y="5679"/>
                  </a:lnTo>
                  <a:cubicBezTo>
                    <a:pt x="11421" y="5601"/>
                    <a:pt x="11531" y="5561"/>
                    <a:pt x="11642" y="5561"/>
                  </a:cubicBezTo>
                  <a:close/>
                  <a:moveTo>
                    <a:pt x="4065" y="7664"/>
                  </a:moveTo>
                  <a:lnTo>
                    <a:pt x="5230" y="8861"/>
                  </a:lnTo>
                  <a:lnTo>
                    <a:pt x="2426" y="11665"/>
                  </a:lnTo>
                  <a:cubicBezTo>
                    <a:pt x="2269" y="11823"/>
                    <a:pt x="2064" y="11902"/>
                    <a:pt x="1855" y="11902"/>
                  </a:cubicBezTo>
                  <a:cubicBezTo>
                    <a:pt x="1647" y="11902"/>
                    <a:pt x="1434" y="11823"/>
                    <a:pt x="1261" y="11665"/>
                  </a:cubicBezTo>
                  <a:cubicBezTo>
                    <a:pt x="914" y="11350"/>
                    <a:pt x="914" y="10783"/>
                    <a:pt x="1261" y="10468"/>
                  </a:cubicBezTo>
                  <a:lnTo>
                    <a:pt x="4065" y="7664"/>
                  </a:lnTo>
                  <a:close/>
                  <a:moveTo>
                    <a:pt x="6971" y="1"/>
                  </a:moveTo>
                  <a:cubicBezTo>
                    <a:pt x="6648" y="1"/>
                    <a:pt x="6317" y="119"/>
                    <a:pt x="6050" y="355"/>
                  </a:cubicBezTo>
                  <a:lnTo>
                    <a:pt x="4002" y="2403"/>
                  </a:lnTo>
                  <a:cubicBezTo>
                    <a:pt x="3529" y="2875"/>
                    <a:pt x="3529" y="3663"/>
                    <a:pt x="4002" y="4167"/>
                  </a:cubicBezTo>
                  <a:cubicBezTo>
                    <a:pt x="4258" y="4424"/>
                    <a:pt x="4564" y="4544"/>
                    <a:pt x="4874" y="4544"/>
                  </a:cubicBezTo>
                  <a:cubicBezTo>
                    <a:pt x="5058" y="4544"/>
                    <a:pt x="5243" y="4501"/>
                    <a:pt x="5419" y="4419"/>
                  </a:cubicBezTo>
                  <a:lnTo>
                    <a:pt x="6081" y="5018"/>
                  </a:lnTo>
                  <a:lnTo>
                    <a:pt x="4285" y="6814"/>
                  </a:lnTo>
                  <a:cubicBezTo>
                    <a:pt x="4206" y="6735"/>
                    <a:pt x="4096" y="6695"/>
                    <a:pt x="3990" y="6695"/>
                  </a:cubicBezTo>
                  <a:cubicBezTo>
                    <a:pt x="3884" y="6695"/>
                    <a:pt x="3781" y="6735"/>
                    <a:pt x="3718" y="6814"/>
                  </a:cubicBezTo>
                  <a:lnTo>
                    <a:pt x="631" y="9869"/>
                  </a:lnTo>
                  <a:cubicBezTo>
                    <a:pt x="1" y="10500"/>
                    <a:pt x="1" y="11571"/>
                    <a:pt x="631" y="12201"/>
                  </a:cubicBezTo>
                  <a:cubicBezTo>
                    <a:pt x="965" y="12536"/>
                    <a:pt x="1405" y="12701"/>
                    <a:pt x="1840" y="12701"/>
                  </a:cubicBezTo>
                  <a:cubicBezTo>
                    <a:pt x="2264" y="12701"/>
                    <a:pt x="2682" y="12544"/>
                    <a:pt x="2994" y="12232"/>
                  </a:cubicBezTo>
                  <a:lnTo>
                    <a:pt x="6050" y="9176"/>
                  </a:lnTo>
                  <a:cubicBezTo>
                    <a:pt x="6207" y="9019"/>
                    <a:pt x="6207" y="8735"/>
                    <a:pt x="6050" y="8578"/>
                  </a:cubicBezTo>
                  <a:lnTo>
                    <a:pt x="7845" y="6814"/>
                  </a:lnTo>
                  <a:lnTo>
                    <a:pt x="8475" y="7444"/>
                  </a:lnTo>
                  <a:cubicBezTo>
                    <a:pt x="8255" y="7853"/>
                    <a:pt x="8318" y="8452"/>
                    <a:pt x="8696" y="8861"/>
                  </a:cubicBezTo>
                  <a:cubicBezTo>
                    <a:pt x="8932" y="9098"/>
                    <a:pt x="9247" y="9216"/>
                    <a:pt x="9566" y="9216"/>
                  </a:cubicBezTo>
                  <a:cubicBezTo>
                    <a:pt x="9885" y="9216"/>
                    <a:pt x="10208" y="9098"/>
                    <a:pt x="10460" y="8861"/>
                  </a:cubicBezTo>
                  <a:lnTo>
                    <a:pt x="12508" y="6814"/>
                  </a:lnTo>
                  <a:cubicBezTo>
                    <a:pt x="12981" y="6341"/>
                    <a:pt x="12981" y="5553"/>
                    <a:pt x="12508" y="5018"/>
                  </a:cubicBezTo>
                  <a:cubicBezTo>
                    <a:pt x="12274" y="4784"/>
                    <a:pt x="11979" y="4670"/>
                    <a:pt x="11669" y="4670"/>
                  </a:cubicBezTo>
                  <a:cubicBezTo>
                    <a:pt x="11479" y="4670"/>
                    <a:pt x="11282" y="4713"/>
                    <a:pt x="11090" y="4797"/>
                  </a:cubicBezTo>
                  <a:lnTo>
                    <a:pt x="8066" y="1773"/>
                  </a:lnTo>
                  <a:cubicBezTo>
                    <a:pt x="8255" y="1332"/>
                    <a:pt x="8223" y="733"/>
                    <a:pt x="7845" y="355"/>
                  </a:cubicBezTo>
                  <a:cubicBezTo>
                    <a:pt x="7609" y="119"/>
                    <a:pt x="7294" y="1"/>
                    <a:pt x="6971" y="1"/>
                  </a:cubicBezTo>
                  <a:close/>
                </a:path>
              </a:pathLst>
            </a:custGeom>
            <a:grpFill/>
            <a:ln>
              <a:noFill/>
            </a:ln>
          </p:spPr>
          <p:txBody>
            <a:bodyPr spcFirstLastPara="1" wrap="square" lIns="62728" tIns="62728" rIns="62728" bIns="62728" anchor="ctr" anchorCtr="0">
              <a:noAutofit/>
            </a:bodyPr>
            <a:lstStyle/>
            <a:p>
              <a:endParaRPr sz="764"/>
            </a:p>
          </p:txBody>
        </p:sp>
        <p:sp>
          <p:nvSpPr>
            <p:cNvPr id="426" name="Google Shape;4888;p59">
              <a:extLst>
                <a:ext uri="{FF2B5EF4-FFF2-40B4-BE49-F238E27FC236}">
                  <a16:creationId xmlns:a16="http://schemas.microsoft.com/office/drawing/2014/main" id="{ABEC0A7C-B455-4D25-BE29-6C83DBD7F764}"/>
                </a:ext>
              </a:extLst>
            </p:cNvPr>
            <p:cNvSpPr/>
            <p:nvPr/>
          </p:nvSpPr>
          <p:spPr>
            <a:xfrm>
              <a:off x="-63532650" y="2901200"/>
              <a:ext cx="185900" cy="63025"/>
            </a:xfrm>
            <a:custGeom>
              <a:avLst/>
              <a:gdLst/>
              <a:ahLst/>
              <a:cxnLst/>
              <a:rect l="l" t="t" r="r" b="b"/>
              <a:pathLst>
                <a:path w="7436" h="2521" extrusionOk="0">
                  <a:moveTo>
                    <a:pt x="5356" y="851"/>
                  </a:moveTo>
                  <a:cubicBezTo>
                    <a:pt x="5577" y="851"/>
                    <a:pt x="5734" y="1040"/>
                    <a:pt x="5734" y="1261"/>
                  </a:cubicBezTo>
                  <a:lnTo>
                    <a:pt x="5734" y="1702"/>
                  </a:lnTo>
                  <a:lnTo>
                    <a:pt x="1607" y="1702"/>
                  </a:lnTo>
                  <a:lnTo>
                    <a:pt x="1607" y="1261"/>
                  </a:lnTo>
                  <a:cubicBezTo>
                    <a:pt x="1607" y="1040"/>
                    <a:pt x="1796" y="851"/>
                    <a:pt x="2048" y="851"/>
                  </a:cubicBezTo>
                  <a:close/>
                  <a:moveTo>
                    <a:pt x="2048" y="1"/>
                  </a:moveTo>
                  <a:cubicBezTo>
                    <a:pt x="1355" y="1"/>
                    <a:pt x="788" y="568"/>
                    <a:pt x="788" y="1261"/>
                  </a:cubicBezTo>
                  <a:lnTo>
                    <a:pt x="788" y="1702"/>
                  </a:lnTo>
                  <a:lnTo>
                    <a:pt x="378" y="1702"/>
                  </a:lnTo>
                  <a:cubicBezTo>
                    <a:pt x="158" y="1702"/>
                    <a:pt x="0" y="1891"/>
                    <a:pt x="0" y="2111"/>
                  </a:cubicBezTo>
                  <a:cubicBezTo>
                    <a:pt x="0" y="2332"/>
                    <a:pt x="189" y="2521"/>
                    <a:pt x="378" y="2521"/>
                  </a:cubicBezTo>
                  <a:lnTo>
                    <a:pt x="6995" y="2521"/>
                  </a:lnTo>
                  <a:cubicBezTo>
                    <a:pt x="7247" y="2521"/>
                    <a:pt x="7436" y="2332"/>
                    <a:pt x="7436" y="2111"/>
                  </a:cubicBezTo>
                  <a:cubicBezTo>
                    <a:pt x="7404" y="1891"/>
                    <a:pt x="7184" y="1702"/>
                    <a:pt x="6963" y="1702"/>
                  </a:cubicBezTo>
                  <a:lnTo>
                    <a:pt x="6553" y="1702"/>
                  </a:lnTo>
                  <a:lnTo>
                    <a:pt x="6553" y="1261"/>
                  </a:lnTo>
                  <a:cubicBezTo>
                    <a:pt x="6553" y="599"/>
                    <a:pt x="6018" y="1"/>
                    <a:pt x="5356"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399" name="Google Shape;4889;p59">
            <a:extLst>
              <a:ext uri="{FF2B5EF4-FFF2-40B4-BE49-F238E27FC236}">
                <a16:creationId xmlns:a16="http://schemas.microsoft.com/office/drawing/2014/main" id="{EB4BA76B-6755-4D34-B9B6-FF4DC31CD35B}"/>
              </a:ext>
            </a:extLst>
          </p:cNvPr>
          <p:cNvGrpSpPr/>
          <p:nvPr/>
        </p:nvGrpSpPr>
        <p:grpSpPr>
          <a:xfrm>
            <a:off x="3129319" y="2853283"/>
            <a:ext cx="239156" cy="239459"/>
            <a:chOff x="-61784125" y="1931250"/>
            <a:chExt cx="316650" cy="317050"/>
          </a:xfrm>
          <a:solidFill>
            <a:schemeClr val="tx1"/>
          </a:solidFill>
        </p:grpSpPr>
        <p:sp>
          <p:nvSpPr>
            <p:cNvPr id="421" name="Google Shape;4890;p59">
              <a:extLst>
                <a:ext uri="{FF2B5EF4-FFF2-40B4-BE49-F238E27FC236}">
                  <a16:creationId xmlns:a16="http://schemas.microsoft.com/office/drawing/2014/main" id="{E94178FC-CCBB-4FAE-B05E-3A264F277E60}"/>
                </a:ext>
              </a:extLst>
            </p:cNvPr>
            <p:cNvSpPr/>
            <p:nvPr/>
          </p:nvSpPr>
          <p:spPr>
            <a:xfrm>
              <a:off x="-61688025" y="1931250"/>
              <a:ext cx="124450" cy="134300"/>
            </a:xfrm>
            <a:custGeom>
              <a:avLst/>
              <a:gdLst/>
              <a:ahLst/>
              <a:cxnLst/>
              <a:rect l="l" t="t" r="r" b="b"/>
              <a:pathLst>
                <a:path w="4978" h="5372" extrusionOk="0">
                  <a:moveTo>
                    <a:pt x="2497" y="845"/>
                  </a:moveTo>
                  <a:cubicBezTo>
                    <a:pt x="2709" y="845"/>
                    <a:pt x="2922" y="922"/>
                    <a:pt x="3088" y="1087"/>
                  </a:cubicBezTo>
                  <a:cubicBezTo>
                    <a:pt x="3277" y="1276"/>
                    <a:pt x="3340" y="1591"/>
                    <a:pt x="3277" y="1906"/>
                  </a:cubicBezTo>
                  <a:cubicBezTo>
                    <a:pt x="3182" y="2190"/>
                    <a:pt x="2993" y="2410"/>
                    <a:pt x="2709" y="2442"/>
                  </a:cubicBezTo>
                  <a:cubicBezTo>
                    <a:pt x="2625" y="2467"/>
                    <a:pt x="2545" y="2479"/>
                    <a:pt x="2469" y="2479"/>
                  </a:cubicBezTo>
                  <a:cubicBezTo>
                    <a:pt x="2259" y="2479"/>
                    <a:pt x="2075" y="2391"/>
                    <a:pt x="1890" y="2253"/>
                  </a:cubicBezTo>
                  <a:cubicBezTo>
                    <a:pt x="1701" y="2032"/>
                    <a:pt x="1607" y="1717"/>
                    <a:pt x="1701" y="1434"/>
                  </a:cubicBezTo>
                  <a:cubicBezTo>
                    <a:pt x="1800" y="1059"/>
                    <a:pt x="2145" y="845"/>
                    <a:pt x="2497" y="845"/>
                  </a:cubicBezTo>
                  <a:close/>
                  <a:moveTo>
                    <a:pt x="2520" y="3324"/>
                  </a:moveTo>
                  <a:cubicBezTo>
                    <a:pt x="3277" y="3324"/>
                    <a:pt x="3907" y="3828"/>
                    <a:pt x="4096" y="4553"/>
                  </a:cubicBezTo>
                  <a:lnTo>
                    <a:pt x="914" y="4553"/>
                  </a:lnTo>
                  <a:cubicBezTo>
                    <a:pt x="1103" y="3828"/>
                    <a:pt x="1733" y="3324"/>
                    <a:pt x="2520" y="3324"/>
                  </a:cubicBezTo>
                  <a:close/>
                  <a:moveTo>
                    <a:pt x="2510" y="1"/>
                  </a:moveTo>
                  <a:cubicBezTo>
                    <a:pt x="1805" y="1"/>
                    <a:pt x="1113" y="455"/>
                    <a:pt x="914" y="1213"/>
                  </a:cubicBezTo>
                  <a:cubicBezTo>
                    <a:pt x="756" y="1780"/>
                    <a:pt x="914" y="2347"/>
                    <a:pt x="1292" y="2789"/>
                  </a:cubicBezTo>
                  <a:cubicBezTo>
                    <a:pt x="567" y="3198"/>
                    <a:pt x="0" y="3986"/>
                    <a:pt x="0" y="4931"/>
                  </a:cubicBezTo>
                  <a:cubicBezTo>
                    <a:pt x="0" y="5183"/>
                    <a:pt x="189" y="5372"/>
                    <a:pt x="441" y="5372"/>
                  </a:cubicBezTo>
                  <a:lnTo>
                    <a:pt x="4568" y="5372"/>
                  </a:lnTo>
                  <a:cubicBezTo>
                    <a:pt x="4820" y="5372"/>
                    <a:pt x="4978" y="5183"/>
                    <a:pt x="4978" y="4931"/>
                  </a:cubicBezTo>
                  <a:cubicBezTo>
                    <a:pt x="4978" y="3986"/>
                    <a:pt x="4442" y="3198"/>
                    <a:pt x="3718" y="2789"/>
                  </a:cubicBezTo>
                  <a:cubicBezTo>
                    <a:pt x="3907" y="2568"/>
                    <a:pt x="4033" y="2347"/>
                    <a:pt x="4096" y="2064"/>
                  </a:cubicBezTo>
                  <a:cubicBezTo>
                    <a:pt x="4253" y="1528"/>
                    <a:pt x="4096" y="930"/>
                    <a:pt x="3655" y="489"/>
                  </a:cubicBezTo>
                  <a:cubicBezTo>
                    <a:pt x="3331" y="153"/>
                    <a:pt x="2918" y="1"/>
                    <a:pt x="2510" y="1"/>
                  </a:cubicBezTo>
                  <a:close/>
                </a:path>
              </a:pathLst>
            </a:custGeom>
            <a:grpFill/>
            <a:ln>
              <a:noFill/>
            </a:ln>
          </p:spPr>
          <p:txBody>
            <a:bodyPr spcFirstLastPara="1" wrap="square" lIns="62728" tIns="62728" rIns="62728" bIns="62728" anchor="ctr" anchorCtr="0">
              <a:noAutofit/>
            </a:bodyPr>
            <a:lstStyle/>
            <a:p>
              <a:endParaRPr sz="764"/>
            </a:p>
          </p:txBody>
        </p:sp>
        <p:sp>
          <p:nvSpPr>
            <p:cNvPr id="422" name="Google Shape;4891;p59">
              <a:extLst>
                <a:ext uri="{FF2B5EF4-FFF2-40B4-BE49-F238E27FC236}">
                  <a16:creationId xmlns:a16="http://schemas.microsoft.com/office/drawing/2014/main" id="{922ABE83-1B25-4064-8D61-9403A04937C2}"/>
                </a:ext>
              </a:extLst>
            </p:cNvPr>
            <p:cNvSpPr/>
            <p:nvPr/>
          </p:nvSpPr>
          <p:spPr>
            <a:xfrm>
              <a:off x="-61784125" y="2113325"/>
              <a:ext cx="124450" cy="134975"/>
            </a:xfrm>
            <a:custGeom>
              <a:avLst/>
              <a:gdLst/>
              <a:ahLst/>
              <a:cxnLst/>
              <a:rect l="l" t="t" r="r" b="b"/>
              <a:pathLst>
                <a:path w="4978" h="5399" extrusionOk="0">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7" y="2491"/>
                  </a:cubicBezTo>
                  <a:cubicBezTo>
                    <a:pt x="2261" y="2491"/>
                    <a:pt x="2058" y="2415"/>
                    <a:pt x="1891" y="2248"/>
                  </a:cubicBezTo>
                  <a:cubicBezTo>
                    <a:pt x="1670" y="2059"/>
                    <a:pt x="1607" y="1743"/>
                    <a:pt x="1670" y="1428"/>
                  </a:cubicBezTo>
                  <a:cubicBezTo>
                    <a:pt x="1770" y="1068"/>
                    <a:pt x="2124" y="848"/>
                    <a:pt x="2482" y="848"/>
                  </a:cubicBezTo>
                  <a:close/>
                  <a:moveTo>
                    <a:pt x="2458" y="3319"/>
                  </a:moveTo>
                  <a:cubicBezTo>
                    <a:pt x="3245" y="3319"/>
                    <a:pt x="3907" y="3854"/>
                    <a:pt x="4096" y="4547"/>
                  </a:cubicBezTo>
                  <a:lnTo>
                    <a:pt x="883" y="4547"/>
                  </a:lnTo>
                  <a:cubicBezTo>
                    <a:pt x="1040" y="3886"/>
                    <a:pt x="1733" y="3319"/>
                    <a:pt x="2458" y="3319"/>
                  </a:cubicBezTo>
                  <a:close/>
                  <a:moveTo>
                    <a:pt x="2509" y="1"/>
                  </a:moveTo>
                  <a:cubicBezTo>
                    <a:pt x="1812" y="1"/>
                    <a:pt x="1143" y="437"/>
                    <a:pt x="946" y="1208"/>
                  </a:cubicBezTo>
                  <a:cubicBezTo>
                    <a:pt x="788" y="1806"/>
                    <a:pt x="946" y="2342"/>
                    <a:pt x="1324" y="2783"/>
                  </a:cubicBezTo>
                  <a:cubicBezTo>
                    <a:pt x="568" y="3224"/>
                    <a:pt x="32" y="4012"/>
                    <a:pt x="32" y="4957"/>
                  </a:cubicBezTo>
                  <a:cubicBezTo>
                    <a:pt x="0" y="5209"/>
                    <a:pt x="189" y="5398"/>
                    <a:pt x="410" y="5398"/>
                  </a:cubicBezTo>
                  <a:lnTo>
                    <a:pt x="4569" y="5398"/>
                  </a:lnTo>
                  <a:cubicBezTo>
                    <a:pt x="4789" y="5398"/>
                    <a:pt x="4978" y="5209"/>
                    <a:pt x="4978" y="4988"/>
                  </a:cubicBezTo>
                  <a:cubicBezTo>
                    <a:pt x="4978" y="4043"/>
                    <a:pt x="4474" y="3256"/>
                    <a:pt x="3718" y="2815"/>
                  </a:cubicBezTo>
                  <a:cubicBezTo>
                    <a:pt x="3939" y="2626"/>
                    <a:pt x="4033" y="2374"/>
                    <a:pt x="4128" y="2090"/>
                  </a:cubicBezTo>
                  <a:cubicBezTo>
                    <a:pt x="4285" y="1523"/>
                    <a:pt x="4128" y="924"/>
                    <a:pt x="3687" y="483"/>
                  </a:cubicBezTo>
                  <a:cubicBezTo>
                    <a:pt x="3346" y="155"/>
                    <a:pt x="2923" y="1"/>
                    <a:pt x="2509" y="1"/>
                  </a:cubicBezTo>
                  <a:close/>
                </a:path>
              </a:pathLst>
            </a:custGeom>
            <a:grpFill/>
            <a:ln>
              <a:noFill/>
            </a:ln>
          </p:spPr>
          <p:txBody>
            <a:bodyPr spcFirstLastPara="1" wrap="square" lIns="62728" tIns="62728" rIns="62728" bIns="62728" anchor="ctr" anchorCtr="0">
              <a:noAutofit/>
            </a:bodyPr>
            <a:lstStyle/>
            <a:p>
              <a:endParaRPr sz="764"/>
            </a:p>
          </p:txBody>
        </p:sp>
        <p:sp>
          <p:nvSpPr>
            <p:cNvPr id="423" name="Google Shape;4892;p59">
              <a:extLst>
                <a:ext uri="{FF2B5EF4-FFF2-40B4-BE49-F238E27FC236}">
                  <a16:creationId xmlns:a16="http://schemas.microsoft.com/office/drawing/2014/main" id="{CE11435D-3693-47E4-B222-C56ABA8490B5}"/>
                </a:ext>
              </a:extLst>
            </p:cNvPr>
            <p:cNvSpPr/>
            <p:nvPr/>
          </p:nvSpPr>
          <p:spPr>
            <a:xfrm>
              <a:off x="-61591150" y="2113325"/>
              <a:ext cx="123675" cy="134175"/>
            </a:xfrm>
            <a:custGeom>
              <a:avLst/>
              <a:gdLst/>
              <a:ahLst/>
              <a:cxnLst/>
              <a:rect l="l" t="t" r="r" b="b"/>
              <a:pathLst>
                <a:path w="4947" h="5367" extrusionOk="0">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6" y="2491"/>
                  </a:cubicBezTo>
                  <a:cubicBezTo>
                    <a:pt x="2261" y="2491"/>
                    <a:pt x="2057" y="2415"/>
                    <a:pt x="1890" y="2248"/>
                  </a:cubicBezTo>
                  <a:cubicBezTo>
                    <a:pt x="1670" y="2059"/>
                    <a:pt x="1607" y="1743"/>
                    <a:pt x="1670" y="1428"/>
                  </a:cubicBezTo>
                  <a:cubicBezTo>
                    <a:pt x="1770" y="1068"/>
                    <a:pt x="2124" y="848"/>
                    <a:pt x="2482" y="848"/>
                  </a:cubicBezTo>
                  <a:close/>
                  <a:moveTo>
                    <a:pt x="2521" y="3382"/>
                  </a:moveTo>
                  <a:cubicBezTo>
                    <a:pt x="3308" y="3382"/>
                    <a:pt x="3938" y="3886"/>
                    <a:pt x="4127" y="4579"/>
                  </a:cubicBezTo>
                  <a:lnTo>
                    <a:pt x="882" y="4579"/>
                  </a:lnTo>
                  <a:cubicBezTo>
                    <a:pt x="1103" y="3886"/>
                    <a:pt x="1733" y="3382"/>
                    <a:pt x="2521" y="3382"/>
                  </a:cubicBezTo>
                  <a:close/>
                  <a:moveTo>
                    <a:pt x="2467" y="1"/>
                  </a:moveTo>
                  <a:cubicBezTo>
                    <a:pt x="1761" y="1"/>
                    <a:pt x="1080" y="437"/>
                    <a:pt x="882" y="1208"/>
                  </a:cubicBezTo>
                  <a:cubicBezTo>
                    <a:pt x="725" y="1806"/>
                    <a:pt x="882" y="2342"/>
                    <a:pt x="1292" y="2783"/>
                  </a:cubicBezTo>
                  <a:cubicBezTo>
                    <a:pt x="536" y="3224"/>
                    <a:pt x="0" y="4012"/>
                    <a:pt x="0" y="4957"/>
                  </a:cubicBezTo>
                  <a:cubicBezTo>
                    <a:pt x="0" y="5178"/>
                    <a:pt x="189" y="5367"/>
                    <a:pt x="378" y="5367"/>
                  </a:cubicBezTo>
                  <a:lnTo>
                    <a:pt x="4505" y="5367"/>
                  </a:lnTo>
                  <a:cubicBezTo>
                    <a:pt x="4757" y="5367"/>
                    <a:pt x="4946" y="5178"/>
                    <a:pt x="4946" y="4957"/>
                  </a:cubicBezTo>
                  <a:cubicBezTo>
                    <a:pt x="4946" y="4075"/>
                    <a:pt x="4442" y="3256"/>
                    <a:pt x="3686" y="2815"/>
                  </a:cubicBezTo>
                  <a:cubicBezTo>
                    <a:pt x="3875" y="2626"/>
                    <a:pt x="4001" y="2374"/>
                    <a:pt x="4096" y="2090"/>
                  </a:cubicBezTo>
                  <a:cubicBezTo>
                    <a:pt x="4253" y="1523"/>
                    <a:pt x="4096" y="924"/>
                    <a:pt x="3655" y="483"/>
                  </a:cubicBezTo>
                  <a:cubicBezTo>
                    <a:pt x="3314" y="155"/>
                    <a:pt x="2887" y="1"/>
                    <a:pt x="2467" y="1"/>
                  </a:cubicBezTo>
                  <a:close/>
                </a:path>
              </a:pathLst>
            </a:custGeom>
            <a:grpFill/>
            <a:ln>
              <a:noFill/>
            </a:ln>
          </p:spPr>
          <p:txBody>
            <a:bodyPr spcFirstLastPara="1" wrap="square" lIns="62728" tIns="62728" rIns="62728" bIns="62728" anchor="ctr" anchorCtr="0">
              <a:noAutofit/>
            </a:bodyPr>
            <a:lstStyle/>
            <a:p>
              <a:endParaRPr sz="764"/>
            </a:p>
          </p:txBody>
        </p:sp>
        <p:sp>
          <p:nvSpPr>
            <p:cNvPr id="424" name="Google Shape;4893;p59">
              <a:extLst>
                <a:ext uri="{FF2B5EF4-FFF2-40B4-BE49-F238E27FC236}">
                  <a16:creationId xmlns:a16="http://schemas.microsoft.com/office/drawing/2014/main" id="{E840815D-B293-419F-8BF4-B82AEFC9DA78}"/>
                </a:ext>
              </a:extLst>
            </p:cNvPr>
            <p:cNvSpPr/>
            <p:nvPr/>
          </p:nvSpPr>
          <p:spPr>
            <a:xfrm>
              <a:off x="-61677800" y="2072225"/>
              <a:ext cx="106350" cy="62450"/>
            </a:xfrm>
            <a:custGeom>
              <a:avLst/>
              <a:gdLst/>
              <a:ahLst/>
              <a:cxnLst/>
              <a:rect l="l" t="t" r="r" b="b"/>
              <a:pathLst>
                <a:path w="4254" h="2498" extrusionOk="0">
                  <a:moveTo>
                    <a:pt x="2096" y="1"/>
                  </a:moveTo>
                  <a:cubicBezTo>
                    <a:pt x="1985" y="1"/>
                    <a:pt x="1875" y="48"/>
                    <a:pt x="1796" y="142"/>
                  </a:cubicBezTo>
                  <a:lnTo>
                    <a:pt x="158" y="1781"/>
                  </a:lnTo>
                  <a:cubicBezTo>
                    <a:pt x="1" y="1938"/>
                    <a:pt x="1" y="2222"/>
                    <a:pt x="158" y="2379"/>
                  </a:cubicBezTo>
                  <a:cubicBezTo>
                    <a:pt x="237" y="2458"/>
                    <a:pt x="339" y="2497"/>
                    <a:pt x="442" y="2497"/>
                  </a:cubicBezTo>
                  <a:cubicBezTo>
                    <a:pt x="544" y="2497"/>
                    <a:pt x="646" y="2458"/>
                    <a:pt x="725" y="2379"/>
                  </a:cubicBezTo>
                  <a:lnTo>
                    <a:pt x="2111" y="993"/>
                  </a:lnTo>
                  <a:lnTo>
                    <a:pt x="3498" y="2379"/>
                  </a:lnTo>
                  <a:cubicBezTo>
                    <a:pt x="3576" y="2458"/>
                    <a:pt x="3687" y="2497"/>
                    <a:pt x="3797" y="2497"/>
                  </a:cubicBezTo>
                  <a:cubicBezTo>
                    <a:pt x="3907" y="2497"/>
                    <a:pt x="4017" y="2458"/>
                    <a:pt x="4096" y="2379"/>
                  </a:cubicBezTo>
                  <a:cubicBezTo>
                    <a:pt x="4254" y="2222"/>
                    <a:pt x="4254" y="1938"/>
                    <a:pt x="4096" y="1781"/>
                  </a:cubicBezTo>
                  <a:lnTo>
                    <a:pt x="2395" y="142"/>
                  </a:lnTo>
                  <a:cubicBezTo>
                    <a:pt x="2316" y="48"/>
                    <a:pt x="2206" y="1"/>
                    <a:pt x="2096"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00" name="Group 399">
            <a:extLst>
              <a:ext uri="{FF2B5EF4-FFF2-40B4-BE49-F238E27FC236}">
                <a16:creationId xmlns:a16="http://schemas.microsoft.com/office/drawing/2014/main" id="{BBE3BADD-E1CB-4B47-B41B-30BE8EF7C859}"/>
              </a:ext>
            </a:extLst>
          </p:cNvPr>
          <p:cNvGrpSpPr/>
          <p:nvPr/>
        </p:nvGrpSpPr>
        <p:grpSpPr>
          <a:xfrm>
            <a:off x="3129319" y="3131118"/>
            <a:ext cx="239156" cy="239156"/>
            <a:chOff x="3297607" y="1426474"/>
            <a:chExt cx="239156" cy="239156"/>
          </a:xfrm>
          <a:solidFill>
            <a:schemeClr val="tx1"/>
          </a:solidFill>
        </p:grpSpPr>
        <p:sp>
          <p:nvSpPr>
            <p:cNvPr id="419" name="Google Shape;4895;p59">
              <a:extLst>
                <a:ext uri="{FF2B5EF4-FFF2-40B4-BE49-F238E27FC236}">
                  <a16:creationId xmlns:a16="http://schemas.microsoft.com/office/drawing/2014/main" id="{4A76D6FA-7BEE-4687-9FDE-A9EC17C3ACB8}"/>
                </a:ext>
              </a:extLst>
            </p:cNvPr>
            <p:cNvSpPr/>
            <p:nvPr/>
          </p:nvSpPr>
          <p:spPr>
            <a:xfrm>
              <a:off x="3297607" y="1426474"/>
              <a:ext cx="239156" cy="239156"/>
            </a:xfrm>
            <a:custGeom>
              <a:avLst/>
              <a:gdLst/>
              <a:ahLst/>
              <a:cxnLst/>
              <a:rect l="l" t="t" r="r" b="b"/>
              <a:pathLst>
                <a:path w="12666" h="12666" extrusionOk="0">
                  <a:moveTo>
                    <a:pt x="379" y="0"/>
                  </a:moveTo>
                  <a:cubicBezTo>
                    <a:pt x="158" y="0"/>
                    <a:pt x="1" y="189"/>
                    <a:pt x="1" y="441"/>
                  </a:cubicBezTo>
                  <a:lnTo>
                    <a:pt x="1" y="12287"/>
                  </a:lnTo>
                  <a:cubicBezTo>
                    <a:pt x="1" y="12508"/>
                    <a:pt x="190" y="12665"/>
                    <a:pt x="379" y="12665"/>
                  </a:cubicBezTo>
                  <a:lnTo>
                    <a:pt x="12256" y="12665"/>
                  </a:lnTo>
                  <a:cubicBezTo>
                    <a:pt x="12477" y="12665"/>
                    <a:pt x="12666" y="12476"/>
                    <a:pt x="12666" y="12287"/>
                  </a:cubicBezTo>
                  <a:cubicBezTo>
                    <a:pt x="12634" y="12098"/>
                    <a:pt x="12477" y="11878"/>
                    <a:pt x="12256" y="11878"/>
                  </a:cubicBezTo>
                  <a:lnTo>
                    <a:pt x="820" y="11878"/>
                  </a:lnTo>
                  <a:lnTo>
                    <a:pt x="820" y="441"/>
                  </a:lnTo>
                  <a:cubicBezTo>
                    <a:pt x="820" y="189"/>
                    <a:pt x="631" y="0"/>
                    <a:pt x="379" y="0"/>
                  </a:cubicBezTo>
                  <a:close/>
                </a:path>
              </a:pathLst>
            </a:custGeom>
            <a:grpFill/>
            <a:ln>
              <a:noFill/>
            </a:ln>
          </p:spPr>
          <p:txBody>
            <a:bodyPr spcFirstLastPara="1" wrap="square" lIns="62728" tIns="62728" rIns="62728" bIns="62728" anchor="ctr" anchorCtr="0">
              <a:noAutofit/>
            </a:bodyPr>
            <a:lstStyle/>
            <a:p>
              <a:endParaRPr sz="764"/>
            </a:p>
          </p:txBody>
        </p:sp>
        <p:sp>
          <p:nvSpPr>
            <p:cNvPr id="420" name="Google Shape;4896;p59">
              <a:extLst>
                <a:ext uri="{FF2B5EF4-FFF2-40B4-BE49-F238E27FC236}">
                  <a16:creationId xmlns:a16="http://schemas.microsoft.com/office/drawing/2014/main" id="{590FBF66-1CC1-443D-A9C2-13EA598CBB28}"/>
                </a:ext>
              </a:extLst>
            </p:cNvPr>
            <p:cNvSpPr/>
            <p:nvPr/>
          </p:nvSpPr>
          <p:spPr>
            <a:xfrm>
              <a:off x="3328554" y="1494883"/>
              <a:ext cx="208209" cy="114234"/>
            </a:xfrm>
            <a:custGeom>
              <a:avLst/>
              <a:gdLst/>
              <a:ahLst/>
              <a:cxnLst/>
              <a:rect l="l" t="t" r="r" b="b"/>
              <a:pathLst>
                <a:path w="11027" h="6050" extrusionOk="0">
                  <a:moveTo>
                    <a:pt x="9767" y="788"/>
                  </a:moveTo>
                  <a:cubicBezTo>
                    <a:pt x="10019" y="788"/>
                    <a:pt x="10208" y="977"/>
                    <a:pt x="10208" y="1229"/>
                  </a:cubicBezTo>
                  <a:cubicBezTo>
                    <a:pt x="10176" y="1450"/>
                    <a:pt x="10019" y="1639"/>
                    <a:pt x="9767" y="1639"/>
                  </a:cubicBezTo>
                  <a:cubicBezTo>
                    <a:pt x="9546" y="1639"/>
                    <a:pt x="9389" y="1450"/>
                    <a:pt x="9389" y="1229"/>
                  </a:cubicBezTo>
                  <a:cubicBezTo>
                    <a:pt x="9389" y="977"/>
                    <a:pt x="9578" y="788"/>
                    <a:pt x="9767" y="788"/>
                  </a:cubicBezTo>
                  <a:close/>
                  <a:moveTo>
                    <a:pt x="4001" y="1607"/>
                  </a:moveTo>
                  <a:cubicBezTo>
                    <a:pt x="4222" y="1607"/>
                    <a:pt x="4379" y="1796"/>
                    <a:pt x="4379" y="2048"/>
                  </a:cubicBezTo>
                  <a:cubicBezTo>
                    <a:pt x="4379" y="2269"/>
                    <a:pt x="4222" y="2489"/>
                    <a:pt x="4001" y="2489"/>
                  </a:cubicBezTo>
                  <a:cubicBezTo>
                    <a:pt x="3749" y="2489"/>
                    <a:pt x="3560" y="2269"/>
                    <a:pt x="3560" y="2048"/>
                  </a:cubicBezTo>
                  <a:cubicBezTo>
                    <a:pt x="3560" y="1796"/>
                    <a:pt x="3749" y="1607"/>
                    <a:pt x="4001" y="1607"/>
                  </a:cubicBezTo>
                  <a:close/>
                  <a:moveTo>
                    <a:pt x="6459" y="4128"/>
                  </a:moveTo>
                  <a:cubicBezTo>
                    <a:pt x="6679" y="4128"/>
                    <a:pt x="6900" y="4317"/>
                    <a:pt x="6900" y="4569"/>
                  </a:cubicBezTo>
                  <a:cubicBezTo>
                    <a:pt x="6868" y="4758"/>
                    <a:pt x="6711" y="4947"/>
                    <a:pt x="6459" y="4947"/>
                  </a:cubicBezTo>
                  <a:cubicBezTo>
                    <a:pt x="6238" y="4947"/>
                    <a:pt x="6081" y="4758"/>
                    <a:pt x="6081" y="4569"/>
                  </a:cubicBezTo>
                  <a:cubicBezTo>
                    <a:pt x="6081" y="4317"/>
                    <a:pt x="6270" y="4128"/>
                    <a:pt x="6459" y="4128"/>
                  </a:cubicBezTo>
                  <a:close/>
                  <a:moveTo>
                    <a:pt x="1229" y="4380"/>
                  </a:moveTo>
                  <a:cubicBezTo>
                    <a:pt x="1481" y="4380"/>
                    <a:pt x="1638" y="4569"/>
                    <a:pt x="1638" y="4789"/>
                  </a:cubicBezTo>
                  <a:cubicBezTo>
                    <a:pt x="1638" y="5041"/>
                    <a:pt x="1481" y="5230"/>
                    <a:pt x="1229" y="5230"/>
                  </a:cubicBezTo>
                  <a:cubicBezTo>
                    <a:pt x="1008" y="5230"/>
                    <a:pt x="788" y="5041"/>
                    <a:pt x="788" y="4789"/>
                  </a:cubicBezTo>
                  <a:cubicBezTo>
                    <a:pt x="788" y="4569"/>
                    <a:pt x="1008" y="4380"/>
                    <a:pt x="1229" y="4380"/>
                  </a:cubicBezTo>
                  <a:close/>
                  <a:moveTo>
                    <a:pt x="9767" y="0"/>
                  </a:moveTo>
                  <a:cubicBezTo>
                    <a:pt x="9105" y="0"/>
                    <a:pt x="8570" y="536"/>
                    <a:pt x="8570" y="1229"/>
                  </a:cubicBezTo>
                  <a:cubicBezTo>
                    <a:pt x="8570" y="1418"/>
                    <a:pt x="8601" y="1576"/>
                    <a:pt x="8664" y="1765"/>
                  </a:cubicBezTo>
                  <a:lnTo>
                    <a:pt x="7026" y="3434"/>
                  </a:lnTo>
                  <a:cubicBezTo>
                    <a:pt x="6868" y="3340"/>
                    <a:pt x="6679" y="3308"/>
                    <a:pt x="6459" y="3308"/>
                  </a:cubicBezTo>
                  <a:cubicBezTo>
                    <a:pt x="6270" y="3308"/>
                    <a:pt x="6112" y="3340"/>
                    <a:pt x="5923" y="3434"/>
                  </a:cubicBezTo>
                  <a:lnTo>
                    <a:pt x="5104" y="2584"/>
                  </a:lnTo>
                  <a:cubicBezTo>
                    <a:pt x="5167" y="2426"/>
                    <a:pt x="5199" y="2237"/>
                    <a:pt x="5199" y="2048"/>
                  </a:cubicBezTo>
                  <a:cubicBezTo>
                    <a:pt x="5199" y="1387"/>
                    <a:pt x="4663" y="788"/>
                    <a:pt x="4001" y="788"/>
                  </a:cubicBezTo>
                  <a:cubicBezTo>
                    <a:pt x="3308" y="788"/>
                    <a:pt x="2773" y="1324"/>
                    <a:pt x="2773" y="2048"/>
                  </a:cubicBezTo>
                  <a:cubicBezTo>
                    <a:pt x="2773" y="2237"/>
                    <a:pt x="2804" y="2395"/>
                    <a:pt x="2899" y="2584"/>
                  </a:cubicBezTo>
                  <a:lnTo>
                    <a:pt x="1796" y="3686"/>
                  </a:lnTo>
                  <a:cubicBezTo>
                    <a:pt x="1638" y="3623"/>
                    <a:pt x="1418" y="3592"/>
                    <a:pt x="1229" y="3592"/>
                  </a:cubicBezTo>
                  <a:cubicBezTo>
                    <a:pt x="567" y="3592"/>
                    <a:pt x="0" y="4128"/>
                    <a:pt x="0" y="4852"/>
                  </a:cubicBezTo>
                  <a:cubicBezTo>
                    <a:pt x="0" y="5514"/>
                    <a:pt x="567" y="6049"/>
                    <a:pt x="1229" y="6049"/>
                  </a:cubicBezTo>
                  <a:cubicBezTo>
                    <a:pt x="1890" y="6049"/>
                    <a:pt x="2458" y="5514"/>
                    <a:pt x="2458" y="4852"/>
                  </a:cubicBezTo>
                  <a:cubicBezTo>
                    <a:pt x="2458" y="4632"/>
                    <a:pt x="2426" y="4474"/>
                    <a:pt x="2332" y="4285"/>
                  </a:cubicBezTo>
                  <a:lnTo>
                    <a:pt x="3434" y="3182"/>
                  </a:lnTo>
                  <a:cubicBezTo>
                    <a:pt x="3592" y="3245"/>
                    <a:pt x="3781" y="3308"/>
                    <a:pt x="4001" y="3308"/>
                  </a:cubicBezTo>
                  <a:cubicBezTo>
                    <a:pt x="4190" y="3308"/>
                    <a:pt x="4348" y="3277"/>
                    <a:pt x="4537" y="3182"/>
                  </a:cubicBezTo>
                  <a:lnTo>
                    <a:pt x="5356" y="4001"/>
                  </a:lnTo>
                  <a:cubicBezTo>
                    <a:pt x="5293" y="4159"/>
                    <a:pt x="5262" y="4348"/>
                    <a:pt x="5262" y="4569"/>
                  </a:cubicBezTo>
                  <a:cubicBezTo>
                    <a:pt x="5262" y="5230"/>
                    <a:pt x="5797" y="5766"/>
                    <a:pt x="6459" y="5766"/>
                  </a:cubicBezTo>
                  <a:cubicBezTo>
                    <a:pt x="7152" y="5766"/>
                    <a:pt x="7687" y="5230"/>
                    <a:pt x="7687" y="4569"/>
                  </a:cubicBezTo>
                  <a:cubicBezTo>
                    <a:pt x="7687" y="4348"/>
                    <a:pt x="7656" y="4191"/>
                    <a:pt x="7561" y="4001"/>
                  </a:cubicBezTo>
                  <a:lnTo>
                    <a:pt x="9231" y="2363"/>
                  </a:lnTo>
                  <a:cubicBezTo>
                    <a:pt x="9389" y="2426"/>
                    <a:pt x="9578" y="2489"/>
                    <a:pt x="9767" y="2489"/>
                  </a:cubicBezTo>
                  <a:cubicBezTo>
                    <a:pt x="10460" y="2489"/>
                    <a:pt x="11027" y="1922"/>
                    <a:pt x="11027" y="1229"/>
                  </a:cubicBezTo>
                  <a:cubicBezTo>
                    <a:pt x="10995" y="536"/>
                    <a:pt x="10460" y="0"/>
                    <a:pt x="976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01" name="Google Shape;4897;p59">
            <a:extLst>
              <a:ext uri="{FF2B5EF4-FFF2-40B4-BE49-F238E27FC236}">
                <a16:creationId xmlns:a16="http://schemas.microsoft.com/office/drawing/2014/main" id="{1A6E2AC1-0F40-4E82-B3B8-DFB1E437714C}"/>
              </a:ext>
            </a:extLst>
          </p:cNvPr>
          <p:cNvGrpSpPr/>
          <p:nvPr/>
        </p:nvGrpSpPr>
        <p:grpSpPr>
          <a:xfrm>
            <a:off x="3129319" y="3406735"/>
            <a:ext cx="239156" cy="241139"/>
            <a:chOff x="-61782550" y="2664925"/>
            <a:chExt cx="316650" cy="319275"/>
          </a:xfrm>
          <a:solidFill>
            <a:schemeClr val="tx1"/>
          </a:solidFill>
        </p:grpSpPr>
        <p:sp>
          <p:nvSpPr>
            <p:cNvPr id="416" name="Google Shape;4898;p59">
              <a:extLst>
                <a:ext uri="{FF2B5EF4-FFF2-40B4-BE49-F238E27FC236}">
                  <a16:creationId xmlns:a16="http://schemas.microsoft.com/office/drawing/2014/main" id="{04C52EB1-D3A3-406D-8AAE-A8EF79362C6D}"/>
                </a:ext>
              </a:extLst>
            </p:cNvPr>
            <p:cNvSpPr/>
            <p:nvPr/>
          </p:nvSpPr>
          <p:spPr>
            <a:xfrm>
              <a:off x="-61782550" y="2664925"/>
              <a:ext cx="316650" cy="319275"/>
            </a:xfrm>
            <a:custGeom>
              <a:avLst/>
              <a:gdLst/>
              <a:ahLst/>
              <a:cxnLst/>
              <a:rect l="l" t="t" r="r" b="b"/>
              <a:pathLst>
                <a:path w="12666" h="12771" extrusionOk="0">
                  <a:moveTo>
                    <a:pt x="10208" y="851"/>
                  </a:moveTo>
                  <a:cubicBezTo>
                    <a:pt x="10366" y="1670"/>
                    <a:pt x="10996" y="2300"/>
                    <a:pt x="11815" y="2457"/>
                  </a:cubicBezTo>
                  <a:lnTo>
                    <a:pt x="11815" y="6679"/>
                  </a:lnTo>
                  <a:lnTo>
                    <a:pt x="11783" y="6679"/>
                  </a:lnTo>
                  <a:cubicBezTo>
                    <a:pt x="10964" y="6837"/>
                    <a:pt x="10334" y="7467"/>
                    <a:pt x="10177" y="8286"/>
                  </a:cubicBezTo>
                  <a:lnTo>
                    <a:pt x="9011" y="8286"/>
                  </a:lnTo>
                  <a:cubicBezTo>
                    <a:pt x="9105" y="8002"/>
                    <a:pt x="9168" y="7719"/>
                    <a:pt x="9168" y="7467"/>
                  </a:cubicBezTo>
                  <a:cubicBezTo>
                    <a:pt x="9168" y="6081"/>
                    <a:pt x="8066" y="4978"/>
                    <a:pt x="6711" y="4978"/>
                  </a:cubicBezTo>
                  <a:cubicBezTo>
                    <a:pt x="5325" y="4978"/>
                    <a:pt x="4222" y="6081"/>
                    <a:pt x="4222" y="7467"/>
                  </a:cubicBezTo>
                  <a:cubicBezTo>
                    <a:pt x="4222" y="7719"/>
                    <a:pt x="4254" y="8002"/>
                    <a:pt x="4380" y="8286"/>
                  </a:cubicBezTo>
                  <a:lnTo>
                    <a:pt x="2395" y="8286"/>
                  </a:lnTo>
                  <a:cubicBezTo>
                    <a:pt x="2237" y="7467"/>
                    <a:pt x="1607" y="6837"/>
                    <a:pt x="788" y="6679"/>
                  </a:cubicBezTo>
                  <a:lnTo>
                    <a:pt x="788" y="2457"/>
                  </a:lnTo>
                  <a:cubicBezTo>
                    <a:pt x="1607" y="2300"/>
                    <a:pt x="2237" y="1670"/>
                    <a:pt x="2395" y="851"/>
                  </a:cubicBezTo>
                  <a:close/>
                  <a:moveTo>
                    <a:pt x="6711" y="5797"/>
                  </a:moveTo>
                  <a:cubicBezTo>
                    <a:pt x="7593" y="5797"/>
                    <a:pt x="8349" y="6553"/>
                    <a:pt x="8349" y="7467"/>
                  </a:cubicBezTo>
                  <a:cubicBezTo>
                    <a:pt x="8349" y="8349"/>
                    <a:pt x="7593" y="9105"/>
                    <a:pt x="6711" y="9105"/>
                  </a:cubicBezTo>
                  <a:cubicBezTo>
                    <a:pt x="5797" y="9105"/>
                    <a:pt x="5041" y="8349"/>
                    <a:pt x="5041" y="7467"/>
                  </a:cubicBezTo>
                  <a:cubicBezTo>
                    <a:pt x="5041" y="6553"/>
                    <a:pt x="5797" y="5797"/>
                    <a:pt x="6711" y="5797"/>
                  </a:cubicBezTo>
                  <a:close/>
                  <a:moveTo>
                    <a:pt x="7530" y="9767"/>
                  </a:moveTo>
                  <a:lnTo>
                    <a:pt x="7530" y="11468"/>
                  </a:lnTo>
                  <a:lnTo>
                    <a:pt x="6932" y="11090"/>
                  </a:lnTo>
                  <a:cubicBezTo>
                    <a:pt x="6853" y="11043"/>
                    <a:pt x="6774" y="11019"/>
                    <a:pt x="6695" y="11019"/>
                  </a:cubicBezTo>
                  <a:cubicBezTo>
                    <a:pt x="6616" y="11019"/>
                    <a:pt x="6538" y="11043"/>
                    <a:pt x="6459" y="11090"/>
                  </a:cubicBezTo>
                  <a:lnTo>
                    <a:pt x="5860" y="11468"/>
                  </a:lnTo>
                  <a:lnTo>
                    <a:pt x="5860" y="9767"/>
                  </a:lnTo>
                  <a:cubicBezTo>
                    <a:pt x="6144" y="9861"/>
                    <a:pt x="6427" y="9924"/>
                    <a:pt x="6711" y="9924"/>
                  </a:cubicBezTo>
                  <a:cubicBezTo>
                    <a:pt x="6995" y="9924"/>
                    <a:pt x="7247" y="9893"/>
                    <a:pt x="7530" y="9767"/>
                  </a:cubicBezTo>
                  <a:close/>
                  <a:moveTo>
                    <a:pt x="2048" y="0"/>
                  </a:moveTo>
                  <a:cubicBezTo>
                    <a:pt x="1828" y="0"/>
                    <a:pt x="1670" y="221"/>
                    <a:pt x="1670" y="441"/>
                  </a:cubicBezTo>
                  <a:cubicBezTo>
                    <a:pt x="1670" y="1103"/>
                    <a:pt x="1103" y="1670"/>
                    <a:pt x="410" y="1670"/>
                  </a:cubicBezTo>
                  <a:cubicBezTo>
                    <a:pt x="158" y="1670"/>
                    <a:pt x="0" y="1859"/>
                    <a:pt x="0" y="2111"/>
                  </a:cubicBezTo>
                  <a:lnTo>
                    <a:pt x="0" y="7057"/>
                  </a:lnTo>
                  <a:cubicBezTo>
                    <a:pt x="0" y="7278"/>
                    <a:pt x="189" y="7498"/>
                    <a:pt x="410" y="7498"/>
                  </a:cubicBezTo>
                  <a:cubicBezTo>
                    <a:pt x="1072" y="7498"/>
                    <a:pt x="1670" y="8034"/>
                    <a:pt x="1670" y="8758"/>
                  </a:cubicBezTo>
                  <a:cubicBezTo>
                    <a:pt x="1670" y="8979"/>
                    <a:pt x="1859" y="9136"/>
                    <a:pt x="2048" y="9136"/>
                  </a:cubicBezTo>
                  <a:lnTo>
                    <a:pt x="4884" y="9136"/>
                  </a:lnTo>
                  <a:lnTo>
                    <a:pt x="5073" y="9326"/>
                  </a:lnTo>
                  <a:lnTo>
                    <a:pt x="5073" y="12318"/>
                  </a:lnTo>
                  <a:cubicBezTo>
                    <a:pt x="5073" y="12562"/>
                    <a:pt x="5298" y="12749"/>
                    <a:pt x="5517" y="12749"/>
                  </a:cubicBezTo>
                  <a:cubicBezTo>
                    <a:pt x="5581" y="12749"/>
                    <a:pt x="5645" y="12732"/>
                    <a:pt x="5703" y="12697"/>
                  </a:cubicBezTo>
                  <a:lnTo>
                    <a:pt x="6743" y="12003"/>
                  </a:lnTo>
                  <a:lnTo>
                    <a:pt x="7782" y="12697"/>
                  </a:lnTo>
                  <a:cubicBezTo>
                    <a:pt x="7850" y="12747"/>
                    <a:pt x="7926" y="12771"/>
                    <a:pt x="8002" y="12771"/>
                  </a:cubicBezTo>
                  <a:cubicBezTo>
                    <a:pt x="8210" y="12771"/>
                    <a:pt x="8412" y="12595"/>
                    <a:pt x="8412" y="12318"/>
                  </a:cubicBezTo>
                  <a:lnTo>
                    <a:pt x="8412" y="9262"/>
                  </a:lnTo>
                  <a:lnTo>
                    <a:pt x="8601" y="9073"/>
                  </a:lnTo>
                  <a:lnTo>
                    <a:pt x="10618" y="9073"/>
                  </a:lnTo>
                  <a:cubicBezTo>
                    <a:pt x="10838" y="9073"/>
                    <a:pt x="10996" y="8884"/>
                    <a:pt x="10996" y="8664"/>
                  </a:cubicBezTo>
                  <a:cubicBezTo>
                    <a:pt x="10996" y="8002"/>
                    <a:pt x="11563" y="7404"/>
                    <a:pt x="12224" y="7404"/>
                  </a:cubicBezTo>
                  <a:cubicBezTo>
                    <a:pt x="12445" y="7404"/>
                    <a:pt x="12665" y="7215"/>
                    <a:pt x="12665" y="6994"/>
                  </a:cubicBezTo>
                  <a:lnTo>
                    <a:pt x="12665" y="2016"/>
                  </a:lnTo>
                  <a:cubicBezTo>
                    <a:pt x="12602" y="1827"/>
                    <a:pt x="12445" y="1670"/>
                    <a:pt x="12224" y="1670"/>
                  </a:cubicBezTo>
                  <a:cubicBezTo>
                    <a:pt x="11531" y="1670"/>
                    <a:pt x="10996" y="1103"/>
                    <a:pt x="10996" y="441"/>
                  </a:cubicBezTo>
                  <a:cubicBezTo>
                    <a:pt x="10996" y="221"/>
                    <a:pt x="10807" y="0"/>
                    <a:pt x="10586" y="0"/>
                  </a:cubicBezTo>
                  <a:close/>
                </a:path>
              </a:pathLst>
            </a:custGeom>
            <a:grpFill/>
            <a:ln>
              <a:noFill/>
            </a:ln>
          </p:spPr>
          <p:txBody>
            <a:bodyPr spcFirstLastPara="1" wrap="square" lIns="62728" tIns="62728" rIns="62728" bIns="62728" anchor="ctr" anchorCtr="0">
              <a:noAutofit/>
            </a:bodyPr>
            <a:lstStyle/>
            <a:p>
              <a:endParaRPr sz="764"/>
            </a:p>
          </p:txBody>
        </p:sp>
        <p:sp>
          <p:nvSpPr>
            <p:cNvPr id="417" name="Google Shape;4899;p59">
              <a:extLst>
                <a:ext uri="{FF2B5EF4-FFF2-40B4-BE49-F238E27FC236}">
                  <a16:creationId xmlns:a16="http://schemas.microsoft.com/office/drawing/2014/main" id="{52EC5874-AEBB-43D2-B06D-B79B7A73D67D}"/>
                </a:ext>
              </a:extLst>
            </p:cNvPr>
            <p:cNvSpPr/>
            <p:nvPr/>
          </p:nvSpPr>
          <p:spPr>
            <a:xfrm>
              <a:off x="-61701425" y="2705875"/>
              <a:ext cx="151250" cy="21275"/>
            </a:xfrm>
            <a:custGeom>
              <a:avLst/>
              <a:gdLst/>
              <a:ahLst/>
              <a:cxnLst/>
              <a:rect l="l" t="t" r="r" b="b"/>
              <a:pathLst>
                <a:path w="6050" h="851" extrusionOk="0">
                  <a:moveTo>
                    <a:pt x="410" y="0"/>
                  </a:moveTo>
                  <a:cubicBezTo>
                    <a:pt x="189" y="0"/>
                    <a:pt x="0" y="189"/>
                    <a:pt x="0" y="410"/>
                  </a:cubicBezTo>
                  <a:cubicBezTo>
                    <a:pt x="0" y="662"/>
                    <a:pt x="189" y="851"/>
                    <a:pt x="410" y="851"/>
                  </a:cubicBezTo>
                  <a:lnTo>
                    <a:pt x="5671" y="851"/>
                  </a:lnTo>
                  <a:cubicBezTo>
                    <a:pt x="5892" y="851"/>
                    <a:pt x="6049" y="662"/>
                    <a:pt x="6049" y="410"/>
                  </a:cubicBezTo>
                  <a:cubicBezTo>
                    <a:pt x="6049" y="189"/>
                    <a:pt x="5860" y="0"/>
                    <a:pt x="5671" y="0"/>
                  </a:cubicBezTo>
                  <a:close/>
                </a:path>
              </a:pathLst>
            </a:custGeom>
            <a:grpFill/>
            <a:ln>
              <a:noFill/>
            </a:ln>
          </p:spPr>
          <p:txBody>
            <a:bodyPr spcFirstLastPara="1" wrap="square" lIns="62728" tIns="62728" rIns="62728" bIns="62728" anchor="ctr" anchorCtr="0">
              <a:noAutofit/>
            </a:bodyPr>
            <a:lstStyle/>
            <a:p>
              <a:endParaRPr sz="764"/>
            </a:p>
          </p:txBody>
        </p:sp>
        <p:sp>
          <p:nvSpPr>
            <p:cNvPr id="418" name="Google Shape;4900;p59">
              <a:extLst>
                <a:ext uri="{FF2B5EF4-FFF2-40B4-BE49-F238E27FC236}">
                  <a16:creationId xmlns:a16="http://schemas.microsoft.com/office/drawing/2014/main" id="{AA65B454-7C4E-463F-8A2D-D4CFD6DD0056}"/>
                </a:ext>
              </a:extLst>
            </p:cNvPr>
            <p:cNvSpPr/>
            <p:nvPr/>
          </p:nvSpPr>
          <p:spPr>
            <a:xfrm>
              <a:off x="-61742375" y="2747625"/>
              <a:ext cx="233925" cy="22075"/>
            </a:xfrm>
            <a:custGeom>
              <a:avLst/>
              <a:gdLst/>
              <a:ahLst/>
              <a:cxnLst/>
              <a:rect l="l" t="t" r="r" b="b"/>
              <a:pathLst>
                <a:path w="9357" h="883" extrusionOk="0">
                  <a:moveTo>
                    <a:pt x="410" y="0"/>
                  </a:moveTo>
                  <a:cubicBezTo>
                    <a:pt x="158" y="0"/>
                    <a:pt x="0" y="221"/>
                    <a:pt x="0" y="441"/>
                  </a:cubicBezTo>
                  <a:cubicBezTo>
                    <a:pt x="0" y="693"/>
                    <a:pt x="221" y="882"/>
                    <a:pt x="410" y="882"/>
                  </a:cubicBezTo>
                  <a:lnTo>
                    <a:pt x="8948" y="882"/>
                  </a:lnTo>
                  <a:cubicBezTo>
                    <a:pt x="9200" y="882"/>
                    <a:pt x="9357" y="693"/>
                    <a:pt x="9357" y="441"/>
                  </a:cubicBezTo>
                  <a:cubicBezTo>
                    <a:pt x="9357" y="221"/>
                    <a:pt x="9137" y="0"/>
                    <a:pt x="894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02" name="Google Shape;4901;p59">
            <a:extLst>
              <a:ext uri="{FF2B5EF4-FFF2-40B4-BE49-F238E27FC236}">
                <a16:creationId xmlns:a16="http://schemas.microsoft.com/office/drawing/2014/main" id="{8DB4DC69-5E37-4FDE-BE3A-9D704C348518}"/>
              </a:ext>
            </a:extLst>
          </p:cNvPr>
          <p:cNvGrpSpPr/>
          <p:nvPr/>
        </p:nvGrpSpPr>
        <p:grpSpPr>
          <a:xfrm>
            <a:off x="4580034" y="2858975"/>
            <a:ext cx="239742" cy="228073"/>
            <a:chOff x="-59889100" y="1945025"/>
            <a:chExt cx="317425" cy="301975"/>
          </a:xfrm>
          <a:solidFill>
            <a:schemeClr val="tx1"/>
          </a:solidFill>
        </p:grpSpPr>
        <p:sp>
          <p:nvSpPr>
            <p:cNvPr id="412" name="Google Shape;4902;p59">
              <a:extLst>
                <a:ext uri="{FF2B5EF4-FFF2-40B4-BE49-F238E27FC236}">
                  <a16:creationId xmlns:a16="http://schemas.microsoft.com/office/drawing/2014/main" id="{118CC263-8A5F-4155-B2E3-CFD559EA7E75}"/>
                </a:ext>
              </a:extLst>
            </p:cNvPr>
            <p:cNvSpPr/>
            <p:nvPr/>
          </p:nvSpPr>
          <p:spPr>
            <a:xfrm>
              <a:off x="-59845000" y="2074200"/>
              <a:ext cx="63025" cy="61450"/>
            </a:xfrm>
            <a:custGeom>
              <a:avLst/>
              <a:gdLst/>
              <a:ahLst/>
              <a:cxnLst/>
              <a:rect l="l" t="t" r="r" b="b"/>
              <a:pathLst>
                <a:path w="2521" h="2458" extrusionOk="0">
                  <a:moveTo>
                    <a:pt x="1702" y="788"/>
                  </a:moveTo>
                  <a:lnTo>
                    <a:pt x="1702" y="1639"/>
                  </a:lnTo>
                  <a:lnTo>
                    <a:pt x="883" y="1639"/>
                  </a:lnTo>
                  <a:lnTo>
                    <a:pt x="883" y="788"/>
                  </a:lnTo>
                  <a:close/>
                  <a:moveTo>
                    <a:pt x="442" y="0"/>
                  </a:moveTo>
                  <a:cubicBezTo>
                    <a:pt x="190" y="0"/>
                    <a:pt x="1" y="190"/>
                    <a:pt x="1" y="410"/>
                  </a:cubicBezTo>
                  <a:lnTo>
                    <a:pt x="1" y="2048"/>
                  </a:lnTo>
                  <a:cubicBezTo>
                    <a:pt x="1" y="2300"/>
                    <a:pt x="190" y="2458"/>
                    <a:pt x="442" y="2458"/>
                  </a:cubicBezTo>
                  <a:lnTo>
                    <a:pt x="2080" y="2458"/>
                  </a:lnTo>
                  <a:cubicBezTo>
                    <a:pt x="2332" y="2458"/>
                    <a:pt x="2521" y="2237"/>
                    <a:pt x="2521" y="2048"/>
                  </a:cubicBezTo>
                  <a:lnTo>
                    <a:pt x="2521" y="410"/>
                  </a:lnTo>
                  <a:cubicBezTo>
                    <a:pt x="2521" y="158"/>
                    <a:pt x="2332" y="0"/>
                    <a:pt x="2080" y="0"/>
                  </a:cubicBezTo>
                  <a:close/>
                </a:path>
              </a:pathLst>
            </a:custGeom>
            <a:grpFill/>
            <a:ln>
              <a:noFill/>
            </a:ln>
          </p:spPr>
          <p:txBody>
            <a:bodyPr spcFirstLastPara="1" wrap="square" lIns="62728" tIns="62728" rIns="62728" bIns="62728" anchor="ctr" anchorCtr="0">
              <a:noAutofit/>
            </a:bodyPr>
            <a:lstStyle/>
            <a:p>
              <a:endParaRPr sz="764"/>
            </a:p>
          </p:txBody>
        </p:sp>
        <p:sp>
          <p:nvSpPr>
            <p:cNvPr id="413" name="Google Shape;4903;p59">
              <a:extLst>
                <a:ext uri="{FF2B5EF4-FFF2-40B4-BE49-F238E27FC236}">
                  <a16:creationId xmlns:a16="http://schemas.microsoft.com/office/drawing/2014/main" id="{F13D2D4B-57F5-43F0-8F3E-B55D2233FECE}"/>
                </a:ext>
              </a:extLst>
            </p:cNvPr>
            <p:cNvSpPr/>
            <p:nvPr/>
          </p:nvSpPr>
          <p:spPr>
            <a:xfrm>
              <a:off x="-59761500" y="1990700"/>
              <a:ext cx="61450" cy="144950"/>
            </a:xfrm>
            <a:custGeom>
              <a:avLst/>
              <a:gdLst/>
              <a:ahLst/>
              <a:cxnLst/>
              <a:rect l="l" t="t" r="r" b="b"/>
              <a:pathLst>
                <a:path w="2458" h="5798" extrusionOk="0">
                  <a:moveTo>
                    <a:pt x="1670" y="820"/>
                  </a:moveTo>
                  <a:lnTo>
                    <a:pt x="1670" y="4979"/>
                  </a:lnTo>
                  <a:lnTo>
                    <a:pt x="851" y="4979"/>
                  </a:lnTo>
                  <a:lnTo>
                    <a:pt x="851" y="820"/>
                  </a:lnTo>
                  <a:close/>
                  <a:moveTo>
                    <a:pt x="410" y="1"/>
                  </a:moveTo>
                  <a:cubicBezTo>
                    <a:pt x="158" y="1"/>
                    <a:pt x="0" y="190"/>
                    <a:pt x="0" y="411"/>
                  </a:cubicBezTo>
                  <a:lnTo>
                    <a:pt x="0" y="5357"/>
                  </a:lnTo>
                  <a:cubicBezTo>
                    <a:pt x="0" y="5577"/>
                    <a:pt x="158" y="5798"/>
                    <a:pt x="410" y="5798"/>
                  </a:cubicBezTo>
                  <a:lnTo>
                    <a:pt x="2048" y="5798"/>
                  </a:lnTo>
                  <a:cubicBezTo>
                    <a:pt x="2300" y="5798"/>
                    <a:pt x="2458" y="5577"/>
                    <a:pt x="2458" y="5388"/>
                  </a:cubicBezTo>
                  <a:lnTo>
                    <a:pt x="2458" y="411"/>
                  </a:lnTo>
                  <a:cubicBezTo>
                    <a:pt x="2458" y="158"/>
                    <a:pt x="2269" y="1"/>
                    <a:pt x="2048" y="1"/>
                  </a:cubicBezTo>
                  <a:close/>
                </a:path>
              </a:pathLst>
            </a:custGeom>
            <a:grpFill/>
            <a:ln>
              <a:noFill/>
            </a:ln>
          </p:spPr>
          <p:txBody>
            <a:bodyPr spcFirstLastPara="1" wrap="square" lIns="62728" tIns="62728" rIns="62728" bIns="62728" anchor="ctr" anchorCtr="0">
              <a:noAutofit/>
            </a:bodyPr>
            <a:lstStyle/>
            <a:p>
              <a:endParaRPr sz="764"/>
            </a:p>
          </p:txBody>
        </p:sp>
        <p:sp>
          <p:nvSpPr>
            <p:cNvPr id="414" name="Google Shape;4904;p59">
              <a:extLst>
                <a:ext uri="{FF2B5EF4-FFF2-40B4-BE49-F238E27FC236}">
                  <a16:creationId xmlns:a16="http://schemas.microsoft.com/office/drawing/2014/main" id="{E22E8945-D595-4586-9CAA-1576AC8959A5}"/>
                </a:ext>
              </a:extLst>
            </p:cNvPr>
            <p:cNvSpPr/>
            <p:nvPr/>
          </p:nvSpPr>
          <p:spPr>
            <a:xfrm>
              <a:off x="-59678800" y="2053725"/>
              <a:ext cx="61450" cy="81925"/>
            </a:xfrm>
            <a:custGeom>
              <a:avLst/>
              <a:gdLst/>
              <a:ahLst/>
              <a:cxnLst/>
              <a:rect l="l" t="t" r="r" b="b"/>
              <a:pathLst>
                <a:path w="2458" h="3277" extrusionOk="0">
                  <a:moveTo>
                    <a:pt x="1670" y="788"/>
                  </a:moveTo>
                  <a:lnTo>
                    <a:pt x="1670" y="2458"/>
                  </a:lnTo>
                  <a:lnTo>
                    <a:pt x="851" y="2458"/>
                  </a:lnTo>
                  <a:lnTo>
                    <a:pt x="851" y="788"/>
                  </a:lnTo>
                  <a:close/>
                  <a:moveTo>
                    <a:pt x="410" y="0"/>
                  </a:moveTo>
                  <a:cubicBezTo>
                    <a:pt x="158" y="0"/>
                    <a:pt x="0" y="189"/>
                    <a:pt x="0" y="410"/>
                  </a:cubicBezTo>
                  <a:lnTo>
                    <a:pt x="0" y="2867"/>
                  </a:lnTo>
                  <a:cubicBezTo>
                    <a:pt x="0" y="3056"/>
                    <a:pt x="158" y="3277"/>
                    <a:pt x="410" y="3277"/>
                  </a:cubicBezTo>
                  <a:lnTo>
                    <a:pt x="2048" y="3277"/>
                  </a:lnTo>
                  <a:cubicBezTo>
                    <a:pt x="2300" y="3277"/>
                    <a:pt x="2458" y="3056"/>
                    <a:pt x="2458" y="2867"/>
                  </a:cubicBezTo>
                  <a:lnTo>
                    <a:pt x="2458" y="410"/>
                  </a:lnTo>
                  <a:cubicBezTo>
                    <a:pt x="2458" y="158"/>
                    <a:pt x="2269" y="0"/>
                    <a:pt x="2048" y="0"/>
                  </a:cubicBezTo>
                  <a:close/>
                </a:path>
              </a:pathLst>
            </a:custGeom>
            <a:grpFill/>
            <a:ln>
              <a:noFill/>
            </a:ln>
          </p:spPr>
          <p:txBody>
            <a:bodyPr spcFirstLastPara="1" wrap="square" lIns="62728" tIns="62728" rIns="62728" bIns="62728" anchor="ctr" anchorCtr="0">
              <a:noAutofit/>
            </a:bodyPr>
            <a:lstStyle/>
            <a:p>
              <a:endParaRPr sz="764"/>
            </a:p>
          </p:txBody>
        </p:sp>
        <p:sp>
          <p:nvSpPr>
            <p:cNvPr id="415" name="Google Shape;4905;p59">
              <a:extLst>
                <a:ext uri="{FF2B5EF4-FFF2-40B4-BE49-F238E27FC236}">
                  <a16:creationId xmlns:a16="http://schemas.microsoft.com/office/drawing/2014/main" id="{EFAA9AD7-738D-473C-8D61-25FD1D4D1718}"/>
                </a:ext>
              </a:extLst>
            </p:cNvPr>
            <p:cNvSpPr/>
            <p:nvPr/>
          </p:nvSpPr>
          <p:spPr>
            <a:xfrm>
              <a:off x="-59889100" y="1945025"/>
              <a:ext cx="317425" cy="301975"/>
            </a:xfrm>
            <a:custGeom>
              <a:avLst/>
              <a:gdLst/>
              <a:ahLst/>
              <a:cxnLst/>
              <a:rect l="l" t="t" r="r" b="b"/>
              <a:pathLst>
                <a:path w="12697" h="12079" extrusionOk="0">
                  <a:moveTo>
                    <a:pt x="6333" y="851"/>
                  </a:moveTo>
                  <a:cubicBezTo>
                    <a:pt x="9357" y="851"/>
                    <a:pt x="11846" y="2931"/>
                    <a:pt x="11846" y="5546"/>
                  </a:cubicBezTo>
                  <a:cubicBezTo>
                    <a:pt x="11846" y="8129"/>
                    <a:pt x="9357" y="10208"/>
                    <a:pt x="6333" y="10208"/>
                  </a:cubicBezTo>
                  <a:cubicBezTo>
                    <a:pt x="5482" y="10208"/>
                    <a:pt x="4600" y="10019"/>
                    <a:pt x="3812" y="9704"/>
                  </a:cubicBezTo>
                  <a:cubicBezTo>
                    <a:pt x="3757" y="9682"/>
                    <a:pt x="3697" y="9671"/>
                    <a:pt x="3637" y="9671"/>
                  </a:cubicBezTo>
                  <a:cubicBezTo>
                    <a:pt x="3529" y="9671"/>
                    <a:pt x="3421" y="9706"/>
                    <a:pt x="3340" y="9767"/>
                  </a:cubicBezTo>
                  <a:lnTo>
                    <a:pt x="2489" y="10649"/>
                  </a:lnTo>
                  <a:lnTo>
                    <a:pt x="2489" y="9074"/>
                  </a:lnTo>
                  <a:cubicBezTo>
                    <a:pt x="2489" y="8948"/>
                    <a:pt x="2426" y="8822"/>
                    <a:pt x="2363" y="8759"/>
                  </a:cubicBezTo>
                  <a:cubicBezTo>
                    <a:pt x="1387" y="7877"/>
                    <a:pt x="819" y="6743"/>
                    <a:pt x="819" y="5514"/>
                  </a:cubicBezTo>
                  <a:cubicBezTo>
                    <a:pt x="819" y="2962"/>
                    <a:pt x="3308" y="851"/>
                    <a:pt x="6333" y="851"/>
                  </a:cubicBezTo>
                  <a:close/>
                  <a:moveTo>
                    <a:pt x="6333" y="1"/>
                  </a:moveTo>
                  <a:cubicBezTo>
                    <a:pt x="2836" y="1"/>
                    <a:pt x="0" y="2490"/>
                    <a:pt x="0" y="5514"/>
                  </a:cubicBezTo>
                  <a:cubicBezTo>
                    <a:pt x="0" y="6963"/>
                    <a:pt x="599" y="8255"/>
                    <a:pt x="1639" y="9263"/>
                  </a:cubicBezTo>
                  <a:lnTo>
                    <a:pt x="1639" y="11689"/>
                  </a:lnTo>
                  <a:cubicBezTo>
                    <a:pt x="1639" y="11918"/>
                    <a:pt x="1832" y="12079"/>
                    <a:pt x="2045" y="12079"/>
                  </a:cubicBezTo>
                  <a:cubicBezTo>
                    <a:pt x="2153" y="12079"/>
                    <a:pt x="2267" y="12037"/>
                    <a:pt x="2363" y="11941"/>
                  </a:cubicBezTo>
                  <a:lnTo>
                    <a:pt x="3749" y="10555"/>
                  </a:lnTo>
                  <a:cubicBezTo>
                    <a:pt x="4569" y="10901"/>
                    <a:pt x="5419" y="11027"/>
                    <a:pt x="6333" y="11027"/>
                  </a:cubicBezTo>
                  <a:cubicBezTo>
                    <a:pt x="9830" y="11027"/>
                    <a:pt x="12697" y="8570"/>
                    <a:pt x="12697" y="5514"/>
                  </a:cubicBezTo>
                  <a:cubicBezTo>
                    <a:pt x="12697" y="2490"/>
                    <a:pt x="9861" y="1"/>
                    <a:pt x="6333" y="1"/>
                  </a:cubicBezTo>
                  <a:close/>
                </a:path>
              </a:pathLst>
            </a:custGeom>
            <a:grpFill/>
            <a:ln>
              <a:noFill/>
            </a:ln>
          </p:spPr>
          <p:txBody>
            <a:bodyPr spcFirstLastPara="1" wrap="square" lIns="62728" tIns="62728" rIns="62728" bIns="62728" anchor="ctr" anchorCtr="0">
              <a:noAutofit/>
            </a:bodyPr>
            <a:lstStyle/>
            <a:p>
              <a:endParaRPr sz="764"/>
            </a:p>
          </p:txBody>
        </p:sp>
      </p:grpSp>
      <p:sp>
        <p:nvSpPr>
          <p:cNvPr id="403" name="Google Shape;4906;p59">
            <a:extLst>
              <a:ext uri="{FF2B5EF4-FFF2-40B4-BE49-F238E27FC236}">
                <a16:creationId xmlns:a16="http://schemas.microsoft.com/office/drawing/2014/main" id="{A42D8AD3-2966-4FE6-9581-2D9685E3962E}"/>
              </a:ext>
            </a:extLst>
          </p:cNvPr>
          <p:cNvSpPr/>
          <p:nvPr/>
        </p:nvSpPr>
        <p:spPr>
          <a:xfrm>
            <a:off x="4578457" y="3157045"/>
            <a:ext cx="240346" cy="187402"/>
          </a:xfrm>
          <a:custGeom>
            <a:avLst/>
            <a:gdLst/>
            <a:ahLst/>
            <a:cxnLst/>
            <a:rect l="l" t="t" r="r" b="b"/>
            <a:pathLst>
              <a:path w="12729" h="9925" extrusionOk="0">
                <a:moveTo>
                  <a:pt x="925" y="3644"/>
                </a:moveTo>
                <a:cubicBezTo>
                  <a:pt x="944" y="3644"/>
                  <a:pt x="963" y="3648"/>
                  <a:pt x="978" y="3655"/>
                </a:cubicBezTo>
                <a:lnTo>
                  <a:pt x="1608" y="3970"/>
                </a:lnTo>
                <a:lnTo>
                  <a:pt x="1608" y="5923"/>
                </a:lnTo>
                <a:lnTo>
                  <a:pt x="978" y="6239"/>
                </a:lnTo>
                <a:cubicBezTo>
                  <a:pt x="963" y="6253"/>
                  <a:pt x="945" y="6259"/>
                  <a:pt x="926" y="6259"/>
                </a:cubicBezTo>
                <a:cubicBezTo>
                  <a:pt x="863" y="6259"/>
                  <a:pt x="788" y="6192"/>
                  <a:pt x="788" y="6144"/>
                </a:cubicBezTo>
                <a:lnTo>
                  <a:pt x="788" y="3781"/>
                </a:lnTo>
                <a:cubicBezTo>
                  <a:pt x="788" y="3685"/>
                  <a:pt x="862" y="3644"/>
                  <a:pt x="925" y="3644"/>
                </a:cubicBezTo>
                <a:close/>
                <a:moveTo>
                  <a:pt x="10177" y="1796"/>
                </a:moveTo>
                <a:lnTo>
                  <a:pt x="10177" y="8129"/>
                </a:lnTo>
                <a:lnTo>
                  <a:pt x="2458" y="5892"/>
                </a:lnTo>
                <a:lnTo>
                  <a:pt x="2458" y="4033"/>
                </a:lnTo>
                <a:lnTo>
                  <a:pt x="10177" y="1796"/>
                </a:lnTo>
                <a:close/>
                <a:moveTo>
                  <a:pt x="4128" y="7247"/>
                </a:moveTo>
                <a:lnTo>
                  <a:pt x="6963" y="8066"/>
                </a:lnTo>
                <a:cubicBezTo>
                  <a:pt x="6648" y="8507"/>
                  <a:pt x="6176" y="8822"/>
                  <a:pt x="5640" y="8822"/>
                </a:cubicBezTo>
                <a:cubicBezTo>
                  <a:pt x="4758" y="8822"/>
                  <a:pt x="4097" y="8097"/>
                  <a:pt x="4128" y="7247"/>
                </a:cubicBezTo>
                <a:close/>
                <a:moveTo>
                  <a:pt x="11374" y="820"/>
                </a:moveTo>
                <a:cubicBezTo>
                  <a:pt x="11626" y="820"/>
                  <a:pt x="11815" y="1009"/>
                  <a:pt x="11815" y="1261"/>
                </a:cubicBezTo>
                <a:lnTo>
                  <a:pt x="11815" y="8696"/>
                </a:lnTo>
                <a:cubicBezTo>
                  <a:pt x="11815" y="8916"/>
                  <a:pt x="11626" y="9137"/>
                  <a:pt x="11374" y="9137"/>
                </a:cubicBezTo>
                <a:cubicBezTo>
                  <a:pt x="11154" y="9137"/>
                  <a:pt x="10996" y="8916"/>
                  <a:pt x="10996" y="8696"/>
                </a:cubicBezTo>
                <a:lnTo>
                  <a:pt x="10996" y="1261"/>
                </a:lnTo>
                <a:cubicBezTo>
                  <a:pt x="10996" y="1009"/>
                  <a:pt x="11185" y="820"/>
                  <a:pt x="11374" y="820"/>
                </a:cubicBezTo>
                <a:close/>
                <a:moveTo>
                  <a:pt x="11437" y="1"/>
                </a:moveTo>
                <a:cubicBezTo>
                  <a:pt x="10839"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4"/>
                  <a:pt x="983" y="7094"/>
                </a:cubicBezTo>
                <a:cubicBezTo>
                  <a:pt x="1127" y="7094"/>
                  <a:pt x="1275" y="7063"/>
                  <a:pt x="1419" y="6995"/>
                </a:cubicBezTo>
                <a:lnTo>
                  <a:pt x="2143" y="6648"/>
                </a:lnTo>
                <a:lnTo>
                  <a:pt x="3340" y="6995"/>
                </a:lnTo>
                <a:cubicBezTo>
                  <a:pt x="3151" y="8412"/>
                  <a:pt x="4254" y="9641"/>
                  <a:pt x="5672" y="9641"/>
                </a:cubicBezTo>
                <a:cubicBezTo>
                  <a:pt x="6585" y="9641"/>
                  <a:pt x="7405" y="9074"/>
                  <a:pt x="7814" y="8286"/>
                </a:cubicBezTo>
                <a:lnTo>
                  <a:pt x="10271" y="9011"/>
                </a:lnTo>
                <a:cubicBezTo>
                  <a:pt x="10429" y="9515"/>
                  <a:pt x="10902" y="9925"/>
                  <a:pt x="11469" y="9925"/>
                </a:cubicBezTo>
                <a:cubicBezTo>
                  <a:pt x="12130" y="9925"/>
                  <a:pt x="12729" y="9358"/>
                  <a:pt x="12729" y="8664"/>
                </a:cubicBezTo>
                <a:lnTo>
                  <a:pt x="12729" y="1198"/>
                </a:lnTo>
                <a:cubicBezTo>
                  <a:pt x="12634" y="536"/>
                  <a:pt x="12099" y="1"/>
                  <a:pt x="11437"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404" name="Google Shape;4907;p59">
            <a:extLst>
              <a:ext uri="{FF2B5EF4-FFF2-40B4-BE49-F238E27FC236}">
                <a16:creationId xmlns:a16="http://schemas.microsoft.com/office/drawing/2014/main" id="{6104E415-EE4E-421A-A4F9-3CB5158357BE}"/>
              </a:ext>
            </a:extLst>
          </p:cNvPr>
          <p:cNvGrpSpPr/>
          <p:nvPr/>
        </p:nvGrpSpPr>
        <p:grpSpPr>
          <a:xfrm>
            <a:off x="4579439" y="3407991"/>
            <a:ext cx="240931" cy="238628"/>
            <a:chOff x="-59889100" y="2671925"/>
            <a:chExt cx="319000" cy="315950"/>
          </a:xfrm>
          <a:solidFill>
            <a:schemeClr val="tx1"/>
          </a:solidFill>
        </p:grpSpPr>
        <p:sp>
          <p:nvSpPr>
            <p:cNvPr id="408" name="Google Shape;4908;p59">
              <a:extLst>
                <a:ext uri="{FF2B5EF4-FFF2-40B4-BE49-F238E27FC236}">
                  <a16:creationId xmlns:a16="http://schemas.microsoft.com/office/drawing/2014/main" id="{AFDA0320-DDF6-41EF-ADA4-87556D2CE447}"/>
                </a:ext>
              </a:extLst>
            </p:cNvPr>
            <p:cNvSpPr/>
            <p:nvPr/>
          </p:nvSpPr>
          <p:spPr>
            <a:xfrm>
              <a:off x="-59889100" y="2672000"/>
              <a:ext cx="149675" cy="256025"/>
            </a:xfrm>
            <a:custGeom>
              <a:avLst/>
              <a:gdLst/>
              <a:ahLst/>
              <a:cxnLst/>
              <a:rect l="l" t="t" r="r" b="b"/>
              <a:pathLst>
                <a:path w="5987" h="10241" extrusionOk="0">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grpFill/>
            <a:ln>
              <a:noFill/>
            </a:ln>
          </p:spPr>
          <p:txBody>
            <a:bodyPr spcFirstLastPara="1" wrap="square" lIns="62728" tIns="62728" rIns="62728" bIns="62728" anchor="ctr" anchorCtr="0">
              <a:noAutofit/>
            </a:bodyPr>
            <a:lstStyle/>
            <a:p>
              <a:endParaRPr sz="764"/>
            </a:p>
          </p:txBody>
        </p:sp>
        <p:sp>
          <p:nvSpPr>
            <p:cNvPr id="409" name="Google Shape;4909;p59">
              <a:extLst>
                <a:ext uri="{FF2B5EF4-FFF2-40B4-BE49-F238E27FC236}">
                  <a16:creationId xmlns:a16="http://schemas.microsoft.com/office/drawing/2014/main" id="{318D9573-69C4-4521-A374-F3E643AD216F}"/>
                </a:ext>
              </a:extLst>
            </p:cNvPr>
            <p:cNvSpPr/>
            <p:nvPr/>
          </p:nvSpPr>
          <p:spPr>
            <a:xfrm>
              <a:off x="-59830825" y="2892525"/>
              <a:ext cx="201650" cy="95350"/>
            </a:xfrm>
            <a:custGeom>
              <a:avLst/>
              <a:gdLst/>
              <a:ahLst/>
              <a:cxnLst/>
              <a:rect l="l" t="t" r="r" b="b"/>
              <a:pathLst>
                <a:path w="8066" h="3814" extrusionOk="0">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grpFill/>
            <a:ln>
              <a:noFill/>
            </a:ln>
          </p:spPr>
          <p:txBody>
            <a:bodyPr spcFirstLastPara="1" wrap="square" lIns="62728" tIns="62728" rIns="62728" bIns="62728" anchor="ctr" anchorCtr="0">
              <a:noAutofit/>
            </a:bodyPr>
            <a:lstStyle/>
            <a:p>
              <a:endParaRPr sz="764"/>
            </a:p>
          </p:txBody>
        </p:sp>
        <p:sp>
          <p:nvSpPr>
            <p:cNvPr id="410" name="Google Shape;4910;p59">
              <a:extLst>
                <a:ext uri="{FF2B5EF4-FFF2-40B4-BE49-F238E27FC236}">
                  <a16:creationId xmlns:a16="http://schemas.microsoft.com/office/drawing/2014/main" id="{6A6CD952-DE34-4109-A871-18467C48C1CE}"/>
                </a:ext>
              </a:extLst>
            </p:cNvPr>
            <p:cNvSpPr/>
            <p:nvPr/>
          </p:nvSpPr>
          <p:spPr>
            <a:xfrm>
              <a:off x="-59719775" y="2671925"/>
              <a:ext cx="149675" cy="256425"/>
            </a:xfrm>
            <a:custGeom>
              <a:avLst/>
              <a:gdLst/>
              <a:ahLst/>
              <a:cxnLst/>
              <a:rect l="l" t="t" r="r" b="b"/>
              <a:pathLst>
                <a:path w="5987" h="10257" extrusionOk="0">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grpFill/>
            <a:ln>
              <a:noFill/>
            </a:ln>
          </p:spPr>
          <p:txBody>
            <a:bodyPr spcFirstLastPara="1" wrap="square" lIns="62728" tIns="62728" rIns="62728" bIns="62728" anchor="ctr" anchorCtr="0">
              <a:noAutofit/>
            </a:bodyPr>
            <a:lstStyle/>
            <a:p>
              <a:endParaRPr sz="764"/>
            </a:p>
          </p:txBody>
        </p:sp>
        <p:sp>
          <p:nvSpPr>
            <p:cNvPr id="411" name="Google Shape;4911;p59">
              <a:extLst>
                <a:ext uri="{FF2B5EF4-FFF2-40B4-BE49-F238E27FC236}">
                  <a16:creationId xmlns:a16="http://schemas.microsoft.com/office/drawing/2014/main" id="{CCA81113-16FF-4ACD-9F82-F022BC2E49D2}"/>
                </a:ext>
              </a:extLst>
            </p:cNvPr>
            <p:cNvSpPr/>
            <p:nvPr/>
          </p:nvSpPr>
          <p:spPr>
            <a:xfrm>
              <a:off x="-59762300" y="2757075"/>
              <a:ext cx="63025" cy="145725"/>
            </a:xfrm>
            <a:custGeom>
              <a:avLst/>
              <a:gdLst/>
              <a:ahLst/>
              <a:cxnLst/>
              <a:rect l="l" t="t" r="r" b="b"/>
              <a:pathLst>
                <a:path w="2521" h="5829" extrusionOk="0">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405" name="Google Shape;4912;p59">
            <a:extLst>
              <a:ext uri="{FF2B5EF4-FFF2-40B4-BE49-F238E27FC236}">
                <a16:creationId xmlns:a16="http://schemas.microsoft.com/office/drawing/2014/main" id="{EF3E5EC7-6913-41B5-9E82-14899A7EECAE}"/>
              </a:ext>
            </a:extLst>
          </p:cNvPr>
          <p:cNvGrpSpPr/>
          <p:nvPr/>
        </p:nvGrpSpPr>
        <p:grpSpPr>
          <a:xfrm>
            <a:off x="5161276" y="3131118"/>
            <a:ext cx="239742" cy="239156"/>
            <a:chOff x="-59092025" y="2296300"/>
            <a:chExt cx="317425" cy="316650"/>
          </a:xfrm>
          <a:solidFill>
            <a:schemeClr val="tx1"/>
          </a:solidFill>
        </p:grpSpPr>
        <p:sp>
          <p:nvSpPr>
            <p:cNvPr id="406" name="Google Shape;4913;p59">
              <a:extLst>
                <a:ext uri="{FF2B5EF4-FFF2-40B4-BE49-F238E27FC236}">
                  <a16:creationId xmlns:a16="http://schemas.microsoft.com/office/drawing/2014/main" id="{47333132-B5C3-41F2-B084-FC0046A3F273}"/>
                </a:ext>
              </a:extLst>
            </p:cNvPr>
            <p:cNvSpPr/>
            <p:nvPr/>
          </p:nvSpPr>
          <p:spPr>
            <a:xfrm>
              <a:off x="-58994350" y="2382950"/>
              <a:ext cx="122875" cy="133925"/>
            </a:xfrm>
            <a:custGeom>
              <a:avLst/>
              <a:gdLst/>
              <a:ahLst/>
              <a:cxnLst/>
              <a:rect l="l" t="t" r="r" b="b"/>
              <a:pathLst>
                <a:path w="4915" h="5357" extrusionOk="0">
                  <a:moveTo>
                    <a:pt x="2457" y="819"/>
                  </a:moveTo>
                  <a:cubicBezTo>
                    <a:pt x="2930" y="819"/>
                    <a:pt x="3277" y="1166"/>
                    <a:pt x="3277" y="1639"/>
                  </a:cubicBezTo>
                  <a:cubicBezTo>
                    <a:pt x="3277" y="2111"/>
                    <a:pt x="2930" y="2458"/>
                    <a:pt x="2457" y="2458"/>
                  </a:cubicBezTo>
                  <a:cubicBezTo>
                    <a:pt x="1985" y="2458"/>
                    <a:pt x="1607" y="2111"/>
                    <a:pt x="1607" y="1639"/>
                  </a:cubicBezTo>
                  <a:cubicBezTo>
                    <a:pt x="1607" y="1166"/>
                    <a:pt x="2016" y="819"/>
                    <a:pt x="2457" y="819"/>
                  </a:cubicBezTo>
                  <a:close/>
                  <a:moveTo>
                    <a:pt x="2489" y="3245"/>
                  </a:moveTo>
                  <a:cubicBezTo>
                    <a:pt x="3277" y="3245"/>
                    <a:pt x="3907" y="3781"/>
                    <a:pt x="4096" y="4506"/>
                  </a:cubicBezTo>
                  <a:lnTo>
                    <a:pt x="882" y="4506"/>
                  </a:lnTo>
                  <a:cubicBezTo>
                    <a:pt x="1071" y="3812"/>
                    <a:pt x="1701" y="3245"/>
                    <a:pt x="2489" y="3245"/>
                  </a:cubicBezTo>
                  <a:close/>
                  <a:moveTo>
                    <a:pt x="2489" y="0"/>
                  </a:moveTo>
                  <a:cubicBezTo>
                    <a:pt x="1575" y="0"/>
                    <a:pt x="819" y="725"/>
                    <a:pt x="819" y="1639"/>
                  </a:cubicBezTo>
                  <a:cubicBezTo>
                    <a:pt x="819" y="2080"/>
                    <a:pt x="977" y="2458"/>
                    <a:pt x="1292" y="2773"/>
                  </a:cubicBezTo>
                  <a:cubicBezTo>
                    <a:pt x="567" y="3214"/>
                    <a:pt x="0" y="4001"/>
                    <a:pt x="0" y="4947"/>
                  </a:cubicBezTo>
                  <a:cubicBezTo>
                    <a:pt x="0" y="5199"/>
                    <a:pt x="189" y="5356"/>
                    <a:pt x="410" y="5356"/>
                  </a:cubicBezTo>
                  <a:lnTo>
                    <a:pt x="4537" y="5356"/>
                  </a:lnTo>
                  <a:cubicBezTo>
                    <a:pt x="4757" y="5356"/>
                    <a:pt x="4915" y="5136"/>
                    <a:pt x="4915" y="4947"/>
                  </a:cubicBezTo>
                  <a:cubicBezTo>
                    <a:pt x="4915" y="4001"/>
                    <a:pt x="4411" y="3182"/>
                    <a:pt x="3655" y="2773"/>
                  </a:cubicBezTo>
                  <a:cubicBezTo>
                    <a:pt x="3938" y="2458"/>
                    <a:pt x="4127" y="2080"/>
                    <a:pt x="4127" y="1639"/>
                  </a:cubicBezTo>
                  <a:cubicBezTo>
                    <a:pt x="4127" y="725"/>
                    <a:pt x="3403" y="0"/>
                    <a:pt x="2489" y="0"/>
                  </a:cubicBezTo>
                  <a:close/>
                </a:path>
              </a:pathLst>
            </a:custGeom>
            <a:grpFill/>
            <a:ln>
              <a:noFill/>
            </a:ln>
          </p:spPr>
          <p:txBody>
            <a:bodyPr spcFirstLastPara="1" wrap="square" lIns="62728" tIns="62728" rIns="62728" bIns="62728" anchor="ctr" anchorCtr="0">
              <a:noAutofit/>
            </a:bodyPr>
            <a:lstStyle/>
            <a:p>
              <a:endParaRPr sz="764"/>
            </a:p>
          </p:txBody>
        </p:sp>
        <p:sp>
          <p:nvSpPr>
            <p:cNvPr id="407" name="Google Shape;4914;p59">
              <a:extLst>
                <a:ext uri="{FF2B5EF4-FFF2-40B4-BE49-F238E27FC236}">
                  <a16:creationId xmlns:a16="http://schemas.microsoft.com/office/drawing/2014/main" id="{5834F264-D5C9-40F4-8EF9-A4B14846312C}"/>
                </a:ext>
              </a:extLst>
            </p:cNvPr>
            <p:cNvSpPr/>
            <p:nvPr/>
          </p:nvSpPr>
          <p:spPr>
            <a:xfrm>
              <a:off x="-59092025" y="2296300"/>
              <a:ext cx="317425" cy="316650"/>
            </a:xfrm>
            <a:custGeom>
              <a:avLst/>
              <a:gdLst/>
              <a:ahLst/>
              <a:cxnLst/>
              <a:rect l="l" t="t" r="r" b="b"/>
              <a:pathLst>
                <a:path w="12697" h="12666" extrusionOk="0">
                  <a:moveTo>
                    <a:pt x="1261" y="820"/>
                  </a:moveTo>
                  <a:cubicBezTo>
                    <a:pt x="1513" y="820"/>
                    <a:pt x="1702" y="1009"/>
                    <a:pt x="1702" y="1198"/>
                  </a:cubicBezTo>
                  <a:cubicBezTo>
                    <a:pt x="1670" y="1450"/>
                    <a:pt x="1513" y="1639"/>
                    <a:pt x="1261" y="1639"/>
                  </a:cubicBezTo>
                  <a:cubicBezTo>
                    <a:pt x="1040" y="1639"/>
                    <a:pt x="883" y="1450"/>
                    <a:pt x="883" y="1198"/>
                  </a:cubicBezTo>
                  <a:cubicBezTo>
                    <a:pt x="883" y="977"/>
                    <a:pt x="1072" y="820"/>
                    <a:pt x="1261" y="820"/>
                  </a:cubicBezTo>
                  <a:close/>
                  <a:moveTo>
                    <a:pt x="11468" y="820"/>
                  </a:moveTo>
                  <a:cubicBezTo>
                    <a:pt x="11720" y="820"/>
                    <a:pt x="11878" y="1009"/>
                    <a:pt x="11878" y="1198"/>
                  </a:cubicBezTo>
                  <a:cubicBezTo>
                    <a:pt x="11878" y="1450"/>
                    <a:pt x="11657" y="1639"/>
                    <a:pt x="11468" y="1639"/>
                  </a:cubicBezTo>
                  <a:cubicBezTo>
                    <a:pt x="11248" y="1639"/>
                    <a:pt x="11027" y="1450"/>
                    <a:pt x="11027" y="1198"/>
                  </a:cubicBezTo>
                  <a:cubicBezTo>
                    <a:pt x="11027" y="1009"/>
                    <a:pt x="11248" y="820"/>
                    <a:pt x="11468" y="820"/>
                  </a:cubicBezTo>
                  <a:close/>
                  <a:moveTo>
                    <a:pt x="6396" y="2616"/>
                  </a:moveTo>
                  <a:cubicBezTo>
                    <a:pt x="7341" y="2616"/>
                    <a:pt x="8286" y="2994"/>
                    <a:pt x="9042" y="3718"/>
                  </a:cubicBezTo>
                  <a:cubicBezTo>
                    <a:pt x="10492" y="5136"/>
                    <a:pt x="10492" y="7499"/>
                    <a:pt x="9042" y="8917"/>
                  </a:cubicBezTo>
                  <a:cubicBezTo>
                    <a:pt x="8318" y="9641"/>
                    <a:pt x="7373" y="10019"/>
                    <a:pt x="6396" y="10019"/>
                  </a:cubicBezTo>
                  <a:cubicBezTo>
                    <a:pt x="4348" y="10019"/>
                    <a:pt x="2647" y="8381"/>
                    <a:pt x="2647" y="6333"/>
                  </a:cubicBezTo>
                  <a:cubicBezTo>
                    <a:pt x="2647" y="4222"/>
                    <a:pt x="4348" y="2616"/>
                    <a:pt x="6396" y="2616"/>
                  </a:cubicBezTo>
                  <a:close/>
                  <a:moveTo>
                    <a:pt x="1261" y="10965"/>
                  </a:moveTo>
                  <a:cubicBezTo>
                    <a:pt x="1513" y="10965"/>
                    <a:pt x="1702" y="11185"/>
                    <a:pt x="1702" y="11406"/>
                  </a:cubicBezTo>
                  <a:cubicBezTo>
                    <a:pt x="1670" y="11658"/>
                    <a:pt x="1513" y="11847"/>
                    <a:pt x="1261" y="11847"/>
                  </a:cubicBezTo>
                  <a:cubicBezTo>
                    <a:pt x="1040" y="11847"/>
                    <a:pt x="883" y="11658"/>
                    <a:pt x="883" y="11406"/>
                  </a:cubicBezTo>
                  <a:cubicBezTo>
                    <a:pt x="883" y="11185"/>
                    <a:pt x="1072" y="10965"/>
                    <a:pt x="1261" y="10965"/>
                  </a:cubicBezTo>
                  <a:close/>
                  <a:moveTo>
                    <a:pt x="11468" y="11028"/>
                  </a:moveTo>
                  <a:cubicBezTo>
                    <a:pt x="11720" y="11028"/>
                    <a:pt x="11878" y="11217"/>
                    <a:pt x="11878" y="11437"/>
                  </a:cubicBezTo>
                  <a:cubicBezTo>
                    <a:pt x="11878" y="11689"/>
                    <a:pt x="11657" y="11878"/>
                    <a:pt x="11468" y="11878"/>
                  </a:cubicBezTo>
                  <a:cubicBezTo>
                    <a:pt x="11248" y="11878"/>
                    <a:pt x="11027" y="11689"/>
                    <a:pt x="11027" y="11437"/>
                  </a:cubicBezTo>
                  <a:cubicBezTo>
                    <a:pt x="11027" y="11217"/>
                    <a:pt x="11248" y="11028"/>
                    <a:pt x="11468" y="11028"/>
                  </a:cubicBezTo>
                  <a:close/>
                  <a:moveTo>
                    <a:pt x="1229" y="1"/>
                  </a:moveTo>
                  <a:cubicBezTo>
                    <a:pt x="567" y="1"/>
                    <a:pt x="0" y="536"/>
                    <a:pt x="0" y="1198"/>
                  </a:cubicBezTo>
                  <a:cubicBezTo>
                    <a:pt x="0" y="1891"/>
                    <a:pt x="567" y="2458"/>
                    <a:pt x="1229" y="2458"/>
                  </a:cubicBezTo>
                  <a:cubicBezTo>
                    <a:pt x="1418" y="2458"/>
                    <a:pt x="1576" y="2427"/>
                    <a:pt x="1796" y="2364"/>
                  </a:cubicBezTo>
                  <a:lnTo>
                    <a:pt x="2836" y="3403"/>
                  </a:lnTo>
                  <a:cubicBezTo>
                    <a:pt x="2174" y="4222"/>
                    <a:pt x="1828" y="5231"/>
                    <a:pt x="1828" y="6302"/>
                  </a:cubicBezTo>
                  <a:cubicBezTo>
                    <a:pt x="1828" y="7341"/>
                    <a:pt x="2174" y="8381"/>
                    <a:pt x="2899" y="9200"/>
                  </a:cubicBezTo>
                  <a:lnTo>
                    <a:pt x="1796" y="10303"/>
                  </a:lnTo>
                  <a:cubicBezTo>
                    <a:pt x="1639" y="10240"/>
                    <a:pt x="1418" y="10177"/>
                    <a:pt x="1229" y="10177"/>
                  </a:cubicBezTo>
                  <a:cubicBezTo>
                    <a:pt x="567" y="10177"/>
                    <a:pt x="0" y="10744"/>
                    <a:pt x="0" y="11437"/>
                  </a:cubicBezTo>
                  <a:cubicBezTo>
                    <a:pt x="0" y="12130"/>
                    <a:pt x="567" y="12666"/>
                    <a:pt x="1229" y="12666"/>
                  </a:cubicBezTo>
                  <a:cubicBezTo>
                    <a:pt x="1891" y="12666"/>
                    <a:pt x="2489" y="12130"/>
                    <a:pt x="2489" y="11437"/>
                  </a:cubicBezTo>
                  <a:cubicBezTo>
                    <a:pt x="2489" y="11248"/>
                    <a:pt x="2458" y="11091"/>
                    <a:pt x="2363" y="10901"/>
                  </a:cubicBezTo>
                  <a:lnTo>
                    <a:pt x="3466" y="9799"/>
                  </a:lnTo>
                  <a:cubicBezTo>
                    <a:pt x="4317" y="10460"/>
                    <a:pt x="5325" y="10838"/>
                    <a:pt x="6396" y="10838"/>
                  </a:cubicBezTo>
                  <a:cubicBezTo>
                    <a:pt x="7467" y="10838"/>
                    <a:pt x="8475" y="10492"/>
                    <a:pt x="9263" y="9830"/>
                  </a:cubicBezTo>
                  <a:lnTo>
                    <a:pt x="10334" y="10901"/>
                  </a:lnTo>
                  <a:cubicBezTo>
                    <a:pt x="10240" y="11059"/>
                    <a:pt x="10208" y="11248"/>
                    <a:pt x="10208" y="11437"/>
                  </a:cubicBezTo>
                  <a:cubicBezTo>
                    <a:pt x="10208" y="12099"/>
                    <a:pt x="10775" y="12666"/>
                    <a:pt x="11468" y="12666"/>
                  </a:cubicBezTo>
                  <a:cubicBezTo>
                    <a:pt x="12130" y="12666"/>
                    <a:pt x="12697" y="12099"/>
                    <a:pt x="12697" y="11437"/>
                  </a:cubicBezTo>
                  <a:cubicBezTo>
                    <a:pt x="12697" y="10775"/>
                    <a:pt x="12130" y="10177"/>
                    <a:pt x="11468" y="10177"/>
                  </a:cubicBezTo>
                  <a:cubicBezTo>
                    <a:pt x="11279" y="10177"/>
                    <a:pt x="11122" y="10208"/>
                    <a:pt x="10933" y="10303"/>
                  </a:cubicBezTo>
                  <a:lnTo>
                    <a:pt x="9861" y="9232"/>
                  </a:lnTo>
                  <a:cubicBezTo>
                    <a:pt x="11279" y="7562"/>
                    <a:pt x="11279" y="5073"/>
                    <a:pt x="9861" y="3403"/>
                  </a:cubicBezTo>
                  <a:lnTo>
                    <a:pt x="10933" y="2364"/>
                  </a:lnTo>
                  <a:cubicBezTo>
                    <a:pt x="11122" y="2427"/>
                    <a:pt x="11279" y="2458"/>
                    <a:pt x="11468" y="2458"/>
                  </a:cubicBezTo>
                  <a:cubicBezTo>
                    <a:pt x="12130" y="2458"/>
                    <a:pt x="12697" y="1923"/>
                    <a:pt x="12697" y="1198"/>
                  </a:cubicBezTo>
                  <a:cubicBezTo>
                    <a:pt x="12697" y="536"/>
                    <a:pt x="12130" y="1"/>
                    <a:pt x="11468" y="1"/>
                  </a:cubicBezTo>
                  <a:cubicBezTo>
                    <a:pt x="10807" y="1"/>
                    <a:pt x="10208" y="536"/>
                    <a:pt x="10208" y="1198"/>
                  </a:cubicBezTo>
                  <a:cubicBezTo>
                    <a:pt x="10208" y="1419"/>
                    <a:pt x="10240" y="1576"/>
                    <a:pt x="10334" y="1765"/>
                  </a:cubicBezTo>
                  <a:lnTo>
                    <a:pt x="9263" y="2836"/>
                  </a:lnTo>
                  <a:cubicBezTo>
                    <a:pt x="8412" y="2127"/>
                    <a:pt x="7373" y="1773"/>
                    <a:pt x="6337" y="1773"/>
                  </a:cubicBezTo>
                  <a:cubicBezTo>
                    <a:pt x="5301" y="1773"/>
                    <a:pt x="4269" y="2127"/>
                    <a:pt x="3434" y="2836"/>
                  </a:cubicBezTo>
                  <a:lnTo>
                    <a:pt x="2363" y="1765"/>
                  </a:lnTo>
                  <a:cubicBezTo>
                    <a:pt x="2458" y="1608"/>
                    <a:pt x="2489" y="1419"/>
                    <a:pt x="2489" y="1198"/>
                  </a:cubicBezTo>
                  <a:cubicBezTo>
                    <a:pt x="2489" y="536"/>
                    <a:pt x="1954" y="1"/>
                    <a:pt x="122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45" name="Google Shape;6536;p63">
            <a:extLst>
              <a:ext uri="{FF2B5EF4-FFF2-40B4-BE49-F238E27FC236}">
                <a16:creationId xmlns:a16="http://schemas.microsoft.com/office/drawing/2014/main" id="{0E79C986-6A82-4E97-A83A-F2D102DE2CB4}"/>
              </a:ext>
            </a:extLst>
          </p:cNvPr>
          <p:cNvGrpSpPr/>
          <p:nvPr/>
        </p:nvGrpSpPr>
        <p:grpSpPr>
          <a:xfrm>
            <a:off x="6097858" y="2855868"/>
            <a:ext cx="189550" cy="230578"/>
            <a:chOff x="-35830350" y="1912725"/>
            <a:chExt cx="241050" cy="293225"/>
          </a:xfrm>
          <a:solidFill>
            <a:schemeClr val="tx1"/>
          </a:solidFill>
        </p:grpSpPr>
        <p:sp>
          <p:nvSpPr>
            <p:cNvPr id="718" name="Google Shape;6537;p63">
              <a:extLst>
                <a:ext uri="{FF2B5EF4-FFF2-40B4-BE49-F238E27FC236}">
                  <a16:creationId xmlns:a16="http://schemas.microsoft.com/office/drawing/2014/main" id="{B1BABF44-1BA2-4E2C-9877-35D42954A0DD}"/>
                </a:ext>
              </a:extLst>
            </p:cNvPr>
            <p:cNvSpPr/>
            <p:nvPr/>
          </p:nvSpPr>
          <p:spPr>
            <a:xfrm>
              <a:off x="-35830350" y="1912725"/>
              <a:ext cx="241050" cy="293225"/>
            </a:xfrm>
            <a:custGeom>
              <a:avLst/>
              <a:gdLst/>
              <a:ahLst/>
              <a:cxnLst/>
              <a:rect l="l" t="t" r="r" b="b"/>
              <a:pathLst>
                <a:path w="9642" h="11729" extrusionOk="0">
                  <a:moveTo>
                    <a:pt x="8665" y="694"/>
                  </a:moveTo>
                  <a:cubicBezTo>
                    <a:pt x="8822" y="726"/>
                    <a:pt x="8980" y="883"/>
                    <a:pt x="8980" y="1041"/>
                  </a:cubicBezTo>
                  <a:lnTo>
                    <a:pt x="8980" y="7562"/>
                  </a:lnTo>
                  <a:lnTo>
                    <a:pt x="2836" y="7562"/>
                  </a:lnTo>
                  <a:lnTo>
                    <a:pt x="2836" y="694"/>
                  </a:lnTo>
                  <a:close/>
                  <a:moveTo>
                    <a:pt x="2175" y="726"/>
                  </a:moveTo>
                  <a:lnTo>
                    <a:pt x="2175" y="7625"/>
                  </a:lnTo>
                  <a:lnTo>
                    <a:pt x="1828" y="7625"/>
                  </a:lnTo>
                  <a:cubicBezTo>
                    <a:pt x="1450" y="7625"/>
                    <a:pt x="1072" y="7720"/>
                    <a:pt x="788" y="7972"/>
                  </a:cubicBezTo>
                  <a:lnTo>
                    <a:pt x="788" y="1797"/>
                  </a:lnTo>
                  <a:cubicBezTo>
                    <a:pt x="788" y="1198"/>
                    <a:pt x="1261" y="726"/>
                    <a:pt x="1828" y="726"/>
                  </a:cubicBezTo>
                  <a:close/>
                  <a:moveTo>
                    <a:pt x="8791" y="8287"/>
                  </a:moveTo>
                  <a:cubicBezTo>
                    <a:pt x="8696" y="8507"/>
                    <a:pt x="8665" y="8759"/>
                    <a:pt x="8633" y="8948"/>
                  </a:cubicBezTo>
                  <a:lnTo>
                    <a:pt x="1734" y="8948"/>
                  </a:lnTo>
                  <a:cubicBezTo>
                    <a:pt x="1545" y="8948"/>
                    <a:pt x="1387" y="9106"/>
                    <a:pt x="1387" y="9295"/>
                  </a:cubicBezTo>
                  <a:cubicBezTo>
                    <a:pt x="1387" y="9515"/>
                    <a:pt x="1545" y="9673"/>
                    <a:pt x="1734" y="9673"/>
                  </a:cubicBezTo>
                  <a:lnTo>
                    <a:pt x="4821" y="9673"/>
                  </a:lnTo>
                  <a:lnTo>
                    <a:pt x="4821" y="10335"/>
                  </a:lnTo>
                  <a:lnTo>
                    <a:pt x="1860" y="10335"/>
                  </a:lnTo>
                  <a:cubicBezTo>
                    <a:pt x="1293" y="10335"/>
                    <a:pt x="757" y="9925"/>
                    <a:pt x="757" y="9295"/>
                  </a:cubicBezTo>
                  <a:cubicBezTo>
                    <a:pt x="757" y="8728"/>
                    <a:pt x="1230" y="8287"/>
                    <a:pt x="1765" y="8287"/>
                  </a:cubicBezTo>
                  <a:close/>
                  <a:moveTo>
                    <a:pt x="8665" y="9673"/>
                  </a:moveTo>
                  <a:cubicBezTo>
                    <a:pt x="8696" y="9894"/>
                    <a:pt x="8759" y="10146"/>
                    <a:pt x="8822" y="10335"/>
                  </a:cubicBezTo>
                  <a:lnTo>
                    <a:pt x="7594" y="10335"/>
                  </a:lnTo>
                  <a:lnTo>
                    <a:pt x="7594" y="9673"/>
                  </a:lnTo>
                  <a:close/>
                  <a:moveTo>
                    <a:pt x="6900" y="9673"/>
                  </a:moveTo>
                  <a:lnTo>
                    <a:pt x="6900" y="10693"/>
                  </a:lnTo>
                  <a:lnTo>
                    <a:pt x="6428" y="10398"/>
                  </a:lnTo>
                  <a:cubicBezTo>
                    <a:pt x="6396" y="10366"/>
                    <a:pt x="6302" y="10366"/>
                    <a:pt x="6239" y="10366"/>
                  </a:cubicBezTo>
                  <a:cubicBezTo>
                    <a:pt x="6144" y="10366"/>
                    <a:pt x="6113" y="10366"/>
                    <a:pt x="6018" y="10398"/>
                  </a:cubicBezTo>
                  <a:lnTo>
                    <a:pt x="5514" y="10713"/>
                  </a:lnTo>
                  <a:lnTo>
                    <a:pt x="5514" y="9673"/>
                  </a:lnTo>
                  <a:close/>
                  <a:moveTo>
                    <a:pt x="1734" y="1"/>
                  </a:moveTo>
                  <a:cubicBezTo>
                    <a:pt x="1261" y="1"/>
                    <a:pt x="820" y="222"/>
                    <a:pt x="505" y="537"/>
                  </a:cubicBezTo>
                  <a:cubicBezTo>
                    <a:pt x="190" y="820"/>
                    <a:pt x="1" y="1261"/>
                    <a:pt x="1" y="1734"/>
                  </a:cubicBezTo>
                  <a:lnTo>
                    <a:pt x="1" y="9295"/>
                  </a:lnTo>
                  <a:cubicBezTo>
                    <a:pt x="95" y="10272"/>
                    <a:pt x="946" y="10996"/>
                    <a:pt x="1860" y="10996"/>
                  </a:cubicBezTo>
                  <a:lnTo>
                    <a:pt x="4853" y="10996"/>
                  </a:lnTo>
                  <a:lnTo>
                    <a:pt x="4853" y="11343"/>
                  </a:lnTo>
                  <a:cubicBezTo>
                    <a:pt x="4853" y="11469"/>
                    <a:pt x="4916" y="11595"/>
                    <a:pt x="5042" y="11658"/>
                  </a:cubicBezTo>
                  <a:cubicBezTo>
                    <a:pt x="5099" y="11700"/>
                    <a:pt x="5155" y="11717"/>
                    <a:pt x="5209" y="11717"/>
                  </a:cubicBezTo>
                  <a:cubicBezTo>
                    <a:pt x="5275" y="11717"/>
                    <a:pt x="5336" y="11692"/>
                    <a:pt x="5388" y="11658"/>
                  </a:cubicBezTo>
                  <a:lnTo>
                    <a:pt x="6239" y="11122"/>
                  </a:lnTo>
                  <a:lnTo>
                    <a:pt x="7058" y="11658"/>
                  </a:lnTo>
                  <a:cubicBezTo>
                    <a:pt x="7121" y="11705"/>
                    <a:pt x="7176" y="11729"/>
                    <a:pt x="7231" y="11729"/>
                  </a:cubicBezTo>
                  <a:cubicBezTo>
                    <a:pt x="7286" y="11729"/>
                    <a:pt x="7342" y="11705"/>
                    <a:pt x="7405" y="11658"/>
                  </a:cubicBezTo>
                  <a:cubicBezTo>
                    <a:pt x="7531" y="11595"/>
                    <a:pt x="7594" y="11500"/>
                    <a:pt x="7594" y="11343"/>
                  </a:cubicBezTo>
                  <a:lnTo>
                    <a:pt x="7594" y="10996"/>
                  </a:lnTo>
                  <a:lnTo>
                    <a:pt x="9295" y="10996"/>
                  </a:lnTo>
                  <a:cubicBezTo>
                    <a:pt x="9421" y="10996"/>
                    <a:pt x="9547" y="10933"/>
                    <a:pt x="9578" y="10839"/>
                  </a:cubicBezTo>
                  <a:cubicBezTo>
                    <a:pt x="9641" y="10713"/>
                    <a:pt x="9641" y="10618"/>
                    <a:pt x="9578" y="10524"/>
                  </a:cubicBezTo>
                  <a:cubicBezTo>
                    <a:pt x="9169" y="9767"/>
                    <a:pt x="9169" y="8885"/>
                    <a:pt x="9578" y="8098"/>
                  </a:cubicBezTo>
                  <a:cubicBezTo>
                    <a:pt x="9610" y="8035"/>
                    <a:pt x="9610" y="8003"/>
                    <a:pt x="9610" y="7909"/>
                  </a:cubicBezTo>
                  <a:lnTo>
                    <a:pt x="9610" y="1041"/>
                  </a:lnTo>
                  <a:cubicBezTo>
                    <a:pt x="9610" y="474"/>
                    <a:pt x="9137" y="1"/>
                    <a:pt x="8602" y="1"/>
                  </a:cubicBezTo>
                  <a:close/>
                </a:path>
              </a:pathLst>
            </a:custGeom>
            <a:grpFill/>
            <a:ln>
              <a:noFill/>
            </a:ln>
          </p:spPr>
          <p:txBody>
            <a:bodyPr spcFirstLastPara="1" wrap="square" lIns="62728" tIns="62728" rIns="62728" bIns="62728" anchor="ctr" anchorCtr="0">
              <a:noAutofit/>
            </a:bodyPr>
            <a:lstStyle/>
            <a:p>
              <a:endParaRPr sz="764"/>
            </a:p>
          </p:txBody>
        </p:sp>
        <p:sp>
          <p:nvSpPr>
            <p:cNvPr id="719" name="Google Shape;6538;p63">
              <a:extLst>
                <a:ext uri="{FF2B5EF4-FFF2-40B4-BE49-F238E27FC236}">
                  <a16:creationId xmlns:a16="http://schemas.microsoft.com/office/drawing/2014/main" id="{C697CB1D-3F81-48AF-BFD0-B993039EE2AD}"/>
                </a:ext>
              </a:extLst>
            </p:cNvPr>
            <p:cNvSpPr/>
            <p:nvPr/>
          </p:nvSpPr>
          <p:spPr>
            <a:xfrm>
              <a:off x="-35742925" y="1965500"/>
              <a:ext cx="120550" cy="119750"/>
            </a:xfrm>
            <a:custGeom>
              <a:avLst/>
              <a:gdLst/>
              <a:ahLst/>
              <a:cxnLst/>
              <a:rect l="l" t="t" r="r" b="b"/>
              <a:pathLst>
                <a:path w="4822" h="4790" extrusionOk="0">
                  <a:moveTo>
                    <a:pt x="2364" y="694"/>
                  </a:moveTo>
                  <a:cubicBezTo>
                    <a:pt x="2773" y="694"/>
                    <a:pt x="3057" y="1009"/>
                    <a:pt x="3057" y="1356"/>
                  </a:cubicBezTo>
                  <a:cubicBezTo>
                    <a:pt x="3057" y="1765"/>
                    <a:pt x="2742" y="2049"/>
                    <a:pt x="2364" y="2049"/>
                  </a:cubicBezTo>
                  <a:cubicBezTo>
                    <a:pt x="2348" y="2050"/>
                    <a:pt x="2332" y="2051"/>
                    <a:pt x="2316" y="2051"/>
                  </a:cubicBezTo>
                  <a:cubicBezTo>
                    <a:pt x="1989" y="2051"/>
                    <a:pt x="1702" y="1746"/>
                    <a:pt x="1702" y="1356"/>
                  </a:cubicBezTo>
                  <a:cubicBezTo>
                    <a:pt x="1702" y="977"/>
                    <a:pt x="2017" y="694"/>
                    <a:pt x="2364" y="694"/>
                  </a:cubicBezTo>
                  <a:close/>
                  <a:moveTo>
                    <a:pt x="2427" y="2742"/>
                  </a:moveTo>
                  <a:cubicBezTo>
                    <a:pt x="3246" y="2742"/>
                    <a:pt x="3939" y="3340"/>
                    <a:pt x="4097" y="4128"/>
                  </a:cubicBezTo>
                  <a:lnTo>
                    <a:pt x="757" y="4128"/>
                  </a:lnTo>
                  <a:cubicBezTo>
                    <a:pt x="883" y="3340"/>
                    <a:pt x="1576" y="2742"/>
                    <a:pt x="2427" y="2742"/>
                  </a:cubicBezTo>
                  <a:close/>
                  <a:moveTo>
                    <a:pt x="2427" y="1"/>
                  </a:moveTo>
                  <a:cubicBezTo>
                    <a:pt x="1671" y="1"/>
                    <a:pt x="1041" y="599"/>
                    <a:pt x="1041" y="1356"/>
                  </a:cubicBezTo>
                  <a:cubicBezTo>
                    <a:pt x="1041" y="1734"/>
                    <a:pt x="1167" y="2049"/>
                    <a:pt x="1387" y="2269"/>
                  </a:cubicBezTo>
                  <a:cubicBezTo>
                    <a:pt x="568" y="2647"/>
                    <a:pt x="32" y="3498"/>
                    <a:pt x="32" y="4443"/>
                  </a:cubicBezTo>
                  <a:cubicBezTo>
                    <a:pt x="1" y="4632"/>
                    <a:pt x="158" y="4790"/>
                    <a:pt x="379" y="4790"/>
                  </a:cubicBezTo>
                  <a:lnTo>
                    <a:pt x="4475" y="4790"/>
                  </a:lnTo>
                  <a:cubicBezTo>
                    <a:pt x="4664" y="4790"/>
                    <a:pt x="4821" y="4632"/>
                    <a:pt x="4821" y="4443"/>
                  </a:cubicBezTo>
                  <a:cubicBezTo>
                    <a:pt x="4821" y="3498"/>
                    <a:pt x="4254" y="2647"/>
                    <a:pt x="3435" y="2269"/>
                  </a:cubicBezTo>
                  <a:cubicBezTo>
                    <a:pt x="3687" y="2049"/>
                    <a:pt x="3813" y="1702"/>
                    <a:pt x="3813" y="1356"/>
                  </a:cubicBezTo>
                  <a:cubicBezTo>
                    <a:pt x="3813" y="599"/>
                    <a:pt x="3183" y="1"/>
                    <a:pt x="2427"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46" name="Google Shape;6539;p63">
            <a:extLst>
              <a:ext uri="{FF2B5EF4-FFF2-40B4-BE49-F238E27FC236}">
                <a16:creationId xmlns:a16="http://schemas.microsoft.com/office/drawing/2014/main" id="{B1DA08FF-5D37-49B8-810F-659499780AA1}"/>
              </a:ext>
            </a:extLst>
          </p:cNvPr>
          <p:cNvGrpSpPr/>
          <p:nvPr/>
        </p:nvGrpSpPr>
        <p:grpSpPr>
          <a:xfrm>
            <a:off x="6077433" y="3148902"/>
            <a:ext cx="230401" cy="229182"/>
            <a:chOff x="-35854750" y="2272675"/>
            <a:chExt cx="293000" cy="291450"/>
          </a:xfrm>
          <a:solidFill>
            <a:schemeClr val="tx1"/>
          </a:solidFill>
        </p:grpSpPr>
        <p:sp>
          <p:nvSpPr>
            <p:cNvPr id="715" name="Google Shape;6540;p63">
              <a:extLst>
                <a:ext uri="{FF2B5EF4-FFF2-40B4-BE49-F238E27FC236}">
                  <a16:creationId xmlns:a16="http://schemas.microsoft.com/office/drawing/2014/main" id="{EE268842-443F-4C5C-A1EC-67261BFEB527}"/>
                </a:ext>
              </a:extLst>
            </p:cNvPr>
            <p:cNvSpPr/>
            <p:nvPr/>
          </p:nvSpPr>
          <p:spPr>
            <a:xfrm>
              <a:off x="-35854750" y="2272675"/>
              <a:ext cx="293000" cy="291450"/>
            </a:xfrm>
            <a:custGeom>
              <a:avLst/>
              <a:gdLst/>
              <a:ahLst/>
              <a:cxnLst/>
              <a:rect l="l" t="t" r="r" b="b"/>
              <a:pathLst>
                <a:path w="11720" h="11658" extrusionOk="0">
                  <a:moveTo>
                    <a:pt x="5844" y="654"/>
                  </a:moveTo>
                  <a:cubicBezTo>
                    <a:pt x="6144" y="654"/>
                    <a:pt x="6443" y="773"/>
                    <a:pt x="6679" y="1009"/>
                  </a:cubicBezTo>
                  <a:lnTo>
                    <a:pt x="7057" y="1355"/>
                  </a:lnTo>
                  <a:lnTo>
                    <a:pt x="4600" y="1355"/>
                  </a:lnTo>
                  <a:lnTo>
                    <a:pt x="5009" y="1009"/>
                  </a:lnTo>
                  <a:cubicBezTo>
                    <a:pt x="5246" y="773"/>
                    <a:pt x="5545" y="654"/>
                    <a:pt x="5844" y="654"/>
                  </a:cubicBezTo>
                  <a:close/>
                  <a:moveTo>
                    <a:pt x="2080" y="3939"/>
                  </a:moveTo>
                  <a:lnTo>
                    <a:pt x="2080" y="6365"/>
                  </a:lnTo>
                  <a:lnTo>
                    <a:pt x="819" y="5136"/>
                  </a:lnTo>
                  <a:lnTo>
                    <a:pt x="2080" y="3939"/>
                  </a:lnTo>
                  <a:close/>
                  <a:moveTo>
                    <a:pt x="9609" y="3876"/>
                  </a:moveTo>
                  <a:lnTo>
                    <a:pt x="10869" y="5136"/>
                  </a:lnTo>
                  <a:lnTo>
                    <a:pt x="9609" y="6365"/>
                  </a:lnTo>
                  <a:lnTo>
                    <a:pt x="9609" y="3876"/>
                  </a:lnTo>
                  <a:close/>
                  <a:moveTo>
                    <a:pt x="8570" y="2080"/>
                  </a:moveTo>
                  <a:cubicBezTo>
                    <a:pt x="8790" y="2080"/>
                    <a:pt x="8948" y="2238"/>
                    <a:pt x="8948" y="2427"/>
                  </a:cubicBezTo>
                  <a:lnTo>
                    <a:pt x="8948" y="7089"/>
                  </a:lnTo>
                  <a:lnTo>
                    <a:pt x="8286" y="7751"/>
                  </a:lnTo>
                  <a:cubicBezTo>
                    <a:pt x="7593" y="7152"/>
                    <a:pt x="6774" y="6837"/>
                    <a:pt x="5860" y="6837"/>
                  </a:cubicBezTo>
                  <a:cubicBezTo>
                    <a:pt x="4978" y="6837"/>
                    <a:pt x="4127" y="7152"/>
                    <a:pt x="3466" y="7751"/>
                  </a:cubicBezTo>
                  <a:lnTo>
                    <a:pt x="2804" y="7089"/>
                  </a:lnTo>
                  <a:lnTo>
                    <a:pt x="2804" y="2427"/>
                  </a:lnTo>
                  <a:cubicBezTo>
                    <a:pt x="2804" y="2238"/>
                    <a:pt x="2962" y="2080"/>
                    <a:pt x="3119" y="2080"/>
                  </a:cubicBezTo>
                  <a:close/>
                  <a:moveTo>
                    <a:pt x="693" y="5987"/>
                  </a:moveTo>
                  <a:lnTo>
                    <a:pt x="2993" y="8223"/>
                  </a:lnTo>
                  <a:lnTo>
                    <a:pt x="693" y="10492"/>
                  </a:lnTo>
                  <a:lnTo>
                    <a:pt x="693" y="5987"/>
                  </a:lnTo>
                  <a:close/>
                  <a:moveTo>
                    <a:pt x="11027" y="5987"/>
                  </a:moveTo>
                  <a:lnTo>
                    <a:pt x="11027" y="10492"/>
                  </a:lnTo>
                  <a:lnTo>
                    <a:pt x="8727" y="8223"/>
                  </a:lnTo>
                  <a:lnTo>
                    <a:pt x="11027" y="5987"/>
                  </a:lnTo>
                  <a:close/>
                  <a:moveTo>
                    <a:pt x="5829" y="7499"/>
                  </a:moveTo>
                  <a:cubicBezTo>
                    <a:pt x="6616" y="7499"/>
                    <a:pt x="7309" y="7814"/>
                    <a:pt x="7876" y="8381"/>
                  </a:cubicBezTo>
                  <a:lnTo>
                    <a:pt x="10523" y="10964"/>
                  </a:lnTo>
                  <a:lnTo>
                    <a:pt x="1166" y="10964"/>
                  </a:lnTo>
                  <a:lnTo>
                    <a:pt x="3781" y="8381"/>
                  </a:lnTo>
                  <a:cubicBezTo>
                    <a:pt x="4316" y="7814"/>
                    <a:pt x="5041" y="7499"/>
                    <a:pt x="5829" y="7499"/>
                  </a:cubicBezTo>
                  <a:close/>
                  <a:moveTo>
                    <a:pt x="5864" y="1"/>
                  </a:moveTo>
                  <a:cubicBezTo>
                    <a:pt x="5380" y="1"/>
                    <a:pt x="4899" y="190"/>
                    <a:pt x="4537" y="568"/>
                  </a:cubicBezTo>
                  <a:lnTo>
                    <a:pt x="3655" y="1387"/>
                  </a:lnTo>
                  <a:lnTo>
                    <a:pt x="3119" y="1387"/>
                  </a:lnTo>
                  <a:cubicBezTo>
                    <a:pt x="2552" y="1387"/>
                    <a:pt x="2080" y="1859"/>
                    <a:pt x="2080" y="2427"/>
                  </a:cubicBezTo>
                  <a:lnTo>
                    <a:pt x="2080" y="2962"/>
                  </a:lnTo>
                  <a:lnTo>
                    <a:pt x="315" y="4726"/>
                  </a:lnTo>
                  <a:cubicBezTo>
                    <a:pt x="126" y="4915"/>
                    <a:pt x="0" y="5136"/>
                    <a:pt x="0" y="5420"/>
                  </a:cubicBezTo>
                  <a:lnTo>
                    <a:pt x="0" y="10618"/>
                  </a:lnTo>
                  <a:cubicBezTo>
                    <a:pt x="32" y="11216"/>
                    <a:pt x="473" y="11657"/>
                    <a:pt x="1071" y="11657"/>
                  </a:cubicBezTo>
                  <a:lnTo>
                    <a:pt x="10680" y="11657"/>
                  </a:lnTo>
                  <a:cubicBezTo>
                    <a:pt x="11216" y="11657"/>
                    <a:pt x="11720" y="11185"/>
                    <a:pt x="11720" y="10618"/>
                  </a:cubicBezTo>
                  <a:lnTo>
                    <a:pt x="11720" y="5420"/>
                  </a:lnTo>
                  <a:cubicBezTo>
                    <a:pt x="11720" y="5136"/>
                    <a:pt x="11626" y="4915"/>
                    <a:pt x="11405" y="4726"/>
                  </a:cubicBezTo>
                  <a:lnTo>
                    <a:pt x="9641" y="2962"/>
                  </a:lnTo>
                  <a:lnTo>
                    <a:pt x="9641" y="2427"/>
                  </a:lnTo>
                  <a:cubicBezTo>
                    <a:pt x="9641" y="1859"/>
                    <a:pt x="9168" y="1387"/>
                    <a:pt x="8633" y="1387"/>
                  </a:cubicBezTo>
                  <a:lnTo>
                    <a:pt x="8065" y="1387"/>
                  </a:lnTo>
                  <a:lnTo>
                    <a:pt x="7215" y="568"/>
                  </a:lnTo>
                  <a:cubicBezTo>
                    <a:pt x="6837" y="190"/>
                    <a:pt x="6348" y="1"/>
                    <a:pt x="5864" y="1"/>
                  </a:cubicBezTo>
                  <a:close/>
                </a:path>
              </a:pathLst>
            </a:custGeom>
            <a:grpFill/>
            <a:ln>
              <a:noFill/>
            </a:ln>
          </p:spPr>
          <p:txBody>
            <a:bodyPr spcFirstLastPara="1" wrap="square" lIns="62728" tIns="62728" rIns="62728" bIns="62728" anchor="ctr" anchorCtr="0">
              <a:noAutofit/>
            </a:bodyPr>
            <a:lstStyle/>
            <a:p>
              <a:endParaRPr sz="764"/>
            </a:p>
          </p:txBody>
        </p:sp>
        <p:sp>
          <p:nvSpPr>
            <p:cNvPr id="716" name="Google Shape;6541;p63">
              <a:extLst>
                <a:ext uri="{FF2B5EF4-FFF2-40B4-BE49-F238E27FC236}">
                  <a16:creationId xmlns:a16="http://schemas.microsoft.com/office/drawing/2014/main" id="{CC84D0FC-1561-4DA2-B6E3-9E57BCD1AEC9}"/>
                </a:ext>
              </a:extLst>
            </p:cNvPr>
            <p:cNvSpPr/>
            <p:nvPr/>
          </p:nvSpPr>
          <p:spPr>
            <a:xfrm>
              <a:off x="-35733475" y="2340425"/>
              <a:ext cx="51225" cy="68550"/>
            </a:xfrm>
            <a:custGeom>
              <a:avLst/>
              <a:gdLst/>
              <a:ahLst/>
              <a:cxnLst/>
              <a:rect l="l" t="t" r="r" b="b"/>
              <a:pathLst>
                <a:path w="2049" h="2742" extrusionOk="0">
                  <a:moveTo>
                    <a:pt x="1009" y="0"/>
                  </a:moveTo>
                  <a:cubicBezTo>
                    <a:pt x="474" y="0"/>
                    <a:pt x="1" y="473"/>
                    <a:pt x="1" y="1008"/>
                  </a:cubicBezTo>
                  <a:cubicBezTo>
                    <a:pt x="1" y="1260"/>
                    <a:pt x="158" y="1418"/>
                    <a:pt x="316" y="1418"/>
                  </a:cubicBezTo>
                  <a:cubicBezTo>
                    <a:pt x="505" y="1418"/>
                    <a:pt x="663" y="1260"/>
                    <a:pt x="663" y="1040"/>
                  </a:cubicBezTo>
                  <a:cubicBezTo>
                    <a:pt x="663" y="851"/>
                    <a:pt x="820" y="693"/>
                    <a:pt x="1009" y="693"/>
                  </a:cubicBezTo>
                  <a:cubicBezTo>
                    <a:pt x="1198" y="693"/>
                    <a:pt x="1356" y="851"/>
                    <a:pt x="1356" y="1040"/>
                  </a:cubicBezTo>
                  <a:cubicBezTo>
                    <a:pt x="1356" y="1229"/>
                    <a:pt x="1293" y="1323"/>
                    <a:pt x="1135" y="1386"/>
                  </a:cubicBezTo>
                  <a:cubicBezTo>
                    <a:pt x="852" y="1449"/>
                    <a:pt x="663" y="1733"/>
                    <a:pt x="663" y="2016"/>
                  </a:cubicBezTo>
                  <a:lnTo>
                    <a:pt x="663" y="2394"/>
                  </a:lnTo>
                  <a:cubicBezTo>
                    <a:pt x="663" y="2583"/>
                    <a:pt x="820" y="2741"/>
                    <a:pt x="1009" y="2741"/>
                  </a:cubicBezTo>
                  <a:cubicBezTo>
                    <a:pt x="1230" y="2741"/>
                    <a:pt x="1387" y="2583"/>
                    <a:pt x="1387" y="2394"/>
                  </a:cubicBezTo>
                  <a:lnTo>
                    <a:pt x="1387" y="2016"/>
                  </a:lnTo>
                  <a:cubicBezTo>
                    <a:pt x="1765" y="1827"/>
                    <a:pt x="2049" y="1449"/>
                    <a:pt x="2049" y="1008"/>
                  </a:cubicBezTo>
                  <a:cubicBezTo>
                    <a:pt x="2049" y="473"/>
                    <a:pt x="1576" y="0"/>
                    <a:pt x="1009" y="0"/>
                  </a:cubicBezTo>
                  <a:close/>
                </a:path>
              </a:pathLst>
            </a:custGeom>
            <a:grpFill/>
            <a:ln>
              <a:noFill/>
            </a:ln>
          </p:spPr>
          <p:txBody>
            <a:bodyPr spcFirstLastPara="1" wrap="square" lIns="62728" tIns="62728" rIns="62728" bIns="62728" anchor="ctr" anchorCtr="0">
              <a:noAutofit/>
            </a:bodyPr>
            <a:lstStyle/>
            <a:p>
              <a:endParaRPr sz="764"/>
            </a:p>
          </p:txBody>
        </p:sp>
        <p:sp>
          <p:nvSpPr>
            <p:cNvPr id="717" name="Google Shape;6542;p63">
              <a:extLst>
                <a:ext uri="{FF2B5EF4-FFF2-40B4-BE49-F238E27FC236}">
                  <a16:creationId xmlns:a16="http://schemas.microsoft.com/office/drawing/2014/main" id="{691553ED-CF6C-4CF3-B01A-25E59DEDC452}"/>
                </a:ext>
              </a:extLst>
            </p:cNvPr>
            <p:cNvSpPr/>
            <p:nvPr/>
          </p:nvSpPr>
          <p:spPr>
            <a:xfrm>
              <a:off x="-35716925" y="24184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62" y="158"/>
                    <a:pt x="536" y="0"/>
                    <a:pt x="34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47" name="Google Shape;6543;p63">
            <a:extLst>
              <a:ext uri="{FF2B5EF4-FFF2-40B4-BE49-F238E27FC236}">
                <a16:creationId xmlns:a16="http://schemas.microsoft.com/office/drawing/2014/main" id="{34BE44A4-0394-458F-931E-55EC594D5AFC}"/>
              </a:ext>
            </a:extLst>
          </p:cNvPr>
          <p:cNvGrpSpPr/>
          <p:nvPr/>
        </p:nvGrpSpPr>
        <p:grpSpPr>
          <a:xfrm>
            <a:off x="6077117" y="3419249"/>
            <a:ext cx="231030" cy="229812"/>
            <a:chOff x="-35853975" y="2631825"/>
            <a:chExt cx="293800" cy="292250"/>
          </a:xfrm>
          <a:solidFill>
            <a:schemeClr val="tx1"/>
          </a:solidFill>
        </p:grpSpPr>
        <p:sp>
          <p:nvSpPr>
            <p:cNvPr id="710" name="Google Shape;6544;p63">
              <a:extLst>
                <a:ext uri="{FF2B5EF4-FFF2-40B4-BE49-F238E27FC236}">
                  <a16:creationId xmlns:a16="http://schemas.microsoft.com/office/drawing/2014/main" id="{D5A9A621-AEF6-48C8-BADF-EA45C81A8C1D}"/>
                </a:ext>
              </a:extLst>
            </p:cNvPr>
            <p:cNvSpPr/>
            <p:nvPr/>
          </p:nvSpPr>
          <p:spPr>
            <a:xfrm>
              <a:off x="-35813025" y="2701825"/>
              <a:ext cx="201675" cy="171925"/>
            </a:xfrm>
            <a:custGeom>
              <a:avLst/>
              <a:gdLst/>
              <a:ahLst/>
              <a:cxnLst/>
              <a:rect l="l" t="t" r="r" b="b"/>
              <a:pathLst>
                <a:path w="8067" h="6877" extrusionOk="0">
                  <a:moveTo>
                    <a:pt x="1765" y="824"/>
                  </a:moveTo>
                  <a:lnTo>
                    <a:pt x="2868" y="1643"/>
                  </a:lnTo>
                  <a:lnTo>
                    <a:pt x="2238" y="2462"/>
                  </a:lnTo>
                  <a:cubicBezTo>
                    <a:pt x="2112" y="2620"/>
                    <a:pt x="2143" y="2840"/>
                    <a:pt x="2301" y="2935"/>
                  </a:cubicBezTo>
                  <a:lnTo>
                    <a:pt x="5042" y="4983"/>
                  </a:lnTo>
                  <a:cubicBezTo>
                    <a:pt x="5108" y="5035"/>
                    <a:pt x="5179" y="5060"/>
                    <a:pt x="5246" y="5060"/>
                  </a:cubicBezTo>
                  <a:cubicBezTo>
                    <a:pt x="5341" y="5060"/>
                    <a:pt x="5428" y="5011"/>
                    <a:pt x="5483" y="4920"/>
                  </a:cubicBezTo>
                  <a:lnTo>
                    <a:pt x="6113" y="4100"/>
                  </a:lnTo>
                  <a:lnTo>
                    <a:pt x="7247" y="4920"/>
                  </a:lnTo>
                  <a:lnTo>
                    <a:pt x="6554" y="5739"/>
                  </a:lnTo>
                  <a:cubicBezTo>
                    <a:pt x="6348" y="6001"/>
                    <a:pt x="6042" y="6152"/>
                    <a:pt x="5735" y="6152"/>
                  </a:cubicBezTo>
                  <a:cubicBezTo>
                    <a:pt x="5525" y="6152"/>
                    <a:pt x="5315" y="6081"/>
                    <a:pt x="5136" y="5928"/>
                  </a:cubicBezTo>
                  <a:lnTo>
                    <a:pt x="1324" y="3061"/>
                  </a:lnTo>
                  <a:cubicBezTo>
                    <a:pt x="883" y="2714"/>
                    <a:pt x="757" y="2084"/>
                    <a:pt x="1135" y="1643"/>
                  </a:cubicBezTo>
                  <a:lnTo>
                    <a:pt x="1765" y="824"/>
                  </a:lnTo>
                  <a:close/>
                  <a:moveTo>
                    <a:pt x="1647" y="1"/>
                  </a:moveTo>
                  <a:cubicBezTo>
                    <a:pt x="1540" y="1"/>
                    <a:pt x="1435" y="63"/>
                    <a:pt x="1356" y="162"/>
                  </a:cubicBezTo>
                  <a:lnTo>
                    <a:pt x="537" y="1265"/>
                  </a:lnTo>
                  <a:cubicBezTo>
                    <a:pt x="1" y="1990"/>
                    <a:pt x="95" y="3061"/>
                    <a:pt x="883" y="3659"/>
                  </a:cubicBezTo>
                  <a:lnTo>
                    <a:pt x="4727" y="6526"/>
                  </a:lnTo>
                  <a:cubicBezTo>
                    <a:pt x="5026" y="6760"/>
                    <a:pt x="5384" y="6876"/>
                    <a:pt x="5744" y="6876"/>
                  </a:cubicBezTo>
                  <a:cubicBezTo>
                    <a:pt x="6255" y="6876"/>
                    <a:pt x="6770" y="6642"/>
                    <a:pt x="7121" y="6180"/>
                  </a:cubicBezTo>
                  <a:lnTo>
                    <a:pt x="7940" y="5077"/>
                  </a:lnTo>
                  <a:cubicBezTo>
                    <a:pt x="8066" y="4888"/>
                    <a:pt x="8003" y="4668"/>
                    <a:pt x="7846" y="4573"/>
                  </a:cubicBezTo>
                  <a:lnTo>
                    <a:pt x="6207" y="3344"/>
                  </a:lnTo>
                  <a:cubicBezTo>
                    <a:pt x="6142" y="3292"/>
                    <a:pt x="6070" y="3267"/>
                    <a:pt x="6001" y="3267"/>
                  </a:cubicBezTo>
                  <a:cubicBezTo>
                    <a:pt x="5903" y="3267"/>
                    <a:pt x="5808" y="3316"/>
                    <a:pt x="5735" y="3407"/>
                  </a:cubicBezTo>
                  <a:lnTo>
                    <a:pt x="5105" y="4258"/>
                  </a:lnTo>
                  <a:lnTo>
                    <a:pt x="2931" y="2588"/>
                  </a:lnTo>
                  <a:lnTo>
                    <a:pt x="3561" y="1769"/>
                  </a:lnTo>
                  <a:cubicBezTo>
                    <a:pt x="3687" y="1612"/>
                    <a:pt x="3656" y="1423"/>
                    <a:pt x="3498" y="1297"/>
                  </a:cubicBezTo>
                  <a:lnTo>
                    <a:pt x="1828" y="68"/>
                  </a:lnTo>
                  <a:cubicBezTo>
                    <a:pt x="1770" y="22"/>
                    <a:pt x="1708" y="1"/>
                    <a:pt x="1647" y="1"/>
                  </a:cubicBezTo>
                  <a:close/>
                </a:path>
              </a:pathLst>
            </a:custGeom>
            <a:grpFill/>
            <a:ln>
              <a:noFill/>
            </a:ln>
          </p:spPr>
          <p:txBody>
            <a:bodyPr spcFirstLastPara="1" wrap="square" lIns="62728" tIns="62728" rIns="62728" bIns="62728" anchor="ctr" anchorCtr="0">
              <a:noAutofit/>
            </a:bodyPr>
            <a:lstStyle/>
            <a:p>
              <a:endParaRPr sz="764"/>
            </a:p>
          </p:txBody>
        </p:sp>
        <p:sp>
          <p:nvSpPr>
            <p:cNvPr id="711" name="Google Shape;6545;p63">
              <a:extLst>
                <a:ext uri="{FF2B5EF4-FFF2-40B4-BE49-F238E27FC236}">
                  <a16:creationId xmlns:a16="http://schemas.microsoft.com/office/drawing/2014/main" id="{5B8F6A86-9BF8-4444-B745-7E5E90CE1E3B}"/>
                </a:ext>
              </a:extLst>
            </p:cNvPr>
            <p:cNvSpPr/>
            <p:nvPr/>
          </p:nvSpPr>
          <p:spPr>
            <a:xfrm>
              <a:off x="-35853975" y="2631825"/>
              <a:ext cx="293800" cy="292250"/>
            </a:xfrm>
            <a:custGeom>
              <a:avLst/>
              <a:gdLst/>
              <a:ahLst/>
              <a:cxnLst/>
              <a:rect l="l" t="t" r="r" b="b"/>
              <a:pathLst>
                <a:path w="11752" h="11690" extrusionOk="0">
                  <a:moveTo>
                    <a:pt x="5861" y="662"/>
                  </a:moveTo>
                  <a:cubicBezTo>
                    <a:pt x="8696" y="662"/>
                    <a:pt x="11027" y="2994"/>
                    <a:pt x="11027" y="5829"/>
                  </a:cubicBezTo>
                  <a:cubicBezTo>
                    <a:pt x="11027" y="6806"/>
                    <a:pt x="10744" y="7751"/>
                    <a:pt x="10240" y="8539"/>
                  </a:cubicBezTo>
                  <a:cubicBezTo>
                    <a:pt x="10177" y="8665"/>
                    <a:pt x="10114" y="8791"/>
                    <a:pt x="10177" y="8854"/>
                  </a:cubicBezTo>
                  <a:lnTo>
                    <a:pt x="10807" y="10776"/>
                  </a:lnTo>
                  <a:lnTo>
                    <a:pt x="8854" y="10145"/>
                  </a:lnTo>
                  <a:cubicBezTo>
                    <a:pt x="8837" y="10137"/>
                    <a:pt x="8815" y="10133"/>
                    <a:pt x="8792" y="10133"/>
                  </a:cubicBezTo>
                  <a:cubicBezTo>
                    <a:pt x="8728" y="10133"/>
                    <a:pt x="8648" y="10162"/>
                    <a:pt x="8602" y="10208"/>
                  </a:cubicBezTo>
                  <a:cubicBezTo>
                    <a:pt x="7751" y="10713"/>
                    <a:pt x="6806" y="10996"/>
                    <a:pt x="5861" y="10996"/>
                  </a:cubicBezTo>
                  <a:cubicBezTo>
                    <a:pt x="3025" y="10996"/>
                    <a:pt x="725" y="8665"/>
                    <a:pt x="725" y="5829"/>
                  </a:cubicBezTo>
                  <a:cubicBezTo>
                    <a:pt x="725" y="2994"/>
                    <a:pt x="3025" y="662"/>
                    <a:pt x="5861" y="662"/>
                  </a:cubicBezTo>
                  <a:close/>
                  <a:moveTo>
                    <a:pt x="5829" y="1"/>
                  </a:moveTo>
                  <a:cubicBezTo>
                    <a:pt x="2616" y="1"/>
                    <a:pt x="1" y="2647"/>
                    <a:pt x="1" y="5829"/>
                  </a:cubicBezTo>
                  <a:cubicBezTo>
                    <a:pt x="1" y="7373"/>
                    <a:pt x="599" y="8854"/>
                    <a:pt x="1733" y="9956"/>
                  </a:cubicBezTo>
                  <a:cubicBezTo>
                    <a:pt x="2836" y="11059"/>
                    <a:pt x="4285" y="11689"/>
                    <a:pt x="5861" y="11689"/>
                  </a:cubicBezTo>
                  <a:cubicBezTo>
                    <a:pt x="6900" y="11689"/>
                    <a:pt x="7908" y="11406"/>
                    <a:pt x="8822" y="10870"/>
                  </a:cubicBezTo>
                  <a:lnTo>
                    <a:pt x="11279" y="11658"/>
                  </a:lnTo>
                  <a:cubicBezTo>
                    <a:pt x="11303" y="11666"/>
                    <a:pt x="11331" y="11669"/>
                    <a:pt x="11360" y="11669"/>
                  </a:cubicBezTo>
                  <a:cubicBezTo>
                    <a:pt x="11449" y="11669"/>
                    <a:pt x="11555" y="11634"/>
                    <a:pt x="11626" y="11563"/>
                  </a:cubicBezTo>
                  <a:cubicBezTo>
                    <a:pt x="11689" y="11500"/>
                    <a:pt x="11752" y="11343"/>
                    <a:pt x="11689" y="11217"/>
                  </a:cubicBezTo>
                  <a:lnTo>
                    <a:pt x="10901" y="8791"/>
                  </a:lnTo>
                  <a:cubicBezTo>
                    <a:pt x="11469" y="7877"/>
                    <a:pt x="11752" y="6837"/>
                    <a:pt x="11752" y="5829"/>
                  </a:cubicBezTo>
                  <a:cubicBezTo>
                    <a:pt x="11689" y="2647"/>
                    <a:pt x="9074" y="1"/>
                    <a:pt x="5829" y="1"/>
                  </a:cubicBezTo>
                  <a:close/>
                </a:path>
              </a:pathLst>
            </a:custGeom>
            <a:grpFill/>
            <a:ln>
              <a:noFill/>
            </a:ln>
          </p:spPr>
          <p:txBody>
            <a:bodyPr spcFirstLastPara="1" wrap="square" lIns="62728" tIns="62728" rIns="62728" bIns="62728" anchor="ctr" anchorCtr="0">
              <a:noAutofit/>
            </a:bodyPr>
            <a:lstStyle/>
            <a:p>
              <a:endParaRPr sz="764"/>
            </a:p>
          </p:txBody>
        </p:sp>
        <p:sp>
          <p:nvSpPr>
            <p:cNvPr id="712" name="Google Shape;6546;p63">
              <a:extLst>
                <a:ext uri="{FF2B5EF4-FFF2-40B4-BE49-F238E27FC236}">
                  <a16:creationId xmlns:a16="http://schemas.microsoft.com/office/drawing/2014/main" id="{5924CBEE-1F8D-45F0-A24D-73E00D8718CF}"/>
                </a:ext>
              </a:extLst>
            </p:cNvPr>
            <p:cNvSpPr/>
            <p:nvPr/>
          </p:nvSpPr>
          <p:spPr>
            <a:xfrm>
              <a:off x="-35715350" y="2735025"/>
              <a:ext cx="49650" cy="40675"/>
            </a:xfrm>
            <a:custGeom>
              <a:avLst/>
              <a:gdLst/>
              <a:ahLst/>
              <a:cxnLst/>
              <a:rect l="l" t="t" r="r" b="b"/>
              <a:pathLst>
                <a:path w="1986" h="1627" extrusionOk="0">
                  <a:moveTo>
                    <a:pt x="410" y="0"/>
                  </a:moveTo>
                  <a:cubicBezTo>
                    <a:pt x="221" y="0"/>
                    <a:pt x="64" y="126"/>
                    <a:pt x="64" y="315"/>
                  </a:cubicBezTo>
                  <a:cubicBezTo>
                    <a:pt x="1" y="504"/>
                    <a:pt x="158" y="662"/>
                    <a:pt x="379" y="662"/>
                  </a:cubicBezTo>
                  <a:cubicBezTo>
                    <a:pt x="788" y="725"/>
                    <a:pt x="1166" y="977"/>
                    <a:pt x="1261" y="1386"/>
                  </a:cubicBezTo>
                  <a:cubicBezTo>
                    <a:pt x="1311" y="1536"/>
                    <a:pt x="1439" y="1626"/>
                    <a:pt x="1585" y="1626"/>
                  </a:cubicBezTo>
                  <a:cubicBezTo>
                    <a:pt x="1623" y="1626"/>
                    <a:pt x="1662" y="1620"/>
                    <a:pt x="1702" y="1607"/>
                  </a:cubicBezTo>
                  <a:cubicBezTo>
                    <a:pt x="1891" y="1575"/>
                    <a:pt x="1985" y="1386"/>
                    <a:pt x="1954" y="1197"/>
                  </a:cubicBezTo>
                  <a:cubicBezTo>
                    <a:pt x="1733" y="504"/>
                    <a:pt x="1103" y="32"/>
                    <a:pt x="410" y="0"/>
                  </a:cubicBezTo>
                  <a:close/>
                </a:path>
              </a:pathLst>
            </a:custGeom>
            <a:grpFill/>
            <a:ln>
              <a:noFill/>
            </a:ln>
          </p:spPr>
          <p:txBody>
            <a:bodyPr spcFirstLastPara="1" wrap="square" lIns="62728" tIns="62728" rIns="62728" bIns="62728" anchor="ctr" anchorCtr="0">
              <a:noAutofit/>
            </a:bodyPr>
            <a:lstStyle/>
            <a:p>
              <a:endParaRPr sz="764"/>
            </a:p>
          </p:txBody>
        </p:sp>
        <p:sp>
          <p:nvSpPr>
            <p:cNvPr id="713" name="Google Shape;6547;p63">
              <a:extLst>
                <a:ext uri="{FF2B5EF4-FFF2-40B4-BE49-F238E27FC236}">
                  <a16:creationId xmlns:a16="http://schemas.microsoft.com/office/drawing/2014/main" id="{984A8C76-800F-4284-9057-9496D7265A2E}"/>
                </a:ext>
              </a:extLst>
            </p:cNvPr>
            <p:cNvSpPr/>
            <p:nvPr/>
          </p:nvSpPr>
          <p:spPr>
            <a:xfrm>
              <a:off x="-35705900" y="2667275"/>
              <a:ext cx="107925" cy="101750"/>
            </a:xfrm>
            <a:custGeom>
              <a:avLst/>
              <a:gdLst/>
              <a:ahLst/>
              <a:cxnLst/>
              <a:rect l="l" t="t" r="r" b="b"/>
              <a:pathLst>
                <a:path w="4317" h="4070" extrusionOk="0">
                  <a:moveTo>
                    <a:pt x="347" y="1"/>
                  </a:moveTo>
                  <a:cubicBezTo>
                    <a:pt x="158" y="1"/>
                    <a:pt x="1" y="127"/>
                    <a:pt x="1" y="316"/>
                  </a:cubicBezTo>
                  <a:cubicBezTo>
                    <a:pt x="1" y="505"/>
                    <a:pt x="95" y="662"/>
                    <a:pt x="316" y="662"/>
                  </a:cubicBezTo>
                  <a:cubicBezTo>
                    <a:pt x="2048" y="820"/>
                    <a:pt x="3372" y="2111"/>
                    <a:pt x="3655" y="3781"/>
                  </a:cubicBezTo>
                  <a:cubicBezTo>
                    <a:pt x="3683" y="3951"/>
                    <a:pt x="3813" y="4070"/>
                    <a:pt x="3976" y="4070"/>
                  </a:cubicBezTo>
                  <a:cubicBezTo>
                    <a:pt x="3995" y="4070"/>
                    <a:pt x="4014" y="4068"/>
                    <a:pt x="4033" y="4065"/>
                  </a:cubicBezTo>
                  <a:cubicBezTo>
                    <a:pt x="4191" y="4065"/>
                    <a:pt x="4317" y="3844"/>
                    <a:pt x="4317" y="3687"/>
                  </a:cubicBezTo>
                  <a:cubicBezTo>
                    <a:pt x="4002" y="1733"/>
                    <a:pt x="2364" y="190"/>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714" name="Google Shape;6548;p63">
              <a:extLst>
                <a:ext uri="{FF2B5EF4-FFF2-40B4-BE49-F238E27FC236}">
                  <a16:creationId xmlns:a16="http://schemas.microsoft.com/office/drawing/2014/main" id="{B0F04DB0-CBA6-451F-A1DE-D8AE5CBD593A}"/>
                </a:ext>
              </a:extLst>
            </p:cNvPr>
            <p:cNvSpPr/>
            <p:nvPr/>
          </p:nvSpPr>
          <p:spPr>
            <a:xfrm>
              <a:off x="-35709825" y="2700350"/>
              <a:ext cx="77200" cy="68700"/>
            </a:xfrm>
            <a:custGeom>
              <a:avLst/>
              <a:gdLst/>
              <a:ahLst/>
              <a:cxnLst/>
              <a:rect l="l" t="t" r="r" b="b"/>
              <a:pathLst>
                <a:path w="3088" h="2748" extrusionOk="0">
                  <a:moveTo>
                    <a:pt x="347" y="1"/>
                  </a:moveTo>
                  <a:cubicBezTo>
                    <a:pt x="158" y="1"/>
                    <a:pt x="0" y="127"/>
                    <a:pt x="0" y="316"/>
                  </a:cubicBezTo>
                  <a:cubicBezTo>
                    <a:pt x="0" y="536"/>
                    <a:pt x="95" y="694"/>
                    <a:pt x="315" y="725"/>
                  </a:cubicBezTo>
                  <a:cubicBezTo>
                    <a:pt x="1323" y="788"/>
                    <a:pt x="2142" y="1545"/>
                    <a:pt x="2394" y="2490"/>
                  </a:cubicBezTo>
                  <a:cubicBezTo>
                    <a:pt x="2422" y="2655"/>
                    <a:pt x="2570" y="2748"/>
                    <a:pt x="2753" y="2748"/>
                  </a:cubicBezTo>
                  <a:cubicBezTo>
                    <a:pt x="2780" y="2748"/>
                    <a:pt x="2808" y="2746"/>
                    <a:pt x="2836" y="2742"/>
                  </a:cubicBezTo>
                  <a:cubicBezTo>
                    <a:pt x="3025" y="2679"/>
                    <a:pt x="3088" y="2490"/>
                    <a:pt x="3056" y="2301"/>
                  </a:cubicBezTo>
                  <a:cubicBezTo>
                    <a:pt x="2741" y="1072"/>
                    <a:pt x="1670" y="127"/>
                    <a:pt x="347"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48" name="Google Shape;6549;p63">
            <a:extLst>
              <a:ext uri="{FF2B5EF4-FFF2-40B4-BE49-F238E27FC236}">
                <a16:creationId xmlns:a16="http://schemas.microsoft.com/office/drawing/2014/main" id="{EF0B9D68-2336-463E-94E8-C1F150B31711}"/>
              </a:ext>
            </a:extLst>
          </p:cNvPr>
          <p:cNvGrpSpPr/>
          <p:nvPr/>
        </p:nvGrpSpPr>
        <p:grpSpPr>
          <a:xfrm>
            <a:off x="7528099" y="2856566"/>
            <a:ext cx="229182" cy="229182"/>
            <a:chOff x="-34032200" y="1916675"/>
            <a:chExt cx="291450" cy="291450"/>
          </a:xfrm>
          <a:solidFill>
            <a:schemeClr val="tx1"/>
          </a:solidFill>
        </p:grpSpPr>
        <p:sp>
          <p:nvSpPr>
            <p:cNvPr id="706" name="Google Shape;6550;p63">
              <a:extLst>
                <a:ext uri="{FF2B5EF4-FFF2-40B4-BE49-F238E27FC236}">
                  <a16:creationId xmlns:a16="http://schemas.microsoft.com/office/drawing/2014/main" id="{CFB62845-C087-4CE1-9CB0-79E93F1617CF}"/>
                </a:ext>
              </a:extLst>
            </p:cNvPr>
            <p:cNvSpPr/>
            <p:nvPr/>
          </p:nvSpPr>
          <p:spPr>
            <a:xfrm>
              <a:off x="-34032200" y="1916675"/>
              <a:ext cx="291450" cy="291450"/>
            </a:xfrm>
            <a:custGeom>
              <a:avLst/>
              <a:gdLst/>
              <a:ahLst/>
              <a:cxnLst/>
              <a:rect l="l" t="t" r="r" b="b"/>
              <a:pathLst>
                <a:path w="11658" h="11658" extrusionOk="0">
                  <a:moveTo>
                    <a:pt x="6459" y="694"/>
                  </a:moveTo>
                  <a:cubicBezTo>
                    <a:pt x="6648" y="694"/>
                    <a:pt x="6806" y="851"/>
                    <a:pt x="6806" y="1040"/>
                  </a:cubicBezTo>
                  <a:lnTo>
                    <a:pt x="6806" y="1387"/>
                  </a:lnTo>
                  <a:lnTo>
                    <a:pt x="662" y="1387"/>
                  </a:lnTo>
                  <a:lnTo>
                    <a:pt x="662" y="1040"/>
                  </a:lnTo>
                  <a:cubicBezTo>
                    <a:pt x="662" y="851"/>
                    <a:pt x="820" y="694"/>
                    <a:pt x="977" y="694"/>
                  </a:cubicBezTo>
                  <a:close/>
                  <a:moveTo>
                    <a:pt x="10303" y="4096"/>
                  </a:moveTo>
                  <a:lnTo>
                    <a:pt x="8192" y="5419"/>
                  </a:lnTo>
                  <a:lnTo>
                    <a:pt x="6207" y="4096"/>
                  </a:lnTo>
                  <a:close/>
                  <a:moveTo>
                    <a:pt x="5420" y="4411"/>
                  </a:moveTo>
                  <a:lnTo>
                    <a:pt x="7971" y="6112"/>
                  </a:lnTo>
                  <a:cubicBezTo>
                    <a:pt x="8034" y="6144"/>
                    <a:pt x="8097" y="6144"/>
                    <a:pt x="8192" y="6144"/>
                  </a:cubicBezTo>
                  <a:cubicBezTo>
                    <a:pt x="8255" y="6144"/>
                    <a:pt x="8286" y="6144"/>
                    <a:pt x="8381" y="6112"/>
                  </a:cubicBezTo>
                  <a:lnTo>
                    <a:pt x="10933" y="4537"/>
                  </a:lnTo>
                  <a:lnTo>
                    <a:pt x="10933" y="7184"/>
                  </a:lnTo>
                  <a:cubicBezTo>
                    <a:pt x="10933" y="7373"/>
                    <a:pt x="10775" y="7530"/>
                    <a:pt x="10618" y="7530"/>
                  </a:cubicBezTo>
                  <a:lnTo>
                    <a:pt x="5766" y="7530"/>
                  </a:lnTo>
                  <a:cubicBezTo>
                    <a:pt x="5577" y="7530"/>
                    <a:pt x="5420" y="7373"/>
                    <a:pt x="5420" y="7184"/>
                  </a:cubicBezTo>
                  <a:lnTo>
                    <a:pt x="5420" y="4443"/>
                  </a:lnTo>
                  <a:lnTo>
                    <a:pt x="5420" y="4411"/>
                  </a:lnTo>
                  <a:close/>
                  <a:moveTo>
                    <a:pt x="6806" y="2048"/>
                  </a:moveTo>
                  <a:lnTo>
                    <a:pt x="6806" y="3435"/>
                  </a:lnTo>
                  <a:lnTo>
                    <a:pt x="5766" y="3435"/>
                  </a:lnTo>
                  <a:cubicBezTo>
                    <a:pt x="5231" y="3435"/>
                    <a:pt x="4758" y="3907"/>
                    <a:pt x="4758" y="4443"/>
                  </a:cubicBezTo>
                  <a:lnTo>
                    <a:pt x="4758" y="7184"/>
                  </a:lnTo>
                  <a:cubicBezTo>
                    <a:pt x="4758" y="7719"/>
                    <a:pt x="5231" y="8192"/>
                    <a:pt x="5766" y="8192"/>
                  </a:cubicBezTo>
                  <a:lnTo>
                    <a:pt x="6806" y="8192"/>
                  </a:lnTo>
                  <a:lnTo>
                    <a:pt x="6806" y="8916"/>
                  </a:lnTo>
                  <a:lnTo>
                    <a:pt x="662" y="8916"/>
                  </a:lnTo>
                  <a:lnTo>
                    <a:pt x="662" y="2048"/>
                  </a:lnTo>
                  <a:close/>
                  <a:moveTo>
                    <a:pt x="6774" y="9578"/>
                  </a:moveTo>
                  <a:lnTo>
                    <a:pt x="6774" y="10649"/>
                  </a:lnTo>
                  <a:cubicBezTo>
                    <a:pt x="6806" y="10838"/>
                    <a:pt x="6648" y="10996"/>
                    <a:pt x="6459" y="10996"/>
                  </a:cubicBezTo>
                  <a:lnTo>
                    <a:pt x="977" y="10996"/>
                  </a:lnTo>
                  <a:cubicBezTo>
                    <a:pt x="788" y="10996"/>
                    <a:pt x="631" y="10838"/>
                    <a:pt x="631" y="10649"/>
                  </a:cubicBezTo>
                  <a:lnTo>
                    <a:pt x="631" y="9578"/>
                  </a:lnTo>
                  <a:close/>
                  <a:moveTo>
                    <a:pt x="1009" y="1"/>
                  </a:moveTo>
                  <a:cubicBezTo>
                    <a:pt x="473" y="1"/>
                    <a:pt x="1" y="473"/>
                    <a:pt x="1" y="1040"/>
                  </a:cubicBezTo>
                  <a:lnTo>
                    <a:pt x="1" y="10649"/>
                  </a:lnTo>
                  <a:cubicBezTo>
                    <a:pt x="1" y="11185"/>
                    <a:pt x="473" y="11657"/>
                    <a:pt x="1009" y="11657"/>
                  </a:cubicBezTo>
                  <a:lnTo>
                    <a:pt x="6491" y="11657"/>
                  </a:lnTo>
                  <a:cubicBezTo>
                    <a:pt x="7026" y="11657"/>
                    <a:pt x="7499" y="11185"/>
                    <a:pt x="7499" y="10649"/>
                  </a:cubicBezTo>
                  <a:lnTo>
                    <a:pt x="7499" y="8255"/>
                  </a:lnTo>
                  <a:lnTo>
                    <a:pt x="10618" y="8255"/>
                  </a:lnTo>
                  <a:cubicBezTo>
                    <a:pt x="11185" y="8255"/>
                    <a:pt x="11658" y="7782"/>
                    <a:pt x="11658" y="7215"/>
                  </a:cubicBezTo>
                  <a:lnTo>
                    <a:pt x="11658" y="4506"/>
                  </a:lnTo>
                  <a:cubicBezTo>
                    <a:pt x="11658" y="3907"/>
                    <a:pt x="11185" y="3435"/>
                    <a:pt x="10618" y="3435"/>
                  </a:cubicBezTo>
                  <a:lnTo>
                    <a:pt x="7499" y="3435"/>
                  </a:lnTo>
                  <a:lnTo>
                    <a:pt x="7499" y="1040"/>
                  </a:lnTo>
                  <a:cubicBezTo>
                    <a:pt x="7499" y="473"/>
                    <a:pt x="7026" y="1"/>
                    <a:pt x="6491" y="1"/>
                  </a:cubicBezTo>
                  <a:close/>
                </a:path>
              </a:pathLst>
            </a:custGeom>
            <a:grpFill/>
            <a:ln>
              <a:noFill/>
            </a:ln>
          </p:spPr>
          <p:txBody>
            <a:bodyPr spcFirstLastPara="1" wrap="square" lIns="62728" tIns="62728" rIns="62728" bIns="62728" anchor="ctr" anchorCtr="0">
              <a:noAutofit/>
            </a:bodyPr>
            <a:lstStyle/>
            <a:p>
              <a:endParaRPr sz="764"/>
            </a:p>
          </p:txBody>
        </p:sp>
        <p:sp>
          <p:nvSpPr>
            <p:cNvPr id="707" name="Google Shape;6551;p63">
              <a:extLst>
                <a:ext uri="{FF2B5EF4-FFF2-40B4-BE49-F238E27FC236}">
                  <a16:creationId xmlns:a16="http://schemas.microsoft.com/office/drawing/2014/main" id="{E6D50F29-3909-4E45-9046-13D17D34BFD2}"/>
                </a:ext>
              </a:extLst>
            </p:cNvPr>
            <p:cNvSpPr/>
            <p:nvPr/>
          </p:nvSpPr>
          <p:spPr>
            <a:xfrm>
              <a:off x="-33999125" y="2019075"/>
              <a:ext cx="69350" cy="18125"/>
            </a:xfrm>
            <a:custGeom>
              <a:avLst/>
              <a:gdLst/>
              <a:ahLst/>
              <a:cxnLst/>
              <a:rect l="l" t="t" r="r" b="b"/>
              <a:pathLst>
                <a:path w="2774" h="725" extrusionOk="0">
                  <a:moveTo>
                    <a:pt x="347" y="0"/>
                  </a:moveTo>
                  <a:cubicBezTo>
                    <a:pt x="158" y="0"/>
                    <a:pt x="1" y="158"/>
                    <a:pt x="1" y="378"/>
                  </a:cubicBezTo>
                  <a:cubicBezTo>
                    <a:pt x="1" y="567"/>
                    <a:pt x="158" y="725"/>
                    <a:pt x="347" y="725"/>
                  </a:cubicBezTo>
                  <a:lnTo>
                    <a:pt x="2395" y="725"/>
                  </a:lnTo>
                  <a:cubicBezTo>
                    <a:pt x="2616" y="725"/>
                    <a:pt x="2773" y="567"/>
                    <a:pt x="2773" y="378"/>
                  </a:cubicBezTo>
                  <a:cubicBezTo>
                    <a:pt x="2710" y="158"/>
                    <a:pt x="2616" y="0"/>
                    <a:pt x="2395" y="0"/>
                  </a:cubicBezTo>
                  <a:close/>
                </a:path>
              </a:pathLst>
            </a:custGeom>
            <a:grpFill/>
            <a:ln>
              <a:noFill/>
            </a:ln>
          </p:spPr>
          <p:txBody>
            <a:bodyPr spcFirstLastPara="1" wrap="square" lIns="62728" tIns="62728" rIns="62728" bIns="62728" anchor="ctr" anchorCtr="0">
              <a:noAutofit/>
            </a:bodyPr>
            <a:lstStyle/>
            <a:p>
              <a:endParaRPr sz="764"/>
            </a:p>
          </p:txBody>
        </p:sp>
        <p:sp>
          <p:nvSpPr>
            <p:cNvPr id="708" name="Google Shape;6552;p63">
              <a:extLst>
                <a:ext uri="{FF2B5EF4-FFF2-40B4-BE49-F238E27FC236}">
                  <a16:creationId xmlns:a16="http://schemas.microsoft.com/office/drawing/2014/main" id="{F2C7AFFD-0192-4DE9-B44E-9675D0603BC9}"/>
                </a:ext>
              </a:extLst>
            </p:cNvPr>
            <p:cNvSpPr/>
            <p:nvPr/>
          </p:nvSpPr>
          <p:spPr>
            <a:xfrm>
              <a:off x="-33999900" y="2053725"/>
              <a:ext cx="52000" cy="18125"/>
            </a:xfrm>
            <a:custGeom>
              <a:avLst/>
              <a:gdLst/>
              <a:ahLst/>
              <a:cxnLst/>
              <a:rect l="l" t="t" r="r" b="b"/>
              <a:pathLst>
                <a:path w="2080" h="725" extrusionOk="0">
                  <a:moveTo>
                    <a:pt x="347" y="0"/>
                  </a:moveTo>
                  <a:cubicBezTo>
                    <a:pt x="158" y="0"/>
                    <a:pt x="0" y="158"/>
                    <a:pt x="0" y="347"/>
                  </a:cubicBezTo>
                  <a:cubicBezTo>
                    <a:pt x="0" y="567"/>
                    <a:pt x="158" y="725"/>
                    <a:pt x="347" y="725"/>
                  </a:cubicBezTo>
                  <a:lnTo>
                    <a:pt x="1733" y="725"/>
                  </a:lnTo>
                  <a:cubicBezTo>
                    <a:pt x="1922" y="725"/>
                    <a:pt x="2080" y="567"/>
                    <a:pt x="2080" y="347"/>
                  </a:cubicBezTo>
                  <a:cubicBezTo>
                    <a:pt x="2080" y="158"/>
                    <a:pt x="1922" y="0"/>
                    <a:pt x="1733" y="0"/>
                  </a:cubicBezTo>
                  <a:close/>
                </a:path>
              </a:pathLst>
            </a:custGeom>
            <a:grpFill/>
            <a:ln>
              <a:noFill/>
            </a:ln>
          </p:spPr>
          <p:txBody>
            <a:bodyPr spcFirstLastPara="1" wrap="square" lIns="62728" tIns="62728" rIns="62728" bIns="62728" anchor="ctr" anchorCtr="0">
              <a:noAutofit/>
            </a:bodyPr>
            <a:lstStyle/>
            <a:p>
              <a:endParaRPr sz="764"/>
            </a:p>
          </p:txBody>
        </p:sp>
        <p:sp>
          <p:nvSpPr>
            <p:cNvPr id="709" name="Google Shape;6553;p63">
              <a:extLst>
                <a:ext uri="{FF2B5EF4-FFF2-40B4-BE49-F238E27FC236}">
                  <a16:creationId xmlns:a16="http://schemas.microsoft.com/office/drawing/2014/main" id="{D736C0E6-9559-4778-A47F-6EE2F901E88E}"/>
                </a:ext>
              </a:extLst>
            </p:cNvPr>
            <p:cNvSpPr/>
            <p:nvPr/>
          </p:nvSpPr>
          <p:spPr>
            <a:xfrm>
              <a:off x="-33999125" y="2088375"/>
              <a:ext cx="34675" cy="17350"/>
            </a:xfrm>
            <a:custGeom>
              <a:avLst/>
              <a:gdLst/>
              <a:ahLst/>
              <a:cxnLst/>
              <a:rect l="l" t="t" r="r" b="b"/>
              <a:pathLst>
                <a:path w="1387" h="694" extrusionOk="0">
                  <a:moveTo>
                    <a:pt x="347" y="1"/>
                  </a:moveTo>
                  <a:cubicBezTo>
                    <a:pt x="158" y="1"/>
                    <a:pt x="1" y="158"/>
                    <a:pt x="1" y="347"/>
                  </a:cubicBezTo>
                  <a:cubicBezTo>
                    <a:pt x="1" y="536"/>
                    <a:pt x="158" y="694"/>
                    <a:pt x="347" y="694"/>
                  </a:cubicBezTo>
                  <a:lnTo>
                    <a:pt x="1041" y="694"/>
                  </a:lnTo>
                  <a:cubicBezTo>
                    <a:pt x="1230" y="694"/>
                    <a:pt x="1387" y="536"/>
                    <a:pt x="1387" y="347"/>
                  </a:cubicBezTo>
                  <a:cubicBezTo>
                    <a:pt x="1387" y="158"/>
                    <a:pt x="1230" y="1"/>
                    <a:pt x="1041" y="1"/>
                  </a:cubicBezTo>
                  <a:close/>
                </a:path>
              </a:pathLst>
            </a:custGeom>
            <a:grpFill/>
            <a:ln>
              <a:noFill/>
            </a:ln>
          </p:spPr>
          <p:txBody>
            <a:bodyPr spcFirstLastPara="1" wrap="square" lIns="62728" tIns="62728" rIns="62728" bIns="62728" anchor="ctr" anchorCtr="0">
              <a:noAutofit/>
            </a:bodyPr>
            <a:lstStyle/>
            <a:p>
              <a:endParaRPr sz="764"/>
            </a:p>
          </p:txBody>
        </p:sp>
      </p:grpSp>
      <p:sp>
        <p:nvSpPr>
          <p:cNvPr id="549" name="Google Shape;6554;p63">
            <a:extLst>
              <a:ext uri="{FF2B5EF4-FFF2-40B4-BE49-F238E27FC236}">
                <a16:creationId xmlns:a16="http://schemas.microsoft.com/office/drawing/2014/main" id="{B71CA68F-DEE7-4DA9-9450-DE71CA68777D}"/>
              </a:ext>
            </a:extLst>
          </p:cNvPr>
          <p:cNvSpPr/>
          <p:nvPr/>
        </p:nvSpPr>
        <p:spPr>
          <a:xfrm>
            <a:off x="7526588" y="3147989"/>
            <a:ext cx="229792" cy="231148"/>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50" name="Google Shape;6555;p63">
            <a:extLst>
              <a:ext uri="{FF2B5EF4-FFF2-40B4-BE49-F238E27FC236}">
                <a16:creationId xmlns:a16="http://schemas.microsoft.com/office/drawing/2014/main" id="{7FD00822-2318-43AF-99F0-1226B9EBB34F}"/>
              </a:ext>
            </a:extLst>
          </p:cNvPr>
          <p:cNvGrpSpPr/>
          <p:nvPr/>
        </p:nvGrpSpPr>
        <p:grpSpPr>
          <a:xfrm>
            <a:off x="7527794" y="3419249"/>
            <a:ext cx="229792" cy="229812"/>
            <a:chOff x="-34032200" y="2634975"/>
            <a:chExt cx="292225" cy="292250"/>
          </a:xfrm>
          <a:solidFill>
            <a:schemeClr val="tx1"/>
          </a:solidFill>
        </p:grpSpPr>
        <p:sp>
          <p:nvSpPr>
            <p:cNvPr id="703" name="Google Shape;6556;p63">
              <a:extLst>
                <a:ext uri="{FF2B5EF4-FFF2-40B4-BE49-F238E27FC236}">
                  <a16:creationId xmlns:a16="http://schemas.microsoft.com/office/drawing/2014/main" id="{435A4264-3ACE-484D-AAFE-188FEE9089F5}"/>
                </a:ext>
              </a:extLst>
            </p:cNvPr>
            <p:cNvSpPr/>
            <p:nvPr/>
          </p:nvSpPr>
          <p:spPr>
            <a:xfrm>
              <a:off x="-34032200" y="2634975"/>
              <a:ext cx="292225" cy="292250"/>
            </a:xfrm>
            <a:custGeom>
              <a:avLst/>
              <a:gdLst/>
              <a:ahLst/>
              <a:cxnLst/>
              <a:rect l="l" t="t" r="r" b="b"/>
              <a:pathLst>
                <a:path w="11689" h="11690" extrusionOk="0">
                  <a:moveTo>
                    <a:pt x="5766" y="662"/>
                  </a:moveTo>
                  <a:cubicBezTo>
                    <a:pt x="8602" y="662"/>
                    <a:pt x="10933" y="2962"/>
                    <a:pt x="10933" y="5798"/>
                  </a:cubicBezTo>
                  <a:cubicBezTo>
                    <a:pt x="10933" y="6806"/>
                    <a:pt x="10649" y="7783"/>
                    <a:pt x="10114" y="8602"/>
                  </a:cubicBezTo>
                  <a:lnTo>
                    <a:pt x="10145" y="8444"/>
                  </a:lnTo>
                  <a:cubicBezTo>
                    <a:pt x="10177" y="8350"/>
                    <a:pt x="10145" y="8224"/>
                    <a:pt x="10082" y="8129"/>
                  </a:cubicBezTo>
                  <a:cubicBezTo>
                    <a:pt x="9988" y="8066"/>
                    <a:pt x="9862" y="8035"/>
                    <a:pt x="9767" y="8035"/>
                  </a:cubicBezTo>
                  <a:lnTo>
                    <a:pt x="9641" y="8066"/>
                  </a:lnTo>
                  <a:cubicBezTo>
                    <a:pt x="10019" y="7405"/>
                    <a:pt x="10240" y="6617"/>
                    <a:pt x="10240" y="5829"/>
                  </a:cubicBezTo>
                  <a:cubicBezTo>
                    <a:pt x="10240" y="3372"/>
                    <a:pt x="8223" y="1356"/>
                    <a:pt x="5766" y="1356"/>
                  </a:cubicBezTo>
                  <a:cubicBezTo>
                    <a:pt x="5136" y="1356"/>
                    <a:pt x="4506" y="1482"/>
                    <a:pt x="3970" y="1765"/>
                  </a:cubicBezTo>
                  <a:cubicBezTo>
                    <a:pt x="3813" y="1828"/>
                    <a:pt x="3718" y="2017"/>
                    <a:pt x="3813" y="2175"/>
                  </a:cubicBezTo>
                  <a:lnTo>
                    <a:pt x="3970" y="2553"/>
                  </a:lnTo>
                  <a:lnTo>
                    <a:pt x="2710" y="2742"/>
                  </a:lnTo>
                  <a:lnTo>
                    <a:pt x="2301" y="2773"/>
                  </a:lnTo>
                  <a:cubicBezTo>
                    <a:pt x="2364" y="2647"/>
                    <a:pt x="2710" y="1324"/>
                    <a:pt x="2742" y="1198"/>
                  </a:cubicBezTo>
                  <a:lnTo>
                    <a:pt x="2836" y="1293"/>
                  </a:lnTo>
                  <a:cubicBezTo>
                    <a:pt x="2898" y="1354"/>
                    <a:pt x="2986" y="1402"/>
                    <a:pt x="3084" y="1402"/>
                  </a:cubicBezTo>
                  <a:cubicBezTo>
                    <a:pt x="3136" y="1402"/>
                    <a:pt x="3191" y="1389"/>
                    <a:pt x="3246" y="1356"/>
                  </a:cubicBezTo>
                  <a:cubicBezTo>
                    <a:pt x="4033" y="883"/>
                    <a:pt x="4915" y="662"/>
                    <a:pt x="5766" y="662"/>
                  </a:cubicBezTo>
                  <a:close/>
                  <a:moveTo>
                    <a:pt x="6144" y="2080"/>
                  </a:moveTo>
                  <a:cubicBezTo>
                    <a:pt x="7940" y="2238"/>
                    <a:pt x="9358" y="3687"/>
                    <a:pt x="9515" y="5451"/>
                  </a:cubicBezTo>
                  <a:lnTo>
                    <a:pt x="9200" y="5451"/>
                  </a:lnTo>
                  <a:cubicBezTo>
                    <a:pt x="9011" y="5451"/>
                    <a:pt x="8854" y="5609"/>
                    <a:pt x="8854" y="5829"/>
                  </a:cubicBezTo>
                  <a:cubicBezTo>
                    <a:pt x="8854" y="6018"/>
                    <a:pt x="9011" y="6176"/>
                    <a:pt x="9200" y="6176"/>
                  </a:cubicBezTo>
                  <a:lnTo>
                    <a:pt x="9515" y="6176"/>
                  </a:lnTo>
                  <a:cubicBezTo>
                    <a:pt x="9452" y="6932"/>
                    <a:pt x="9169" y="7657"/>
                    <a:pt x="8665" y="8255"/>
                  </a:cubicBezTo>
                  <a:lnTo>
                    <a:pt x="6995" y="8570"/>
                  </a:lnTo>
                  <a:cubicBezTo>
                    <a:pt x="6900" y="8602"/>
                    <a:pt x="6806" y="8665"/>
                    <a:pt x="6774" y="8759"/>
                  </a:cubicBezTo>
                  <a:cubicBezTo>
                    <a:pt x="6743" y="8885"/>
                    <a:pt x="6743" y="9011"/>
                    <a:pt x="6806" y="9074"/>
                  </a:cubicBezTo>
                  <a:lnTo>
                    <a:pt x="6995" y="9389"/>
                  </a:lnTo>
                  <a:cubicBezTo>
                    <a:pt x="6743" y="9484"/>
                    <a:pt x="6459" y="9547"/>
                    <a:pt x="6176" y="9547"/>
                  </a:cubicBezTo>
                  <a:lnTo>
                    <a:pt x="6176" y="9232"/>
                  </a:lnTo>
                  <a:cubicBezTo>
                    <a:pt x="6176" y="9043"/>
                    <a:pt x="6018" y="8885"/>
                    <a:pt x="5829" y="8885"/>
                  </a:cubicBezTo>
                  <a:cubicBezTo>
                    <a:pt x="5640" y="8885"/>
                    <a:pt x="5483" y="9043"/>
                    <a:pt x="5483" y="9232"/>
                  </a:cubicBezTo>
                  <a:lnTo>
                    <a:pt x="5483" y="9547"/>
                  </a:lnTo>
                  <a:cubicBezTo>
                    <a:pt x="3655" y="9389"/>
                    <a:pt x="2238" y="7940"/>
                    <a:pt x="2080" y="6176"/>
                  </a:cubicBezTo>
                  <a:lnTo>
                    <a:pt x="2395" y="6176"/>
                  </a:lnTo>
                  <a:cubicBezTo>
                    <a:pt x="2584" y="6176"/>
                    <a:pt x="2742" y="6018"/>
                    <a:pt x="2742" y="5829"/>
                  </a:cubicBezTo>
                  <a:cubicBezTo>
                    <a:pt x="2742" y="5609"/>
                    <a:pt x="2584" y="5451"/>
                    <a:pt x="2395" y="5451"/>
                  </a:cubicBezTo>
                  <a:lnTo>
                    <a:pt x="2080" y="5451"/>
                  </a:lnTo>
                  <a:cubicBezTo>
                    <a:pt x="2175" y="4727"/>
                    <a:pt x="2427" y="3971"/>
                    <a:pt x="2962" y="3372"/>
                  </a:cubicBezTo>
                  <a:lnTo>
                    <a:pt x="4474" y="3183"/>
                  </a:lnTo>
                  <a:cubicBezTo>
                    <a:pt x="4600" y="3183"/>
                    <a:pt x="4663" y="3088"/>
                    <a:pt x="4726" y="3025"/>
                  </a:cubicBezTo>
                  <a:cubicBezTo>
                    <a:pt x="4758" y="2931"/>
                    <a:pt x="4758" y="2836"/>
                    <a:pt x="4726" y="2710"/>
                  </a:cubicBezTo>
                  <a:lnTo>
                    <a:pt x="4506" y="2269"/>
                  </a:lnTo>
                  <a:cubicBezTo>
                    <a:pt x="4789" y="2143"/>
                    <a:pt x="5104" y="2112"/>
                    <a:pt x="5420" y="2080"/>
                  </a:cubicBezTo>
                  <a:lnTo>
                    <a:pt x="5420" y="2395"/>
                  </a:lnTo>
                  <a:cubicBezTo>
                    <a:pt x="5420" y="2584"/>
                    <a:pt x="5577" y="2742"/>
                    <a:pt x="5766" y="2742"/>
                  </a:cubicBezTo>
                  <a:cubicBezTo>
                    <a:pt x="5987" y="2742"/>
                    <a:pt x="6144" y="2584"/>
                    <a:pt x="6144" y="2395"/>
                  </a:cubicBezTo>
                  <a:lnTo>
                    <a:pt x="6144" y="2080"/>
                  </a:lnTo>
                  <a:close/>
                  <a:moveTo>
                    <a:pt x="1607" y="2899"/>
                  </a:moveTo>
                  <a:lnTo>
                    <a:pt x="1544" y="3151"/>
                  </a:lnTo>
                  <a:cubicBezTo>
                    <a:pt x="1481" y="3246"/>
                    <a:pt x="1544" y="3372"/>
                    <a:pt x="1607" y="3466"/>
                  </a:cubicBezTo>
                  <a:cubicBezTo>
                    <a:pt x="1670" y="3529"/>
                    <a:pt x="1796" y="3561"/>
                    <a:pt x="1922" y="3561"/>
                  </a:cubicBezTo>
                  <a:lnTo>
                    <a:pt x="1985" y="3561"/>
                  </a:lnTo>
                  <a:cubicBezTo>
                    <a:pt x="1607" y="4254"/>
                    <a:pt x="1387" y="5042"/>
                    <a:pt x="1387" y="5861"/>
                  </a:cubicBezTo>
                  <a:cubicBezTo>
                    <a:pt x="1387" y="8287"/>
                    <a:pt x="3372" y="10303"/>
                    <a:pt x="5829" y="10303"/>
                  </a:cubicBezTo>
                  <a:cubicBezTo>
                    <a:pt x="6459" y="10303"/>
                    <a:pt x="7089" y="10177"/>
                    <a:pt x="7688" y="9925"/>
                  </a:cubicBezTo>
                  <a:cubicBezTo>
                    <a:pt x="7751" y="9862"/>
                    <a:pt x="7845" y="9799"/>
                    <a:pt x="7877" y="9704"/>
                  </a:cubicBezTo>
                  <a:cubicBezTo>
                    <a:pt x="7908" y="9641"/>
                    <a:pt x="7877" y="9515"/>
                    <a:pt x="7845" y="9452"/>
                  </a:cubicBezTo>
                  <a:lnTo>
                    <a:pt x="7688" y="9200"/>
                  </a:lnTo>
                  <a:lnTo>
                    <a:pt x="9421" y="8854"/>
                  </a:lnTo>
                  <a:lnTo>
                    <a:pt x="9421" y="8854"/>
                  </a:lnTo>
                  <a:cubicBezTo>
                    <a:pt x="9326" y="9200"/>
                    <a:pt x="9074" y="10177"/>
                    <a:pt x="9011" y="10492"/>
                  </a:cubicBezTo>
                  <a:lnTo>
                    <a:pt x="8759" y="10303"/>
                  </a:lnTo>
                  <a:cubicBezTo>
                    <a:pt x="8708" y="10235"/>
                    <a:pt x="8640" y="10204"/>
                    <a:pt x="8567" y="10204"/>
                  </a:cubicBezTo>
                  <a:cubicBezTo>
                    <a:pt x="8505" y="10204"/>
                    <a:pt x="8439" y="10228"/>
                    <a:pt x="8381" y="10271"/>
                  </a:cubicBezTo>
                  <a:cubicBezTo>
                    <a:pt x="7593" y="10744"/>
                    <a:pt x="6680" y="10965"/>
                    <a:pt x="5829" y="10965"/>
                  </a:cubicBezTo>
                  <a:cubicBezTo>
                    <a:pt x="2994" y="10965"/>
                    <a:pt x="662" y="8665"/>
                    <a:pt x="662" y="5829"/>
                  </a:cubicBezTo>
                  <a:cubicBezTo>
                    <a:pt x="662" y="4758"/>
                    <a:pt x="977" y="3781"/>
                    <a:pt x="1607" y="2899"/>
                  </a:cubicBezTo>
                  <a:close/>
                  <a:moveTo>
                    <a:pt x="5766" y="1"/>
                  </a:moveTo>
                  <a:cubicBezTo>
                    <a:pt x="4884" y="1"/>
                    <a:pt x="3970" y="221"/>
                    <a:pt x="3151" y="662"/>
                  </a:cubicBezTo>
                  <a:lnTo>
                    <a:pt x="2836" y="316"/>
                  </a:lnTo>
                  <a:cubicBezTo>
                    <a:pt x="2765" y="245"/>
                    <a:pt x="2677" y="210"/>
                    <a:pt x="2597" y="210"/>
                  </a:cubicBezTo>
                  <a:cubicBezTo>
                    <a:pt x="2570" y="210"/>
                    <a:pt x="2545" y="214"/>
                    <a:pt x="2521" y="221"/>
                  </a:cubicBezTo>
                  <a:cubicBezTo>
                    <a:pt x="2395" y="253"/>
                    <a:pt x="2301" y="347"/>
                    <a:pt x="2269" y="473"/>
                  </a:cubicBezTo>
                  <a:lnTo>
                    <a:pt x="1985" y="1450"/>
                  </a:lnTo>
                  <a:cubicBezTo>
                    <a:pt x="694" y="2553"/>
                    <a:pt x="1" y="4160"/>
                    <a:pt x="1" y="5829"/>
                  </a:cubicBezTo>
                  <a:cubicBezTo>
                    <a:pt x="1" y="7342"/>
                    <a:pt x="599" y="8854"/>
                    <a:pt x="1733" y="9956"/>
                  </a:cubicBezTo>
                  <a:cubicBezTo>
                    <a:pt x="2836" y="11059"/>
                    <a:pt x="4285" y="11689"/>
                    <a:pt x="5861" y="11689"/>
                  </a:cubicBezTo>
                  <a:cubicBezTo>
                    <a:pt x="6774" y="11689"/>
                    <a:pt x="7719" y="11437"/>
                    <a:pt x="8539" y="11028"/>
                  </a:cubicBezTo>
                  <a:lnTo>
                    <a:pt x="8980" y="11406"/>
                  </a:lnTo>
                  <a:cubicBezTo>
                    <a:pt x="9027" y="11477"/>
                    <a:pt x="9110" y="11512"/>
                    <a:pt x="9201" y="11512"/>
                  </a:cubicBezTo>
                  <a:cubicBezTo>
                    <a:pt x="9232" y="11512"/>
                    <a:pt x="9263" y="11508"/>
                    <a:pt x="9295" y="11500"/>
                  </a:cubicBezTo>
                  <a:cubicBezTo>
                    <a:pt x="9421" y="11437"/>
                    <a:pt x="9484" y="11374"/>
                    <a:pt x="9515" y="11248"/>
                  </a:cubicBezTo>
                  <a:lnTo>
                    <a:pt x="9799" y="10114"/>
                  </a:lnTo>
                  <a:cubicBezTo>
                    <a:pt x="10996" y="9011"/>
                    <a:pt x="11689" y="7468"/>
                    <a:pt x="11689" y="5861"/>
                  </a:cubicBezTo>
                  <a:cubicBezTo>
                    <a:pt x="11658" y="2616"/>
                    <a:pt x="9011" y="1"/>
                    <a:pt x="5766" y="1"/>
                  </a:cubicBezTo>
                  <a:close/>
                </a:path>
              </a:pathLst>
            </a:custGeom>
            <a:grpFill/>
            <a:ln>
              <a:noFill/>
            </a:ln>
          </p:spPr>
          <p:txBody>
            <a:bodyPr spcFirstLastPara="1" wrap="square" lIns="62728" tIns="62728" rIns="62728" bIns="62728" anchor="ctr" anchorCtr="0">
              <a:noAutofit/>
            </a:bodyPr>
            <a:lstStyle/>
            <a:p>
              <a:endParaRPr sz="764"/>
            </a:p>
          </p:txBody>
        </p:sp>
        <p:sp>
          <p:nvSpPr>
            <p:cNvPr id="704" name="Google Shape;6557;p63">
              <a:extLst>
                <a:ext uri="{FF2B5EF4-FFF2-40B4-BE49-F238E27FC236}">
                  <a16:creationId xmlns:a16="http://schemas.microsoft.com/office/drawing/2014/main" id="{36D7D3C8-80C3-4C06-8A3C-15431549A12A}"/>
                </a:ext>
              </a:extLst>
            </p:cNvPr>
            <p:cNvSpPr/>
            <p:nvPr/>
          </p:nvSpPr>
          <p:spPr>
            <a:xfrm>
              <a:off x="-33947125" y="2735800"/>
              <a:ext cx="51200" cy="86675"/>
            </a:xfrm>
            <a:custGeom>
              <a:avLst/>
              <a:gdLst/>
              <a:ahLst/>
              <a:cxnLst/>
              <a:rect l="l" t="t" r="r" b="b"/>
              <a:pathLst>
                <a:path w="2048" h="3467" extrusionOk="0">
                  <a:moveTo>
                    <a:pt x="1040" y="1"/>
                  </a:moveTo>
                  <a:cubicBezTo>
                    <a:pt x="473" y="1"/>
                    <a:pt x="0" y="473"/>
                    <a:pt x="0" y="1040"/>
                  </a:cubicBezTo>
                  <a:cubicBezTo>
                    <a:pt x="0" y="1229"/>
                    <a:pt x="158" y="1387"/>
                    <a:pt x="378" y="1387"/>
                  </a:cubicBezTo>
                  <a:cubicBezTo>
                    <a:pt x="567" y="1387"/>
                    <a:pt x="725" y="1229"/>
                    <a:pt x="725" y="1040"/>
                  </a:cubicBezTo>
                  <a:cubicBezTo>
                    <a:pt x="725" y="851"/>
                    <a:pt x="882" y="662"/>
                    <a:pt x="1071" y="662"/>
                  </a:cubicBezTo>
                  <a:cubicBezTo>
                    <a:pt x="1292" y="662"/>
                    <a:pt x="1449" y="851"/>
                    <a:pt x="1449" y="1040"/>
                  </a:cubicBezTo>
                  <a:lnTo>
                    <a:pt x="1449" y="1292"/>
                  </a:lnTo>
                  <a:cubicBezTo>
                    <a:pt x="1449" y="1418"/>
                    <a:pt x="1355" y="1544"/>
                    <a:pt x="1229" y="1639"/>
                  </a:cubicBezTo>
                  <a:lnTo>
                    <a:pt x="599" y="1954"/>
                  </a:lnTo>
                  <a:cubicBezTo>
                    <a:pt x="252" y="2111"/>
                    <a:pt x="63" y="2458"/>
                    <a:pt x="63" y="2836"/>
                  </a:cubicBezTo>
                  <a:lnTo>
                    <a:pt x="63" y="3119"/>
                  </a:lnTo>
                  <a:cubicBezTo>
                    <a:pt x="0" y="3372"/>
                    <a:pt x="158" y="3466"/>
                    <a:pt x="315" y="3466"/>
                  </a:cubicBezTo>
                  <a:lnTo>
                    <a:pt x="1701" y="3466"/>
                  </a:lnTo>
                  <a:cubicBezTo>
                    <a:pt x="1891" y="3466"/>
                    <a:pt x="2048" y="3309"/>
                    <a:pt x="2048" y="3119"/>
                  </a:cubicBezTo>
                  <a:cubicBezTo>
                    <a:pt x="2048" y="2930"/>
                    <a:pt x="1891" y="2773"/>
                    <a:pt x="1701" y="2773"/>
                  </a:cubicBezTo>
                  <a:lnTo>
                    <a:pt x="693" y="2773"/>
                  </a:lnTo>
                  <a:cubicBezTo>
                    <a:pt x="725" y="2678"/>
                    <a:pt x="756" y="2584"/>
                    <a:pt x="882" y="2521"/>
                  </a:cubicBezTo>
                  <a:lnTo>
                    <a:pt x="1512" y="2206"/>
                  </a:lnTo>
                  <a:cubicBezTo>
                    <a:pt x="1859" y="2048"/>
                    <a:pt x="2048" y="1702"/>
                    <a:pt x="2048" y="1292"/>
                  </a:cubicBezTo>
                  <a:lnTo>
                    <a:pt x="2048" y="1040"/>
                  </a:lnTo>
                  <a:cubicBezTo>
                    <a:pt x="2048" y="473"/>
                    <a:pt x="1575" y="1"/>
                    <a:pt x="1040" y="1"/>
                  </a:cubicBezTo>
                  <a:close/>
                </a:path>
              </a:pathLst>
            </a:custGeom>
            <a:grpFill/>
            <a:ln>
              <a:noFill/>
            </a:ln>
          </p:spPr>
          <p:txBody>
            <a:bodyPr spcFirstLastPara="1" wrap="square" lIns="62728" tIns="62728" rIns="62728" bIns="62728" anchor="ctr" anchorCtr="0">
              <a:noAutofit/>
            </a:bodyPr>
            <a:lstStyle/>
            <a:p>
              <a:endParaRPr sz="764"/>
            </a:p>
          </p:txBody>
        </p:sp>
        <p:sp>
          <p:nvSpPr>
            <p:cNvPr id="705" name="Google Shape;6558;p63">
              <a:extLst>
                <a:ext uri="{FF2B5EF4-FFF2-40B4-BE49-F238E27FC236}">
                  <a16:creationId xmlns:a16="http://schemas.microsoft.com/office/drawing/2014/main" id="{0FA494CA-A660-45BF-9561-48862E79C992}"/>
                </a:ext>
              </a:extLst>
            </p:cNvPr>
            <p:cNvSpPr/>
            <p:nvPr/>
          </p:nvSpPr>
          <p:spPr>
            <a:xfrm>
              <a:off x="-33878600" y="2737375"/>
              <a:ext cx="52000" cy="86675"/>
            </a:xfrm>
            <a:custGeom>
              <a:avLst/>
              <a:gdLst/>
              <a:ahLst/>
              <a:cxnLst/>
              <a:rect l="l" t="t" r="r" b="b"/>
              <a:pathLst>
                <a:path w="2080" h="3467" extrusionOk="0">
                  <a:moveTo>
                    <a:pt x="347" y="1"/>
                  </a:moveTo>
                  <a:cubicBezTo>
                    <a:pt x="158" y="1"/>
                    <a:pt x="0" y="158"/>
                    <a:pt x="0" y="347"/>
                  </a:cubicBezTo>
                  <a:lnTo>
                    <a:pt x="0" y="1733"/>
                  </a:lnTo>
                  <a:cubicBezTo>
                    <a:pt x="0" y="1922"/>
                    <a:pt x="158" y="2080"/>
                    <a:pt x="347" y="2080"/>
                  </a:cubicBezTo>
                  <a:lnTo>
                    <a:pt x="1355" y="2080"/>
                  </a:lnTo>
                  <a:lnTo>
                    <a:pt x="1355" y="3088"/>
                  </a:lnTo>
                  <a:cubicBezTo>
                    <a:pt x="1355" y="3309"/>
                    <a:pt x="1512" y="3466"/>
                    <a:pt x="1733" y="3466"/>
                  </a:cubicBezTo>
                  <a:cubicBezTo>
                    <a:pt x="1922" y="3466"/>
                    <a:pt x="2079" y="3309"/>
                    <a:pt x="2079" y="3088"/>
                  </a:cubicBezTo>
                  <a:lnTo>
                    <a:pt x="2079" y="1733"/>
                  </a:lnTo>
                  <a:lnTo>
                    <a:pt x="2079" y="347"/>
                  </a:lnTo>
                  <a:cubicBezTo>
                    <a:pt x="2079" y="158"/>
                    <a:pt x="1922" y="1"/>
                    <a:pt x="1733" y="1"/>
                  </a:cubicBezTo>
                  <a:cubicBezTo>
                    <a:pt x="1512" y="1"/>
                    <a:pt x="1355" y="158"/>
                    <a:pt x="1355" y="347"/>
                  </a:cubicBezTo>
                  <a:lnTo>
                    <a:pt x="1355" y="1355"/>
                  </a:lnTo>
                  <a:lnTo>
                    <a:pt x="693" y="1355"/>
                  </a:lnTo>
                  <a:lnTo>
                    <a:pt x="693" y="347"/>
                  </a:lnTo>
                  <a:cubicBezTo>
                    <a:pt x="693" y="158"/>
                    <a:pt x="536" y="1"/>
                    <a:pt x="347"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51" name="Google Shape;6559;p63">
            <a:extLst>
              <a:ext uri="{FF2B5EF4-FFF2-40B4-BE49-F238E27FC236}">
                <a16:creationId xmlns:a16="http://schemas.microsoft.com/office/drawing/2014/main" id="{D337E523-C5F9-4191-899F-1A3626CFD1EA}"/>
              </a:ext>
            </a:extLst>
          </p:cNvPr>
          <p:cNvGrpSpPr/>
          <p:nvPr/>
        </p:nvGrpSpPr>
        <p:grpSpPr>
          <a:xfrm>
            <a:off x="8968498" y="2856260"/>
            <a:ext cx="232288" cy="229792"/>
            <a:chOff x="-32245875" y="1938725"/>
            <a:chExt cx="295400" cy="292225"/>
          </a:xfrm>
          <a:solidFill>
            <a:schemeClr val="tx1"/>
          </a:solidFill>
        </p:grpSpPr>
        <p:sp>
          <p:nvSpPr>
            <p:cNvPr id="700" name="Google Shape;6560;p63">
              <a:extLst>
                <a:ext uri="{FF2B5EF4-FFF2-40B4-BE49-F238E27FC236}">
                  <a16:creationId xmlns:a16="http://schemas.microsoft.com/office/drawing/2014/main" id="{69EA4687-A1BC-4C4B-A504-A7E467F3AD80}"/>
                </a:ext>
              </a:extLst>
            </p:cNvPr>
            <p:cNvSpPr/>
            <p:nvPr/>
          </p:nvSpPr>
          <p:spPr>
            <a:xfrm>
              <a:off x="-32156075" y="2042700"/>
              <a:ext cx="120525" cy="120525"/>
            </a:xfrm>
            <a:custGeom>
              <a:avLst/>
              <a:gdLst/>
              <a:ahLst/>
              <a:cxnLst/>
              <a:rect l="l" t="t" r="r" b="b"/>
              <a:pathLst>
                <a:path w="4821" h="4821" extrusionOk="0">
                  <a:moveTo>
                    <a:pt x="2395" y="725"/>
                  </a:moveTo>
                  <a:cubicBezTo>
                    <a:pt x="3340" y="725"/>
                    <a:pt x="4096" y="1481"/>
                    <a:pt x="4096" y="2426"/>
                  </a:cubicBezTo>
                  <a:cubicBezTo>
                    <a:pt x="4096" y="3308"/>
                    <a:pt x="3340" y="4096"/>
                    <a:pt x="2395" y="4096"/>
                  </a:cubicBezTo>
                  <a:cubicBezTo>
                    <a:pt x="1450" y="4096"/>
                    <a:pt x="725" y="3340"/>
                    <a:pt x="725" y="2426"/>
                  </a:cubicBezTo>
                  <a:cubicBezTo>
                    <a:pt x="725" y="1450"/>
                    <a:pt x="1450" y="725"/>
                    <a:pt x="2395" y="725"/>
                  </a:cubicBezTo>
                  <a:close/>
                  <a:moveTo>
                    <a:pt x="2395" y="0"/>
                  </a:moveTo>
                  <a:cubicBezTo>
                    <a:pt x="1072" y="0"/>
                    <a:pt x="1" y="1071"/>
                    <a:pt x="1" y="2426"/>
                  </a:cubicBezTo>
                  <a:cubicBezTo>
                    <a:pt x="1" y="3749"/>
                    <a:pt x="1072" y="4821"/>
                    <a:pt x="2395" y="4821"/>
                  </a:cubicBezTo>
                  <a:cubicBezTo>
                    <a:pt x="3750" y="4821"/>
                    <a:pt x="4821" y="3749"/>
                    <a:pt x="4821" y="2426"/>
                  </a:cubicBezTo>
                  <a:cubicBezTo>
                    <a:pt x="4758" y="1071"/>
                    <a:pt x="3718" y="0"/>
                    <a:pt x="2395" y="0"/>
                  </a:cubicBezTo>
                  <a:close/>
                </a:path>
              </a:pathLst>
            </a:custGeom>
            <a:grpFill/>
            <a:ln>
              <a:noFill/>
            </a:ln>
          </p:spPr>
          <p:txBody>
            <a:bodyPr spcFirstLastPara="1" wrap="square" lIns="62728" tIns="62728" rIns="62728" bIns="62728" anchor="ctr" anchorCtr="0">
              <a:noAutofit/>
            </a:bodyPr>
            <a:lstStyle/>
            <a:p>
              <a:endParaRPr sz="764"/>
            </a:p>
          </p:txBody>
        </p:sp>
        <p:sp>
          <p:nvSpPr>
            <p:cNvPr id="701" name="Google Shape;6561;p63">
              <a:extLst>
                <a:ext uri="{FF2B5EF4-FFF2-40B4-BE49-F238E27FC236}">
                  <a16:creationId xmlns:a16="http://schemas.microsoft.com/office/drawing/2014/main" id="{B501A2FD-5642-41ED-BE3E-DDED4E53CFBE}"/>
                </a:ext>
              </a:extLst>
            </p:cNvPr>
            <p:cNvSpPr/>
            <p:nvPr/>
          </p:nvSpPr>
          <p:spPr>
            <a:xfrm>
              <a:off x="-32105675" y="2076550"/>
              <a:ext cx="35475" cy="33900"/>
            </a:xfrm>
            <a:custGeom>
              <a:avLst/>
              <a:gdLst/>
              <a:ahLst/>
              <a:cxnLst/>
              <a:rect l="l" t="t" r="r" b="b"/>
              <a:pathLst>
                <a:path w="1419" h="1356" extrusionOk="0">
                  <a:moveTo>
                    <a:pt x="347" y="1"/>
                  </a:moveTo>
                  <a:cubicBezTo>
                    <a:pt x="158" y="1"/>
                    <a:pt x="1" y="159"/>
                    <a:pt x="1" y="348"/>
                  </a:cubicBezTo>
                  <a:lnTo>
                    <a:pt x="1" y="1009"/>
                  </a:lnTo>
                  <a:cubicBezTo>
                    <a:pt x="1" y="1230"/>
                    <a:pt x="158" y="1356"/>
                    <a:pt x="347" y="1356"/>
                  </a:cubicBezTo>
                  <a:lnTo>
                    <a:pt x="1009" y="1356"/>
                  </a:lnTo>
                  <a:cubicBezTo>
                    <a:pt x="1230" y="1356"/>
                    <a:pt x="1387" y="1198"/>
                    <a:pt x="1387" y="1009"/>
                  </a:cubicBezTo>
                  <a:cubicBezTo>
                    <a:pt x="1419" y="852"/>
                    <a:pt x="1261" y="694"/>
                    <a:pt x="1072" y="694"/>
                  </a:cubicBezTo>
                  <a:lnTo>
                    <a:pt x="694" y="694"/>
                  </a:lnTo>
                  <a:lnTo>
                    <a:pt x="694" y="348"/>
                  </a:lnTo>
                  <a:cubicBezTo>
                    <a:pt x="694" y="159"/>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702" name="Google Shape;6562;p63">
              <a:extLst>
                <a:ext uri="{FF2B5EF4-FFF2-40B4-BE49-F238E27FC236}">
                  <a16:creationId xmlns:a16="http://schemas.microsoft.com/office/drawing/2014/main" id="{F04DAFE6-4FF7-44F5-89A8-F737ECCC86D4}"/>
                </a:ext>
              </a:extLst>
            </p:cNvPr>
            <p:cNvSpPr/>
            <p:nvPr/>
          </p:nvSpPr>
          <p:spPr>
            <a:xfrm>
              <a:off x="-32245875" y="1938725"/>
              <a:ext cx="295400" cy="292225"/>
            </a:xfrm>
            <a:custGeom>
              <a:avLst/>
              <a:gdLst/>
              <a:ahLst/>
              <a:cxnLst/>
              <a:rect l="l" t="t" r="r" b="b"/>
              <a:pathLst>
                <a:path w="11816" h="11689" extrusionOk="0">
                  <a:moveTo>
                    <a:pt x="10965" y="1355"/>
                  </a:moveTo>
                  <a:cubicBezTo>
                    <a:pt x="11154" y="1355"/>
                    <a:pt x="11311" y="1544"/>
                    <a:pt x="11311" y="1733"/>
                  </a:cubicBezTo>
                  <a:lnTo>
                    <a:pt x="11311" y="2742"/>
                  </a:lnTo>
                  <a:lnTo>
                    <a:pt x="1009" y="2742"/>
                  </a:lnTo>
                  <a:lnTo>
                    <a:pt x="1009" y="1733"/>
                  </a:lnTo>
                  <a:lnTo>
                    <a:pt x="852" y="1733"/>
                  </a:lnTo>
                  <a:cubicBezTo>
                    <a:pt x="852" y="1544"/>
                    <a:pt x="1009" y="1355"/>
                    <a:pt x="1198" y="1355"/>
                  </a:cubicBezTo>
                  <a:lnTo>
                    <a:pt x="1545" y="1355"/>
                  </a:lnTo>
                  <a:lnTo>
                    <a:pt x="1545" y="1733"/>
                  </a:lnTo>
                  <a:cubicBezTo>
                    <a:pt x="1545" y="1922"/>
                    <a:pt x="1702" y="2080"/>
                    <a:pt x="1891" y="2080"/>
                  </a:cubicBezTo>
                  <a:cubicBezTo>
                    <a:pt x="2112" y="2080"/>
                    <a:pt x="2269" y="1922"/>
                    <a:pt x="2269" y="1733"/>
                  </a:cubicBezTo>
                  <a:lnTo>
                    <a:pt x="2269" y="1355"/>
                  </a:lnTo>
                  <a:lnTo>
                    <a:pt x="3624" y="1355"/>
                  </a:lnTo>
                  <a:lnTo>
                    <a:pt x="3624" y="1733"/>
                  </a:lnTo>
                  <a:cubicBezTo>
                    <a:pt x="3624" y="1922"/>
                    <a:pt x="3782" y="2080"/>
                    <a:pt x="4002" y="2080"/>
                  </a:cubicBezTo>
                  <a:cubicBezTo>
                    <a:pt x="4191" y="2080"/>
                    <a:pt x="4349" y="1922"/>
                    <a:pt x="4349" y="1733"/>
                  </a:cubicBezTo>
                  <a:lnTo>
                    <a:pt x="4349" y="1355"/>
                  </a:lnTo>
                  <a:lnTo>
                    <a:pt x="5735" y="1355"/>
                  </a:lnTo>
                  <a:lnTo>
                    <a:pt x="5735" y="1733"/>
                  </a:lnTo>
                  <a:cubicBezTo>
                    <a:pt x="5735" y="1922"/>
                    <a:pt x="5892" y="2080"/>
                    <a:pt x="6081" y="2080"/>
                  </a:cubicBezTo>
                  <a:cubicBezTo>
                    <a:pt x="6270" y="2080"/>
                    <a:pt x="6428" y="1922"/>
                    <a:pt x="6428" y="1733"/>
                  </a:cubicBezTo>
                  <a:lnTo>
                    <a:pt x="6428" y="1355"/>
                  </a:lnTo>
                  <a:lnTo>
                    <a:pt x="7814" y="1355"/>
                  </a:lnTo>
                  <a:lnTo>
                    <a:pt x="7814" y="1733"/>
                  </a:lnTo>
                  <a:cubicBezTo>
                    <a:pt x="7814" y="1922"/>
                    <a:pt x="7972" y="2080"/>
                    <a:pt x="8161" y="2080"/>
                  </a:cubicBezTo>
                  <a:cubicBezTo>
                    <a:pt x="8381" y="2080"/>
                    <a:pt x="8539" y="1922"/>
                    <a:pt x="8539" y="1733"/>
                  </a:cubicBezTo>
                  <a:lnTo>
                    <a:pt x="8539" y="1355"/>
                  </a:lnTo>
                  <a:lnTo>
                    <a:pt x="9893" y="1355"/>
                  </a:lnTo>
                  <a:lnTo>
                    <a:pt x="9893" y="1733"/>
                  </a:lnTo>
                  <a:cubicBezTo>
                    <a:pt x="9893" y="1922"/>
                    <a:pt x="10051" y="2080"/>
                    <a:pt x="10272" y="2080"/>
                  </a:cubicBezTo>
                  <a:cubicBezTo>
                    <a:pt x="10461" y="2080"/>
                    <a:pt x="10618" y="1922"/>
                    <a:pt x="10618" y="1733"/>
                  </a:cubicBezTo>
                  <a:lnTo>
                    <a:pt x="10618" y="1355"/>
                  </a:lnTo>
                  <a:close/>
                  <a:moveTo>
                    <a:pt x="11154" y="3466"/>
                  </a:moveTo>
                  <a:lnTo>
                    <a:pt x="11154" y="9641"/>
                  </a:lnTo>
                  <a:lnTo>
                    <a:pt x="852" y="9641"/>
                  </a:lnTo>
                  <a:lnTo>
                    <a:pt x="852" y="3466"/>
                  </a:lnTo>
                  <a:close/>
                  <a:moveTo>
                    <a:pt x="11154" y="10366"/>
                  </a:moveTo>
                  <a:lnTo>
                    <a:pt x="11154" y="10712"/>
                  </a:lnTo>
                  <a:cubicBezTo>
                    <a:pt x="11122" y="10870"/>
                    <a:pt x="10965" y="11027"/>
                    <a:pt x="10807" y="11027"/>
                  </a:cubicBezTo>
                  <a:lnTo>
                    <a:pt x="1198" y="11027"/>
                  </a:lnTo>
                  <a:cubicBezTo>
                    <a:pt x="1009" y="11027"/>
                    <a:pt x="852" y="10870"/>
                    <a:pt x="852" y="10649"/>
                  </a:cubicBezTo>
                  <a:lnTo>
                    <a:pt x="852" y="10366"/>
                  </a:lnTo>
                  <a:close/>
                  <a:moveTo>
                    <a:pt x="1734" y="1"/>
                  </a:moveTo>
                  <a:cubicBezTo>
                    <a:pt x="1545" y="1"/>
                    <a:pt x="1387" y="158"/>
                    <a:pt x="1387" y="347"/>
                  </a:cubicBezTo>
                  <a:lnTo>
                    <a:pt x="1387" y="694"/>
                  </a:lnTo>
                  <a:lnTo>
                    <a:pt x="1041" y="694"/>
                  </a:lnTo>
                  <a:cubicBezTo>
                    <a:pt x="474" y="694"/>
                    <a:pt x="1" y="1166"/>
                    <a:pt x="1" y="1733"/>
                  </a:cubicBezTo>
                  <a:lnTo>
                    <a:pt x="1" y="10649"/>
                  </a:lnTo>
                  <a:cubicBezTo>
                    <a:pt x="1" y="11216"/>
                    <a:pt x="474" y="11689"/>
                    <a:pt x="1041" y="11689"/>
                  </a:cubicBezTo>
                  <a:lnTo>
                    <a:pt x="10650" y="11689"/>
                  </a:lnTo>
                  <a:cubicBezTo>
                    <a:pt x="11185" y="11689"/>
                    <a:pt x="11658" y="11216"/>
                    <a:pt x="11658" y="10649"/>
                  </a:cubicBezTo>
                  <a:lnTo>
                    <a:pt x="11658" y="1733"/>
                  </a:lnTo>
                  <a:cubicBezTo>
                    <a:pt x="11815" y="1166"/>
                    <a:pt x="11343" y="694"/>
                    <a:pt x="10807" y="694"/>
                  </a:cubicBezTo>
                  <a:lnTo>
                    <a:pt x="10461" y="694"/>
                  </a:lnTo>
                  <a:lnTo>
                    <a:pt x="10461" y="347"/>
                  </a:lnTo>
                  <a:cubicBezTo>
                    <a:pt x="10461" y="158"/>
                    <a:pt x="10303" y="1"/>
                    <a:pt x="10083" y="1"/>
                  </a:cubicBezTo>
                  <a:cubicBezTo>
                    <a:pt x="9893" y="1"/>
                    <a:pt x="9736" y="158"/>
                    <a:pt x="9736" y="347"/>
                  </a:cubicBezTo>
                  <a:lnTo>
                    <a:pt x="9736" y="694"/>
                  </a:lnTo>
                  <a:lnTo>
                    <a:pt x="8350" y="694"/>
                  </a:lnTo>
                  <a:lnTo>
                    <a:pt x="8350" y="347"/>
                  </a:lnTo>
                  <a:cubicBezTo>
                    <a:pt x="8350" y="158"/>
                    <a:pt x="8192" y="1"/>
                    <a:pt x="8003" y="1"/>
                  </a:cubicBezTo>
                  <a:cubicBezTo>
                    <a:pt x="7814" y="1"/>
                    <a:pt x="7657" y="158"/>
                    <a:pt x="7657" y="347"/>
                  </a:cubicBezTo>
                  <a:lnTo>
                    <a:pt x="7657" y="694"/>
                  </a:lnTo>
                  <a:lnTo>
                    <a:pt x="6270" y="694"/>
                  </a:lnTo>
                  <a:lnTo>
                    <a:pt x="6270" y="347"/>
                  </a:lnTo>
                  <a:cubicBezTo>
                    <a:pt x="6270" y="158"/>
                    <a:pt x="6113" y="1"/>
                    <a:pt x="5924" y="1"/>
                  </a:cubicBezTo>
                  <a:cubicBezTo>
                    <a:pt x="5735" y="1"/>
                    <a:pt x="5577" y="158"/>
                    <a:pt x="5577" y="347"/>
                  </a:cubicBezTo>
                  <a:lnTo>
                    <a:pt x="5577" y="694"/>
                  </a:lnTo>
                  <a:lnTo>
                    <a:pt x="4191" y="694"/>
                  </a:lnTo>
                  <a:lnTo>
                    <a:pt x="4191" y="347"/>
                  </a:lnTo>
                  <a:cubicBezTo>
                    <a:pt x="4191" y="158"/>
                    <a:pt x="4034" y="1"/>
                    <a:pt x="3845" y="1"/>
                  </a:cubicBezTo>
                  <a:cubicBezTo>
                    <a:pt x="3624" y="1"/>
                    <a:pt x="3466" y="158"/>
                    <a:pt x="3466" y="347"/>
                  </a:cubicBezTo>
                  <a:lnTo>
                    <a:pt x="3466" y="694"/>
                  </a:lnTo>
                  <a:lnTo>
                    <a:pt x="2112" y="694"/>
                  </a:lnTo>
                  <a:lnTo>
                    <a:pt x="2112" y="347"/>
                  </a:lnTo>
                  <a:cubicBezTo>
                    <a:pt x="2112" y="158"/>
                    <a:pt x="1954" y="1"/>
                    <a:pt x="1734"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52" name="Google Shape;6563;p63">
            <a:extLst>
              <a:ext uri="{FF2B5EF4-FFF2-40B4-BE49-F238E27FC236}">
                <a16:creationId xmlns:a16="http://schemas.microsoft.com/office/drawing/2014/main" id="{4C84234D-6E55-4D92-A748-2F95D900816A}"/>
              </a:ext>
            </a:extLst>
          </p:cNvPr>
          <p:cNvGrpSpPr/>
          <p:nvPr/>
        </p:nvGrpSpPr>
        <p:grpSpPr>
          <a:xfrm>
            <a:off x="8966336" y="3149363"/>
            <a:ext cx="236613" cy="228258"/>
            <a:chOff x="-32243500" y="2299850"/>
            <a:chExt cx="300900" cy="290275"/>
          </a:xfrm>
          <a:solidFill>
            <a:schemeClr val="tx1"/>
          </a:solidFill>
        </p:grpSpPr>
        <p:sp>
          <p:nvSpPr>
            <p:cNvPr id="698" name="Google Shape;6564;p63">
              <a:extLst>
                <a:ext uri="{FF2B5EF4-FFF2-40B4-BE49-F238E27FC236}">
                  <a16:creationId xmlns:a16="http://schemas.microsoft.com/office/drawing/2014/main" id="{30F2E992-F327-41AD-9446-1E609B1BD2AF}"/>
                </a:ext>
              </a:extLst>
            </p:cNvPr>
            <p:cNvSpPr/>
            <p:nvPr/>
          </p:nvSpPr>
          <p:spPr>
            <a:xfrm>
              <a:off x="-32243500" y="2299850"/>
              <a:ext cx="300900" cy="290275"/>
            </a:xfrm>
            <a:custGeom>
              <a:avLst/>
              <a:gdLst/>
              <a:ahLst/>
              <a:cxnLst/>
              <a:rect l="l" t="t" r="r" b="b"/>
              <a:pathLst>
                <a:path w="12036" h="11611" extrusionOk="0">
                  <a:moveTo>
                    <a:pt x="7955" y="654"/>
                  </a:moveTo>
                  <a:cubicBezTo>
                    <a:pt x="8743" y="654"/>
                    <a:pt x="9531" y="946"/>
                    <a:pt x="10114" y="1529"/>
                  </a:cubicBezTo>
                  <a:cubicBezTo>
                    <a:pt x="11311" y="2726"/>
                    <a:pt x="11311" y="4679"/>
                    <a:pt x="10114" y="5876"/>
                  </a:cubicBezTo>
                  <a:cubicBezTo>
                    <a:pt x="9540" y="6450"/>
                    <a:pt x="8752" y="6766"/>
                    <a:pt x="7951" y="6766"/>
                  </a:cubicBezTo>
                  <a:cubicBezTo>
                    <a:pt x="7565" y="6766"/>
                    <a:pt x="7175" y="6692"/>
                    <a:pt x="6806" y="6538"/>
                  </a:cubicBezTo>
                  <a:cubicBezTo>
                    <a:pt x="6759" y="6526"/>
                    <a:pt x="6709" y="6519"/>
                    <a:pt x="6661" y="6519"/>
                  </a:cubicBezTo>
                  <a:cubicBezTo>
                    <a:pt x="6577" y="6519"/>
                    <a:pt x="6499" y="6541"/>
                    <a:pt x="6459" y="6601"/>
                  </a:cubicBezTo>
                  <a:lnTo>
                    <a:pt x="5545" y="7514"/>
                  </a:lnTo>
                  <a:lnTo>
                    <a:pt x="4726" y="7514"/>
                  </a:lnTo>
                  <a:cubicBezTo>
                    <a:pt x="4537" y="7514"/>
                    <a:pt x="4380" y="7672"/>
                    <a:pt x="4380" y="7861"/>
                  </a:cubicBezTo>
                  <a:lnTo>
                    <a:pt x="4380" y="8460"/>
                  </a:lnTo>
                  <a:lnTo>
                    <a:pt x="3907" y="8428"/>
                  </a:lnTo>
                  <a:cubicBezTo>
                    <a:pt x="3813" y="8428"/>
                    <a:pt x="3687" y="8428"/>
                    <a:pt x="3655" y="8491"/>
                  </a:cubicBezTo>
                  <a:cubicBezTo>
                    <a:pt x="3592" y="8554"/>
                    <a:pt x="3529" y="8649"/>
                    <a:pt x="3529" y="8743"/>
                  </a:cubicBezTo>
                  <a:lnTo>
                    <a:pt x="3466" y="9531"/>
                  </a:lnTo>
                  <a:lnTo>
                    <a:pt x="2678" y="9594"/>
                  </a:lnTo>
                  <a:cubicBezTo>
                    <a:pt x="2584" y="9594"/>
                    <a:pt x="2521" y="9657"/>
                    <a:pt x="2426" y="9720"/>
                  </a:cubicBezTo>
                  <a:cubicBezTo>
                    <a:pt x="2395" y="9814"/>
                    <a:pt x="2363" y="9877"/>
                    <a:pt x="2363" y="9972"/>
                  </a:cubicBezTo>
                  <a:lnTo>
                    <a:pt x="2426" y="10665"/>
                  </a:lnTo>
                  <a:lnTo>
                    <a:pt x="2174" y="10949"/>
                  </a:lnTo>
                  <a:lnTo>
                    <a:pt x="694" y="10949"/>
                  </a:lnTo>
                  <a:lnTo>
                    <a:pt x="694" y="9499"/>
                  </a:lnTo>
                  <a:lnTo>
                    <a:pt x="757" y="9499"/>
                  </a:lnTo>
                  <a:lnTo>
                    <a:pt x="5041" y="5215"/>
                  </a:lnTo>
                  <a:cubicBezTo>
                    <a:pt x="5104" y="5120"/>
                    <a:pt x="5167" y="4963"/>
                    <a:pt x="5104" y="4837"/>
                  </a:cubicBezTo>
                  <a:cubicBezTo>
                    <a:pt x="4695" y="3702"/>
                    <a:pt x="4947" y="2411"/>
                    <a:pt x="5797" y="1529"/>
                  </a:cubicBezTo>
                  <a:cubicBezTo>
                    <a:pt x="6380" y="946"/>
                    <a:pt x="7168" y="654"/>
                    <a:pt x="7955" y="654"/>
                  </a:cubicBezTo>
                  <a:close/>
                  <a:moveTo>
                    <a:pt x="7936" y="1"/>
                  </a:moveTo>
                  <a:cubicBezTo>
                    <a:pt x="6971" y="1"/>
                    <a:pt x="6002" y="363"/>
                    <a:pt x="5262" y="1088"/>
                  </a:cubicBezTo>
                  <a:cubicBezTo>
                    <a:pt x="4285" y="2096"/>
                    <a:pt x="3939" y="3576"/>
                    <a:pt x="4380" y="4931"/>
                  </a:cubicBezTo>
                  <a:lnTo>
                    <a:pt x="126" y="9184"/>
                  </a:lnTo>
                  <a:cubicBezTo>
                    <a:pt x="32" y="9247"/>
                    <a:pt x="0" y="9342"/>
                    <a:pt x="0" y="9405"/>
                  </a:cubicBezTo>
                  <a:lnTo>
                    <a:pt x="0" y="11358"/>
                  </a:lnTo>
                  <a:cubicBezTo>
                    <a:pt x="32" y="11453"/>
                    <a:pt x="189" y="11610"/>
                    <a:pt x="379" y="11610"/>
                  </a:cubicBezTo>
                  <a:lnTo>
                    <a:pt x="2332" y="11610"/>
                  </a:lnTo>
                  <a:cubicBezTo>
                    <a:pt x="2395" y="11610"/>
                    <a:pt x="2521" y="11579"/>
                    <a:pt x="2552" y="11516"/>
                  </a:cubicBezTo>
                  <a:lnTo>
                    <a:pt x="3025" y="11043"/>
                  </a:lnTo>
                  <a:cubicBezTo>
                    <a:pt x="3119" y="10949"/>
                    <a:pt x="3151" y="10823"/>
                    <a:pt x="3119" y="10759"/>
                  </a:cubicBezTo>
                  <a:lnTo>
                    <a:pt x="3025" y="10255"/>
                  </a:lnTo>
                  <a:lnTo>
                    <a:pt x="3750" y="10161"/>
                  </a:lnTo>
                  <a:cubicBezTo>
                    <a:pt x="3907" y="10161"/>
                    <a:pt x="4002" y="10003"/>
                    <a:pt x="4065" y="9846"/>
                  </a:cubicBezTo>
                  <a:lnTo>
                    <a:pt x="4128" y="9153"/>
                  </a:lnTo>
                  <a:lnTo>
                    <a:pt x="4663" y="9216"/>
                  </a:lnTo>
                  <a:cubicBezTo>
                    <a:pt x="4726" y="9216"/>
                    <a:pt x="4852" y="9216"/>
                    <a:pt x="4915" y="9153"/>
                  </a:cubicBezTo>
                  <a:cubicBezTo>
                    <a:pt x="5010" y="9058"/>
                    <a:pt x="5041" y="8995"/>
                    <a:pt x="5041" y="8901"/>
                  </a:cubicBezTo>
                  <a:lnTo>
                    <a:pt x="5041" y="8271"/>
                  </a:lnTo>
                  <a:lnTo>
                    <a:pt x="5671" y="8271"/>
                  </a:lnTo>
                  <a:cubicBezTo>
                    <a:pt x="5734" y="8271"/>
                    <a:pt x="5829" y="8239"/>
                    <a:pt x="5892" y="8145"/>
                  </a:cubicBezTo>
                  <a:lnTo>
                    <a:pt x="6774" y="7325"/>
                  </a:lnTo>
                  <a:cubicBezTo>
                    <a:pt x="7153" y="7452"/>
                    <a:pt x="7548" y="7514"/>
                    <a:pt x="7941" y="7514"/>
                  </a:cubicBezTo>
                  <a:cubicBezTo>
                    <a:pt x="8920" y="7514"/>
                    <a:pt x="9889" y="7131"/>
                    <a:pt x="10586" y="6412"/>
                  </a:cubicBezTo>
                  <a:cubicBezTo>
                    <a:pt x="12035" y="4963"/>
                    <a:pt x="12035" y="2568"/>
                    <a:pt x="10586" y="1088"/>
                  </a:cubicBezTo>
                  <a:cubicBezTo>
                    <a:pt x="9862" y="363"/>
                    <a:pt x="8901" y="1"/>
                    <a:pt x="7936" y="1"/>
                  </a:cubicBezTo>
                  <a:close/>
                </a:path>
              </a:pathLst>
            </a:custGeom>
            <a:grpFill/>
            <a:ln>
              <a:noFill/>
            </a:ln>
          </p:spPr>
          <p:txBody>
            <a:bodyPr spcFirstLastPara="1" wrap="square" lIns="62728" tIns="62728" rIns="62728" bIns="62728" anchor="ctr" anchorCtr="0">
              <a:noAutofit/>
            </a:bodyPr>
            <a:lstStyle/>
            <a:p>
              <a:endParaRPr sz="764"/>
            </a:p>
          </p:txBody>
        </p:sp>
        <p:sp>
          <p:nvSpPr>
            <p:cNvPr id="699" name="Google Shape;6565;p63">
              <a:extLst>
                <a:ext uri="{FF2B5EF4-FFF2-40B4-BE49-F238E27FC236}">
                  <a16:creationId xmlns:a16="http://schemas.microsoft.com/office/drawing/2014/main" id="{7CD02C9A-4AE8-4288-B2BD-E35CED782EDA}"/>
                </a:ext>
              </a:extLst>
            </p:cNvPr>
            <p:cNvSpPr/>
            <p:nvPr/>
          </p:nvSpPr>
          <p:spPr>
            <a:xfrm>
              <a:off x="-32048175" y="2342775"/>
              <a:ext cx="55950" cy="51025"/>
            </a:xfrm>
            <a:custGeom>
              <a:avLst/>
              <a:gdLst/>
              <a:ahLst/>
              <a:cxnLst/>
              <a:rect l="l" t="t" r="r" b="b"/>
              <a:pathLst>
                <a:path w="2238" h="2041" extrusionOk="0">
                  <a:moveTo>
                    <a:pt x="1119" y="662"/>
                  </a:moveTo>
                  <a:cubicBezTo>
                    <a:pt x="1206" y="662"/>
                    <a:pt x="1292" y="694"/>
                    <a:pt x="1355" y="757"/>
                  </a:cubicBezTo>
                  <a:cubicBezTo>
                    <a:pt x="1481" y="883"/>
                    <a:pt x="1481" y="1135"/>
                    <a:pt x="1355" y="1229"/>
                  </a:cubicBezTo>
                  <a:cubicBezTo>
                    <a:pt x="1292" y="1292"/>
                    <a:pt x="1206" y="1324"/>
                    <a:pt x="1119" y="1324"/>
                  </a:cubicBezTo>
                  <a:cubicBezTo>
                    <a:pt x="1032" y="1324"/>
                    <a:pt x="946" y="1292"/>
                    <a:pt x="883" y="1229"/>
                  </a:cubicBezTo>
                  <a:cubicBezTo>
                    <a:pt x="725" y="1135"/>
                    <a:pt x="725" y="914"/>
                    <a:pt x="883" y="757"/>
                  </a:cubicBezTo>
                  <a:cubicBezTo>
                    <a:pt x="946" y="694"/>
                    <a:pt x="1032" y="662"/>
                    <a:pt x="1119" y="662"/>
                  </a:cubicBezTo>
                  <a:close/>
                  <a:moveTo>
                    <a:pt x="1115" y="1"/>
                  </a:moveTo>
                  <a:cubicBezTo>
                    <a:pt x="851" y="1"/>
                    <a:pt x="584" y="95"/>
                    <a:pt x="379" y="284"/>
                  </a:cubicBezTo>
                  <a:cubicBezTo>
                    <a:pt x="1" y="694"/>
                    <a:pt x="1" y="1355"/>
                    <a:pt x="379" y="1733"/>
                  </a:cubicBezTo>
                  <a:cubicBezTo>
                    <a:pt x="599" y="1938"/>
                    <a:pt x="867" y="2041"/>
                    <a:pt x="1127" y="2041"/>
                  </a:cubicBezTo>
                  <a:cubicBezTo>
                    <a:pt x="1387" y="2041"/>
                    <a:pt x="1639" y="1938"/>
                    <a:pt x="1828" y="1733"/>
                  </a:cubicBezTo>
                  <a:cubicBezTo>
                    <a:pt x="2238" y="1355"/>
                    <a:pt x="2238" y="694"/>
                    <a:pt x="1828" y="284"/>
                  </a:cubicBezTo>
                  <a:cubicBezTo>
                    <a:pt x="1639" y="95"/>
                    <a:pt x="1379" y="1"/>
                    <a:pt x="1115" y="1"/>
                  </a:cubicBezTo>
                  <a:close/>
                </a:path>
              </a:pathLst>
            </a:custGeom>
            <a:grpFill/>
            <a:ln>
              <a:noFill/>
            </a:ln>
          </p:spPr>
          <p:txBody>
            <a:bodyPr spcFirstLastPara="1" wrap="square" lIns="62728" tIns="62728" rIns="62728" bIns="62728" anchor="ctr" anchorCtr="0">
              <a:noAutofit/>
            </a:bodyPr>
            <a:lstStyle/>
            <a:p>
              <a:endParaRPr sz="764"/>
            </a:p>
          </p:txBody>
        </p:sp>
      </p:grpSp>
      <p:sp>
        <p:nvSpPr>
          <p:cNvPr id="553" name="Google Shape;6566;p63">
            <a:extLst>
              <a:ext uri="{FF2B5EF4-FFF2-40B4-BE49-F238E27FC236}">
                <a16:creationId xmlns:a16="http://schemas.microsoft.com/office/drawing/2014/main" id="{6A6BC88D-1F22-4089-B08B-0A86C9E51DE5}"/>
              </a:ext>
            </a:extLst>
          </p:cNvPr>
          <p:cNvSpPr/>
          <p:nvPr/>
        </p:nvSpPr>
        <p:spPr>
          <a:xfrm>
            <a:off x="8967986" y="3419960"/>
            <a:ext cx="231030" cy="228553"/>
          </a:xfrm>
          <a:custGeom>
            <a:avLst/>
            <a:gdLst/>
            <a:ahLst/>
            <a:cxnLst/>
            <a:rect l="l" t="t" r="r" b="b"/>
            <a:pathLst>
              <a:path w="11752" h="11626" extrusionOk="0">
                <a:moveTo>
                  <a:pt x="5829" y="662"/>
                </a:moveTo>
                <a:cubicBezTo>
                  <a:pt x="6049" y="662"/>
                  <a:pt x="6207" y="819"/>
                  <a:pt x="6207" y="1008"/>
                </a:cubicBezTo>
                <a:cubicBezTo>
                  <a:pt x="6207" y="1197"/>
                  <a:pt x="6049" y="1355"/>
                  <a:pt x="5829" y="1355"/>
                </a:cubicBezTo>
                <a:cubicBezTo>
                  <a:pt x="5640" y="1355"/>
                  <a:pt x="5482" y="1197"/>
                  <a:pt x="5482" y="1008"/>
                </a:cubicBezTo>
                <a:cubicBezTo>
                  <a:pt x="5482" y="819"/>
                  <a:pt x="5640" y="662"/>
                  <a:pt x="5829" y="662"/>
                </a:cubicBezTo>
                <a:close/>
                <a:moveTo>
                  <a:pt x="5829" y="2048"/>
                </a:moveTo>
                <a:cubicBezTo>
                  <a:pt x="6743" y="2048"/>
                  <a:pt x="7625" y="2363"/>
                  <a:pt x="8255" y="2898"/>
                </a:cubicBezTo>
                <a:lnTo>
                  <a:pt x="7247" y="3875"/>
                </a:lnTo>
                <a:cubicBezTo>
                  <a:pt x="6869" y="3560"/>
                  <a:pt x="6364" y="3403"/>
                  <a:pt x="5797" y="3403"/>
                </a:cubicBezTo>
                <a:cubicBezTo>
                  <a:pt x="5325" y="3403"/>
                  <a:pt x="4821" y="3560"/>
                  <a:pt x="4380" y="3875"/>
                </a:cubicBezTo>
                <a:lnTo>
                  <a:pt x="3435" y="2930"/>
                </a:lnTo>
                <a:cubicBezTo>
                  <a:pt x="4065" y="2363"/>
                  <a:pt x="4884" y="2048"/>
                  <a:pt x="5829" y="2048"/>
                </a:cubicBezTo>
                <a:close/>
                <a:moveTo>
                  <a:pt x="4852" y="1355"/>
                </a:moveTo>
                <a:cubicBezTo>
                  <a:pt x="4852" y="1418"/>
                  <a:pt x="4884" y="1449"/>
                  <a:pt x="4884" y="1449"/>
                </a:cubicBezTo>
                <a:cubicBezTo>
                  <a:pt x="3214" y="1796"/>
                  <a:pt x="1828" y="3151"/>
                  <a:pt x="1481" y="4883"/>
                </a:cubicBezTo>
                <a:cubicBezTo>
                  <a:pt x="1450" y="4883"/>
                  <a:pt x="1387" y="4820"/>
                  <a:pt x="1387" y="4820"/>
                </a:cubicBezTo>
                <a:lnTo>
                  <a:pt x="1387" y="3718"/>
                </a:lnTo>
                <a:cubicBezTo>
                  <a:pt x="1387" y="2426"/>
                  <a:pt x="2458" y="1355"/>
                  <a:pt x="3750" y="1355"/>
                </a:cubicBezTo>
                <a:close/>
                <a:moveTo>
                  <a:pt x="7908" y="1355"/>
                </a:moveTo>
                <a:cubicBezTo>
                  <a:pt x="9200" y="1355"/>
                  <a:pt x="10240" y="2426"/>
                  <a:pt x="10240" y="3718"/>
                </a:cubicBezTo>
                <a:lnTo>
                  <a:pt x="10240" y="4820"/>
                </a:lnTo>
                <a:cubicBezTo>
                  <a:pt x="10208" y="4820"/>
                  <a:pt x="10177" y="4883"/>
                  <a:pt x="10177" y="4883"/>
                </a:cubicBezTo>
                <a:cubicBezTo>
                  <a:pt x="9830" y="3182"/>
                  <a:pt x="8475" y="1796"/>
                  <a:pt x="6743" y="1449"/>
                </a:cubicBezTo>
                <a:cubicBezTo>
                  <a:pt x="6743" y="1418"/>
                  <a:pt x="6774" y="1355"/>
                  <a:pt x="6774" y="1355"/>
                </a:cubicBezTo>
                <a:close/>
                <a:moveTo>
                  <a:pt x="10618" y="5419"/>
                </a:moveTo>
                <a:cubicBezTo>
                  <a:pt x="10807" y="5419"/>
                  <a:pt x="10964" y="5576"/>
                  <a:pt x="10964" y="5765"/>
                </a:cubicBezTo>
                <a:cubicBezTo>
                  <a:pt x="10964" y="5986"/>
                  <a:pt x="10807" y="6143"/>
                  <a:pt x="10618" y="6143"/>
                </a:cubicBezTo>
                <a:cubicBezTo>
                  <a:pt x="10397" y="6143"/>
                  <a:pt x="10240" y="5986"/>
                  <a:pt x="10240" y="5765"/>
                </a:cubicBezTo>
                <a:cubicBezTo>
                  <a:pt x="10240" y="5576"/>
                  <a:pt x="10397" y="5419"/>
                  <a:pt x="10618" y="5419"/>
                </a:cubicBezTo>
                <a:close/>
                <a:moveTo>
                  <a:pt x="1040" y="5450"/>
                </a:moveTo>
                <a:cubicBezTo>
                  <a:pt x="1229" y="5450"/>
                  <a:pt x="1387" y="5608"/>
                  <a:pt x="1387" y="5828"/>
                </a:cubicBezTo>
                <a:cubicBezTo>
                  <a:pt x="1387" y="6017"/>
                  <a:pt x="1229" y="6175"/>
                  <a:pt x="1040" y="6175"/>
                </a:cubicBezTo>
                <a:cubicBezTo>
                  <a:pt x="851" y="6175"/>
                  <a:pt x="694" y="6017"/>
                  <a:pt x="694" y="5828"/>
                </a:cubicBezTo>
                <a:cubicBezTo>
                  <a:pt x="694" y="5608"/>
                  <a:pt x="851" y="5450"/>
                  <a:pt x="1040" y="5450"/>
                </a:cubicBezTo>
                <a:close/>
                <a:moveTo>
                  <a:pt x="5829" y="4096"/>
                </a:moveTo>
                <a:cubicBezTo>
                  <a:pt x="6774" y="4096"/>
                  <a:pt x="7530" y="4820"/>
                  <a:pt x="7530" y="5765"/>
                </a:cubicBezTo>
                <a:cubicBezTo>
                  <a:pt x="7530" y="6711"/>
                  <a:pt x="6837" y="7498"/>
                  <a:pt x="5829" y="7498"/>
                </a:cubicBezTo>
                <a:cubicBezTo>
                  <a:pt x="4884" y="7498"/>
                  <a:pt x="4096" y="6711"/>
                  <a:pt x="4159" y="5734"/>
                </a:cubicBezTo>
                <a:cubicBezTo>
                  <a:pt x="4191" y="4789"/>
                  <a:pt x="4884" y="4096"/>
                  <a:pt x="5829" y="4096"/>
                </a:cubicBezTo>
                <a:close/>
                <a:moveTo>
                  <a:pt x="2930" y="3371"/>
                </a:moveTo>
                <a:lnTo>
                  <a:pt x="3876" y="4316"/>
                </a:lnTo>
                <a:cubicBezTo>
                  <a:pt x="3561" y="4757"/>
                  <a:pt x="3403" y="5261"/>
                  <a:pt x="3403" y="5765"/>
                </a:cubicBezTo>
                <a:cubicBezTo>
                  <a:pt x="3403" y="6301"/>
                  <a:pt x="3561" y="6805"/>
                  <a:pt x="3876" y="7183"/>
                </a:cubicBezTo>
                <a:lnTo>
                  <a:pt x="2899" y="8191"/>
                </a:lnTo>
                <a:cubicBezTo>
                  <a:pt x="2363" y="7561"/>
                  <a:pt x="2048" y="6711"/>
                  <a:pt x="2048" y="5765"/>
                </a:cubicBezTo>
                <a:cubicBezTo>
                  <a:pt x="2048" y="4883"/>
                  <a:pt x="2363" y="4001"/>
                  <a:pt x="2930" y="3371"/>
                </a:cubicBezTo>
                <a:close/>
                <a:moveTo>
                  <a:pt x="8759" y="3340"/>
                </a:moveTo>
                <a:cubicBezTo>
                  <a:pt x="9294" y="4001"/>
                  <a:pt x="9609" y="4820"/>
                  <a:pt x="9609" y="5734"/>
                </a:cubicBezTo>
                <a:cubicBezTo>
                  <a:pt x="9578" y="6711"/>
                  <a:pt x="9263" y="7561"/>
                  <a:pt x="8727" y="8191"/>
                </a:cubicBezTo>
                <a:lnTo>
                  <a:pt x="7782" y="7246"/>
                </a:lnTo>
                <a:cubicBezTo>
                  <a:pt x="8097" y="6805"/>
                  <a:pt x="8255" y="6301"/>
                  <a:pt x="8255" y="5765"/>
                </a:cubicBezTo>
                <a:cubicBezTo>
                  <a:pt x="8255" y="5576"/>
                  <a:pt x="8192" y="5387"/>
                  <a:pt x="8160" y="5198"/>
                </a:cubicBezTo>
                <a:cubicBezTo>
                  <a:pt x="8097" y="4883"/>
                  <a:pt x="7971" y="4600"/>
                  <a:pt x="7782" y="4316"/>
                </a:cubicBezTo>
                <a:lnTo>
                  <a:pt x="8759" y="3340"/>
                </a:lnTo>
                <a:close/>
                <a:moveTo>
                  <a:pt x="7310" y="7719"/>
                </a:moveTo>
                <a:lnTo>
                  <a:pt x="8255" y="8664"/>
                </a:lnTo>
                <a:cubicBezTo>
                  <a:pt x="7562" y="9231"/>
                  <a:pt x="6743" y="9546"/>
                  <a:pt x="5829" y="9546"/>
                </a:cubicBezTo>
                <a:cubicBezTo>
                  <a:pt x="4947" y="9546"/>
                  <a:pt x="4065" y="9231"/>
                  <a:pt x="3435" y="8695"/>
                </a:cubicBezTo>
                <a:lnTo>
                  <a:pt x="4411" y="7719"/>
                </a:lnTo>
                <a:cubicBezTo>
                  <a:pt x="4821" y="8034"/>
                  <a:pt x="5325" y="8191"/>
                  <a:pt x="5829" y="8191"/>
                </a:cubicBezTo>
                <a:cubicBezTo>
                  <a:pt x="6364" y="8191"/>
                  <a:pt x="6869" y="8034"/>
                  <a:pt x="7310" y="7719"/>
                </a:cubicBezTo>
                <a:close/>
                <a:moveTo>
                  <a:pt x="1481" y="6711"/>
                </a:moveTo>
                <a:cubicBezTo>
                  <a:pt x="1828" y="8443"/>
                  <a:pt x="3214" y="9798"/>
                  <a:pt x="4884" y="10145"/>
                </a:cubicBezTo>
                <a:cubicBezTo>
                  <a:pt x="4884" y="10176"/>
                  <a:pt x="4852" y="10239"/>
                  <a:pt x="4852" y="10271"/>
                </a:cubicBezTo>
                <a:lnTo>
                  <a:pt x="3781" y="10271"/>
                </a:lnTo>
                <a:cubicBezTo>
                  <a:pt x="2458" y="10271"/>
                  <a:pt x="1387" y="9168"/>
                  <a:pt x="1387" y="7813"/>
                </a:cubicBezTo>
                <a:lnTo>
                  <a:pt x="1387" y="6774"/>
                </a:lnTo>
                <a:cubicBezTo>
                  <a:pt x="1418" y="6774"/>
                  <a:pt x="1481" y="6711"/>
                  <a:pt x="1481" y="6711"/>
                </a:cubicBezTo>
                <a:close/>
                <a:moveTo>
                  <a:pt x="10177" y="6711"/>
                </a:moveTo>
                <a:cubicBezTo>
                  <a:pt x="10208" y="6711"/>
                  <a:pt x="10240" y="6774"/>
                  <a:pt x="10240" y="6774"/>
                </a:cubicBezTo>
                <a:lnTo>
                  <a:pt x="10240" y="7876"/>
                </a:lnTo>
                <a:cubicBezTo>
                  <a:pt x="10240" y="9168"/>
                  <a:pt x="9200" y="10271"/>
                  <a:pt x="7877" y="10271"/>
                </a:cubicBezTo>
                <a:lnTo>
                  <a:pt x="6774" y="10271"/>
                </a:lnTo>
                <a:cubicBezTo>
                  <a:pt x="6774" y="10239"/>
                  <a:pt x="6743" y="10176"/>
                  <a:pt x="6743" y="10145"/>
                </a:cubicBezTo>
                <a:cubicBezTo>
                  <a:pt x="8475" y="9798"/>
                  <a:pt x="9830" y="8412"/>
                  <a:pt x="10177" y="6711"/>
                </a:cubicBezTo>
                <a:close/>
                <a:moveTo>
                  <a:pt x="5829" y="10239"/>
                </a:moveTo>
                <a:cubicBezTo>
                  <a:pt x="6049" y="10239"/>
                  <a:pt x="6207" y="10397"/>
                  <a:pt x="6207" y="10586"/>
                </a:cubicBezTo>
                <a:cubicBezTo>
                  <a:pt x="6144" y="10775"/>
                  <a:pt x="5986" y="10932"/>
                  <a:pt x="5829" y="10932"/>
                </a:cubicBezTo>
                <a:cubicBezTo>
                  <a:pt x="5640" y="10932"/>
                  <a:pt x="5482" y="10775"/>
                  <a:pt x="5482" y="10586"/>
                </a:cubicBezTo>
                <a:cubicBezTo>
                  <a:pt x="5482" y="10397"/>
                  <a:pt x="5640" y="10239"/>
                  <a:pt x="5829" y="10239"/>
                </a:cubicBezTo>
                <a:close/>
                <a:moveTo>
                  <a:pt x="5829" y="0"/>
                </a:moveTo>
                <a:cubicBezTo>
                  <a:pt x="5388" y="0"/>
                  <a:pt x="5010" y="315"/>
                  <a:pt x="4852" y="693"/>
                </a:cubicBezTo>
                <a:lnTo>
                  <a:pt x="3813" y="693"/>
                </a:lnTo>
                <a:cubicBezTo>
                  <a:pt x="2111" y="693"/>
                  <a:pt x="725" y="2079"/>
                  <a:pt x="725" y="3781"/>
                </a:cubicBezTo>
                <a:lnTo>
                  <a:pt x="725" y="4820"/>
                </a:lnTo>
                <a:cubicBezTo>
                  <a:pt x="316" y="4946"/>
                  <a:pt x="0" y="5356"/>
                  <a:pt x="0" y="5828"/>
                </a:cubicBezTo>
                <a:cubicBezTo>
                  <a:pt x="0" y="6301"/>
                  <a:pt x="316" y="6648"/>
                  <a:pt x="725" y="6805"/>
                </a:cubicBezTo>
                <a:lnTo>
                  <a:pt x="725" y="7876"/>
                </a:lnTo>
                <a:cubicBezTo>
                  <a:pt x="725" y="9546"/>
                  <a:pt x="2111" y="10964"/>
                  <a:pt x="3813" y="10964"/>
                </a:cubicBezTo>
                <a:lnTo>
                  <a:pt x="4915" y="10964"/>
                </a:lnTo>
                <a:cubicBezTo>
                  <a:pt x="5073" y="11373"/>
                  <a:pt x="5419" y="11625"/>
                  <a:pt x="5892" y="11625"/>
                </a:cubicBezTo>
                <a:cubicBezTo>
                  <a:pt x="6333" y="11625"/>
                  <a:pt x="6711" y="11310"/>
                  <a:pt x="6869" y="10932"/>
                </a:cubicBezTo>
                <a:lnTo>
                  <a:pt x="7971" y="10932"/>
                </a:lnTo>
                <a:cubicBezTo>
                  <a:pt x="9672" y="10932"/>
                  <a:pt x="11059" y="9546"/>
                  <a:pt x="11059" y="7845"/>
                </a:cubicBezTo>
                <a:lnTo>
                  <a:pt x="11059" y="6774"/>
                </a:lnTo>
                <a:cubicBezTo>
                  <a:pt x="11216" y="6711"/>
                  <a:pt x="11311" y="6648"/>
                  <a:pt x="11437" y="6522"/>
                </a:cubicBezTo>
                <a:cubicBezTo>
                  <a:pt x="11626" y="6333"/>
                  <a:pt x="11752" y="6049"/>
                  <a:pt x="11752" y="5765"/>
                </a:cubicBezTo>
                <a:cubicBezTo>
                  <a:pt x="11752" y="5513"/>
                  <a:pt x="11626" y="5230"/>
                  <a:pt x="11437" y="5041"/>
                </a:cubicBezTo>
                <a:cubicBezTo>
                  <a:pt x="11248" y="4946"/>
                  <a:pt x="11090" y="4883"/>
                  <a:pt x="10964" y="4820"/>
                </a:cubicBezTo>
                <a:lnTo>
                  <a:pt x="10964" y="3781"/>
                </a:lnTo>
                <a:cubicBezTo>
                  <a:pt x="10964" y="2079"/>
                  <a:pt x="9578" y="693"/>
                  <a:pt x="7877" y="693"/>
                </a:cubicBezTo>
                <a:lnTo>
                  <a:pt x="6837" y="693"/>
                </a:lnTo>
                <a:cubicBezTo>
                  <a:pt x="6711" y="315"/>
                  <a:pt x="6301" y="0"/>
                  <a:pt x="582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54" name="Google Shape;6567;p63">
            <a:extLst>
              <a:ext uri="{FF2B5EF4-FFF2-40B4-BE49-F238E27FC236}">
                <a16:creationId xmlns:a16="http://schemas.microsoft.com/office/drawing/2014/main" id="{1336DD2C-44AD-4891-8B73-53AA771F452C}"/>
              </a:ext>
            </a:extLst>
          </p:cNvPr>
          <p:cNvGrpSpPr/>
          <p:nvPr/>
        </p:nvGrpSpPr>
        <p:grpSpPr>
          <a:xfrm>
            <a:off x="6367802" y="2855946"/>
            <a:ext cx="229792" cy="230421"/>
            <a:chOff x="-35495600" y="1912725"/>
            <a:chExt cx="292225" cy="293025"/>
          </a:xfrm>
          <a:solidFill>
            <a:schemeClr val="tx1"/>
          </a:solidFill>
        </p:grpSpPr>
        <p:sp>
          <p:nvSpPr>
            <p:cNvPr id="695" name="Google Shape;6568;p63">
              <a:extLst>
                <a:ext uri="{FF2B5EF4-FFF2-40B4-BE49-F238E27FC236}">
                  <a16:creationId xmlns:a16="http://schemas.microsoft.com/office/drawing/2014/main" id="{47C42B93-116E-47CE-93E4-DED4E58A7DB9}"/>
                </a:ext>
              </a:extLst>
            </p:cNvPr>
            <p:cNvSpPr/>
            <p:nvPr/>
          </p:nvSpPr>
          <p:spPr>
            <a:xfrm>
              <a:off x="-35495600" y="1912725"/>
              <a:ext cx="102400" cy="293025"/>
            </a:xfrm>
            <a:custGeom>
              <a:avLst/>
              <a:gdLst/>
              <a:ahLst/>
              <a:cxnLst/>
              <a:rect l="l" t="t" r="r" b="b"/>
              <a:pathLst>
                <a:path w="4096" h="11721" extrusionOk="0">
                  <a:moveTo>
                    <a:pt x="3088" y="726"/>
                  </a:moveTo>
                  <a:cubicBezTo>
                    <a:pt x="3277" y="726"/>
                    <a:pt x="3435" y="883"/>
                    <a:pt x="3435" y="1041"/>
                  </a:cubicBezTo>
                  <a:lnTo>
                    <a:pt x="3435" y="3120"/>
                  </a:lnTo>
                  <a:cubicBezTo>
                    <a:pt x="3435" y="3309"/>
                    <a:pt x="3277" y="3467"/>
                    <a:pt x="3088" y="3467"/>
                  </a:cubicBezTo>
                  <a:lnTo>
                    <a:pt x="2710" y="3467"/>
                  </a:lnTo>
                  <a:lnTo>
                    <a:pt x="2710" y="726"/>
                  </a:lnTo>
                  <a:close/>
                  <a:moveTo>
                    <a:pt x="2080" y="757"/>
                  </a:moveTo>
                  <a:lnTo>
                    <a:pt x="2080" y="3561"/>
                  </a:lnTo>
                  <a:cubicBezTo>
                    <a:pt x="1702" y="3719"/>
                    <a:pt x="1418" y="4065"/>
                    <a:pt x="1418" y="4538"/>
                  </a:cubicBezTo>
                  <a:lnTo>
                    <a:pt x="1418" y="7310"/>
                  </a:lnTo>
                  <a:cubicBezTo>
                    <a:pt x="1418" y="7720"/>
                    <a:pt x="1702" y="8129"/>
                    <a:pt x="2080" y="8287"/>
                  </a:cubicBezTo>
                  <a:lnTo>
                    <a:pt x="2080" y="11028"/>
                  </a:lnTo>
                  <a:cubicBezTo>
                    <a:pt x="1292" y="10870"/>
                    <a:pt x="725" y="10177"/>
                    <a:pt x="725" y="9326"/>
                  </a:cubicBezTo>
                  <a:lnTo>
                    <a:pt x="725" y="2458"/>
                  </a:lnTo>
                  <a:cubicBezTo>
                    <a:pt x="725" y="1639"/>
                    <a:pt x="1292" y="915"/>
                    <a:pt x="2080" y="757"/>
                  </a:cubicBezTo>
                  <a:close/>
                  <a:moveTo>
                    <a:pt x="3136" y="8314"/>
                  </a:moveTo>
                  <a:cubicBezTo>
                    <a:pt x="3303" y="8314"/>
                    <a:pt x="3435" y="8461"/>
                    <a:pt x="3435" y="8633"/>
                  </a:cubicBezTo>
                  <a:lnTo>
                    <a:pt x="3435" y="10681"/>
                  </a:lnTo>
                  <a:cubicBezTo>
                    <a:pt x="3435" y="10870"/>
                    <a:pt x="3277" y="11028"/>
                    <a:pt x="3088" y="11028"/>
                  </a:cubicBezTo>
                  <a:lnTo>
                    <a:pt x="2710" y="11028"/>
                  </a:lnTo>
                  <a:lnTo>
                    <a:pt x="2710" y="8318"/>
                  </a:lnTo>
                  <a:lnTo>
                    <a:pt x="3088" y="8318"/>
                  </a:lnTo>
                  <a:cubicBezTo>
                    <a:pt x="3104" y="8316"/>
                    <a:pt x="3120" y="8314"/>
                    <a:pt x="3136" y="8314"/>
                  </a:cubicBezTo>
                  <a:close/>
                  <a:moveTo>
                    <a:pt x="2395" y="1"/>
                  </a:moveTo>
                  <a:cubicBezTo>
                    <a:pt x="1072" y="1"/>
                    <a:pt x="0" y="1104"/>
                    <a:pt x="0" y="2427"/>
                  </a:cubicBezTo>
                  <a:lnTo>
                    <a:pt x="0" y="9263"/>
                  </a:lnTo>
                  <a:cubicBezTo>
                    <a:pt x="0" y="10618"/>
                    <a:pt x="1072" y="11721"/>
                    <a:pt x="2395" y="11721"/>
                  </a:cubicBezTo>
                  <a:lnTo>
                    <a:pt x="3088" y="11721"/>
                  </a:lnTo>
                  <a:cubicBezTo>
                    <a:pt x="3624" y="11721"/>
                    <a:pt x="4096" y="11248"/>
                    <a:pt x="4096" y="10681"/>
                  </a:cubicBezTo>
                  <a:lnTo>
                    <a:pt x="4096" y="8633"/>
                  </a:lnTo>
                  <a:cubicBezTo>
                    <a:pt x="4096" y="8098"/>
                    <a:pt x="3624" y="7625"/>
                    <a:pt x="3088" y="7625"/>
                  </a:cubicBezTo>
                  <a:lnTo>
                    <a:pt x="2395" y="7625"/>
                  </a:lnTo>
                  <a:cubicBezTo>
                    <a:pt x="2206" y="7625"/>
                    <a:pt x="2048" y="7468"/>
                    <a:pt x="2048" y="7247"/>
                  </a:cubicBezTo>
                  <a:lnTo>
                    <a:pt x="2048" y="4506"/>
                  </a:lnTo>
                  <a:cubicBezTo>
                    <a:pt x="2048" y="4317"/>
                    <a:pt x="2206" y="4160"/>
                    <a:pt x="2395" y="4160"/>
                  </a:cubicBezTo>
                  <a:lnTo>
                    <a:pt x="3088" y="4160"/>
                  </a:lnTo>
                  <a:cubicBezTo>
                    <a:pt x="3624" y="4160"/>
                    <a:pt x="4096" y="3687"/>
                    <a:pt x="4096" y="3120"/>
                  </a:cubicBezTo>
                  <a:lnTo>
                    <a:pt x="4096" y="1041"/>
                  </a:lnTo>
                  <a:cubicBezTo>
                    <a:pt x="4096" y="474"/>
                    <a:pt x="3624" y="1"/>
                    <a:pt x="3088" y="1"/>
                  </a:cubicBezTo>
                  <a:close/>
                </a:path>
              </a:pathLst>
            </a:custGeom>
            <a:grpFill/>
            <a:ln>
              <a:noFill/>
            </a:ln>
          </p:spPr>
          <p:txBody>
            <a:bodyPr spcFirstLastPara="1" wrap="square" lIns="62728" tIns="62728" rIns="62728" bIns="62728" anchor="ctr" anchorCtr="0">
              <a:noAutofit/>
            </a:bodyPr>
            <a:lstStyle/>
            <a:p>
              <a:endParaRPr sz="764"/>
            </a:p>
          </p:txBody>
        </p:sp>
        <p:sp>
          <p:nvSpPr>
            <p:cNvPr id="696" name="Google Shape;6569;p63">
              <a:extLst>
                <a:ext uri="{FF2B5EF4-FFF2-40B4-BE49-F238E27FC236}">
                  <a16:creationId xmlns:a16="http://schemas.microsoft.com/office/drawing/2014/main" id="{4603E4CE-1414-426A-841A-AE9B81E42A11}"/>
                </a:ext>
              </a:extLst>
            </p:cNvPr>
            <p:cNvSpPr/>
            <p:nvPr/>
          </p:nvSpPr>
          <p:spPr>
            <a:xfrm>
              <a:off x="-35305775" y="1912725"/>
              <a:ext cx="102400" cy="292250"/>
            </a:xfrm>
            <a:custGeom>
              <a:avLst/>
              <a:gdLst/>
              <a:ahLst/>
              <a:cxnLst/>
              <a:rect l="l" t="t" r="r" b="b"/>
              <a:pathLst>
                <a:path w="4096" h="11690" extrusionOk="0">
                  <a:moveTo>
                    <a:pt x="1386" y="694"/>
                  </a:moveTo>
                  <a:lnTo>
                    <a:pt x="1386" y="3435"/>
                  </a:lnTo>
                  <a:lnTo>
                    <a:pt x="1040" y="3435"/>
                  </a:lnTo>
                  <a:cubicBezTo>
                    <a:pt x="1023" y="3438"/>
                    <a:pt x="1007" y="3439"/>
                    <a:pt x="992" y="3439"/>
                  </a:cubicBezTo>
                  <a:cubicBezTo>
                    <a:pt x="825" y="3439"/>
                    <a:pt x="693" y="3293"/>
                    <a:pt x="693" y="3120"/>
                  </a:cubicBezTo>
                  <a:lnTo>
                    <a:pt x="693" y="1041"/>
                  </a:lnTo>
                  <a:cubicBezTo>
                    <a:pt x="693" y="852"/>
                    <a:pt x="851" y="694"/>
                    <a:pt x="1040" y="694"/>
                  </a:cubicBezTo>
                  <a:close/>
                  <a:moveTo>
                    <a:pt x="1386" y="8287"/>
                  </a:moveTo>
                  <a:lnTo>
                    <a:pt x="1386" y="10996"/>
                  </a:lnTo>
                  <a:lnTo>
                    <a:pt x="1040" y="10996"/>
                  </a:lnTo>
                  <a:cubicBezTo>
                    <a:pt x="851" y="10996"/>
                    <a:pt x="693" y="10839"/>
                    <a:pt x="693" y="10681"/>
                  </a:cubicBezTo>
                  <a:lnTo>
                    <a:pt x="693" y="8633"/>
                  </a:lnTo>
                  <a:cubicBezTo>
                    <a:pt x="693" y="8444"/>
                    <a:pt x="851" y="8287"/>
                    <a:pt x="1040" y="8287"/>
                  </a:cubicBezTo>
                  <a:close/>
                  <a:moveTo>
                    <a:pt x="2016" y="757"/>
                  </a:moveTo>
                  <a:cubicBezTo>
                    <a:pt x="2804" y="915"/>
                    <a:pt x="3403" y="1639"/>
                    <a:pt x="3403" y="2458"/>
                  </a:cubicBezTo>
                  <a:lnTo>
                    <a:pt x="3403" y="9295"/>
                  </a:lnTo>
                  <a:cubicBezTo>
                    <a:pt x="3403" y="10114"/>
                    <a:pt x="2804" y="10839"/>
                    <a:pt x="2016" y="10996"/>
                  </a:cubicBezTo>
                  <a:lnTo>
                    <a:pt x="2016" y="8255"/>
                  </a:lnTo>
                  <a:cubicBezTo>
                    <a:pt x="2426" y="8098"/>
                    <a:pt x="2678" y="7720"/>
                    <a:pt x="2678" y="7247"/>
                  </a:cubicBezTo>
                  <a:lnTo>
                    <a:pt x="2678" y="4506"/>
                  </a:lnTo>
                  <a:cubicBezTo>
                    <a:pt x="2678" y="4065"/>
                    <a:pt x="2426" y="3687"/>
                    <a:pt x="2016" y="3530"/>
                  </a:cubicBezTo>
                  <a:lnTo>
                    <a:pt x="2016" y="757"/>
                  </a:lnTo>
                  <a:close/>
                  <a:moveTo>
                    <a:pt x="1040" y="1"/>
                  </a:moveTo>
                  <a:cubicBezTo>
                    <a:pt x="473" y="1"/>
                    <a:pt x="0" y="474"/>
                    <a:pt x="0" y="1041"/>
                  </a:cubicBezTo>
                  <a:lnTo>
                    <a:pt x="0" y="3120"/>
                  </a:lnTo>
                  <a:cubicBezTo>
                    <a:pt x="0" y="3687"/>
                    <a:pt x="473" y="4128"/>
                    <a:pt x="1040" y="4128"/>
                  </a:cubicBezTo>
                  <a:lnTo>
                    <a:pt x="1701" y="4128"/>
                  </a:lnTo>
                  <a:cubicBezTo>
                    <a:pt x="1890" y="4128"/>
                    <a:pt x="2048" y="4286"/>
                    <a:pt x="2048" y="4506"/>
                  </a:cubicBezTo>
                  <a:lnTo>
                    <a:pt x="2048" y="7247"/>
                  </a:lnTo>
                  <a:cubicBezTo>
                    <a:pt x="2048" y="7436"/>
                    <a:pt x="1890" y="7625"/>
                    <a:pt x="1701" y="7625"/>
                  </a:cubicBezTo>
                  <a:lnTo>
                    <a:pt x="1040" y="7625"/>
                  </a:lnTo>
                  <a:cubicBezTo>
                    <a:pt x="473" y="7625"/>
                    <a:pt x="0" y="8098"/>
                    <a:pt x="0" y="8633"/>
                  </a:cubicBezTo>
                  <a:lnTo>
                    <a:pt x="0" y="10681"/>
                  </a:lnTo>
                  <a:cubicBezTo>
                    <a:pt x="0" y="11248"/>
                    <a:pt x="473" y="11689"/>
                    <a:pt x="1040" y="11689"/>
                  </a:cubicBezTo>
                  <a:lnTo>
                    <a:pt x="1701" y="11689"/>
                  </a:lnTo>
                  <a:cubicBezTo>
                    <a:pt x="3056" y="11689"/>
                    <a:pt x="4096" y="10650"/>
                    <a:pt x="4096" y="9295"/>
                  </a:cubicBezTo>
                  <a:lnTo>
                    <a:pt x="4096" y="2458"/>
                  </a:lnTo>
                  <a:cubicBezTo>
                    <a:pt x="4096" y="1104"/>
                    <a:pt x="2993" y="1"/>
                    <a:pt x="1701" y="1"/>
                  </a:cubicBezTo>
                  <a:close/>
                </a:path>
              </a:pathLst>
            </a:custGeom>
            <a:grpFill/>
            <a:ln>
              <a:noFill/>
            </a:ln>
          </p:spPr>
          <p:txBody>
            <a:bodyPr spcFirstLastPara="1" wrap="square" lIns="62728" tIns="62728" rIns="62728" bIns="62728" anchor="ctr" anchorCtr="0">
              <a:noAutofit/>
            </a:bodyPr>
            <a:lstStyle/>
            <a:p>
              <a:endParaRPr sz="764"/>
            </a:p>
          </p:txBody>
        </p:sp>
        <p:sp>
          <p:nvSpPr>
            <p:cNvPr id="697" name="Google Shape;6570;p63">
              <a:extLst>
                <a:ext uri="{FF2B5EF4-FFF2-40B4-BE49-F238E27FC236}">
                  <a16:creationId xmlns:a16="http://schemas.microsoft.com/office/drawing/2014/main" id="{66352AB2-C93C-473E-91FF-890018943547}"/>
                </a:ext>
              </a:extLst>
            </p:cNvPr>
            <p:cNvSpPr/>
            <p:nvPr/>
          </p:nvSpPr>
          <p:spPr>
            <a:xfrm>
              <a:off x="-35427875" y="2017025"/>
              <a:ext cx="155200" cy="85800"/>
            </a:xfrm>
            <a:custGeom>
              <a:avLst/>
              <a:gdLst/>
              <a:ahLst/>
              <a:cxnLst/>
              <a:rect l="l" t="t" r="r" b="b"/>
              <a:pathLst>
                <a:path w="6208" h="3432" extrusionOk="0">
                  <a:moveTo>
                    <a:pt x="4853" y="1122"/>
                  </a:moveTo>
                  <a:lnTo>
                    <a:pt x="5420" y="1657"/>
                  </a:lnTo>
                  <a:lnTo>
                    <a:pt x="4853" y="2256"/>
                  </a:lnTo>
                  <a:cubicBezTo>
                    <a:pt x="4821" y="2130"/>
                    <a:pt x="4695" y="2035"/>
                    <a:pt x="4538" y="2035"/>
                  </a:cubicBezTo>
                  <a:lnTo>
                    <a:pt x="1734" y="2035"/>
                  </a:lnTo>
                  <a:cubicBezTo>
                    <a:pt x="1576" y="2035"/>
                    <a:pt x="1482" y="2098"/>
                    <a:pt x="1419" y="2256"/>
                  </a:cubicBezTo>
                  <a:lnTo>
                    <a:pt x="883" y="1657"/>
                  </a:lnTo>
                  <a:lnTo>
                    <a:pt x="1419" y="1122"/>
                  </a:lnTo>
                  <a:cubicBezTo>
                    <a:pt x="1482" y="1248"/>
                    <a:pt x="1576" y="1342"/>
                    <a:pt x="1734" y="1342"/>
                  </a:cubicBezTo>
                  <a:lnTo>
                    <a:pt x="4538" y="1342"/>
                  </a:lnTo>
                  <a:cubicBezTo>
                    <a:pt x="4695" y="1342"/>
                    <a:pt x="4821" y="1279"/>
                    <a:pt x="4853" y="1122"/>
                  </a:cubicBezTo>
                  <a:close/>
                  <a:moveTo>
                    <a:pt x="1715" y="0"/>
                  </a:moveTo>
                  <a:cubicBezTo>
                    <a:pt x="1631" y="0"/>
                    <a:pt x="1553" y="22"/>
                    <a:pt x="1513" y="82"/>
                  </a:cubicBezTo>
                  <a:lnTo>
                    <a:pt x="127" y="1468"/>
                  </a:lnTo>
                  <a:cubicBezTo>
                    <a:pt x="1" y="1594"/>
                    <a:pt x="1" y="1783"/>
                    <a:pt x="127" y="1941"/>
                  </a:cubicBezTo>
                  <a:lnTo>
                    <a:pt x="1513" y="3327"/>
                  </a:lnTo>
                  <a:cubicBezTo>
                    <a:pt x="1550" y="3401"/>
                    <a:pt x="1619" y="3432"/>
                    <a:pt x="1696" y="3432"/>
                  </a:cubicBezTo>
                  <a:cubicBezTo>
                    <a:pt x="1750" y="3432"/>
                    <a:pt x="1807" y="3416"/>
                    <a:pt x="1860" y="3390"/>
                  </a:cubicBezTo>
                  <a:cubicBezTo>
                    <a:pt x="1986" y="3359"/>
                    <a:pt x="2049" y="3201"/>
                    <a:pt x="2049" y="3075"/>
                  </a:cubicBezTo>
                  <a:lnTo>
                    <a:pt x="2049" y="2729"/>
                  </a:lnTo>
                  <a:lnTo>
                    <a:pt x="4160" y="2729"/>
                  </a:lnTo>
                  <a:lnTo>
                    <a:pt x="4160" y="3075"/>
                  </a:lnTo>
                  <a:cubicBezTo>
                    <a:pt x="4160" y="3233"/>
                    <a:pt x="4223" y="3359"/>
                    <a:pt x="4349" y="3390"/>
                  </a:cubicBezTo>
                  <a:cubicBezTo>
                    <a:pt x="4401" y="3416"/>
                    <a:pt x="4458" y="3432"/>
                    <a:pt x="4512" y="3432"/>
                  </a:cubicBezTo>
                  <a:cubicBezTo>
                    <a:pt x="4589" y="3432"/>
                    <a:pt x="4658" y="3401"/>
                    <a:pt x="4695" y="3327"/>
                  </a:cubicBezTo>
                  <a:lnTo>
                    <a:pt x="6081" y="1941"/>
                  </a:lnTo>
                  <a:cubicBezTo>
                    <a:pt x="6207" y="1815"/>
                    <a:pt x="6207" y="1594"/>
                    <a:pt x="6081" y="1468"/>
                  </a:cubicBezTo>
                  <a:lnTo>
                    <a:pt x="4695" y="82"/>
                  </a:lnTo>
                  <a:cubicBezTo>
                    <a:pt x="4649" y="36"/>
                    <a:pt x="4552" y="7"/>
                    <a:pt x="4454" y="7"/>
                  </a:cubicBezTo>
                  <a:cubicBezTo>
                    <a:pt x="4418" y="7"/>
                    <a:pt x="4382" y="11"/>
                    <a:pt x="4349" y="19"/>
                  </a:cubicBezTo>
                  <a:cubicBezTo>
                    <a:pt x="4223" y="51"/>
                    <a:pt x="4160" y="208"/>
                    <a:pt x="4160" y="334"/>
                  </a:cubicBezTo>
                  <a:lnTo>
                    <a:pt x="4160" y="681"/>
                  </a:lnTo>
                  <a:lnTo>
                    <a:pt x="2049" y="681"/>
                  </a:lnTo>
                  <a:lnTo>
                    <a:pt x="2049" y="334"/>
                  </a:lnTo>
                  <a:cubicBezTo>
                    <a:pt x="2049" y="177"/>
                    <a:pt x="1986" y="51"/>
                    <a:pt x="1860" y="19"/>
                  </a:cubicBezTo>
                  <a:cubicBezTo>
                    <a:pt x="1814" y="8"/>
                    <a:pt x="1763" y="0"/>
                    <a:pt x="1715" y="0"/>
                  </a:cubicBezTo>
                  <a:close/>
                </a:path>
              </a:pathLst>
            </a:custGeom>
            <a:grpFill/>
            <a:ln>
              <a:noFill/>
            </a:ln>
          </p:spPr>
          <p:txBody>
            <a:bodyPr spcFirstLastPara="1" wrap="square" lIns="62728" tIns="62728" rIns="62728" bIns="62728" anchor="ctr" anchorCtr="0">
              <a:noAutofit/>
            </a:bodyPr>
            <a:lstStyle/>
            <a:p>
              <a:endParaRPr sz="764"/>
            </a:p>
          </p:txBody>
        </p:sp>
      </p:grpSp>
      <p:sp>
        <p:nvSpPr>
          <p:cNvPr id="555" name="Google Shape;6571;p63">
            <a:extLst>
              <a:ext uri="{FF2B5EF4-FFF2-40B4-BE49-F238E27FC236}">
                <a16:creationId xmlns:a16="http://schemas.microsoft.com/office/drawing/2014/main" id="{ED650581-A2AA-4291-BF71-0D3B13F1127D}"/>
              </a:ext>
            </a:extLst>
          </p:cNvPr>
          <p:cNvSpPr/>
          <p:nvPr/>
        </p:nvSpPr>
        <p:spPr>
          <a:xfrm>
            <a:off x="6365926" y="3148668"/>
            <a:ext cx="231030" cy="229792"/>
          </a:xfrm>
          <a:custGeom>
            <a:avLst/>
            <a:gdLst/>
            <a:ahLst/>
            <a:cxnLst/>
            <a:rect l="l" t="t" r="r" b="b"/>
            <a:pathLst>
              <a:path w="11752" h="11689" extrusionOk="0">
                <a:moveTo>
                  <a:pt x="5860" y="662"/>
                </a:moveTo>
                <a:cubicBezTo>
                  <a:pt x="6427" y="662"/>
                  <a:pt x="6900" y="1135"/>
                  <a:pt x="6900" y="1670"/>
                </a:cubicBezTo>
                <a:cubicBezTo>
                  <a:pt x="6900" y="2238"/>
                  <a:pt x="6427" y="2710"/>
                  <a:pt x="5860" y="2710"/>
                </a:cubicBezTo>
                <a:cubicBezTo>
                  <a:pt x="5293" y="2710"/>
                  <a:pt x="4821" y="2238"/>
                  <a:pt x="4821" y="1670"/>
                </a:cubicBezTo>
                <a:cubicBezTo>
                  <a:pt x="4821" y="1135"/>
                  <a:pt x="5293" y="662"/>
                  <a:pt x="5860" y="662"/>
                </a:cubicBezTo>
                <a:close/>
                <a:moveTo>
                  <a:pt x="5860" y="3372"/>
                </a:moveTo>
                <a:cubicBezTo>
                  <a:pt x="7058" y="3403"/>
                  <a:pt x="8034" y="4317"/>
                  <a:pt x="8223" y="5451"/>
                </a:cubicBezTo>
                <a:lnTo>
                  <a:pt x="3466" y="5451"/>
                </a:lnTo>
                <a:cubicBezTo>
                  <a:pt x="3624" y="4285"/>
                  <a:pt x="4663" y="3372"/>
                  <a:pt x="5860" y="3372"/>
                </a:cubicBezTo>
                <a:close/>
                <a:moveTo>
                  <a:pt x="9420" y="7562"/>
                </a:moveTo>
                <a:cubicBezTo>
                  <a:pt x="9956" y="7562"/>
                  <a:pt x="10429" y="7814"/>
                  <a:pt x="10744" y="8223"/>
                </a:cubicBezTo>
                <a:lnTo>
                  <a:pt x="10082" y="8223"/>
                </a:lnTo>
                <a:cubicBezTo>
                  <a:pt x="9546" y="8223"/>
                  <a:pt x="9074" y="8696"/>
                  <a:pt x="9074" y="9232"/>
                </a:cubicBezTo>
                <a:cubicBezTo>
                  <a:pt x="9074" y="9799"/>
                  <a:pt x="9546" y="10271"/>
                  <a:pt x="10082" y="10271"/>
                </a:cubicBezTo>
                <a:lnTo>
                  <a:pt x="10744" y="10271"/>
                </a:lnTo>
                <a:cubicBezTo>
                  <a:pt x="10429" y="10712"/>
                  <a:pt x="9925" y="10933"/>
                  <a:pt x="9420" y="10933"/>
                </a:cubicBezTo>
                <a:cubicBezTo>
                  <a:pt x="8696" y="10933"/>
                  <a:pt x="8034" y="10460"/>
                  <a:pt x="7814" y="9799"/>
                </a:cubicBezTo>
                <a:cubicBezTo>
                  <a:pt x="7751" y="9673"/>
                  <a:pt x="7593" y="9547"/>
                  <a:pt x="7499" y="9547"/>
                </a:cubicBezTo>
                <a:lnTo>
                  <a:pt x="4222" y="9547"/>
                </a:lnTo>
                <a:cubicBezTo>
                  <a:pt x="4065" y="9547"/>
                  <a:pt x="3939" y="9641"/>
                  <a:pt x="3907" y="9799"/>
                </a:cubicBezTo>
                <a:cubicBezTo>
                  <a:pt x="3655" y="10460"/>
                  <a:pt x="2993" y="10933"/>
                  <a:pt x="2300" y="10933"/>
                </a:cubicBezTo>
                <a:cubicBezTo>
                  <a:pt x="1733" y="10933"/>
                  <a:pt x="1261" y="10649"/>
                  <a:pt x="914" y="10271"/>
                </a:cubicBezTo>
                <a:lnTo>
                  <a:pt x="1576" y="10271"/>
                </a:lnTo>
                <a:cubicBezTo>
                  <a:pt x="2143" y="10271"/>
                  <a:pt x="2615" y="9799"/>
                  <a:pt x="2615" y="9232"/>
                </a:cubicBezTo>
                <a:cubicBezTo>
                  <a:pt x="2615" y="8696"/>
                  <a:pt x="2143" y="8223"/>
                  <a:pt x="1576" y="8223"/>
                </a:cubicBezTo>
                <a:lnTo>
                  <a:pt x="914" y="8223"/>
                </a:lnTo>
                <a:cubicBezTo>
                  <a:pt x="1229" y="7782"/>
                  <a:pt x="1733" y="7562"/>
                  <a:pt x="2300" y="7562"/>
                </a:cubicBezTo>
                <a:cubicBezTo>
                  <a:pt x="2993" y="7562"/>
                  <a:pt x="3655" y="8034"/>
                  <a:pt x="3907" y="8696"/>
                </a:cubicBezTo>
                <a:cubicBezTo>
                  <a:pt x="3939" y="8822"/>
                  <a:pt x="4096" y="8917"/>
                  <a:pt x="4222" y="8917"/>
                </a:cubicBezTo>
                <a:lnTo>
                  <a:pt x="7499" y="8917"/>
                </a:lnTo>
                <a:cubicBezTo>
                  <a:pt x="7656" y="8917"/>
                  <a:pt x="7751" y="8854"/>
                  <a:pt x="7814" y="8696"/>
                </a:cubicBezTo>
                <a:cubicBezTo>
                  <a:pt x="8034" y="8034"/>
                  <a:pt x="8727" y="7562"/>
                  <a:pt x="9420" y="7562"/>
                </a:cubicBezTo>
                <a:close/>
                <a:moveTo>
                  <a:pt x="5860" y="1"/>
                </a:moveTo>
                <a:cubicBezTo>
                  <a:pt x="4915" y="1"/>
                  <a:pt x="4128" y="725"/>
                  <a:pt x="4128" y="1670"/>
                </a:cubicBezTo>
                <a:cubicBezTo>
                  <a:pt x="4128" y="2143"/>
                  <a:pt x="4348" y="2584"/>
                  <a:pt x="4663" y="2899"/>
                </a:cubicBezTo>
                <a:lnTo>
                  <a:pt x="4695" y="2931"/>
                </a:lnTo>
                <a:cubicBezTo>
                  <a:pt x="3592" y="3372"/>
                  <a:pt x="2773" y="4474"/>
                  <a:pt x="2773" y="5829"/>
                </a:cubicBezTo>
                <a:cubicBezTo>
                  <a:pt x="2773" y="6018"/>
                  <a:pt x="2930" y="6176"/>
                  <a:pt x="3119" y="6176"/>
                </a:cubicBezTo>
                <a:lnTo>
                  <a:pt x="5514" y="6176"/>
                </a:lnTo>
                <a:lnTo>
                  <a:pt x="5514" y="8255"/>
                </a:lnTo>
                <a:lnTo>
                  <a:pt x="4443" y="8255"/>
                </a:lnTo>
                <a:cubicBezTo>
                  <a:pt x="4065" y="7436"/>
                  <a:pt x="3245" y="6869"/>
                  <a:pt x="2300" y="6869"/>
                </a:cubicBezTo>
                <a:cubicBezTo>
                  <a:pt x="1261" y="6869"/>
                  <a:pt x="410" y="7499"/>
                  <a:pt x="32" y="8444"/>
                </a:cubicBezTo>
                <a:cubicBezTo>
                  <a:pt x="0" y="8570"/>
                  <a:pt x="0" y="8696"/>
                  <a:pt x="95" y="8759"/>
                </a:cubicBezTo>
                <a:cubicBezTo>
                  <a:pt x="158" y="8854"/>
                  <a:pt x="253" y="8917"/>
                  <a:pt x="347" y="8917"/>
                </a:cubicBezTo>
                <a:lnTo>
                  <a:pt x="1607" y="8917"/>
                </a:lnTo>
                <a:cubicBezTo>
                  <a:pt x="1828" y="8917"/>
                  <a:pt x="1985" y="9074"/>
                  <a:pt x="1985" y="9295"/>
                </a:cubicBezTo>
                <a:cubicBezTo>
                  <a:pt x="1985" y="9484"/>
                  <a:pt x="1828" y="9641"/>
                  <a:pt x="1607" y="9641"/>
                </a:cubicBezTo>
                <a:lnTo>
                  <a:pt x="347" y="9641"/>
                </a:lnTo>
                <a:cubicBezTo>
                  <a:pt x="253" y="9641"/>
                  <a:pt x="158" y="9673"/>
                  <a:pt x="95" y="9799"/>
                </a:cubicBezTo>
                <a:cubicBezTo>
                  <a:pt x="0" y="9862"/>
                  <a:pt x="0" y="9988"/>
                  <a:pt x="32" y="10114"/>
                </a:cubicBezTo>
                <a:cubicBezTo>
                  <a:pt x="410" y="11059"/>
                  <a:pt x="1292" y="11689"/>
                  <a:pt x="2300" y="11689"/>
                </a:cubicBezTo>
                <a:cubicBezTo>
                  <a:pt x="3182" y="11689"/>
                  <a:pt x="4065" y="11122"/>
                  <a:pt x="4443" y="10303"/>
                </a:cubicBezTo>
                <a:lnTo>
                  <a:pt x="7278" y="10303"/>
                </a:lnTo>
                <a:cubicBezTo>
                  <a:pt x="7688" y="11122"/>
                  <a:pt x="8507" y="11689"/>
                  <a:pt x="9452" y="11689"/>
                </a:cubicBezTo>
                <a:cubicBezTo>
                  <a:pt x="10492" y="11689"/>
                  <a:pt x="11342" y="11059"/>
                  <a:pt x="11689" y="10114"/>
                </a:cubicBezTo>
                <a:cubicBezTo>
                  <a:pt x="11752" y="9988"/>
                  <a:pt x="11752" y="9862"/>
                  <a:pt x="11657" y="9799"/>
                </a:cubicBezTo>
                <a:cubicBezTo>
                  <a:pt x="11594" y="9704"/>
                  <a:pt x="11500" y="9641"/>
                  <a:pt x="11374" y="9641"/>
                </a:cubicBezTo>
                <a:lnTo>
                  <a:pt x="10114" y="9641"/>
                </a:lnTo>
                <a:cubicBezTo>
                  <a:pt x="9925" y="9641"/>
                  <a:pt x="9767" y="9484"/>
                  <a:pt x="9767" y="9295"/>
                </a:cubicBezTo>
                <a:cubicBezTo>
                  <a:pt x="9767" y="9074"/>
                  <a:pt x="9925" y="8917"/>
                  <a:pt x="10114" y="8917"/>
                </a:cubicBezTo>
                <a:lnTo>
                  <a:pt x="11374" y="8917"/>
                </a:lnTo>
                <a:cubicBezTo>
                  <a:pt x="11500" y="8917"/>
                  <a:pt x="11594" y="8885"/>
                  <a:pt x="11657" y="8759"/>
                </a:cubicBezTo>
                <a:cubicBezTo>
                  <a:pt x="11752" y="8696"/>
                  <a:pt x="11752" y="8570"/>
                  <a:pt x="11689" y="8444"/>
                </a:cubicBezTo>
                <a:cubicBezTo>
                  <a:pt x="11342" y="7499"/>
                  <a:pt x="10429" y="6869"/>
                  <a:pt x="9452" y="6869"/>
                </a:cubicBezTo>
                <a:cubicBezTo>
                  <a:pt x="8538" y="6869"/>
                  <a:pt x="7688" y="7436"/>
                  <a:pt x="7278" y="8255"/>
                </a:cubicBezTo>
                <a:lnTo>
                  <a:pt x="6238" y="8255"/>
                </a:lnTo>
                <a:lnTo>
                  <a:pt x="6238" y="6176"/>
                </a:lnTo>
                <a:lnTo>
                  <a:pt x="8633" y="6176"/>
                </a:lnTo>
                <a:cubicBezTo>
                  <a:pt x="8822" y="6176"/>
                  <a:pt x="8979" y="6018"/>
                  <a:pt x="8979" y="5829"/>
                </a:cubicBezTo>
                <a:cubicBezTo>
                  <a:pt x="8979" y="4506"/>
                  <a:pt x="8192" y="3403"/>
                  <a:pt x="7058" y="2931"/>
                </a:cubicBezTo>
                <a:cubicBezTo>
                  <a:pt x="7341" y="2616"/>
                  <a:pt x="7562" y="2175"/>
                  <a:pt x="7562" y="1670"/>
                </a:cubicBezTo>
                <a:cubicBezTo>
                  <a:pt x="7562" y="725"/>
                  <a:pt x="6806" y="1"/>
                  <a:pt x="5860"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56" name="Google Shape;6572;p63">
            <a:extLst>
              <a:ext uri="{FF2B5EF4-FFF2-40B4-BE49-F238E27FC236}">
                <a16:creationId xmlns:a16="http://schemas.microsoft.com/office/drawing/2014/main" id="{F6ED2531-4A9F-45B3-8A96-FC6A241C6E28}"/>
              </a:ext>
            </a:extLst>
          </p:cNvPr>
          <p:cNvGrpSpPr/>
          <p:nvPr/>
        </p:nvGrpSpPr>
        <p:grpSpPr>
          <a:xfrm>
            <a:off x="6367802" y="3419564"/>
            <a:ext cx="229792" cy="229182"/>
            <a:chOff x="-35495600" y="2631825"/>
            <a:chExt cx="292225" cy="291450"/>
          </a:xfrm>
          <a:solidFill>
            <a:schemeClr val="tx1"/>
          </a:solidFill>
        </p:grpSpPr>
        <p:sp>
          <p:nvSpPr>
            <p:cNvPr id="691" name="Google Shape;6573;p63">
              <a:extLst>
                <a:ext uri="{FF2B5EF4-FFF2-40B4-BE49-F238E27FC236}">
                  <a16:creationId xmlns:a16="http://schemas.microsoft.com/office/drawing/2014/main" id="{B25CDCE4-EAF7-4955-8D78-E636192D3310}"/>
                </a:ext>
              </a:extLst>
            </p:cNvPr>
            <p:cNvSpPr/>
            <p:nvPr/>
          </p:nvSpPr>
          <p:spPr>
            <a:xfrm>
              <a:off x="-35495600" y="2735025"/>
              <a:ext cx="137075" cy="188250"/>
            </a:xfrm>
            <a:custGeom>
              <a:avLst/>
              <a:gdLst/>
              <a:ahLst/>
              <a:cxnLst/>
              <a:rect l="l" t="t" r="r" b="b"/>
              <a:pathLst>
                <a:path w="5483" h="7530" extrusionOk="0">
                  <a:moveTo>
                    <a:pt x="4443" y="662"/>
                  </a:moveTo>
                  <a:cubicBezTo>
                    <a:pt x="4663" y="662"/>
                    <a:pt x="4821" y="819"/>
                    <a:pt x="4821" y="1040"/>
                  </a:cubicBezTo>
                  <a:lnTo>
                    <a:pt x="4821" y="1386"/>
                  </a:lnTo>
                  <a:lnTo>
                    <a:pt x="662" y="1386"/>
                  </a:lnTo>
                  <a:lnTo>
                    <a:pt x="662" y="1040"/>
                  </a:lnTo>
                  <a:cubicBezTo>
                    <a:pt x="725" y="819"/>
                    <a:pt x="820" y="662"/>
                    <a:pt x="1040" y="662"/>
                  </a:cubicBezTo>
                  <a:close/>
                  <a:moveTo>
                    <a:pt x="4821" y="2048"/>
                  </a:moveTo>
                  <a:lnTo>
                    <a:pt x="4821" y="5482"/>
                  </a:lnTo>
                  <a:lnTo>
                    <a:pt x="662" y="5482"/>
                  </a:lnTo>
                  <a:lnTo>
                    <a:pt x="662" y="2048"/>
                  </a:lnTo>
                  <a:close/>
                  <a:moveTo>
                    <a:pt x="4852" y="6143"/>
                  </a:moveTo>
                  <a:lnTo>
                    <a:pt x="4852" y="6490"/>
                  </a:lnTo>
                  <a:cubicBezTo>
                    <a:pt x="4821" y="6711"/>
                    <a:pt x="4663" y="6868"/>
                    <a:pt x="4506" y="6868"/>
                  </a:cubicBezTo>
                  <a:lnTo>
                    <a:pt x="1072" y="6868"/>
                  </a:lnTo>
                  <a:cubicBezTo>
                    <a:pt x="883" y="6868"/>
                    <a:pt x="725" y="6711"/>
                    <a:pt x="725" y="6490"/>
                  </a:cubicBezTo>
                  <a:lnTo>
                    <a:pt x="725" y="6143"/>
                  </a:lnTo>
                  <a:close/>
                  <a:moveTo>
                    <a:pt x="1040" y="0"/>
                  </a:moveTo>
                  <a:cubicBezTo>
                    <a:pt x="473" y="0"/>
                    <a:pt x="0" y="473"/>
                    <a:pt x="0" y="1040"/>
                  </a:cubicBezTo>
                  <a:lnTo>
                    <a:pt x="0" y="6490"/>
                  </a:lnTo>
                  <a:cubicBezTo>
                    <a:pt x="0" y="7057"/>
                    <a:pt x="473" y="7530"/>
                    <a:pt x="1040" y="7530"/>
                  </a:cubicBezTo>
                  <a:lnTo>
                    <a:pt x="4443" y="7530"/>
                  </a:lnTo>
                  <a:cubicBezTo>
                    <a:pt x="5010" y="7530"/>
                    <a:pt x="5482" y="7057"/>
                    <a:pt x="5482" y="6490"/>
                  </a:cubicBezTo>
                  <a:lnTo>
                    <a:pt x="5482" y="1040"/>
                  </a:lnTo>
                  <a:cubicBezTo>
                    <a:pt x="5482" y="473"/>
                    <a:pt x="5010" y="0"/>
                    <a:pt x="4443" y="0"/>
                  </a:cubicBezTo>
                  <a:close/>
                </a:path>
              </a:pathLst>
            </a:custGeom>
            <a:grpFill/>
            <a:ln>
              <a:noFill/>
            </a:ln>
          </p:spPr>
          <p:txBody>
            <a:bodyPr spcFirstLastPara="1" wrap="square" lIns="62728" tIns="62728" rIns="62728" bIns="62728" anchor="ctr" anchorCtr="0">
              <a:noAutofit/>
            </a:bodyPr>
            <a:lstStyle/>
            <a:p>
              <a:endParaRPr sz="764"/>
            </a:p>
          </p:txBody>
        </p:sp>
        <p:sp>
          <p:nvSpPr>
            <p:cNvPr id="692" name="Google Shape;6574;p63">
              <a:extLst>
                <a:ext uri="{FF2B5EF4-FFF2-40B4-BE49-F238E27FC236}">
                  <a16:creationId xmlns:a16="http://schemas.microsoft.com/office/drawing/2014/main" id="{EB00ED40-F488-4DD2-838C-0741EDADBF0B}"/>
                </a:ext>
              </a:extLst>
            </p:cNvPr>
            <p:cNvSpPr/>
            <p:nvPr/>
          </p:nvSpPr>
          <p:spPr>
            <a:xfrm>
              <a:off x="-35339650" y="2631825"/>
              <a:ext cx="136275" cy="188275"/>
            </a:xfrm>
            <a:custGeom>
              <a:avLst/>
              <a:gdLst/>
              <a:ahLst/>
              <a:cxnLst/>
              <a:rect l="l" t="t" r="r" b="b"/>
              <a:pathLst>
                <a:path w="5451" h="7531" extrusionOk="0">
                  <a:moveTo>
                    <a:pt x="4411" y="662"/>
                  </a:moveTo>
                  <a:cubicBezTo>
                    <a:pt x="4600" y="662"/>
                    <a:pt x="4758" y="820"/>
                    <a:pt x="4758" y="1009"/>
                  </a:cubicBezTo>
                  <a:lnTo>
                    <a:pt x="4758" y="1387"/>
                  </a:lnTo>
                  <a:lnTo>
                    <a:pt x="631" y="1387"/>
                  </a:lnTo>
                  <a:lnTo>
                    <a:pt x="631" y="1009"/>
                  </a:lnTo>
                  <a:cubicBezTo>
                    <a:pt x="631" y="820"/>
                    <a:pt x="788" y="662"/>
                    <a:pt x="977" y="662"/>
                  </a:cubicBezTo>
                  <a:close/>
                  <a:moveTo>
                    <a:pt x="4758" y="2049"/>
                  </a:moveTo>
                  <a:lnTo>
                    <a:pt x="4758" y="5483"/>
                  </a:lnTo>
                  <a:lnTo>
                    <a:pt x="631" y="5483"/>
                  </a:lnTo>
                  <a:lnTo>
                    <a:pt x="631" y="2049"/>
                  </a:lnTo>
                  <a:close/>
                  <a:moveTo>
                    <a:pt x="4789" y="6144"/>
                  </a:moveTo>
                  <a:lnTo>
                    <a:pt x="4789" y="6491"/>
                  </a:lnTo>
                  <a:cubicBezTo>
                    <a:pt x="4758" y="6680"/>
                    <a:pt x="4600" y="6837"/>
                    <a:pt x="4443" y="6837"/>
                  </a:cubicBezTo>
                  <a:lnTo>
                    <a:pt x="1009" y="6837"/>
                  </a:lnTo>
                  <a:cubicBezTo>
                    <a:pt x="820" y="6837"/>
                    <a:pt x="662" y="6680"/>
                    <a:pt x="662" y="6491"/>
                  </a:cubicBezTo>
                  <a:lnTo>
                    <a:pt x="662" y="6144"/>
                  </a:lnTo>
                  <a:close/>
                  <a:moveTo>
                    <a:pt x="1009" y="1"/>
                  </a:moveTo>
                  <a:cubicBezTo>
                    <a:pt x="473" y="1"/>
                    <a:pt x="0" y="473"/>
                    <a:pt x="0" y="1009"/>
                  </a:cubicBezTo>
                  <a:lnTo>
                    <a:pt x="0" y="6491"/>
                  </a:lnTo>
                  <a:cubicBezTo>
                    <a:pt x="0" y="7058"/>
                    <a:pt x="473" y="7531"/>
                    <a:pt x="1009" y="7531"/>
                  </a:cubicBezTo>
                  <a:lnTo>
                    <a:pt x="4443" y="7531"/>
                  </a:lnTo>
                  <a:cubicBezTo>
                    <a:pt x="4978" y="7531"/>
                    <a:pt x="5451" y="7058"/>
                    <a:pt x="5451" y="6491"/>
                  </a:cubicBezTo>
                  <a:lnTo>
                    <a:pt x="5451" y="1009"/>
                  </a:lnTo>
                  <a:cubicBezTo>
                    <a:pt x="5451" y="442"/>
                    <a:pt x="4978" y="1"/>
                    <a:pt x="4443" y="1"/>
                  </a:cubicBezTo>
                  <a:close/>
                </a:path>
              </a:pathLst>
            </a:custGeom>
            <a:grpFill/>
            <a:ln>
              <a:noFill/>
            </a:ln>
          </p:spPr>
          <p:txBody>
            <a:bodyPr spcFirstLastPara="1" wrap="square" lIns="62728" tIns="62728" rIns="62728" bIns="62728" anchor="ctr" anchorCtr="0">
              <a:noAutofit/>
            </a:bodyPr>
            <a:lstStyle/>
            <a:p>
              <a:endParaRPr sz="764"/>
            </a:p>
          </p:txBody>
        </p:sp>
        <p:sp>
          <p:nvSpPr>
            <p:cNvPr id="693" name="Google Shape;6575;p63">
              <a:extLst>
                <a:ext uri="{FF2B5EF4-FFF2-40B4-BE49-F238E27FC236}">
                  <a16:creationId xmlns:a16="http://schemas.microsoft.com/office/drawing/2014/main" id="{64688D34-FDFD-49AF-ADF5-3920B187E965}"/>
                </a:ext>
              </a:extLst>
            </p:cNvPr>
            <p:cNvSpPr/>
            <p:nvPr/>
          </p:nvSpPr>
          <p:spPr>
            <a:xfrm>
              <a:off x="-35341225" y="2836625"/>
              <a:ext cx="85075" cy="84500"/>
            </a:xfrm>
            <a:custGeom>
              <a:avLst/>
              <a:gdLst/>
              <a:ahLst/>
              <a:cxnLst/>
              <a:rect l="l" t="t" r="r" b="b"/>
              <a:pathLst>
                <a:path w="3403" h="3380" extrusionOk="0">
                  <a:moveTo>
                    <a:pt x="3056" y="0"/>
                  </a:moveTo>
                  <a:cubicBezTo>
                    <a:pt x="2836" y="0"/>
                    <a:pt x="2678" y="158"/>
                    <a:pt x="2678" y="347"/>
                  </a:cubicBezTo>
                  <a:lnTo>
                    <a:pt x="2678" y="1008"/>
                  </a:lnTo>
                  <a:cubicBezTo>
                    <a:pt x="2678" y="1575"/>
                    <a:pt x="2206" y="2048"/>
                    <a:pt x="1670" y="2048"/>
                  </a:cubicBezTo>
                  <a:lnTo>
                    <a:pt x="1103" y="2048"/>
                  </a:lnTo>
                  <a:lnTo>
                    <a:pt x="1229" y="1922"/>
                  </a:lnTo>
                  <a:cubicBezTo>
                    <a:pt x="1418" y="1859"/>
                    <a:pt x="1418" y="1638"/>
                    <a:pt x="1261" y="1481"/>
                  </a:cubicBezTo>
                  <a:cubicBezTo>
                    <a:pt x="1213" y="1418"/>
                    <a:pt x="1127" y="1386"/>
                    <a:pt x="1036" y="1386"/>
                  </a:cubicBezTo>
                  <a:cubicBezTo>
                    <a:pt x="946" y="1386"/>
                    <a:pt x="851" y="1418"/>
                    <a:pt x="788" y="1481"/>
                  </a:cubicBezTo>
                  <a:lnTo>
                    <a:pt x="126" y="2142"/>
                  </a:lnTo>
                  <a:cubicBezTo>
                    <a:pt x="0" y="2268"/>
                    <a:pt x="0" y="2521"/>
                    <a:pt x="126" y="2615"/>
                  </a:cubicBezTo>
                  <a:lnTo>
                    <a:pt x="788" y="3308"/>
                  </a:lnTo>
                  <a:cubicBezTo>
                    <a:pt x="851" y="3355"/>
                    <a:pt x="946" y="3379"/>
                    <a:pt x="1036" y="3379"/>
                  </a:cubicBezTo>
                  <a:cubicBezTo>
                    <a:pt x="1127" y="3379"/>
                    <a:pt x="1213" y="3355"/>
                    <a:pt x="1261" y="3308"/>
                  </a:cubicBezTo>
                  <a:cubicBezTo>
                    <a:pt x="1387" y="3182"/>
                    <a:pt x="1387" y="2930"/>
                    <a:pt x="1261" y="2836"/>
                  </a:cubicBezTo>
                  <a:lnTo>
                    <a:pt x="1166" y="2710"/>
                  </a:lnTo>
                  <a:lnTo>
                    <a:pt x="1702" y="2710"/>
                  </a:lnTo>
                  <a:cubicBezTo>
                    <a:pt x="2647" y="2710"/>
                    <a:pt x="3403" y="1953"/>
                    <a:pt x="3403" y="1008"/>
                  </a:cubicBezTo>
                  <a:lnTo>
                    <a:pt x="3403" y="347"/>
                  </a:lnTo>
                  <a:cubicBezTo>
                    <a:pt x="3403" y="158"/>
                    <a:pt x="3245" y="0"/>
                    <a:pt x="3056" y="0"/>
                  </a:cubicBezTo>
                  <a:close/>
                </a:path>
              </a:pathLst>
            </a:custGeom>
            <a:grpFill/>
            <a:ln>
              <a:noFill/>
            </a:ln>
          </p:spPr>
          <p:txBody>
            <a:bodyPr spcFirstLastPara="1" wrap="square" lIns="62728" tIns="62728" rIns="62728" bIns="62728" anchor="ctr" anchorCtr="0">
              <a:noAutofit/>
            </a:bodyPr>
            <a:lstStyle/>
            <a:p>
              <a:endParaRPr sz="764"/>
            </a:p>
          </p:txBody>
        </p:sp>
        <p:sp>
          <p:nvSpPr>
            <p:cNvPr id="694" name="Google Shape;6576;p63">
              <a:extLst>
                <a:ext uri="{FF2B5EF4-FFF2-40B4-BE49-F238E27FC236}">
                  <a16:creationId xmlns:a16="http://schemas.microsoft.com/office/drawing/2014/main" id="{8B876689-B040-41CD-AD75-84E4C630E0BA}"/>
                </a:ext>
              </a:extLst>
            </p:cNvPr>
            <p:cNvSpPr/>
            <p:nvPr/>
          </p:nvSpPr>
          <p:spPr>
            <a:xfrm>
              <a:off x="-35442050" y="2632625"/>
              <a:ext cx="84300" cy="85075"/>
            </a:xfrm>
            <a:custGeom>
              <a:avLst/>
              <a:gdLst/>
              <a:ahLst/>
              <a:cxnLst/>
              <a:rect l="l" t="t" r="r" b="b"/>
              <a:pathLst>
                <a:path w="3372" h="3403" extrusionOk="0">
                  <a:moveTo>
                    <a:pt x="2348" y="0"/>
                  </a:moveTo>
                  <a:cubicBezTo>
                    <a:pt x="2261" y="0"/>
                    <a:pt x="2175" y="32"/>
                    <a:pt x="2112" y="95"/>
                  </a:cubicBezTo>
                  <a:cubicBezTo>
                    <a:pt x="1986" y="189"/>
                    <a:pt x="1986" y="441"/>
                    <a:pt x="2112" y="567"/>
                  </a:cubicBezTo>
                  <a:lnTo>
                    <a:pt x="2238" y="662"/>
                  </a:lnTo>
                  <a:lnTo>
                    <a:pt x="1671" y="662"/>
                  </a:lnTo>
                  <a:cubicBezTo>
                    <a:pt x="725" y="662"/>
                    <a:pt x="1" y="1418"/>
                    <a:pt x="1" y="2363"/>
                  </a:cubicBezTo>
                  <a:lnTo>
                    <a:pt x="1" y="3025"/>
                  </a:lnTo>
                  <a:cubicBezTo>
                    <a:pt x="1" y="3245"/>
                    <a:pt x="158" y="3403"/>
                    <a:pt x="347" y="3403"/>
                  </a:cubicBezTo>
                  <a:cubicBezTo>
                    <a:pt x="536" y="3403"/>
                    <a:pt x="694" y="3245"/>
                    <a:pt x="694" y="3025"/>
                  </a:cubicBezTo>
                  <a:lnTo>
                    <a:pt x="694" y="2363"/>
                  </a:lnTo>
                  <a:cubicBezTo>
                    <a:pt x="694" y="1828"/>
                    <a:pt x="1166" y="1355"/>
                    <a:pt x="1734" y="1355"/>
                  </a:cubicBezTo>
                  <a:lnTo>
                    <a:pt x="2269" y="1355"/>
                  </a:lnTo>
                  <a:lnTo>
                    <a:pt x="2143" y="1450"/>
                  </a:lnTo>
                  <a:cubicBezTo>
                    <a:pt x="1954" y="1544"/>
                    <a:pt x="1954" y="1765"/>
                    <a:pt x="2112" y="1891"/>
                  </a:cubicBezTo>
                  <a:cubicBezTo>
                    <a:pt x="2175" y="1954"/>
                    <a:pt x="2261" y="1985"/>
                    <a:pt x="2348" y="1985"/>
                  </a:cubicBezTo>
                  <a:cubicBezTo>
                    <a:pt x="2435" y="1985"/>
                    <a:pt x="2521" y="1954"/>
                    <a:pt x="2584" y="1891"/>
                  </a:cubicBezTo>
                  <a:lnTo>
                    <a:pt x="3246" y="1229"/>
                  </a:lnTo>
                  <a:cubicBezTo>
                    <a:pt x="3372" y="1103"/>
                    <a:pt x="3372" y="883"/>
                    <a:pt x="3246" y="756"/>
                  </a:cubicBezTo>
                  <a:lnTo>
                    <a:pt x="2584" y="95"/>
                  </a:lnTo>
                  <a:cubicBezTo>
                    <a:pt x="2521" y="32"/>
                    <a:pt x="2435" y="0"/>
                    <a:pt x="234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57" name="Google Shape;6577;p63">
            <a:extLst>
              <a:ext uri="{FF2B5EF4-FFF2-40B4-BE49-F238E27FC236}">
                <a16:creationId xmlns:a16="http://schemas.microsoft.com/office/drawing/2014/main" id="{B67AD6D0-A9F4-4EDD-9F7A-53AF450D8623}"/>
              </a:ext>
            </a:extLst>
          </p:cNvPr>
          <p:cNvGrpSpPr/>
          <p:nvPr/>
        </p:nvGrpSpPr>
        <p:grpSpPr>
          <a:xfrm>
            <a:off x="7818164" y="2856566"/>
            <a:ext cx="229182" cy="229182"/>
            <a:chOff x="-33673825" y="1916675"/>
            <a:chExt cx="291450" cy="291450"/>
          </a:xfrm>
          <a:solidFill>
            <a:schemeClr val="tx1"/>
          </a:solidFill>
        </p:grpSpPr>
        <p:sp>
          <p:nvSpPr>
            <p:cNvPr id="687" name="Google Shape;6578;p63">
              <a:extLst>
                <a:ext uri="{FF2B5EF4-FFF2-40B4-BE49-F238E27FC236}">
                  <a16:creationId xmlns:a16="http://schemas.microsoft.com/office/drawing/2014/main" id="{E59BE9EA-CC26-42A3-B7BB-8107B1BC7D50}"/>
                </a:ext>
              </a:extLst>
            </p:cNvPr>
            <p:cNvSpPr/>
            <p:nvPr/>
          </p:nvSpPr>
          <p:spPr>
            <a:xfrm>
              <a:off x="-33486375" y="1950550"/>
              <a:ext cx="85875" cy="85075"/>
            </a:xfrm>
            <a:custGeom>
              <a:avLst/>
              <a:gdLst/>
              <a:ahLst/>
              <a:cxnLst/>
              <a:rect l="l" t="t" r="r" b="b"/>
              <a:pathLst>
                <a:path w="3435" h="3403" extrusionOk="0">
                  <a:moveTo>
                    <a:pt x="379" y="0"/>
                  </a:moveTo>
                  <a:cubicBezTo>
                    <a:pt x="158" y="0"/>
                    <a:pt x="1" y="158"/>
                    <a:pt x="1" y="347"/>
                  </a:cubicBezTo>
                  <a:cubicBezTo>
                    <a:pt x="1" y="536"/>
                    <a:pt x="158" y="693"/>
                    <a:pt x="379" y="693"/>
                  </a:cubicBezTo>
                  <a:lnTo>
                    <a:pt x="1072" y="693"/>
                  </a:lnTo>
                  <a:cubicBezTo>
                    <a:pt x="1639" y="693"/>
                    <a:pt x="2111" y="1166"/>
                    <a:pt x="2111" y="1733"/>
                  </a:cubicBezTo>
                  <a:lnTo>
                    <a:pt x="2111" y="2269"/>
                  </a:lnTo>
                  <a:lnTo>
                    <a:pt x="1985" y="2174"/>
                  </a:lnTo>
                  <a:cubicBezTo>
                    <a:pt x="1922" y="2111"/>
                    <a:pt x="1836" y="2080"/>
                    <a:pt x="1749" y="2080"/>
                  </a:cubicBezTo>
                  <a:cubicBezTo>
                    <a:pt x="1663" y="2080"/>
                    <a:pt x="1576" y="2111"/>
                    <a:pt x="1513" y="2174"/>
                  </a:cubicBezTo>
                  <a:cubicBezTo>
                    <a:pt x="1387" y="2269"/>
                    <a:pt x="1387" y="2521"/>
                    <a:pt x="1513" y="2647"/>
                  </a:cubicBezTo>
                  <a:lnTo>
                    <a:pt x="2174" y="3308"/>
                  </a:lnTo>
                  <a:cubicBezTo>
                    <a:pt x="2237" y="3371"/>
                    <a:pt x="2324" y="3403"/>
                    <a:pt x="2411" y="3403"/>
                  </a:cubicBezTo>
                  <a:cubicBezTo>
                    <a:pt x="2497" y="3403"/>
                    <a:pt x="2584" y="3371"/>
                    <a:pt x="2647" y="3308"/>
                  </a:cubicBezTo>
                  <a:lnTo>
                    <a:pt x="3309" y="2647"/>
                  </a:lnTo>
                  <a:cubicBezTo>
                    <a:pt x="3435" y="2521"/>
                    <a:pt x="3435" y="2269"/>
                    <a:pt x="3309" y="2174"/>
                  </a:cubicBezTo>
                  <a:cubicBezTo>
                    <a:pt x="3261" y="2111"/>
                    <a:pt x="3175" y="2080"/>
                    <a:pt x="3084" y="2080"/>
                  </a:cubicBezTo>
                  <a:cubicBezTo>
                    <a:pt x="2994" y="2080"/>
                    <a:pt x="2899" y="2111"/>
                    <a:pt x="2836" y="2174"/>
                  </a:cubicBezTo>
                  <a:lnTo>
                    <a:pt x="2742" y="2269"/>
                  </a:lnTo>
                  <a:lnTo>
                    <a:pt x="2742" y="1733"/>
                  </a:lnTo>
                  <a:cubicBezTo>
                    <a:pt x="2773" y="788"/>
                    <a:pt x="1985"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688" name="Google Shape;6579;p63">
              <a:extLst>
                <a:ext uri="{FF2B5EF4-FFF2-40B4-BE49-F238E27FC236}">
                  <a16:creationId xmlns:a16="http://schemas.microsoft.com/office/drawing/2014/main" id="{5CCBED50-A428-483F-82AB-5B321528BE77}"/>
                </a:ext>
              </a:extLst>
            </p:cNvPr>
            <p:cNvSpPr/>
            <p:nvPr/>
          </p:nvSpPr>
          <p:spPr>
            <a:xfrm>
              <a:off x="-33605300" y="2122250"/>
              <a:ext cx="85075" cy="85875"/>
            </a:xfrm>
            <a:custGeom>
              <a:avLst/>
              <a:gdLst/>
              <a:ahLst/>
              <a:cxnLst/>
              <a:rect l="l" t="t" r="r" b="b"/>
              <a:pathLst>
                <a:path w="3403" h="3435" extrusionOk="0">
                  <a:moveTo>
                    <a:pt x="1024" y="0"/>
                  </a:moveTo>
                  <a:cubicBezTo>
                    <a:pt x="938" y="0"/>
                    <a:pt x="851" y="32"/>
                    <a:pt x="788" y="95"/>
                  </a:cubicBezTo>
                  <a:lnTo>
                    <a:pt x="126" y="756"/>
                  </a:lnTo>
                  <a:cubicBezTo>
                    <a:pt x="0" y="882"/>
                    <a:pt x="0" y="1134"/>
                    <a:pt x="126" y="1229"/>
                  </a:cubicBezTo>
                  <a:cubicBezTo>
                    <a:pt x="189" y="1292"/>
                    <a:pt x="276" y="1323"/>
                    <a:pt x="363" y="1323"/>
                  </a:cubicBezTo>
                  <a:cubicBezTo>
                    <a:pt x="449" y="1323"/>
                    <a:pt x="536" y="1292"/>
                    <a:pt x="599" y="1229"/>
                  </a:cubicBezTo>
                  <a:lnTo>
                    <a:pt x="725" y="1134"/>
                  </a:lnTo>
                  <a:lnTo>
                    <a:pt x="725" y="1670"/>
                  </a:lnTo>
                  <a:cubicBezTo>
                    <a:pt x="662" y="2174"/>
                    <a:pt x="820" y="2615"/>
                    <a:pt x="1135" y="2930"/>
                  </a:cubicBezTo>
                  <a:cubicBezTo>
                    <a:pt x="1450" y="3245"/>
                    <a:pt x="1891" y="3434"/>
                    <a:pt x="2363" y="3434"/>
                  </a:cubicBezTo>
                  <a:lnTo>
                    <a:pt x="3025" y="3434"/>
                  </a:lnTo>
                  <a:cubicBezTo>
                    <a:pt x="3245" y="3434"/>
                    <a:pt x="3403" y="3277"/>
                    <a:pt x="3403" y="3088"/>
                  </a:cubicBezTo>
                  <a:cubicBezTo>
                    <a:pt x="3403" y="2899"/>
                    <a:pt x="3245" y="2741"/>
                    <a:pt x="3025" y="2741"/>
                  </a:cubicBezTo>
                  <a:lnTo>
                    <a:pt x="2363" y="2741"/>
                  </a:lnTo>
                  <a:cubicBezTo>
                    <a:pt x="1828" y="2741"/>
                    <a:pt x="1355" y="2269"/>
                    <a:pt x="1355" y="1670"/>
                  </a:cubicBezTo>
                  <a:lnTo>
                    <a:pt x="1355" y="1134"/>
                  </a:lnTo>
                  <a:lnTo>
                    <a:pt x="1450" y="1229"/>
                  </a:lnTo>
                  <a:cubicBezTo>
                    <a:pt x="1513" y="1292"/>
                    <a:pt x="1607" y="1323"/>
                    <a:pt x="1698" y="1323"/>
                  </a:cubicBezTo>
                  <a:cubicBezTo>
                    <a:pt x="1788" y="1323"/>
                    <a:pt x="1875" y="1292"/>
                    <a:pt x="1922" y="1229"/>
                  </a:cubicBezTo>
                  <a:cubicBezTo>
                    <a:pt x="2048" y="1134"/>
                    <a:pt x="2048" y="882"/>
                    <a:pt x="1922" y="756"/>
                  </a:cubicBezTo>
                  <a:lnTo>
                    <a:pt x="1261" y="95"/>
                  </a:lnTo>
                  <a:cubicBezTo>
                    <a:pt x="1198" y="32"/>
                    <a:pt x="1111" y="0"/>
                    <a:pt x="1024" y="0"/>
                  </a:cubicBezTo>
                  <a:close/>
                </a:path>
              </a:pathLst>
            </a:custGeom>
            <a:grpFill/>
            <a:ln>
              <a:noFill/>
            </a:ln>
          </p:spPr>
          <p:txBody>
            <a:bodyPr spcFirstLastPara="1" wrap="square" lIns="62728" tIns="62728" rIns="62728" bIns="62728" anchor="ctr" anchorCtr="0">
              <a:noAutofit/>
            </a:bodyPr>
            <a:lstStyle/>
            <a:p>
              <a:endParaRPr sz="764"/>
            </a:p>
          </p:txBody>
        </p:sp>
        <p:sp>
          <p:nvSpPr>
            <p:cNvPr id="689" name="Google Shape;6580;p63">
              <a:extLst>
                <a:ext uri="{FF2B5EF4-FFF2-40B4-BE49-F238E27FC236}">
                  <a16:creationId xmlns:a16="http://schemas.microsoft.com/office/drawing/2014/main" id="{6782370D-AE98-4A56-9823-F5D0D3DA0CEB}"/>
                </a:ext>
              </a:extLst>
            </p:cNvPr>
            <p:cNvSpPr/>
            <p:nvPr/>
          </p:nvSpPr>
          <p:spPr>
            <a:xfrm>
              <a:off x="-33673825" y="1916675"/>
              <a:ext cx="189050" cy="189050"/>
            </a:xfrm>
            <a:custGeom>
              <a:avLst/>
              <a:gdLst/>
              <a:ahLst/>
              <a:cxnLst/>
              <a:rect l="l" t="t" r="r" b="b"/>
              <a:pathLst>
                <a:path w="7562" h="7562" extrusionOk="0">
                  <a:moveTo>
                    <a:pt x="3718" y="694"/>
                  </a:moveTo>
                  <a:cubicBezTo>
                    <a:pt x="5073" y="694"/>
                    <a:pt x="6144" y="1733"/>
                    <a:pt x="6144" y="3088"/>
                  </a:cubicBezTo>
                  <a:lnTo>
                    <a:pt x="6144" y="3466"/>
                  </a:lnTo>
                  <a:lnTo>
                    <a:pt x="6081" y="3466"/>
                  </a:lnTo>
                  <a:cubicBezTo>
                    <a:pt x="5986" y="2647"/>
                    <a:pt x="5262" y="2048"/>
                    <a:pt x="4411" y="2048"/>
                  </a:cubicBezTo>
                  <a:lnTo>
                    <a:pt x="3025" y="2048"/>
                  </a:lnTo>
                  <a:cubicBezTo>
                    <a:pt x="2143" y="2048"/>
                    <a:pt x="1481" y="2678"/>
                    <a:pt x="1324" y="3466"/>
                  </a:cubicBezTo>
                  <a:lnTo>
                    <a:pt x="1292" y="3466"/>
                  </a:lnTo>
                  <a:lnTo>
                    <a:pt x="1292" y="3088"/>
                  </a:lnTo>
                  <a:cubicBezTo>
                    <a:pt x="1355" y="1733"/>
                    <a:pt x="2426" y="694"/>
                    <a:pt x="3718" y="694"/>
                  </a:cubicBezTo>
                  <a:close/>
                  <a:moveTo>
                    <a:pt x="4380" y="2741"/>
                  </a:moveTo>
                  <a:cubicBezTo>
                    <a:pt x="4915" y="2741"/>
                    <a:pt x="5388" y="3214"/>
                    <a:pt x="5388" y="3750"/>
                  </a:cubicBezTo>
                  <a:lnTo>
                    <a:pt x="5388" y="4096"/>
                  </a:lnTo>
                  <a:lnTo>
                    <a:pt x="5388" y="4096"/>
                  </a:lnTo>
                  <a:cubicBezTo>
                    <a:pt x="5153" y="4096"/>
                    <a:pt x="4907" y="4091"/>
                    <a:pt x="4821" y="4033"/>
                  </a:cubicBezTo>
                  <a:cubicBezTo>
                    <a:pt x="4789" y="4002"/>
                    <a:pt x="4758" y="3876"/>
                    <a:pt x="4758" y="3781"/>
                  </a:cubicBezTo>
                  <a:cubicBezTo>
                    <a:pt x="4758" y="3592"/>
                    <a:pt x="4600" y="3435"/>
                    <a:pt x="4411" y="3435"/>
                  </a:cubicBezTo>
                  <a:cubicBezTo>
                    <a:pt x="4191" y="3435"/>
                    <a:pt x="4033" y="3592"/>
                    <a:pt x="4033" y="3781"/>
                  </a:cubicBezTo>
                  <a:cubicBezTo>
                    <a:pt x="4033" y="3876"/>
                    <a:pt x="4033" y="4002"/>
                    <a:pt x="3970" y="4033"/>
                  </a:cubicBezTo>
                  <a:cubicBezTo>
                    <a:pt x="3907" y="4096"/>
                    <a:pt x="3757" y="4112"/>
                    <a:pt x="3576" y="4112"/>
                  </a:cubicBezTo>
                  <a:cubicBezTo>
                    <a:pt x="3395" y="4112"/>
                    <a:pt x="3182" y="4096"/>
                    <a:pt x="2993" y="4096"/>
                  </a:cubicBezTo>
                  <a:lnTo>
                    <a:pt x="1954" y="4096"/>
                  </a:lnTo>
                  <a:lnTo>
                    <a:pt x="1954" y="3750"/>
                  </a:lnTo>
                  <a:cubicBezTo>
                    <a:pt x="1954" y="3214"/>
                    <a:pt x="2426" y="2741"/>
                    <a:pt x="2993" y="2741"/>
                  </a:cubicBezTo>
                  <a:close/>
                  <a:moveTo>
                    <a:pt x="1009" y="4065"/>
                  </a:moveTo>
                  <a:cubicBezTo>
                    <a:pt x="1198" y="4065"/>
                    <a:pt x="1355" y="4222"/>
                    <a:pt x="1355" y="4411"/>
                  </a:cubicBezTo>
                  <a:lnTo>
                    <a:pt x="1355" y="5104"/>
                  </a:lnTo>
                  <a:cubicBezTo>
                    <a:pt x="1355" y="5293"/>
                    <a:pt x="1198" y="5451"/>
                    <a:pt x="1009" y="5451"/>
                  </a:cubicBezTo>
                  <a:cubicBezTo>
                    <a:pt x="820" y="5451"/>
                    <a:pt x="662" y="5293"/>
                    <a:pt x="662" y="5104"/>
                  </a:cubicBezTo>
                  <a:lnTo>
                    <a:pt x="662" y="4411"/>
                  </a:lnTo>
                  <a:cubicBezTo>
                    <a:pt x="662" y="4222"/>
                    <a:pt x="820" y="4065"/>
                    <a:pt x="1009" y="4065"/>
                  </a:cubicBezTo>
                  <a:close/>
                  <a:moveTo>
                    <a:pt x="6490" y="4096"/>
                  </a:moveTo>
                  <a:cubicBezTo>
                    <a:pt x="6679" y="4096"/>
                    <a:pt x="6837" y="4254"/>
                    <a:pt x="6837" y="4474"/>
                  </a:cubicBezTo>
                  <a:lnTo>
                    <a:pt x="6837" y="5136"/>
                  </a:lnTo>
                  <a:cubicBezTo>
                    <a:pt x="6837" y="5325"/>
                    <a:pt x="6679" y="5482"/>
                    <a:pt x="6490" y="5482"/>
                  </a:cubicBezTo>
                  <a:cubicBezTo>
                    <a:pt x="6301" y="5482"/>
                    <a:pt x="6144" y="5325"/>
                    <a:pt x="6144" y="5136"/>
                  </a:cubicBezTo>
                  <a:lnTo>
                    <a:pt x="6144" y="4474"/>
                  </a:lnTo>
                  <a:cubicBezTo>
                    <a:pt x="6144" y="4254"/>
                    <a:pt x="6301" y="4096"/>
                    <a:pt x="6490" y="4096"/>
                  </a:cubicBezTo>
                  <a:close/>
                  <a:moveTo>
                    <a:pt x="4443" y="4537"/>
                  </a:moveTo>
                  <a:cubicBezTo>
                    <a:pt x="4726" y="4726"/>
                    <a:pt x="5073" y="4789"/>
                    <a:pt x="5451" y="4789"/>
                  </a:cubicBezTo>
                  <a:lnTo>
                    <a:pt x="5451" y="5136"/>
                  </a:lnTo>
                  <a:cubicBezTo>
                    <a:pt x="5451" y="6081"/>
                    <a:pt x="4663" y="6869"/>
                    <a:pt x="3718" y="6869"/>
                  </a:cubicBezTo>
                  <a:cubicBezTo>
                    <a:pt x="2773" y="6869"/>
                    <a:pt x="2048" y="6081"/>
                    <a:pt x="2048" y="5136"/>
                  </a:cubicBezTo>
                  <a:lnTo>
                    <a:pt x="2048" y="4789"/>
                  </a:lnTo>
                  <a:lnTo>
                    <a:pt x="3056" y="4789"/>
                  </a:lnTo>
                  <a:cubicBezTo>
                    <a:pt x="3148" y="4789"/>
                    <a:pt x="3241" y="4790"/>
                    <a:pt x="3333" y="4790"/>
                  </a:cubicBezTo>
                  <a:cubicBezTo>
                    <a:pt x="3749" y="4790"/>
                    <a:pt x="4159" y="4769"/>
                    <a:pt x="4443" y="4537"/>
                  </a:cubicBezTo>
                  <a:close/>
                  <a:moveTo>
                    <a:pt x="3813" y="1"/>
                  </a:moveTo>
                  <a:cubicBezTo>
                    <a:pt x="2111" y="1"/>
                    <a:pt x="725" y="1387"/>
                    <a:pt x="725" y="3088"/>
                  </a:cubicBezTo>
                  <a:lnTo>
                    <a:pt x="725" y="3466"/>
                  </a:lnTo>
                  <a:cubicBezTo>
                    <a:pt x="347" y="3624"/>
                    <a:pt x="63" y="4002"/>
                    <a:pt x="63" y="4474"/>
                  </a:cubicBezTo>
                  <a:lnTo>
                    <a:pt x="63" y="5136"/>
                  </a:lnTo>
                  <a:cubicBezTo>
                    <a:pt x="0" y="5671"/>
                    <a:pt x="473" y="6144"/>
                    <a:pt x="1009" y="6144"/>
                  </a:cubicBezTo>
                  <a:cubicBezTo>
                    <a:pt x="1198" y="6144"/>
                    <a:pt x="1355" y="6112"/>
                    <a:pt x="1513" y="6049"/>
                  </a:cubicBezTo>
                  <a:cubicBezTo>
                    <a:pt x="1891" y="6932"/>
                    <a:pt x="2741" y="7562"/>
                    <a:pt x="3781" y="7562"/>
                  </a:cubicBezTo>
                  <a:cubicBezTo>
                    <a:pt x="4789" y="7562"/>
                    <a:pt x="5671" y="6932"/>
                    <a:pt x="6018" y="6049"/>
                  </a:cubicBezTo>
                  <a:cubicBezTo>
                    <a:pt x="6175" y="6112"/>
                    <a:pt x="6333" y="6144"/>
                    <a:pt x="6522" y="6144"/>
                  </a:cubicBezTo>
                  <a:cubicBezTo>
                    <a:pt x="7089" y="6144"/>
                    <a:pt x="7562" y="5671"/>
                    <a:pt x="7562" y="5136"/>
                  </a:cubicBezTo>
                  <a:lnTo>
                    <a:pt x="7562" y="4474"/>
                  </a:lnTo>
                  <a:cubicBezTo>
                    <a:pt x="7562" y="4033"/>
                    <a:pt x="7278" y="3624"/>
                    <a:pt x="6869" y="3466"/>
                  </a:cubicBezTo>
                  <a:lnTo>
                    <a:pt x="6869" y="3088"/>
                  </a:lnTo>
                  <a:cubicBezTo>
                    <a:pt x="6869" y="1387"/>
                    <a:pt x="5514" y="1"/>
                    <a:pt x="3813" y="1"/>
                  </a:cubicBezTo>
                  <a:close/>
                </a:path>
              </a:pathLst>
            </a:custGeom>
            <a:grpFill/>
            <a:ln>
              <a:noFill/>
            </a:ln>
          </p:spPr>
          <p:txBody>
            <a:bodyPr spcFirstLastPara="1" wrap="square" lIns="62728" tIns="62728" rIns="62728" bIns="62728" anchor="ctr" anchorCtr="0">
              <a:noAutofit/>
            </a:bodyPr>
            <a:lstStyle/>
            <a:p>
              <a:endParaRPr sz="764"/>
            </a:p>
          </p:txBody>
        </p:sp>
        <p:sp>
          <p:nvSpPr>
            <p:cNvPr id="690" name="Google Shape;6581;p63">
              <a:extLst>
                <a:ext uri="{FF2B5EF4-FFF2-40B4-BE49-F238E27FC236}">
                  <a16:creationId xmlns:a16="http://schemas.microsoft.com/office/drawing/2014/main" id="{5220000C-5A6F-4EC6-BAF1-330803361C9C}"/>
                </a:ext>
              </a:extLst>
            </p:cNvPr>
            <p:cNvSpPr/>
            <p:nvPr/>
          </p:nvSpPr>
          <p:spPr>
            <a:xfrm>
              <a:off x="-33503700" y="2070250"/>
              <a:ext cx="121325" cy="137075"/>
            </a:xfrm>
            <a:custGeom>
              <a:avLst/>
              <a:gdLst/>
              <a:ahLst/>
              <a:cxnLst/>
              <a:rect l="l" t="t" r="r" b="b"/>
              <a:pathLst>
                <a:path w="4853" h="5483" extrusionOk="0">
                  <a:moveTo>
                    <a:pt x="3151" y="726"/>
                  </a:moveTo>
                  <a:cubicBezTo>
                    <a:pt x="3687" y="726"/>
                    <a:pt x="4222" y="1198"/>
                    <a:pt x="4222" y="1734"/>
                  </a:cubicBezTo>
                  <a:lnTo>
                    <a:pt x="4222" y="2112"/>
                  </a:lnTo>
                  <a:cubicBezTo>
                    <a:pt x="3939" y="2112"/>
                    <a:pt x="3655" y="2112"/>
                    <a:pt x="3592" y="1986"/>
                  </a:cubicBezTo>
                  <a:cubicBezTo>
                    <a:pt x="3529" y="1954"/>
                    <a:pt x="3498" y="1828"/>
                    <a:pt x="3498" y="1734"/>
                  </a:cubicBezTo>
                  <a:cubicBezTo>
                    <a:pt x="3498" y="1545"/>
                    <a:pt x="3340" y="1387"/>
                    <a:pt x="3151" y="1387"/>
                  </a:cubicBezTo>
                  <a:cubicBezTo>
                    <a:pt x="2962" y="1387"/>
                    <a:pt x="2804" y="1545"/>
                    <a:pt x="2804" y="1734"/>
                  </a:cubicBezTo>
                  <a:cubicBezTo>
                    <a:pt x="2804" y="1828"/>
                    <a:pt x="2804" y="1954"/>
                    <a:pt x="2710" y="1986"/>
                  </a:cubicBezTo>
                  <a:cubicBezTo>
                    <a:pt x="2636" y="2060"/>
                    <a:pt x="2487" y="2090"/>
                    <a:pt x="2312" y="2090"/>
                  </a:cubicBezTo>
                  <a:cubicBezTo>
                    <a:pt x="2189" y="2090"/>
                    <a:pt x="2053" y="2075"/>
                    <a:pt x="1922" y="2049"/>
                  </a:cubicBezTo>
                  <a:lnTo>
                    <a:pt x="694" y="2049"/>
                  </a:lnTo>
                  <a:lnTo>
                    <a:pt x="694" y="1734"/>
                  </a:lnTo>
                  <a:cubicBezTo>
                    <a:pt x="694" y="1198"/>
                    <a:pt x="1166" y="726"/>
                    <a:pt x="1765" y="726"/>
                  </a:cubicBezTo>
                  <a:close/>
                  <a:moveTo>
                    <a:pt x="3151" y="2521"/>
                  </a:moveTo>
                  <a:cubicBezTo>
                    <a:pt x="3435" y="2742"/>
                    <a:pt x="3813" y="2773"/>
                    <a:pt x="4222" y="2773"/>
                  </a:cubicBezTo>
                  <a:lnTo>
                    <a:pt x="4222" y="3120"/>
                  </a:lnTo>
                  <a:cubicBezTo>
                    <a:pt x="4159" y="4034"/>
                    <a:pt x="3372" y="4853"/>
                    <a:pt x="2426" y="4853"/>
                  </a:cubicBezTo>
                  <a:cubicBezTo>
                    <a:pt x="1481" y="4853"/>
                    <a:pt x="694" y="4065"/>
                    <a:pt x="694" y="3120"/>
                  </a:cubicBezTo>
                  <a:lnTo>
                    <a:pt x="694" y="2773"/>
                  </a:lnTo>
                  <a:lnTo>
                    <a:pt x="1765" y="2773"/>
                  </a:lnTo>
                  <a:cubicBezTo>
                    <a:pt x="1859" y="2773"/>
                    <a:pt x="2836" y="2773"/>
                    <a:pt x="3151" y="2521"/>
                  </a:cubicBezTo>
                  <a:close/>
                  <a:moveTo>
                    <a:pt x="1733" y="1"/>
                  </a:moveTo>
                  <a:cubicBezTo>
                    <a:pt x="788" y="1"/>
                    <a:pt x="1" y="757"/>
                    <a:pt x="1" y="1702"/>
                  </a:cubicBezTo>
                  <a:lnTo>
                    <a:pt x="1" y="3088"/>
                  </a:lnTo>
                  <a:cubicBezTo>
                    <a:pt x="1" y="4412"/>
                    <a:pt x="1103" y="5483"/>
                    <a:pt x="2395" y="5483"/>
                  </a:cubicBezTo>
                  <a:cubicBezTo>
                    <a:pt x="3750" y="5483"/>
                    <a:pt x="4789" y="4380"/>
                    <a:pt x="4789" y="3088"/>
                  </a:cubicBezTo>
                  <a:lnTo>
                    <a:pt x="4789" y="1702"/>
                  </a:lnTo>
                  <a:cubicBezTo>
                    <a:pt x="4852" y="789"/>
                    <a:pt x="4065" y="1"/>
                    <a:pt x="312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58" name="Google Shape;6582;p63">
            <a:extLst>
              <a:ext uri="{FF2B5EF4-FFF2-40B4-BE49-F238E27FC236}">
                <a16:creationId xmlns:a16="http://schemas.microsoft.com/office/drawing/2014/main" id="{419664E7-A120-49C5-9836-BBB6004A8BE4}"/>
              </a:ext>
            </a:extLst>
          </p:cNvPr>
          <p:cNvGrpSpPr/>
          <p:nvPr/>
        </p:nvGrpSpPr>
        <p:grpSpPr>
          <a:xfrm>
            <a:off x="7816621" y="3148293"/>
            <a:ext cx="232269" cy="230401"/>
            <a:chOff x="-33676975" y="2275050"/>
            <a:chExt cx="295375" cy="293000"/>
          </a:xfrm>
          <a:solidFill>
            <a:schemeClr val="tx1"/>
          </a:solidFill>
        </p:grpSpPr>
        <p:sp>
          <p:nvSpPr>
            <p:cNvPr id="684" name="Google Shape;6583;p63">
              <a:extLst>
                <a:ext uri="{FF2B5EF4-FFF2-40B4-BE49-F238E27FC236}">
                  <a16:creationId xmlns:a16="http://schemas.microsoft.com/office/drawing/2014/main" id="{9EB4D2DA-CB03-4D14-AF00-3821F31C597B}"/>
                </a:ext>
              </a:extLst>
            </p:cNvPr>
            <p:cNvSpPr/>
            <p:nvPr/>
          </p:nvSpPr>
          <p:spPr>
            <a:xfrm>
              <a:off x="-33502125" y="2309700"/>
              <a:ext cx="52800" cy="67750"/>
            </a:xfrm>
            <a:custGeom>
              <a:avLst/>
              <a:gdLst/>
              <a:ahLst/>
              <a:cxnLst/>
              <a:rect l="l" t="t" r="r" b="b"/>
              <a:pathLst>
                <a:path w="2112" h="2710" extrusionOk="0">
                  <a:moveTo>
                    <a:pt x="1040" y="0"/>
                  </a:moveTo>
                  <a:cubicBezTo>
                    <a:pt x="473" y="0"/>
                    <a:pt x="1" y="473"/>
                    <a:pt x="1" y="1040"/>
                  </a:cubicBezTo>
                  <a:cubicBezTo>
                    <a:pt x="1" y="1229"/>
                    <a:pt x="158" y="1387"/>
                    <a:pt x="379" y="1387"/>
                  </a:cubicBezTo>
                  <a:cubicBezTo>
                    <a:pt x="568" y="1387"/>
                    <a:pt x="725" y="1229"/>
                    <a:pt x="725" y="1040"/>
                  </a:cubicBezTo>
                  <a:cubicBezTo>
                    <a:pt x="725" y="820"/>
                    <a:pt x="883" y="662"/>
                    <a:pt x="1072" y="662"/>
                  </a:cubicBezTo>
                  <a:cubicBezTo>
                    <a:pt x="1261" y="662"/>
                    <a:pt x="1450" y="820"/>
                    <a:pt x="1450" y="1040"/>
                  </a:cubicBezTo>
                  <a:cubicBezTo>
                    <a:pt x="1450" y="1198"/>
                    <a:pt x="1355" y="1292"/>
                    <a:pt x="1198" y="1355"/>
                  </a:cubicBezTo>
                  <a:cubicBezTo>
                    <a:pt x="914" y="1418"/>
                    <a:pt x="725" y="1702"/>
                    <a:pt x="725" y="1985"/>
                  </a:cubicBezTo>
                  <a:lnTo>
                    <a:pt x="725" y="2363"/>
                  </a:lnTo>
                  <a:cubicBezTo>
                    <a:pt x="725" y="2552"/>
                    <a:pt x="883" y="2710"/>
                    <a:pt x="1072" y="2710"/>
                  </a:cubicBezTo>
                  <a:cubicBezTo>
                    <a:pt x="1292" y="2710"/>
                    <a:pt x="1450" y="2552"/>
                    <a:pt x="1450" y="2363"/>
                  </a:cubicBezTo>
                  <a:lnTo>
                    <a:pt x="1450" y="1985"/>
                  </a:lnTo>
                  <a:cubicBezTo>
                    <a:pt x="1828" y="1828"/>
                    <a:pt x="2111" y="1418"/>
                    <a:pt x="2111" y="977"/>
                  </a:cubicBezTo>
                  <a:cubicBezTo>
                    <a:pt x="2048" y="473"/>
                    <a:pt x="1576" y="0"/>
                    <a:pt x="1040" y="0"/>
                  </a:cubicBezTo>
                  <a:close/>
                </a:path>
              </a:pathLst>
            </a:custGeom>
            <a:grpFill/>
            <a:ln>
              <a:noFill/>
            </a:ln>
          </p:spPr>
          <p:txBody>
            <a:bodyPr spcFirstLastPara="1" wrap="square" lIns="62728" tIns="62728" rIns="62728" bIns="62728" anchor="ctr" anchorCtr="0">
              <a:noAutofit/>
            </a:bodyPr>
            <a:lstStyle/>
            <a:p>
              <a:endParaRPr sz="764"/>
            </a:p>
          </p:txBody>
        </p:sp>
        <p:sp>
          <p:nvSpPr>
            <p:cNvPr id="685" name="Google Shape;6584;p63">
              <a:extLst>
                <a:ext uri="{FF2B5EF4-FFF2-40B4-BE49-F238E27FC236}">
                  <a16:creationId xmlns:a16="http://schemas.microsoft.com/office/drawing/2014/main" id="{1DDAA238-5A02-477A-9583-B0611A96D197}"/>
                </a:ext>
              </a:extLst>
            </p:cNvPr>
            <p:cNvSpPr/>
            <p:nvPr/>
          </p:nvSpPr>
          <p:spPr>
            <a:xfrm>
              <a:off x="-33484800" y="2395550"/>
              <a:ext cx="17350" cy="17350"/>
            </a:xfrm>
            <a:custGeom>
              <a:avLst/>
              <a:gdLst/>
              <a:ahLst/>
              <a:cxnLst/>
              <a:rect l="l" t="t" r="r" b="b"/>
              <a:pathLst>
                <a:path w="694" h="694" extrusionOk="0">
                  <a:moveTo>
                    <a:pt x="347" y="0"/>
                  </a:moveTo>
                  <a:cubicBezTo>
                    <a:pt x="158" y="0"/>
                    <a:pt x="1" y="158"/>
                    <a:pt x="1" y="347"/>
                  </a:cubicBezTo>
                  <a:cubicBezTo>
                    <a:pt x="1" y="536"/>
                    <a:pt x="158" y="694"/>
                    <a:pt x="347" y="694"/>
                  </a:cubicBezTo>
                  <a:cubicBezTo>
                    <a:pt x="536" y="694"/>
                    <a:pt x="694" y="536"/>
                    <a:pt x="694" y="347"/>
                  </a:cubicBezTo>
                  <a:cubicBezTo>
                    <a:pt x="662"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686" name="Google Shape;6585;p63">
              <a:extLst>
                <a:ext uri="{FF2B5EF4-FFF2-40B4-BE49-F238E27FC236}">
                  <a16:creationId xmlns:a16="http://schemas.microsoft.com/office/drawing/2014/main" id="{A17CB52F-E059-4727-AA58-A9218B054E1D}"/>
                </a:ext>
              </a:extLst>
            </p:cNvPr>
            <p:cNvSpPr/>
            <p:nvPr/>
          </p:nvSpPr>
          <p:spPr>
            <a:xfrm>
              <a:off x="-33676975" y="2275050"/>
              <a:ext cx="295375" cy="293000"/>
            </a:xfrm>
            <a:custGeom>
              <a:avLst/>
              <a:gdLst/>
              <a:ahLst/>
              <a:cxnLst/>
              <a:rect l="l" t="t" r="r" b="b"/>
              <a:pathLst>
                <a:path w="11815" h="11720" extrusionOk="0">
                  <a:moveTo>
                    <a:pt x="8034" y="725"/>
                  </a:moveTo>
                  <a:cubicBezTo>
                    <a:pt x="9735" y="725"/>
                    <a:pt x="11090" y="2080"/>
                    <a:pt x="11090" y="3781"/>
                  </a:cubicBezTo>
                  <a:cubicBezTo>
                    <a:pt x="11090" y="5482"/>
                    <a:pt x="9735" y="6868"/>
                    <a:pt x="8034" y="6868"/>
                  </a:cubicBezTo>
                  <a:cubicBezTo>
                    <a:pt x="6333" y="6868"/>
                    <a:pt x="4947" y="5482"/>
                    <a:pt x="4947" y="3781"/>
                  </a:cubicBezTo>
                  <a:cubicBezTo>
                    <a:pt x="4947" y="2080"/>
                    <a:pt x="6333" y="725"/>
                    <a:pt x="8034" y="725"/>
                  </a:cubicBezTo>
                  <a:close/>
                  <a:moveTo>
                    <a:pt x="5104" y="6207"/>
                  </a:moveTo>
                  <a:cubicBezTo>
                    <a:pt x="5262" y="6364"/>
                    <a:pt x="5419" y="6553"/>
                    <a:pt x="5577" y="6679"/>
                  </a:cubicBezTo>
                  <a:lnTo>
                    <a:pt x="5325" y="6931"/>
                  </a:lnTo>
                  <a:cubicBezTo>
                    <a:pt x="5262" y="6994"/>
                    <a:pt x="5167" y="7026"/>
                    <a:pt x="5077" y="7026"/>
                  </a:cubicBezTo>
                  <a:cubicBezTo>
                    <a:pt x="4986" y="7026"/>
                    <a:pt x="4899" y="6994"/>
                    <a:pt x="4852" y="6931"/>
                  </a:cubicBezTo>
                  <a:cubicBezTo>
                    <a:pt x="4726" y="6805"/>
                    <a:pt x="4726" y="6585"/>
                    <a:pt x="4852" y="6459"/>
                  </a:cubicBezTo>
                  <a:lnTo>
                    <a:pt x="5104" y="6207"/>
                  </a:lnTo>
                  <a:close/>
                  <a:moveTo>
                    <a:pt x="3104" y="8380"/>
                  </a:moveTo>
                  <a:cubicBezTo>
                    <a:pt x="3190" y="8380"/>
                    <a:pt x="3277" y="8412"/>
                    <a:pt x="3340" y="8475"/>
                  </a:cubicBezTo>
                  <a:cubicBezTo>
                    <a:pt x="3466" y="8601"/>
                    <a:pt x="3466" y="8822"/>
                    <a:pt x="3340" y="8948"/>
                  </a:cubicBezTo>
                  <a:lnTo>
                    <a:pt x="1387" y="10932"/>
                  </a:lnTo>
                  <a:cubicBezTo>
                    <a:pt x="1324" y="10980"/>
                    <a:pt x="1229" y="11003"/>
                    <a:pt x="1139" y="11003"/>
                  </a:cubicBezTo>
                  <a:cubicBezTo>
                    <a:pt x="1048" y="11003"/>
                    <a:pt x="961" y="10980"/>
                    <a:pt x="914" y="10932"/>
                  </a:cubicBezTo>
                  <a:cubicBezTo>
                    <a:pt x="788" y="10806"/>
                    <a:pt x="788" y="10554"/>
                    <a:pt x="914" y="10460"/>
                  </a:cubicBezTo>
                  <a:lnTo>
                    <a:pt x="2867" y="8475"/>
                  </a:lnTo>
                  <a:cubicBezTo>
                    <a:pt x="2930" y="8412"/>
                    <a:pt x="3017" y="8380"/>
                    <a:pt x="3104" y="8380"/>
                  </a:cubicBezTo>
                  <a:close/>
                  <a:moveTo>
                    <a:pt x="8034" y="0"/>
                  </a:moveTo>
                  <a:cubicBezTo>
                    <a:pt x="5955" y="0"/>
                    <a:pt x="4285" y="1701"/>
                    <a:pt x="4285" y="3749"/>
                  </a:cubicBezTo>
                  <a:cubicBezTo>
                    <a:pt x="4285" y="4411"/>
                    <a:pt x="4443" y="5041"/>
                    <a:pt x="4758" y="5608"/>
                  </a:cubicBezTo>
                  <a:lnTo>
                    <a:pt x="4380" y="5986"/>
                  </a:lnTo>
                  <a:cubicBezTo>
                    <a:pt x="4065" y="6301"/>
                    <a:pt x="3970" y="6774"/>
                    <a:pt x="4159" y="7183"/>
                  </a:cubicBezTo>
                  <a:lnTo>
                    <a:pt x="3529" y="7813"/>
                  </a:lnTo>
                  <a:cubicBezTo>
                    <a:pt x="3387" y="7743"/>
                    <a:pt x="3232" y="7707"/>
                    <a:pt x="3077" y="7707"/>
                  </a:cubicBezTo>
                  <a:cubicBezTo>
                    <a:pt x="2819" y="7707"/>
                    <a:pt x="2560" y="7806"/>
                    <a:pt x="2363" y="8002"/>
                  </a:cubicBezTo>
                  <a:lnTo>
                    <a:pt x="378" y="9987"/>
                  </a:lnTo>
                  <a:cubicBezTo>
                    <a:pt x="0" y="10365"/>
                    <a:pt x="0" y="11027"/>
                    <a:pt x="378" y="11436"/>
                  </a:cubicBezTo>
                  <a:cubicBezTo>
                    <a:pt x="583" y="11625"/>
                    <a:pt x="851" y="11720"/>
                    <a:pt x="1119" y="11720"/>
                  </a:cubicBezTo>
                  <a:cubicBezTo>
                    <a:pt x="1387" y="11720"/>
                    <a:pt x="1654" y="11625"/>
                    <a:pt x="1859" y="11436"/>
                  </a:cubicBezTo>
                  <a:lnTo>
                    <a:pt x="3813" y="9452"/>
                  </a:lnTo>
                  <a:cubicBezTo>
                    <a:pt x="4128" y="9137"/>
                    <a:pt x="4222" y="8664"/>
                    <a:pt x="4002" y="8286"/>
                  </a:cubicBezTo>
                  <a:lnTo>
                    <a:pt x="4632" y="7656"/>
                  </a:lnTo>
                  <a:cubicBezTo>
                    <a:pt x="4782" y="7725"/>
                    <a:pt x="4940" y="7761"/>
                    <a:pt x="5097" y="7761"/>
                  </a:cubicBezTo>
                  <a:cubicBezTo>
                    <a:pt x="5367" y="7761"/>
                    <a:pt x="5629" y="7655"/>
                    <a:pt x="5829" y="7435"/>
                  </a:cubicBezTo>
                  <a:lnTo>
                    <a:pt x="6207" y="7057"/>
                  </a:lnTo>
                  <a:cubicBezTo>
                    <a:pt x="6774" y="7372"/>
                    <a:pt x="7404" y="7530"/>
                    <a:pt x="8066" y="7530"/>
                  </a:cubicBezTo>
                  <a:cubicBezTo>
                    <a:pt x="10145" y="7530"/>
                    <a:pt x="11815" y="5829"/>
                    <a:pt x="11815" y="3781"/>
                  </a:cubicBezTo>
                  <a:cubicBezTo>
                    <a:pt x="11815" y="1733"/>
                    <a:pt x="10082" y="0"/>
                    <a:pt x="8034"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59" name="Google Shape;6586;p63">
            <a:extLst>
              <a:ext uri="{FF2B5EF4-FFF2-40B4-BE49-F238E27FC236}">
                <a16:creationId xmlns:a16="http://schemas.microsoft.com/office/drawing/2014/main" id="{92C2FDB9-37EB-490C-B2C3-0D147FDB953A}"/>
              </a:ext>
            </a:extLst>
          </p:cNvPr>
          <p:cNvGrpSpPr/>
          <p:nvPr/>
        </p:nvGrpSpPr>
        <p:grpSpPr>
          <a:xfrm>
            <a:off x="7818164" y="3419101"/>
            <a:ext cx="229182" cy="230107"/>
            <a:chOff x="-33673825" y="2634975"/>
            <a:chExt cx="291450" cy="292625"/>
          </a:xfrm>
          <a:solidFill>
            <a:schemeClr val="tx1"/>
          </a:solidFill>
        </p:grpSpPr>
        <p:sp>
          <p:nvSpPr>
            <p:cNvPr id="682" name="Google Shape;6587;p63">
              <a:extLst>
                <a:ext uri="{FF2B5EF4-FFF2-40B4-BE49-F238E27FC236}">
                  <a16:creationId xmlns:a16="http://schemas.microsoft.com/office/drawing/2014/main" id="{12AD20DF-83E6-4A97-9B9A-8CE95D3BF624}"/>
                </a:ext>
              </a:extLst>
            </p:cNvPr>
            <p:cNvSpPr/>
            <p:nvPr/>
          </p:nvSpPr>
          <p:spPr>
            <a:xfrm>
              <a:off x="-33673825" y="2634975"/>
              <a:ext cx="291450" cy="292625"/>
            </a:xfrm>
            <a:custGeom>
              <a:avLst/>
              <a:gdLst/>
              <a:ahLst/>
              <a:cxnLst/>
              <a:rect l="l" t="t" r="r" b="b"/>
              <a:pathLst>
                <a:path w="11658" h="11705" extrusionOk="0">
                  <a:moveTo>
                    <a:pt x="5829" y="662"/>
                  </a:moveTo>
                  <a:cubicBezTo>
                    <a:pt x="6459" y="662"/>
                    <a:pt x="7089" y="1261"/>
                    <a:pt x="7562" y="2238"/>
                  </a:cubicBezTo>
                  <a:cubicBezTo>
                    <a:pt x="7310" y="2364"/>
                    <a:pt x="7152" y="2553"/>
                    <a:pt x="7026" y="2773"/>
                  </a:cubicBezTo>
                  <a:cubicBezTo>
                    <a:pt x="6648" y="2742"/>
                    <a:pt x="6238" y="2710"/>
                    <a:pt x="5860" y="2710"/>
                  </a:cubicBezTo>
                  <a:cubicBezTo>
                    <a:pt x="5451" y="2710"/>
                    <a:pt x="5041" y="2742"/>
                    <a:pt x="4663" y="2773"/>
                  </a:cubicBezTo>
                  <a:cubicBezTo>
                    <a:pt x="4569" y="2553"/>
                    <a:pt x="4348" y="2364"/>
                    <a:pt x="4159" y="2238"/>
                  </a:cubicBezTo>
                  <a:cubicBezTo>
                    <a:pt x="4569" y="1261"/>
                    <a:pt x="5199" y="662"/>
                    <a:pt x="5829" y="662"/>
                  </a:cubicBezTo>
                  <a:close/>
                  <a:moveTo>
                    <a:pt x="3403" y="2742"/>
                  </a:moveTo>
                  <a:cubicBezTo>
                    <a:pt x="3813" y="2742"/>
                    <a:pt x="4096" y="3057"/>
                    <a:pt x="4096" y="3403"/>
                  </a:cubicBezTo>
                  <a:cubicBezTo>
                    <a:pt x="4096" y="3750"/>
                    <a:pt x="3781" y="4097"/>
                    <a:pt x="3403" y="4097"/>
                  </a:cubicBezTo>
                  <a:cubicBezTo>
                    <a:pt x="3025" y="4097"/>
                    <a:pt x="2741" y="3750"/>
                    <a:pt x="2741" y="3403"/>
                  </a:cubicBezTo>
                  <a:cubicBezTo>
                    <a:pt x="2741" y="3057"/>
                    <a:pt x="3025" y="2742"/>
                    <a:pt x="3403" y="2742"/>
                  </a:cubicBezTo>
                  <a:close/>
                  <a:moveTo>
                    <a:pt x="7562" y="946"/>
                  </a:moveTo>
                  <a:cubicBezTo>
                    <a:pt x="9011" y="1482"/>
                    <a:pt x="10145" y="2616"/>
                    <a:pt x="10649" y="4097"/>
                  </a:cubicBezTo>
                  <a:cubicBezTo>
                    <a:pt x="10334" y="3844"/>
                    <a:pt x="9988" y="3655"/>
                    <a:pt x="9609" y="3466"/>
                  </a:cubicBezTo>
                  <a:lnTo>
                    <a:pt x="9609" y="3403"/>
                  </a:lnTo>
                  <a:cubicBezTo>
                    <a:pt x="9609" y="2679"/>
                    <a:pt x="8979" y="2049"/>
                    <a:pt x="8223" y="2049"/>
                  </a:cubicBezTo>
                  <a:lnTo>
                    <a:pt x="8192" y="2049"/>
                  </a:lnTo>
                  <a:cubicBezTo>
                    <a:pt x="7971" y="1608"/>
                    <a:pt x="7782" y="1261"/>
                    <a:pt x="7562" y="946"/>
                  </a:cubicBezTo>
                  <a:close/>
                  <a:moveTo>
                    <a:pt x="4096" y="978"/>
                  </a:moveTo>
                  <a:lnTo>
                    <a:pt x="4096" y="978"/>
                  </a:lnTo>
                  <a:cubicBezTo>
                    <a:pt x="3844" y="1293"/>
                    <a:pt x="3624" y="1639"/>
                    <a:pt x="3466" y="2080"/>
                  </a:cubicBezTo>
                  <a:lnTo>
                    <a:pt x="3403" y="2080"/>
                  </a:lnTo>
                  <a:cubicBezTo>
                    <a:pt x="2678" y="2080"/>
                    <a:pt x="2048" y="2710"/>
                    <a:pt x="2048" y="3466"/>
                  </a:cubicBezTo>
                  <a:lnTo>
                    <a:pt x="2048" y="3498"/>
                  </a:lnTo>
                  <a:cubicBezTo>
                    <a:pt x="1639" y="3687"/>
                    <a:pt x="1292" y="3876"/>
                    <a:pt x="977" y="4128"/>
                  </a:cubicBezTo>
                  <a:cubicBezTo>
                    <a:pt x="1481" y="2616"/>
                    <a:pt x="2615" y="1482"/>
                    <a:pt x="4096" y="978"/>
                  </a:cubicBezTo>
                  <a:close/>
                  <a:moveTo>
                    <a:pt x="8223" y="2773"/>
                  </a:moveTo>
                  <a:cubicBezTo>
                    <a:pt x="8601" y="2773"/>
                    <a:pt x="8885" y="3088"/>
                    <a:pt x="8885" y="3466"/>
                  </a:cubicBezTo>
                  <a:cubicBezTo>
                    <a:pt x="8885" y="3813"/>
                    <a:pt x="8601" y="4128"/>
                    <a:pt x="8223" y="4128"/>
                  </a:cubicBezTo>
                  <a:cubicBezTo>
                    <a:pt x="7814" y="4128"/>
                    <a:pt x="7562" y="3813"/>
                    <a:pt x="7562" y="3466"/>
                  </a:cubicBezTo>
                  <a:cubicBezTo>
                    <a:pt x="7562" y="3088"/>
                    <a:pt x="7877" y="2773"/>
                    <a:pt x="8223" y="2773"/>
                  </a:cubicBezTo>
                  <a:close/>
                  <a:moveTo>
                    <a:pt x="9452" y="4160"/>
                  </a:moveTo>
                  <a:cubicBezTo>
                    <a:pt x="10429" y="4632"/>
                    <a:pt x="11027" y="5262"/>
                    <a:pt x="11027" y="5892"/>
                  </a:cubicBezTo>
                  <a:cubicBezTo>
                    <a:pt x="10964" y="5924"/>
                    <a:pt x="10933" y="6050"/>
                    <a:pt x="10933" y="6176"/>
                  </a:cubicBezTo>
                  <a:cubicBezTo>
                    <a:pt x="10492" y="5735"/>
                    <a:pt x="9925" y="5514"/>
                    <a:pt x="9294" y="5514"/>
                  </a:cubicBezTo>
                  <a:cubicBezTo>
                    <a:pt x="9168" y="5514"/>
                    <a:pt x="9042" y="5514"/>
                    <a:pt x="8916" y="5546"/>
                  </a:cubicBezTo>
                  <a:cubicBezTo>
                    <a:pt x="8916" y="5231"/>
                    <a:pt x="8885" y="4947"/>
                    <a:pt x="8885" y="4664"/>
                  </a:cubicBezTo>
                  <a:cubicBezTo>
                    <a:pt x="9137" y="4569"/>
                    <a:pt x="9326" y="4349"/>
                    <a:pt x="9452" y="4160"/>
                  </a:cubicBezTo>
                  <a:close/>
                  <a:moveTo>
                    <a:pt x="2237" y="4097"/>
                  </a:moveTo>
                  <a:cubicBezTo>
                    <a:pt x="2363" y="4349"/>
                    <a:pt x="2552" y="4506"/>
                    <a:pt x="2773" y="4632"/>
                  </a:cubicBezTo>
                  <a:cubicBezTo>
                    <a:pt x="2741" y="5042"/>
                    <a:pt x="2710" y="5420"/>
                    <a:pt x="2710" y="5829"/>
                  </a:cubicBezTo>
                  <a:cubicBezTo>
                    <a:pt x="2710" y="6207"/>
                    <a:pt x="2741" y="6617"/>
                    <a:pt x="2773" y="6995"/>
                  </a:cubicBezTo>
                  <a:cubicBezTo>
                    <a:pt x="2552" y="7121"/>
                    <a:pt x="2363" y="7310"/>
                    <a:pt x="2237" y="7499"/>
                  </a:cubicBezTo>
                  <a:cubicBezTo>
                    <a:pt x="1261" y="7026"/>
                    <a:pt x="662" y="6459"/>
                    <a:pt x="662" y="5829"/>
                  </a:cubicBezTo>
                  <a:cubicBezTo>
                    <a:pt x="662" y="5199"/>
                    <a:pt x="1261" y="4569"/>
                    <a:pt x="2237" y="4097"/>
                  </a:cubicBezTo>
                  <a:close/>
                  <a:moveTo>
                    <a:pt x="5829" y="3466"/>
                  </a:moveTo>
                  <a:cubicBezTo>
                    <a:pt x="6175" y="3466"/>
                    <a:pt x="6522" y="3466"/>
                    <a:pt x="6869" y="3498"/>
                  </a:cubicBezTo>
                  <a:cubicBezTo>
                    <a:pt x="6932" y="4191"/>
                    <a:pt x="7467" y="4790"/>
                    <a:pt x="8192" y="4790"/>
                  </a:cubicBezTo>
                  <a:cubicBezTo>
                    <a:pt x="8223" y="5105"/>
                    <a:pt x="8223" y="5420"/>
                    <a:pt x="8223" y="5735"/>
                  </a:cubicBezTo>
                  <a:cubicBezTo>
                    <a:pt x="7436" y="6144"/>
                    <a:pt x="6869" y="6963"/>
                    <a:pt x="6869" y="7909"/>
                  </a:cubicBezTo>
                  <a:lnTo>
                    <a:pt x="6869" y="8192"/>
                  </a:lnTo>
                  <a:cubicBezTo>
                    <a:pt x="6522" y="8224"/>
                    <a:pt x="6175" y="8224"/>
                    <a:pt x="5829" y="8224"/>
                  </a:cubicBezTo>
                  <a:cubicBezTo>
                    <a:pt x="5451" y="8224"/>
                    <a:pt x="5104" y="8224"/>
                    <a:pt x="4758" y="8192"/>
                  </a:cubicBezTo>
                  <a:cubicBezTo>
                    <a:pt x="4726" y="7468"/>
                    <a:pt x="4159" y="6869"/>
                    <a:pt x="3466" y="6869"/>
                  </a:cubicBezTo>
                  <a:cubicBezTo>
                    <a:pt x="3403" y="6522"/>
                    <a:pt x="3403" y="6207"/>
                    <a:pt x="3403" y="5861"/>
                  </a:cubicBezTo>
                  <a:cubicBezTo>
                    <a:pt x="3403" y="5483"/>
                    <a:pt x="3403" y="5136"/>
                    <a:pt x="3466" y="4790"/>
                  </a:cubicBezTo>
                  <a:cubicBezTo>
                    <a:pt x="4159" y="4758"/>
                    <a:pt x="4758" y="4191"/>
                    <a:pt x="4758" y="3498"/>
                  </a:cubicBezTo>
                  <a:cubicBezTo>
                    <a:pt x="5104" y="3466"/>
                    <a:pt x="5482" y="3466"/>
                    <a:pt x="5829" y="3466"/>
                  </a:cubicBezTo>
                  <a:close/>
                  <a:moveTo>
                    <a:pt x="3403" y="7562"/>
                  </a:moveTo>
                  <a:cubicBezTo>
                    <a:pt x="3813" y="7562"/>
                    <a:pt x="4096" y="7877"/>
                    <a:pt x="4096" y="8224"/>
                  </a:cubicBezTo>
                  <a:cubicBezTo>
                    <a:pt x="4096" y="8570"/>
                    <a:pt x="3781" y="8885"/>
                    <a:pt x="3403" y="8885"/>
                  </a:cubicBezTo>
                  <a:cubicBezTo>
                    <a:pt x="3025" y="8885"/>
                    <a:pt x="2741" y="8570"/>
                    <a:pt x="2741" y="8224"/>
                  </a:cubicBezTo>
                  <a:cubicBezTo>
                    <a:pt x="2741" y="7877"/>
                    <a:pt x="3025" y="7562"/>
                    <a:pt x="3403" y="7562"/>
                  </a:cubicBezTo>
                  <a:close/>
                  <a:moveTo>
                    <a:pt x="7940" y="10114"/>
                  </a:moveTo>
                  <a:lnTo>
                    <a:pt x="8192" y="10429"/>
                  </a:lnTo>
                  <a:lnTo>
                    <a:pt x="7593" y="10650"/>
                  </a:lnTo>
                  <a:cubicBezTo>
                    <a:pt x="7719" y="10492"/>
                    <a:pt x="7814" y="10303"/>
                    <a:pt x="7940" y="10114"/>
                  </a:cubicBezTo>
                  <a:close/>
                  <a:moveTo>
                    <a:pt x="977" y="7594"/>
                  </a:moveTo>
                  <a:cubicBezTo>
                    <a:pt x="1261" y="7814"/>
                    <a:pt x="1639" y="8035"/>
                    <a:pt x="2048" y="8224"/>
                  </a:cubicBezTo>
                  <a:lnTo>
                    <a:pt x="2048" y="8255"/>
                  </a:lnTo>
                  <a:cubicBezTo>
                    <a:pt x="2048" y="9011"/>
                    <a:pt x="2678" y="9641"/>
                    <a:pt x="3403" y="9641"/>
                  </a:cubicBezTo>
                  <a:lnTo>
                    <a:pt x="3466" y="9641"/>
                  </a:lnTo>
                  <a:cubicBezTo>
                    <a:pt x="3655" y="10019"/>
                    <a:pt x="3844" y="10397"/>
                    <a:pt x="4096" y="10681"/>
                  </a:cubicBezTo>
                  <a:cubicBezTo>
                    <a:pt x="2615" y="10145"/>
                    <a:pt x="1481" y="9011"/>
                    <a:pt x="977" y="7594"/>
                  </a:cubicBezTo>
                  <a:close/>
                  <a:moveTo>
                    <a:pt x="9294" y="6207"/>
                  </a:moveTo>
                  <a:cubicBezTo>
                    <a:pt x="10240" y="6207"/>
                    <a:pt x="10964" y="6963"/>
                    <a:pt x="10964" y="7909"/>
                  </a:cubicBezTo>
                  <a:cubicBezTo>
                    <a:pt x="10964" y="8192"/>
                    <a:pt x="10901" y="8413"/>
                    <a:pt x="10807" y="8665"/>
                  </a:cubicBezTo>
                  <a:cubicBezTo>
                    <a:pt x="10744" y="8759"/>
                    <a:pt x="10177" y="9484"/>
                    <a:pt x="9294" y="10744"/>
                  </a:cubicBezTo>
                  <a:lnTo>
                    <a:pt x="8979" y="10303"/>
                  </a:lnTo>
                  <a:cubicBezTo>
                    <a:pt x="8018" y="9071"/>
                    <a:pt x="8059" y="9043"/>
                    <a:pt x="8038" y="9043"/>
                  </a:cubicBezTo>
                  <a:lnTo>
                    <a:pt x="8038" y="9043"/>
                  </a:lnTo>
                  <a:cubicBezTo>
                    <a:pt x="8037" y="9043"/>
                    <a:pt x="8036" y="9043"/>
                    <a:pt x="8034" y="9043"/>
                  </a:cubicBezTo>
                  <a:cubicBezTo>
                    <a:pt x="7751" y="8728"/>
                    <a:pt x="7593" y="8350"/>
                    <a:pt x="7593" y="7909"/>
                  </a:cubicBezTo>
                  <a:cubicBezTo>
                    <a:pt x="7593" y="6963"/>
                    <a:pt x="8349" y="6207"/>
                    <a:pt x="9294" y="6207"/>
                  </a:cubicBezTo>
                  <a:close/>
                  <a:moveTo>
                    <a:pt x="7026" y="8854"/>
                  </a:moveTo>
                  <a:cubicBezTo>
                    <a:pt x="7152" y="9074"/>
                    <a:pt x="7278" y="9326"/>
                    <a:pt x="7467" y="9515"/>
                  </a:cubicBezTo>
                  <a:cubicBezTo>
                    <a:pt x="7026" y="10429"/>
                    <a:pt x="6459" y="10965"/>
                    <a:pt x="5829" y="10965"/>
                  </a:cubicBezTo>
                  <a:cubicBezTo>
                    <a:pt x="5199" y="10965"/>
                    <a:pt x="4569" y="10397"/>
                    <a:pt x="4096" y="9389"/>
                  </a:cubicBezTo>
                  <a:cubicBezTo>
                    <a:pt x="4317" y="9295"/>
                    <a:pt x="4474" y="9074"/>
                    <a:pt x="4600" y="8854"/>
                  </a:cubicBezTo>
                  <a:cubicBezTo>
                    <a:pt x="4978" y="8885"/>
                    <a:pt x="5388" y="8917"/>
                    <a:pt x="5766" y="8917"/>
                  </a:cubicBezTo>
                  <a:cubicBezTo>
                    <a:pt x="6207" y="8917"/>
                    <a:pt x="6616" y="8885"/>
                    <a:pt x="7026" y="8854"/>
                  </a:cubicBezTo>
                  <a:close/>
                  <a:moveTo>
                    <a:pt x="5829" y="1"/>
                  </a:moveTo>
                  <a:cubicBezTo>
                    <a:pt x="2584" y="1"/>
                    <a:pt x="0" y="2616"/>
                    <a:pt x="0" y="5861"/>
                  </a:cubicBezTo>
                  <a:cubicBezTo>
                    <a:pt x="0" y="9043"/>
                    <a:pt x="2584" y="11689"/>
                    <a:pt x="5829" y="11689"/>
                  </a:cubicBezTo>
                  <a:cubicBezTo>
                    <a:pt x="6806" y="11689"/>
                    <a:pt x="7751" y="11437"/>
                    <a:pt x="8570" y="11028"/>
                  </a:cubicBezTo>
                  <a:lnTo>
                    <a:pt x="8979" y="11563"/>
                  </a:lnTo>
                  <a:cubicBezTo>
                    <a:pt x="9042" y="11658"/>
                    <a:pt x="9145" y="11705"/>
                    <a:pt x="9247" y="11705"/>
                  </a:cubicBezTo>
                  <a:cubicBezTo>
                    <a:pt x="9350" y="11705"/>
                    <a:pt x="9452" y="11658"/>
                    <a:pt x="9515" y="11563"/>
                  </a:cubicBezTo>
                  <a:cubicBezTo>
                    <a:pt x="9515" y="11563"/>
                    <a:pt x="11279" y="9169"/>
                    <a:pt x="11405" y="8980"/>
                  </a:cubicBezTo>
                  <a:cubicBezTo>
                    <a:pt x="11563" y="8665"/>
                    <a:pt x="11657" y="8287"/>
                    <a:pt x="11657" y="7940"/>
                  </a:cubicBezTo>
                  <a:cubicBezTo>
                    <a:pt x="11657" y="7657"/>
                    <a:pt x="11626" y="7405"/>
                    <a:pt x="11531" y="7152"/>
                  </a:cubicBezTo>
                  <a:cubicBezTo>
                    <a:pt x="11594" y="6774"/>
                    <a:pt x="11657" y="6333"/>
                    <a:pt x="11657" y="5892"/>
                  </a:cubicBezTo>
                  <a:cubicBezTo>
                    <a:pt x="11657" y="2616"/>
                    <a:pt x="9042" y="1"/>
                    <a:pt x="5829" y="1"/>
                  </a:cubicBezTo>
                  <a:close/>
                </a:path>
              </a:pathLst>
            </a:custGeom>
            <a:grpFill/>
            <a:ln>
              <a:noFill/>
            </a:ln>
          </p:spPr>
          <p:txBody>
            <a:bodyPr spcFirstLastPara="1" wrap="square" lIns="62728" tIns="62728" rIns="62728" bIns="62728" anchor="ctr" anchorCtr="0">
              <a:noAutofit/>
            </a:bodyPr>
            <a:lstStyle/>
            <a:p>
              <a:endParaRPr sz="764"/>
            </a:p>
          </p:txBody>
        </p:sp>
        <p:sp>
          <p:nvSpPr>
            <p:cNvPr id="683" name="Google Shape;6588;p63">
              <a:extLst>
                <a:ext uri="{FF2B5EF4-FFF2-40B4-BE49-F238E27FC236}">
                  <a16:creationId xmlns:a16="http://schemas.microsoft.com/office/drawing/2014/main" id="{C15BE918-A552-4822-89F9-A75A1F9F51B4}"/>
                </a:ext>
              </a:extLst>
            </p:cNvPr>
            <p:cNvSpPr/>
            <p:nvPr/>
          </p:nvSpPr>
          <p:spPr>
            <a:xfrm>
              <a:off x="-33467475" y="2806675"/>
              <a:ext cx="51225" cy="51225"/>
            </a:xfrm>
            <a:custGeom>
              <a:avLst/>
              <a:gdLst/>
              <a:ahLst/>
              <a:cxnLst/>
              <a:rect l="l" t="t" r="r" b="b"/>
              <a:pathLst>
                <a:path w="2049" h="2049" extrusionOk="0">
                  <a:moveTo>
                    <a:pt x="1040" y="631"/>
                  </a:moveTo>
                  <a:cubicBezTo>
                    <a:pt x="1229" y="631"/>
                    <a:pt x="1387" y="789"/>
                    <a:pt x="1387" y="1009"/>
                  </a:cubicBezTo>
                  <a:cubicBezTo>
                    <a:pt x="1387" y="1198"/>
                    <a:pt x="1198" y="1356"/>
                    <a:pt x="1040" y="1356"/>
                  </a:cubicBezTo>
                  <a:cubicBezTo>
                    <a:pt x="820" y="1356"/>
                    <a:pt x="662" y="1198"/>
                    <a:pt x="662" y="1009"/>
                  </a:cubicBezTo>
                  <a:cubicBezTo>
                    <a:pt x="662" y="789"/>
                    <a:pt x="820" y="631"/>
                    <a:pt x="1040" y="631"/>
                  </a:cubicBezTo>
                  <a:close/>
                  <a:moveTo>
                    <a:pt x="1040" y="1"/>
                  </a:moveTo>
                  <a:cubicBezTo>
                    <a:pt x="473" y="1"/>
                    <a:pt x="1" y="474"/>
                    <a:pt x="1" y="1041"/>
                  </a:cubicBezTo>
                  <a:cubicBezTo>
                    <a:pt x="1" y="1576"/>
                    <a:pt x="473" y="2049"/>
                    <a:pt x="1040" y="2049"/>
                  </a:cubicBezTo>
                  <a:cubicBezTo>
                    <a:pt x="1576" y="2049"/>
                    <a:pt x="2049" y="1576"/>
                    <a:pt x="2049" y="1041"/>
                  </a:cubicBezTo>
                  <a:cubicBezTo>
                    <a:pt x="2049" y="442"/>
                    <a:pt x="1576" y="1"/>
                    <a:pt x="104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60" name="Google Shape;6589;p63">
            <a:extLst>
              <a:ext uri="{FF2B5EF4-FFF2-40B4-BE49-F238E27FC236}">
                <a16:creationId xmlns:a16="http://schemas.microsoft.com/office/drawing/2014/main" id="{5B0D7DFD-B7F7-494F-8AA9-8AF5A70D92C3}"/>
              </a:ext>
            </a:extLst>
          </p:cNvPr>
          <p:cNvGrpSpPr/>
          <p:nvPr/>
        </p:nvGrpSpPr>
        <p:grpSpPr>
          <a:xfrm>
            <a:off x="9270285" y="2856545"/>
            <a:ext cx="213691" cy="229221"/>
            <a:chOff x="-31874100" y="1939525"/>
            <a:chExt cx="271750" cy="291500"/>
          </a:xfrm>
          <a:solidFill>
            <a:schemeClr val="tx1"/>
          </a:solidFill>
        </p:grpSpPr>
        <p:sp>
          <p:nvSpPr>
            <p:cNvPr id="680" name="Google Shape;6590;p63">
              <a:extLst>
                <a:ext uri="{FF2B5EF4-FFF2-40B4-BE49-F238E27FC236}">
                  <a16:creationId xmlns:a16="http://schemas.microsoft.com/office/drawing/2014/main" id="{2CD1F0EA-4140-4572-A20B-0FE388EA80DB}"/>
                </a:ext>
              </a:extLst>
            </p:cNvPr>
            <p:cNvSpPr/>
            <p:nvPr/>
          </p:nvSpPr>
          <p:spPr>
            <a:xfrm>
              <a:off x="-31874100" y="2132475"/>
              <a:ext cx="271750" cy="98550"/>
            </a:xfrm>
            <a:custGeom>
              <a:avLst/>
              <a:gdLst/>
              <a:ahLst/>
              <a:cxnLst/>
              <a:rect l="l" t="t" r="r" b="b"/>
              <a:pathLst>
                <a:path w="10870" h="3942" extrusionOk="0">
                  <a:moveTo>
                    <a:pt x="2080" y="1135"/>
                  </a:moveTo>
                  <a:lnTo>
                    <a:pt x="2300" y="1576"/>
                  </a:lnTo>
                  <a:cubicBezTo>
                    <a:pt x="2363" y="1702"/>
                    <a:pt x="2458" y="1734"/>
                    <a:pt x="2584" y="1765"/>
                  </a:cubicBezTo>
                  <a:lnTo>
                    <a:pt x="3056" y="1860"/>
                  </a:lnTo>
                  <a:lnTo>
                    <a:pt x="2710" y="2206"/>
                  </a:lnTo>
                  <a:cubicBezTo>
                    <a:pt x="2615" y="2269"/>
                    <a:pt x="2584" y="2395"/>
                    <a:pt x="2615" y="2521"/>
                  </a:cubicBezTo>
                  <a:lnTo>
                    <a:pt x="2710" y="2994"/>
                  </a:lnTo>
                  <a:lnTo>
                    <a:pt x="2269" y="2773"/>
                  </a:lnTo>
                  <a:cubicBezTo>
                    <a:pt x="2237" y="2710"/>
                    <a:pt x="2143" y="2710"/>
                    <a:pt x="2111" y="2710"/>
                  </a:cubicBezTo>
                  <a:cubicBezTo>
                    <a:pt x="2080" y="2710"/>
                    <a:pt x="1985" y="2710"/>
                    <a:pt x="1954" y="2773"/>
                  </a:cubicBezTo>
                  <a:lnTo>
                    <a:pt x="1513" y="2994"/>
                  </a:lnTo>
                  <a:lnTo>
                    <a:pt x="1607" y="2521"/>
                  </a:lnTo>
                  <a:cubicBezTo>
                    <a:pt x="1607" y="2395"/>
                    <a:pt x="1607" y="2301"/>
                    <a:pt x="1513" y="2206"/>
                  </a:cubicBezTo>
                  <a:lnTo>
                    <a:pt x="1166" y="1860"/>
                  </a:lnTo>
                  <a:lnTo>
                    <a:pt x="1639" y="1765"/>
                  </a:lnTo>
                  <a:cubicBezTo>
                    <a:pt x="1670" y="1765"/>
                    <a:pt x="1796" y="1702"/>
                    <a:pt x="1828" y="1576"/>
                  </a:cubicBezTo>
                  <a:lnTo>
                    <a:pt x="2080" y="1135"/>
                  </a:lnTo>
                  <a:close/>
                  <a:moveTo>
                    <a:pt x="5514" y="1135"/>
                  </a:moveTo>
                  <a:lnTo>
                    <a:pt x="5734" y="1576"/>
                  </a:lnTo>
                  <a:cubicBezTo>
                    <a:pt x="5766" y="1702"/>
                    <a:pt x="5892" y="1734"/>
                    <a:pt x="6018" y="1765"/>
                  </a:cubicBezTo>
                  <a:lnTo>
                    <a:pt x="6490" y="1860"/>
                  </a:lnTo>
                  <a:lnTo>
                    <a:pt x="6144" y="2206"/>
                  </a:lnTo>
                  <a:cubicBezTo>
                    <a:pt x="6049" y="2269"/>
                    <a:pt x="6018" y="2395"/>
                    <a:pt x="6049" y="2521"/>
                  </a:cubicBezTo>
                  <a:lnTo>
                    <a:pt x="6144" y="2994"/>
                  </a:lnTo>
                  <a:lnTo>
                    <a:pt x="5703" y="2773"/>
                  </a:lnTo>
                  <a:cubicBezTo>
                    <a:pt x="5671" y="2710"/>
                    <a:pt x="5577" y="2710"/>
                    <a:pt x="5545" y="2710"/>
                  </a:cubicBezTo>
                  <a:cubicBezTo>
                    <a:pt x="5514" y="2710"/>
                    <a:pt x="5419" y="2710"/>
                    <a:pt x="5388" y="2773"/>
                  </a:cubicBezTo>
                  <a:lnTo>
                    <a:pt x="4947" y="2994"/>
                  </a:lnTo>
                  <a:lnTo>
                    <a:pt x="5041" y="2521"/>
                  </a:lnTo>
                  <a:cubicBezTo>
                    <a:pt x="5041" y="2395"/>
                    <a:pt x="5041" y="2301"/>
                    <a:pt x="4947" y="2206"/>
                  </a:cubicBezTo>
                  <a:lnTo>
                    <a:pt x="4600" y="1860"/>
                  </a:lnTo>
                  <a:lnTo>
                    <a:pt x="4978" y="1765"/>
                  </a:lnTo>
                  <a:cubicBezTo>
                    <a:pt x="5104" y="1765"/>
                    <a:pt x="5199" y="1702"/>
                    <a:pt x="5262" y="1576"/>
                  </a:cubicBezTo>
                  <a:lnTo>
                    <a:pt x="5514" y="1135"/>
                  </a:lnTo>
                  <a:close/>
                  <a:moveTo>
                    <a:pt x="8916" y="1135"/>
                  </a:moveTo>
                  <a:lnTo>
                    <a:pt x="9168" y="1576"/>
                  </a:lnTo>
                  <a:cubicBezTo>
                    <a:pt x="9200" y="1702"/>
                    <a:pt x="9326" y="1734"/>
                    <a:pt x="9452" y="1765"/>
                  </a:cubicBezTo>
                  <a:lnTo>
                    <a:pt x="9924" y="1860"/>
                  </a:lnTo>
                  <a:lnTo>
                    <a:pt x="9546" y="2206"/>
                  </a:lnTo>
                  <a:cubicBezTo>
                    <a:pt x="9483" y="2269"/>
                    <a:pt x="9452" y="2395"/>
                    <a:pt x="9483" y="2521"/>
                  </a:cubicBezTo>
                  <a:lnTo>
                    <a:pt x="9546" y="2994"/>
                  </a:lnTo>
                  <a:lnTo>
                    <a:pt x="9137" y="2773"/>
                  </a:lnTo>
                  <a:cubicBezTo>
                    <a:pt x="9074" y="2710"/>
                    <a:pt x="9011" y="2710"/>
                    <a:pt x="8979" y="2710"/>
                  </a:cubicBezTo>
                  <a:cubicBezTo>
                    <a:pt x="8916" y="2710"/>
                    <a:pt x="8853" y="2710"/>
                    <a:pt x="8822" y="2773"/>
                  </a:cubicBezTo>
                  <a:lnTo>
                    <a:pt x="8381" y="2994"/>
                  </a:lnTo>
                  <a:lnTo>
                    <a:pt x="8444" y="2521"/>
                  </a:lnTo>
                  <a:cubicBezTo>
                    <a:pt x="8444" y="2395"/>
                    <a:pt x="8444" y="2301"/>
                    <a:pt x="8381" y="2206"/>
                  </a:cubicBezTo>
                  <a:lnTo>
                    <a:pt x="8034" y="1860"/>
                  </a:lnTo>
                  <a:lnTo>
                    <a:pt x="8412" y="1765"/>
                  </a:lnTo>
                  <a:cubicBezTo>
                    <a:pt x="8538" y="1765"/>
                    <a:pt x="8601" y="1702"/>
                    <a:pt x="8696" y="1576"/>
                  </a:cubicBezTo>
                  <a:lnTo>
                    <a:pt x="8916" y="1135"/>
                  </a:lnTo>
                  <a:close/>
                  <a:moveTo>
                    <a:pt x="2048" y="1"/>
                  </a:moveTo>
                  <a:cubicBezTo>
                    <a:pt x="1922" y="1"/>
                    <a:pt x="1796" y="64"/>
                    <a:pt x="1733" y="190"/>
                  </a:cubicBezTo>
                  <a:lnTo>
                    <a:pt x="1292" y="1104"/>
                  </a:lnTo>
                  <a:lnTo>
                    <a:pt x="315" y="1261"/>
                  </a:lnTo>
                  <a:cubicBezTo>
                    <a:pt x="189" y="1261"/>
                    <a:pt x="63" y="1387"/>
                    <a:pt x="32" y="1482"/>
                  </a:cubicBezTo>
                  <a:cubicBezTo>
                    <a:pt x="0" y="1608"/>
                    <a:pt x="32" y="1765"/>
                    <a:pt x="95" y="1860"/>
                  </a:cubicBezTo>
                  <a:lnTo>
                    <a:pt x="819" y="2553"/>
                  </a:lnTo>
                  <a:lnTo>
                    <a:pt x="662" y="3561"/>
                  </a:lnTo>
                  <a:cubicBezTo>
                    <a:pt x="630" y="3655"/>
                    <a:pt x="693" y="3813"/>
                    <a:pt x="788" y="3876"/>
                  </a:cubicBezTo>
                  <a:cubicBezTo>
                    <a:pt x="862" y="3913"/>
                    <a:pt x="925" y="3928"/>
                    <a:pt x="990" y="3928"/>
                  </a:cubicBezTo>
                  <a:cubicBezTo>
                    <a:pt x="1035" y="3928"/>
                    <a:pt x="1082" y="3920"/>
                    <a:pt x="1134" y="3907"/>
                  </a:cubicBezTo>
                  <a:lnTo>
                    <a:pt x="2048" y="3435"/>
                  </a:lnTo>
                  <a:lnTo>
                    <a:pt x="2962" y="3907"/>
                  </a:lnTo>
                  <a:cubicBezTo>
                    <a:pt x="2998" y="3931"/>
                    <a:pt x="3039" y="3942"/>
                    <a:pt x="3082" y="3942"/>
                  </a:cubicBezTo>
                  <a:cubicBezTo>
                    <a:pt x="3153" y="3942"/>
                    <a:pt x="3230" y="3915"/>
                    <a:pt x="3308" y="3876"/>
                  </a:cubicBezTo>
                  <a:cubicBezTo>
                    <a:pt x="3434" y="3781"/>
                    <a:pt x="3466" y="3655"/>
                    <a:pt x="3434" y="3561"/>
                  </a:cubicBezTo>
                  <a:lnTo>
                    <a:pt x="3277" y="2553"/>
                  </a:lnTo>
                  <a:lnTo>
                    <a:pt x="3749" y="2080"/>
                  </a:lnTo>
                  <a:lnTo>
                    <a:pt x="4222" y="2553"/>
                  </a:lnTo>
                  <a:lnTo>
                    <a:pt x="4064" y="3561"/>
                  </a:lnTo>
                  <a:cubicBezTo>
                    <a:pt x="4001" y="3655"/>
                    <a:pt x="4096" y="3813"/>
                    <a:pt x="4159" y="3876"/>
                  </a:cubicBezTo>
                  <a:cubicBezTo>
                    <a:pt x="4233" y="3913"/>
                    <a:pt x="4307" y="3928"/>
                    <a:pt x="4380" y="3928"/>
                  </a:cubicBezTo>
                  <a:cubicBezTo>
                    <a:pt x="4433" y="3928"/>
                    <a:pt x="4485" y="3920"/>
                    <a:pt x="4537" y="3907"/>
                  </a:cubicBezTo>
                  <a:lnTo>
                    <a:pt x="5419" y="3435"/>
                  </a:lnTo>
                  <a:lnTo>
                    <a:pt x="6333" y="3907"/>
                  </a:lnTo>
                  <a:cubicBezTo>
                    <a:pt x="6381" y="3931"/>
                    <a:pt x="6429" y="3942"/>
                    <a:pt x="6475" y="3942"/>
                  </a:cubicBezTo>
                  <a:cubicBezTo>
                    <a:pt x="6550" y="3942"/>
                    <a:pt x="6621" y="3915"/>
                    <a:pt x="6679" y="3876"/>
                  </a:cubicBezTo>
                  <a:cubicBezTo>
                    <a:pt x="6805" y="3781"/>
                    <a:pt x="6837" y="3655"/>
                    <a:pt x="6805" y="3561"/>
                  </a:cubicBezTo>
                  <a:lnTo>
                    <a:pt x="6648" y="2553"/>
                  </a:lnTo>
                  <a:lnTo>
                    <a:pt x="7120" y="2080"/>
                  </a:lnTo>
                  <a:lnTo>
                    <a:pt x="7593" y="2553"/>
                  </a:lnTo>
                  <a:lnTo>
                    <a:pt x="7435" y="3561"/>
                  </a:lnTo>
                  <a:cubicBezTo>
                    <a:pt x="7404" y="3655"/>
                    <a:pt x="7467" y="3813"/>
                    <a:pt x="7561" y="3876"/>
                  </a:cubicBezTo>
                  <a:cubicBezTo>
                    <a:pt x="7635" y="3913"/>
                    <a:pt x="7698" y="3928"/>
                    <a:pt x="7763" y="3928"/>
                  </a:cubicBezTo>
                  <a:cubicBezTo>
                    <a:pt x="7809" y="3928"/>
                    <a:pt x="7856" y="3920"/>
                    <a:pt x="7908" y="3907"/>
                  </a:cubicBezTo>
                  <a:lnTo>
                    <a:pt x="8822" y="3435"/>
                  </a:lnTo>
                  <a:lnTo>
                    <a:pt x="9735" y="3907"/>
                  </a:lnTo>
                  <a:cubicBezTo>
                    <a:pt x="9771" y="3931"/>
                    <a:pt x="9812" y="3942"/>
                    <a:pt x="9856" y="3942"/>
                  </a:cubicBezTo>
                  <a:cubicBezTo>
                    <a:pt x="9926" y="3942"/>
                    <a:pt x="10004" y="3915"/>
                    <a:pt x="10082" y="3876"/>
                  </a:cubicBezTo>
                  <a:cubicBezTo>
                    <a:pt x="10208" y="3781"/>
                    <a:pt x="10239" y="3655"/>
                    <a:pt x="10208" y="3561"/>
                  </a:cubicBezTo>
                  <a:lnTo>
                    <a:pt x="10050" y="2553"/>
                  </a:lnTo>
                  <a:lnTo>
                    <a:pt x="10743" y="1860"/>
                  </a:lnTo>
                  <a:cubicBezTo>
                    <a:pt x="10838" y="1765"/>
                    <a:pt x="10869" y="1608"/>
                    <a:pt x="10838" y="1482"/>
                  </a:cubicBezTo>
                  <a:cubicBezTo>
                    <a:pt x="10775" y="1387"/>
                    <a:pt x="10680" y="1293"/>
                    <a:pt x="10554" y="1261"/>
                  </a:cubicBezTo>
                  <a:lnTo>
                    <a:pt x="9578" y="1104"/>
                  </a:lnTo>
                  <a:lnTo>
                    <a:pt x="9137" y="190"/>
                  </a:lnTo>
                  <a:cubicBezTo>
                    <a:pt x="9105" y="64"/>
                    <a:pt x="8979" y="1"/>
                    <a:pt x="8822" y="1"/>
                  </a:cubicBezTo>
                  <a:cubicBezTo>
                    <a:pt x="8696" y="1"/>
                    <a:pt x="8570" y="64"/>
                    <a:pt x="8507" y="190"/>
                  </a:cubicBezTo>
                  <a:lnTo>
                    <a:pt x="8066" y="1104"/>
                  </a:lnTo>
                  <a:lnTo>
                    <a:pt x="7120" y="1261"/>
                  </a:lnTo>
                  <a:lnTo>
                    <a:pt x="6175" y="1104"/>
                  </a:lnTo>
                  <a:lnTo>
                    <a:pt x="5734" y="190"/>
                  </a:lnTo>
                  <a:cubicBezTo>
                    <a:pt x="5703" y="64"/>
                    <a:pt x="5577" y="1"/>
                    <a:pt x="5419" y="1"/>
                  </a:cubicBezTo>
                  <a:cubicBezTo>
                    <a:pt x="5262" y="1"/>
                    <a:pt x="5199" y="64"/>
                    <a:pt x="5104" y="190"/>
                  </a:cubicBezTo>
                  <a:lnTo>
                    <a:pt x="4695" y="1104"/>
                  </a:lnTo>
                  <a:lnTo>
                    <a:pt x="3749" y="1261"/>
                  </a:lnTo>
                  <a:lnTo>
                    <a:pt x="2804" y="1104"/>
                  </a:lnTo>
                  <a:lnTo>
                    <a:pt x="2363" y="190"/>
                  </a:lnTo>
                  <a:cubicBezTo>
                    <a:pt x="2332" y="64"/>
                    <a:pt x="2206" y="1"/>
                    <a:pt x="2048" y="1"/>
                  </a:cubicBezTo>
                  <a:close/>
                </a:path>
              </a:pathLst>
            </a:custGeom>
            <a:grpFill/>
            <a:ln>
              <a:noFill/>
            </a:ln>
          </p:spPr>
          <p:txBody>
            <a:bodyPr spcFirstLastPara="1" wrap="square" lIns="62728" tIns="62728" rIns="62728" bIns="62728" anchor="ctr" anchorCtr="0">
              <a:noAutofit/>
            </a:bodyPr>
            <a:lstStyle/>
            <a:p>
              <a:endParaRPr sz="764"/>
            </a:p>
          </p:txBody>
        </p:sp>
        <p:sp>
          <p:nvSpPr>
            <p:cNvPr id="681" name="Google Shape;6591;p63">
              <a:extLst>
                <a:ext uri="{FF2B5EF4-FFF2-40B4-BE49-F238E27FC236}">
                  <a16:creationId xmlns:a16="http://schemas.microsoft.com/office/drawing/2014/main" id="{008DFF2F-53A0-4F44-B97B-3BBC19F152AA}"/>
                </a:ext>
              </a:extLst>
            </p:cNvPr>
            <p:cNvSpPr/>
            <p:nvPr/>
          </p:nvSpPr>
          <p:spPr>
            <a:xfrm>
              <a:off x="-31830775" y="1939525"/>
              <a:ext cx="189050" cy="189825"/>
            </a:xfrm>
            <a:custGeom>
              <a:avLst/>
              <a:gdLst/>
              <a:ahLst/>
              <a:cxnLst/>
              <a:rect l="l" t="t" r="r" b="b"/>
              <a:pathLst>
                <a:path w="7562" h="7593" extrusionOk="0">
                  <a:moveTo>
                    <a:pt x="3718" y="662"/>
                  </a:moveTo>
                  <a:cubicBezTo>
                    <a:pt x="5072" y="662"/>
                    <a:pt x="6144" y="1764"/>
                    <a:pt x="6144" y="3088"/>
                  </a:cubicBezTo>
                  <a:lnTo>
                    <a:pt x="6144" y="3466"/>
                  </a:lnTo>
                  <a:lnTo>
                    <a:pt x="6081" y="3466"/>
                  </a:lnTo>
                  <a:cubicBezTo>
                    <a:pt x="5986" y="2647"/>
                    <a:pt x="5261" y="2048"/>
                    <a:pt x="4411" y="2048"/>
                  </a:cubicBezTo>
                  <a:lnTo>
                    <a:pt x="3025" y="2048"/>
                  </a:lnTo>
                  <a:cubicBezTo>
                    <a:pt x="2142" y="2048"/>
                    <a:pt x="1481" y="2678"/>
                    <a:pt x="1323" y="3466"/>
                  </a:cubicBezTo>
                  <a:lnTo>
                    <a:pt x="1292" y="3466"/>
                  </a:lnTo>
                  <a:lnTo>
                    <a:pt x="1292" y="3088"/>
                  </a:lnTo>
                  <a:cubicBezTo>
                    <a:pt x="1323" y="1764"/>
                    <a:pt x="2426" y="662"/>
                    <a:pt x="3718" y="662"/>
                  </a:cubicBezTo>
                  <a:close/>
                  <a:moveTo>
                    <a:pt x="4348" y="2773"/>
                  </a:moveTo>
                  <a:cubicBezTo>
                    <a:pt x="4915" y="2773"/>
                    <a:pt x="5387" y="3245"/>
                    <a:pt x="5387" y="3781"/>
                  </a:cubicBezTo>
                  <a:lnTo>
                    <a:pt x="5387" y="4127"/>
                  </a:lnTo>
                  <a:lnTo>
                    <a:pt x="5387" y="4127"/>
                  </a:lnTo>
                  <a:cubicBezTo>
                    <a:pt x="5153" y="4127"/>
                    <a:pt x="4907" y="4122"/>
                    <a:pt x="4820" y="4064"/>
                  </a:cubicBezTo>
                  <a:cubicBezTo>
                    <a:pt x="4789" y="4033"/>
                    <a:pt x="4757" y="3907"/>
                    <a:pt x="4757" y="3812"/>
                  </a:cubicBezTo>
                  <a:cubicBezTo>
                    <a:pt x="4757" y="3623"/>
                    <a:pt x="4600" y="3466"/>
                    <a:pt x="4411" y="3466"/>
                  </a:cubicBezTo>
                  <a:cubicBezTo>
                    <a:pt x="4190" y="3466"/>
                    <a:pt x="4033" y="3623"/>
                    <a:pt x="4033" y="3812"/>
                  </a:cubicBezTo>
                  <a:cubicBezTo>
                    <a:pt x="4033" y="3907"/>
                    <a:pt x="4033" y="4033"/>
                    <a:pt x="3970" y="4064"/>
                  </a:cubicBezTo>
                  <a:cubicBezTo>
                    <a:pt x="3907" y="4127"/>
                    <a:pt x="3789" y="4143"/>
                    <a:pt x="3643" y="4143"/>
                  </a:cubicBezTo>
                  <a:cubicBezTo>
                    <a:pt x="3497" y="4143"/>
                    <a:pt x="3324" y="4127"/>
                    <a:pt x="3151" y="4127"/>
                  </a:cubicBezTo>
                  <a:lnTo>
                    <a:pt x="1953" y="4127"/>
                  </a:lnTo>
                  <a:lnTo>
                    <a:pt x="1953" y="3781"/>
                  </a:lnTo>
                  <a:cubicBezTo>
                    <a:pt x="1953" y="3214"/>
                    <a:pt x="2426" y="2773"/>
                    <a:pt x="2993" y="2773"/>
                  </a:cubicBezTo>
                  <a:close/>
                  <a:moveTo>
                    <a:pt x="1008" y="4096"/>
                  </a:moveTo>
                  <a:cubicBezTo>
                    <a:pt x="1197" y="4096"/>
                    <a:pt x="1355" y="4253"/>
                    <a:pt x="1355" y="4442"/>
                  </a:cubicBezTo>
                  <a:lnTo>
                    <a:pt x="1355" y="5135"/>
                  </a:lnTo>
                  <a:cubicBezTo>
                    <a:pt x="1323" y="5356"/>
                    <a:pt x="1197" y="5482"/>
                    <a:pt x="1008" y="5482"/>
                  </a:cubicBezTo>
                  <a:cubicBezTo>
                    <a:pt x="819" y="5482"/>
                    <a:pt x="662" y="5324"/>
                    <a:pt x="662" y="5135"/>
                  </a:cubicBezTo>
                  <a:lnTo>
                    <a:pt x="662" y="4442"/>
                  </a:lnTo>
                  <a:cubicBezTo>
                    <a:pt x="662" y="4253"/>
                    <a:pt x="819" y="4096"/>
                    <a:pt x="1008" y="4096"/>
                  </a:cubicBezTo>
                  <a:close/>
                  <a:moveTo>
                    <a:pt x="6459" y="4127"/>
                  </a:moveTo>
                  <a:cubicBezTo>
                    <a:pt x="6648" y="4127"/>
                    <a:pt x="6805" y="4285"/>
                    <a:pt x="6805" y="4505"/>
                  </a:cubicBezTo>
                  <a:lnTo>
                    <a:pt x="6805" y="5167"/>
                  </a:lnTo>
                  <a:cubicBezTo>
                    <a:pt x="6805" y="5356"/>
                    <a:pt x="6648" y="5513"/>
                    <a:pt x="6459" y="5513"/>
                  </a:cubicBezTo>
                  <a:cubicBezTo>
                    <a:pt x="6238" y="5513"/>
                    <a:pt x="6081" y="5356"/>
                    <a:pt x="6081" y="5167"/>
                  </a:cubicBezTo>
                  <a:lnTo>
                    <a:pt x="6081" y="4505"/>
                  </a:lnTo>
                  <a:cubicBezTo>
                    <a:pt x="6081" y="4285"/>
                    <a:pt x="6238" y="4127"/>
                    <a:pt x="6459" y="4127"/>
                  </a:cubicBezTo>
                  <a:close/>
                  <a:moveTo>
                    <a:pt x="4442" y="4568"/>
                  </a:moveTo>
                  <a:cubicBezTo>
                    <a:pt x="4726" y="4757"/>
                    <a:pt x="5072" y="4820"/>
                    <a:pt x="5450" y="4820"/>
                  </a:cubicBezTo>
                  <a:lnTo>
                    <a:pt x="5450" y="5167"/>
                  </a:lnTo>
                  <a:cubicBezTo>
                    <a:pt x="5450" y="6112"/>
                    <a:pt x="4663" y="6900"/>
                    <a:pt x="3718" y="6900"/>
                  </a:cubicBezTo>
                  <a:cubicBezTo>
                    <a:pt x="2772" y="6900"/>
                    <a:pt x="2048" y="6112"/>
                    <a:pt x="2048" y="5167"/>
                  </a:cubicBezTo>
                  <a:lnTo>
                    <a:pt x="2048" y="4820"/>
                  </a:lnTo>
                  <a:lnTo>
                    <a:pt x="3214" y="4820"/>
                  </a:lnTo>
                  <a:cubicBezTo>
                    <a:pt x="3305" y="4820"/>
                    <a:pt x="3394" y="4821"/>
                    <a:pt x="3479" y="4821"/>
                  </a:cubicBezTo>
                  <a:cubicBezTo>
                    <a:pt x="3863" y="4821"/>
                    <a:pt x="4184" y="4800"/>
                    <a:pt x="4442" y="4568"/>
                  </a:cubicBezTo>
                  <a:close/>
                  <a:moveTo>
                    <a:pt x="3718" y="0"/>
                  </a:moveTo>
                  <a:cubicBezTo>
                    <a:pt x="2048" y="0"/>
                    <a:pt x="662" y="1386"/>
                    <a:pt x="662" y="3119"/>
                  </a:cubicBezTo>
                  <a:lnTo>
                    <a:pt x="662" y="3497"/>
                  </a:lnTo>
                  <a:cubicBezTo>
                    <a:pt x="252" y="3655"/>
                    <a:pt x="0" y="4033"/>
                    <a:pt x="0" y="4505"/>
                  </a:cubicBezTo>
                  <a:lnTo>
                    <a:pt x="0" y="5167"/>
                  </a:lnTo>
                  <a:cubicBezTo>
                    <a:pt x="0" y="5703"/>
                    <a:pt x="473" y="6175"/>
                    <a:pt x="1008" y="6175"/>
                  </a:cubicBezTo>
                  <a:cubicBezTo>
                    <a:pt x="1197" y="6175"/>
                    <a:pt x="1355" y="6144"/>
                    <a:pt x="1512" y="6081"/>
                  </a:cubicBezTo>
                  <a:cubicBezTo>
                    <a:pt x="1890" y="6963"/>
                    <a:pt x="2741" y="7593"/>
                    <a:pt x="3781" y="7593"/>
                  </a:cubicBezTo>
                  <a:cubicBezTo>
                    <a:pt x="4789" y="7593"/>
                    <a:pt x="5671" y="6963"/>
                    <a:pt x="6018" y="6049"/>
                  </a:cubicBezTo>
                  <a:cubicBezTo>
                    <a:pt x="6175" y="6144"/>
                    <a:pt x="6333" y="6175"/>
                    <a:pt x="6522" y="6175"/>
                  </a:cubicBezTo>
                  <a:cubicBezTo>
                    <a:pt x="7089" y="6175"/>
                    <a:pt x="7561" y="5703"/>
                    <a:pt x="7561" y="5167"/>
                  </a:cubicBezTo>
                  <a:lnTo>
                    <a:pt x="7561" y="4474"/>
                  </a:lnTo>
                  <a:cubicBezTo>
                    <a:pt x="7561" y="4064"/>
                    <a:pt x="7278" y="3655"/>
                    <a:pt x="6868" y="3497"/>
                  </a:cubicBezTo>
                  <a:lnTo>
                    <a:pt x="6868" y="3119"/>
                  </a:lnTo>
                  <a:cubicBezTo>
                    <a:pt x="6805" y="1386"/>
                    <a:pt x="5419" y="0"/>
                    <a:pt x="3718" y="0"/>
                  </a:cubicBezTo>
                  <a:close/>
                </a:path>
              </a:pathLst>
            </a:custGeom>
            <a:grpFill/>
            <a:ln>
              <a:noFill/>
            </a:ln>
          </p:spPr>
          <p:txBody>
            <a:bodyPr spcFirstLastPara="1" wrap="square" lIns="62728" tIns="62728" rIns="62728" bIns="62728" anchor="ctr" anchorCtr="0">
              <a:noAutofit/>
            </a:bodyPr>
            <a:lstStyle/>
            <a:p>
              <a:endParaRPr sz="764"/>
            </a:p>
          </p:txBody>
        </p:sp>
      </p:grpSp>
      <p:sp>
        <p:nvSpPr>
          <p:cNvPr id="561" name="Google Shape;6592;p63">
            <a:extLst>
              <a:ext uri="{FF2B5EF4-FFF2-40B4-BE49-F238E27FC236}">
                <a16:creationId xmlns:a16="http://schemas.microsoft.com/office/drawing/2014/main" id="{FB092749-5EB3-4C5C-AABD-94B8659ACF16}"/>
              </a:ext>
            </a:extLst>
          </p:cNvPr>
          <p:cNvSpPr/>
          <p:nvPr/>
        </p:nvSpPr>
        <p:spPr>
          <a:xfrm>
            <a:off x="9275033" y="3148973"/>
            <a:ext cx="201935" cy="229182"/>
          </a:xfrm>
          <a:custGeom>
            <a:avLst/>
            <a:gdLst/>
            <a:ahLst/>
            <a:cxnLst/>
            <a:rect l="l" t="t" r="r" b="b"/>
            <a:pathLst>
              <a:path w="10272" h="11658" extrusionOk="0">
                <a:moveTo>
                  <a:pt x="7877" y="693"/>
                </a:moveTo>
                <a:cubicBezTo>
                  <a:pt x="8066" y="693"/>
                  <a:pt x="8224" y="851"/>
                  <a:pt x="8224" y="1040"/>
                </a:cubicBezTo>
                <a:lnTo>
                  <a:pt x="8224" y="1387"/>
                </a:lnTo>
                <a:lnTo>
                  <a:pt x="2080" y="1387"/>
                </a:lnTo>
                <a:lnTo>
                  <a:pt x="2080" y="1040"/>
                </a:lnTo>
                <a:cubicBezTo>
                  <a:pt x="2049" y="851"/>
                  <a:pt x="2206" y="693"/>
                  <a:pt x="2395" y="693"/>
                </a:cubicBezTo>
                <a:close/>
                <a:moveTo>
                  <a:pt x="9200" y="2710"/>
                </a:moveTo>
                <a:cubicBezTo>
                  <a:pt x="9421" y="2710"/>
                  <a:pt x="9578" y="2899"/>
                  <a:pt x="9578" y="3088"/>
                </a:cubicBezTo>
                <a:cubicBezTo>
                  <a:pt x="9578" y="3277"/>
                  <a:pt x="9421" y="3434"/>
                  <a:pt x="9200" y="3434"/>
                </a:cubicBezTo>
                <a:lnTo>
                  <a:pt x="8854" y="3434"/>
                </a:lnTo>
                <a:lnTo>
                  <a:pt x="8854" y="2773"/>
                </a:lnTo>
                <a:lnTo>
                  <a:pt x="9200" y="2773"/>
                </a:lnTo>
                <a:lnTo>
                  <a:pt x="9200" y="2710"/>
                </a:lnTo>
                <a:close/>
                <a:moveTo>
                  <a:pt x="6176" y="3907"/>
                </a:moveTo>
                <a:cubicBezTo>
                  <a:pt x="6207" y="4033"/>
                  <a:pt x="6333" y="4127"/>
                  <a:pt x="6491" y="4127"/>
                </a:cubicBezTo>
                <a:lnTo>
                  <a:pt x="9200" y="4127"/>
                </a:lnTo>
                <a:cubicBezTo>
                  <a:pt x="9326" y="4127"/>
                  <a:pt x="9421" y="4127"/>
                  <a:pt x="9515" y="4096"/>
                </a:cubicBezTo>
                <a:lnTo>
                  <a:pt x="9515" y="4096"/>
                </a:lnTo>
                <a:cubicBezTo>
                  <a:pt x="9421" y="4474"/>
                  <a:pt x="9011" y="4789"/>
                  <a:pt x="8539" y="4789"/>
                </a:cubicBezTo>
                <a:lnTo>
                  <a:pt x="6491" y="4789"/>
                </a:lnTo>
                <a:cubicBezTo>
                  <a:pt x="6333" y="4789"/>
                  <a:pt x="6239" y="4852"/>
                  <a:pt x="6176" y="5010"/>
                </a:cubicBezTo>
                <a:lnTo>
                  <a:pt x="5640" y="4474"/>
                </a:lnTo>
                <a:lnTo>
                  <a:pt x="6176" y="3907"/>
                </a:lnTo>
                <a:close/>
                <a:moveTo>
                  <a:pt x="1387" y="4789"/>
                </a:moveTo>
                <a:lnTo>
                  <a:pt x="1387" y="5451"/>
                </a:lnTo>
                <a:lnTo>
                  <a:pt x="1009" y="5451"/>
                </a:lnTo>
                <a:cubicBezTo>
                  <a:pt x="820" y="5451"/>
                  <a:pt x="662" y="5293"/>
                  <a:pt x="662" y="5073"/>
                </a:cubicBezTo>
                <a:cubicBezTo>
                  <a:pt x="662" y="4884"/>
                  <a:pt x="820" y="4789"/>
                  <a:pt x="1009" y="4789"/>
                </a:cubicBezTo>
                <a:close/>
                <a:moveTo>
                  <a:pt x="4065" y="5923"/>
                </a:moveTo>
                <a:lnTo>
                  <a:pt x="4601" y="6459"/>
                </a:lnTo>
                <a:lnTo>
                  <a:pt x="4065" y="7026"/>
                </a:lnTo>
                <a:cubicBezTo>
                  <a:pt x="4033" y="6900"/>
                  <a:pt x="3907" y="6774"/>
                  <a:pt x="3750" y="6774"/>
                </a:cubicBezTo>
                <a:lnTo>
                  <a:pt x="1702" y="6774"/>
                </a:lnTo>
                <a:cubicBezTo>
                  <a:pt x="1664" y="6779"/>
                  <a:pt x="1626" y="6782"/>
                  <a:pt x="1589" y="6782"/>
                </a:cubicBezTo>
                <a:cubicBezTo>
                  <a:pt x="1192" y="6782"/>
                  <a:pt x="838" y="6487"/>
                  <a:pt x="694" y="6112"/>
                </a:cubicBezTo>
                <a:lnTo>
                  <a:pt x="694" y="6112"/>
                </a:lnTo>
                <a:cubicBezTo>
                  <a:pt x="788" y="6144"/>
                  <a:pt x="914" y="6144"/>
                  <a:pt x="1009" y="6144"/>
                </a:cubicBezTo>
                <a:lnTo>
                  <a:pt x="3750" y="6144"/>
                </a:lnTo>
                <a:cubicBezTo>
                  <a:pt x="3907" y="6144"/>
                  <a:pt x="4002" y="6081"/>
                  <a:pt x="4065" y="5923"/>
                </a:cubicBezTo>
                <a:close/>
                <a:moveTo>
                  <a:pt x="8192" y="2048"/>
                </a:moveTo>
                <a:lnTo>
                  <a:pt x="8192" y="3434"/>
                </a:lnTo>
                <a:lnTo>
                  <a:pt x="6806" y="3434"/>
                </a:lnTo>
                <a:lnTo>
                  <a:pt x="6806" y="3088"/>
                </a:lnTo>
                <a:cubicBezTo>
                  <a:pt x="6806" y="2930"/>
                  <a:pt x="6743" y="2804"/>
                  <a:pt x="6617" y="2773"/>
                </a:cubicBezTo>
                <a:cubicBezTo>
                  <a:pt x="6571" y="2761"/>
                  <a:pt x="6520" y="2754"/>
                  <a:pt x="6472" y="2754"/>
                </a:cubicBezTo>
                <a:cubicBezTo>
                  <a:pt x="6388" y="2754"/>
                  <a:pt x="6310" y="2776"/>
                  <a:pt x="6270" y="2836"/>
                </a:cubicBezTo>
                <a:lnTo>
                  <a:pt x="4884" y="4222"/>
                </a:lnTo>
                <a:cubicBezTo>
                  <a:pt x="4758" y="4348"/>
                  <a:pt x="4758" y="4569"/>
                  <a:pt x="4884" y="4695"/>
                </a:cubicBezTo>
                <a:lnTo>
                  <a:pt x="6270" y="6081"/>
                </a:lnTo>
                <a:cubicBezTo>
                  <a:pt x="6315" y="6125"/>
                  <a:pt x="6407" y="6170"/>
                  <a:pt x="6501" y="6170"/>
                </a:cubicBezTo>
                <a:cubicBezTo>
                  <a:pt x="6540" y="6170"/>
                  <a:pt x="6580" y="6162"/>
                  <a:pt x="6617" y="6144"/>
                </a:cubicBezTo>
                <a:cubicBezTo>
                  <a:pt x="6743" y="6112"/>
                  <a:pt x="6806" y="5955"/>
                  <a:pt x="6806" y="5829"/>
                </a:cubicBezTo>
                <a:lnTo>
                  <a:pt x="6806" y="5482"/>
                </a:lnTo>
                <a:lnTo>
                  <a:pt x="8192" y="5482"/>
                </a:lnTo>
                <a:lnTo>
                  <a:pt x="8192" y="8948"/>
                </a:lnTo>
                <a:lnTo>
                  <a:pt x="2049" y="8948"/>
                </a:lnTo>
                <a:lnTo>
                  <a:pt x="2049" y="7530"/>
                </a:lnTo>
                <a:lnTo>
                  <a:pt x="3435" y="7530"/>
                </a:lnTo>
                <a:lnTo>
                  <a:pt x="3435" y="7877"/>
                </a:lnTo>
                <a:cubicBezTo>
                  <a:pt x="3435" y="8034"/>
                  <a:pt x="3498" y="8160"/>
                  <a:pt x="3624" y="8192"/>
                </a:cubicBezTo>
                <a:cubicBezTo>
                  <a:pt x="3676" y="8218"/>
                  <a:pt x="3734" y="8233"/>
                  <a:pt x="3788" y="8233"/>
                </a:cubicBezTo>
                <a:cubicBezTo>
                  <a:pt x="3864" y="8233"/>
                  <a:pt x="3934" y="8202"/>
                  <a:pt x="3970" y="8129"/>
                </a:cubicBezTo>
                <a:lnTo>
                  <a:pt x="5357" y="6742"/>
                </a:lnTo>
                <a:cubicBezTo>
                  <a:pt x="5483" y="6616"/>
                  <a:pt x="5483" y="6396"/>
                  <a:pt x="5357" y="6270"/>
                </a:cubicBezTo>
                <a:lnTo>
                  <a:pt x="3970" y="4884"/>
                </a:lnTo>
                <a:cubicBezTo>
                  <a:pt x="3924" y="4837"/>
                  <a:pt x="3828" y="4808"/>
                  <a:pt x="3730" y="4808"/>
                </a:cubicBezTo>
                <a:cubicBezTo>
                  <a:pt x="3694" y="4808"/>
                  <a:pt x="3658" y="4812"/>
                  <a:pt x="3624" y="4821"/>
                </a:cubicBezTo>
                <a:cubicBezTo>
                  <a:pt x="3498" y="4852"/>
                  <a:pt x="3435" y="5010"/>
                  <a:pt x="3435" y="5136"/>
                </a:cubicBezTo>
                <a:lnTo>
                  <a:pt x="3435" y="5482"/>
                </a:lnTo>
                <a:lnTo>
                  <a:pt x="2049" y="5482"/>
                </a:lnTo>
                <a:lnTo>
                  <a:pt x="2049" y="2048"/>
                </a:lnTo>
                <a:close/>
                <a:moveTo>
                  <a:pt x="8192" y="9609"/>
                </a:moveTo>
                <a:lnTo>
                  <a:pt x="8192" y="10649"/>
                </a:lnTo>
                <a:cubicBezTo>
                  <a:pt x="8192" y="10838"/>
                  <a:pt x="8035" y="10996"/>
                  <a:pt x="7877" y="10996"/>
                </a:cubicBezTo>
                <a:lnTo>
                  <a:pt x="2395" y="10996"/>
                </a:lnTo>
                <a:cubicBezTo>
                  <a:pt x="2206" y="10996"/>
                  <a:pt x="2049" y="10838"/>
                  <a:pt x="2049" y="10649"/>
                </a:cubicBezTo>
                <a:lnTo>
                  <a:pt x="2049" y="9609"/>
                </a:lnTo>
                <a:close/>
                <a:moveTo>
                  <a:pt x="2395" y="0"/>
                </a:moveTo>
                <a:cubicBezTo>
                  <a:pt x="1860" y="0"/>
                  <a:pt x="1387" y="473"/>
                  <a:pt x="1387" y="1040"/>
                </a:cubicBezTo>
                <a:lnTo>
                  <a:pt x="1387" y="4096"/>
                </a:lnTo>
                <a:lnTo>
                  <a:pt x="1009" y="4096"/>
                </a:lnTo>
                <a:cubicBezTo>
                  <a:pt x="473" y="4096"/>
                  <a:pt x="1" y="4569"/>
                  <a:pt x="1" y="5136"/>
                </a:cubicBezTo>
                <a:lnTo>
                  <a:pt x="1" y="5797"/>
                </a:lnTo>
                <a:cubicBezTo>
                  <a:pt x="1" y="6616"/>
                  <a:pt x="599" y="7341"/>
                  <a:pt x="1387" y="7498"/>
                </a:cubicBezTo>
                <a:lnTo>
                  <a:pt x="1387" y="10649"/>
                </a:lnTo>
                <a:cubicBezTo>
                  <a:pt x="1387" y="11185"/>
                  <a:pt x="1860" y="11657"/>
                  <a:pt x="2395" y="11657"/>
                </a:cubicBezTo>
                <a:lnTo>
                  <a:pt x="7877" y="11657"/>
                </a:lnTo>
                <a:cubicBezTo>
                  <a:pt x="8413" y="11657"/>
                  <a:pt x="8885" y="11185"/>
                  <a:pt x="8885" y="10649"/>
                </a:cubicBezTo>
                <a:lnTo>
                  <a:pt x="8885" y="5451"/>
                </a:lnTo>
                <a:cubicBezTo>
                  <a:pt x="9673" y="5293"/>
                  <a:pt x="10271" y="4569"/>
                  <a:pt x="10271" y="3749"/>
                </a:cubicBezTo>
                <a:lnTo>
                  <a:pt x="10271" y="3088"/>
                </a:lnTo>
                <a:cubicBezTo>
                  <a:pt x="10271" y="2521"/>
                  <a:pt x="9799" y="2048"/>
                  <a:pt x="9263" y="2048"/>
                </a:cubicBezTo>
                <a:lnTo>
                  <a:pt x="8885" y="2048"/>
                </a:lnTo>
                <a:lnTo>
                  <a:pt x="8885" y="1040"/>
                </a:lnTo>
                <a:cubicBezTo>
                  <a:pt x="8885" y="473"/>
                  <a:pt x="8413" y="0"/>
                  <a:pt x="7877"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62" name="Google Shape;6593;p63">
            <a:extLst>
              <a:ext uri="{FF2B5EF4-FFF2-40B4-BE49-F238E27FC236}">
                <a16:creationId xmlns:a16="http://schemas.microsoft.com/office/drawing/2014/main" id="{E7CEBA16-C844-4A4A-8DEA-710255B15B2B}"/>
              </a:ext>
            </a:extLst>
          </p:cNvPr>
          <p:cNvGrpSpPr/>
          <p:nvPr/>
        </p:nvGrpSpPr>
        <p:grpSpPr>
          <a:xfrm>
            <a:off x="9258204" y="3419829"/>
            <a:ext cx="237852" cy="228651"/>
            <a:chOff x="-31889075" y="2658950"/>
            <a:chExt cx="302475" cy="290775"/>
          </a:xfrm>
          <a:solidFill>
            <a:schemeClr val="tx1"/>
          </a:solidFill>
        </p:grpSpPr>
        <p:sp>
          <p:nvSpPr>
            <p:cNvPr id="678" name="Google Shape;6594;p63">
              <a:extLst>
                <a:ext uri="{FF2B5EF4-FFF2-40B4-BE49-F238E27FC236}">
                  <a16:creationId xmlns:a16="http://schemas.microsoft.com/office/drawing/2014/main" id="{BC6022E9-EC5F-4FDB-AF9E-F70436505FBD}"/>
                </a:ext>
              </a:extLst>
            </p:cNvPr>
            <p:cNvSpPr/>
            <p:nvPr/>
          </p:nvSpPr>
          <p:spPr>
            <a:xfrm>
              <a:off x="-31889075" y="2658950"/>
              <a:ext cx="302475" cy="290775"/>
            </a:xfrm>
            <a:custGeom>
              <a:avLst/>
              <a:gdLst/>
              <a:ahLst/>
              <a:cxnLst/>
              <a:rect l="l" t="t" r="r" b="b"/>
              <a:pathLst>
                <a:path w="12099" h="11631" extrusionOk="0">
                  <a:moveTo>
                    <a:pt x="10555" y="712"/>
                  </a:moveTo>
                  <a:lnTo>
                    <a:pt x="11153" y="1310"/>
                  </a:lnTo>
                  <a:lnTo>
                    <a:pt x="10051" y="3138"/>
                  </a:lnTo>
                  <a:lnTo>
                    <a:pt x="8728" y="1814"/>
                  </a:lnTo>
                  <a:lnTo>
                    <a:pt x="10555" y="712"/>
                  </a:lnTo>
                  <a:close/>
                  <a:moveTo>
                    <a:pt x="8665" y="2696"/>
                  </a:moveTo>
                  <a:lnTo>
                    <a:pt x="9137" y="3169"/>
                  </a:lnTo>
                  <a:lnTo>
                    <a:pt x="7278" y="4996"/>
                  </a:lnTo>
                  <a:lnTo>
                    <a:pt x="6806" y="4524"/>
                  </a:lnTo>
                  <a:lnTo>
                    <a:pt x="8665" y="2696"/>
                  </a:lnTo>
                  <a:close/>
                  <a:moveTo>
                    <a:pt x="3022" y="640"/>
                  </a:moveTo>
                  <a:cubicBezTo>
                    <a:pt x="3549" y="640"/>
                    <a:pt x="4066" y="847"/>
                    <a:pt x="4443" y="1247"/>
                  </a:cubicBezTo>
                  <a:cubicBezTo>
                    <a:pt x="5010" y="1783"/>
                    <a:pt x="5199" y="2602"/>
                    <a:pt x="4915" y="3358"/>
                  </a:cubicBezTo>
                  <a:cubicBezTo>
                    <a:pt x="4884" y="3484"/>
                    <a:pt x="4915" y="3642"/>
                    <a:pt x="5010" y="3705"/>
                  </a:cubicBezTo>
                  <a:lnTo>
                    <a:pt x="8160" y="6855"/>
                  </a:lnTo>
                  <a:cubicBezTo>
                    <a:pt x="8208" y="6926"/>
                    <a:pt x="8308" y="6961"/>
                    <a:pt x="8409" y="6961"/>
                  </a:cubicBezTo>
                  <a:cubicBezTo>
                    <a:pt x="8442" y="6961"/>
                    <a:pt x="8476" y="6957"/>
                    <a:pt x="8507" y="6950"/>
                  </a:cubicBezTo>
                  <a:cubicBezTo>
                    <a:pt x="8741" y="6862"/>
                    <a:pt x="8981" y="6819"/>
                    <a:pt x="9217" y="6819"/>
                  </a:cubicBezTo>
                  <a:cubicBezTo>
                    <a:pt x="9743" y="6819"/>
                    <a:pt x="10248" y="7031"/>
                    <a:pt x="10618" y="7422"/>
                  </a:cubicBezTo>
                  <a:cubicBezTo>
                    <a:pt x="11153" y="7926"/>
                    <a:pt x="11342" y="8682"/>
                    <a:pt x="11153" y="9375"/>
                  </a:cubicBezTo>
                  <a:lnTo>
                    <a:pt x="10240" y="8493"/>
                  </a:lnTo>
                  <a:cubicBezTo>
                    <a:pt x="10035" y="8289"/>
                    <a:pt x="9767" y="8186"/>
                    <a:pt x="9503" y="8186"/>
                  </a:cubicBezTo>
                  <a:cubicBezTo>
                    <a:pt x="9240" y="8186"/>
                    <a:pt x="8980" y="8289"/>
                    <a:pt x="8791" y="8493"/>
                  </a:cubicBezTo>
                  <a:cubicBezTo>
                    <a:pt x="8381" y="8871"/>
                    <a:pt x="8381" y="9533"/>
                    <a:pt x="8791" y="9943"/>
                  </a:cubicBezTo>
                  <a:lnTo>
                    <a:pt x="9673" y="10856"/>
                  </a:lnTo>
                  <a:cubicBezTo>
                    <a:pt x="9498" y="10904"/>
                    <a:pt x="9318" y="10928"/>
                    <a:pt x="9140" y="10928"/>
                  </a:cubicBezTo>
                  <a:cubicBezTo>
                    <a:pt x="8614" y="10928"/>
                    <a:pt x="8096" y="10721"/>
                    <a:pt x="7719" y="10321"/>
                  </a:cubicBezTo>
                  <a:cubicBezTo>
                    <a:pt x="7152" y="9785"/>
                    <a:pt x="6963" y="8966"/>
                    <a:pt x="7247" y="8210"/>
                  </a:cubicBezTo>
                  <a:cubicBezTo>
                    <a:pt x="7278" y="8084"/>
                    <a:pt x="7247" y="7926"/>
                    <a:pt x="7152" y="7863"/>
                  </a:cubicBezTo>
                  <a:lnTo>
                    <a:pt x="4002" y="4713"/>
                  </a:lnTo>
                  <a:cubicBezTo>
                    <a:pt x="3960" y="4629"/>
                    <a:pt x="3876" y="4587"/>
                    <a:pt x="3787" y="4587"/>
                  </a:cubicBezTo>
                  <a:cubicBezTo>
                    <a:pt x="3743" y="4587"/>
                    <a:pt x="3697" y="4597"/>
                    <a:pt x="3655" y="4618"/>
                  </a:cubicBezTo>
                  <a:cubicBezTo>
                    <a:pt x="3421" y="4706"/>
                    <a:pt x="3181" y="4749"/>
                    <a:pt x="2945" y="4749"/>
                  </a:cubicBezTo>
                  <a:cubicBezTo>
                    <a:pt x="2419" y="4749"/>
                    <a:pt x="1914" y="4537"/>
                    <a:pt x="1544" y="4146"/>
                  </a:cubicBezTo>
                  <a:cubicBezTo>
                    <a:pt x="1009" y="3642"/>
                    <a:pt x="820" y="2885"/>
                    <a:pt x="1009" y="2192"/>
                  </a:cubicBezTo>
                  <a:lnTo>
                    <a:pt x="1009" y="2192"/>
                  </a:lnTo>
                  <a:lnTo>
                    <a:pt x="1922" y="3075"/>
                  </a:lnTo>
                  <a:cubicBezTo>
                    <a:pt x="2127" y="3279"/>
                    <a:pt x="2395" y="3382"/>
                    <a:pt x="2659" y="3382"/>
                  </a:cubicBezTo>
                  <a:cubicBezTo>
                    <a:pt x="2923" y="3382"/>
                    <a:pt x="3183" y="3279"/>
                    <a:pt x="3372" y="3075"/>
                  </a:cubicBezTo>
                  <a:cubicBezTo>
                    <a:pt x="3781" y="2696"/>
                    <a:pt x="3781" y="2035"/>
                    <a:pt x="3372" y="1625"/>
                  </a:cubicBezTo>
                  <a:lnTo>
                    <a:pt x="2490" y="712"/>
                  </a:lnTo>
                  <a:cubicBezTo>
                    <a:pt x="2665" y="664"/>
                    <a:pt x="2844" y="640"/>
                    <a:pt x="3022" y="640"/>
                  </a:cubicBezTo>
                  <a:close/>
                  <a:moveTo>
                    <a:pt x="4380" y="6036"/>
                  </a:moveTo>
                  <a:lnTo>
                    <a:pt x="5829" y="7485"/>
                  </a:lnTo>
                  <a:lnTo>
                    <a:pt x="2679" y="10636"/>
                  </a:lnTo>
                  <a:cubicBezTo>
                    <a:pt x="2474" y="10840"/>
                    <a:pt x="2206" y="10943"/>
                    <a:pt x="1942" y="10943"/>
                  </a:cubicBezTo>
                  <a:cubicBezTo>
                    <a:pt x="1678" y="10943"/>
                    <a:pt x="1418" y="10840"/>
                    <a:pt x="1229" y="10636"/>
                  </a:cubicBezTo>
                  <a:cubicBezTo>
                    <a:pt x="820" y="10226"/>
                    <a:pt x="820" y="9596"/>
                    <a:pt x="1229" y="9186"/>
                  </a:cubicBezTo>
                  <a:lnTo>
                    <a:pt x="4380" y="6036"/>
                  </a:lnTo>
                  <a:close/>
                  <a:moveTo>
                    <a:pt x="2915" y="1"/>
                  </a:moveTo>
                  <a:cubicBezTo>
                    <a:pt x="2465" y="1"/>
                    <a:pt x="2014" y="112"/>
                    <a:pt x="1607" y="334"/>
                  </a:cubicBezTo>
                  <a:cubicBezTo>
                    <a:pt x="1544" y="365"/>
                    <a:pt x="1450" y="491"/>
                    <a:pt x="1450" y="554"/>
                  </a:cubicBezTo>
                  <a:cubicBezTo>
                    <a:pt x="1450" y="680"/>
                    <a:pt x="1481" y="775"/>
                    <a:pt x="1544" y="838"/>
                  </a:cubicBezTo>
                  <a:lnTo>
                    <a:pt x="2836" y="2129"/>
                  </a:lnTo>
                  <a:cubicBezTo>
                    <a:pt x="2962" y="2255"/>
                    <a:pt x="2962" y="2507"/>
                    <a:pt x="2836" y="2602"/>
                  </a:cubicBezTo>
                  <a:cubicBezTo>
                    <a:pt x="2773" y="2665"/>
                    <a:pt x="2686" y="2696"/>
                    <a:pt x="2600" y="2696"/>
                  </a:cubicBezTo>
                  <a:cubicBezTo>
                    <a:pt x="2513" y="2696"/>
                    <a:pt x="2427" y="2665"/>
                    <a:pt x="2364" y="2602"/>
                  </a:cubicBezTo>
                  <a:lnTo>
                    <a:pt x="1072" y="1310"/>
                  </a:lnTo>
                  <a:cubicBezTo>
                    <a:pt x="1001" y="1239"/>
                    <a:pt x="912" y="1204"/>
                    <a:pt x="846" y="1204"/>
                  </a:cubicBezTo>
                  <a:cubicBezTo>
                    <a:pt x="824" y="1204"/>
                    <a:pt x="804" y="1208"/>
                    <a:pt x="788" y="1216"/>
                  </a:cubicBezTo>
                  <a:cubicBezTo>
                    <a:pt x="662" y="1216"/>
                    <a:pt x="599" y="1310"/>
                    <a:pt x="536" y="1373"/>
                  </a:cubicBezTo>
                  <a:cubicBezTo>
                    <a:pt x="1" y="2413"/>
                    <a:pt x="127" y="3736"/>
                    <a:pt x="1009" y="4618"/>
                  </a:cubicBezTo>
                  <a:cubicBezTo>
                    <a:pt x="1549" y="5135"/>
                    <a:pt x="2230" y="5407"/>
                    <a:pt x="2934" y="5407"/>
                  </a:cubicBezTo>
                  <a:cubicBezTo>
                    <a:pt x="3173" y="5407"/>
                    <a:pt x="3415" y="5375"/>
                    <a:pt x="3655" y="5311"/>
                  </a:cubicBezTo>
                  <a:lnTo>
                    <a:pt x="3907" y="5563"/>
                  </a:lnTo>
                  <a:lnTo>
                    <a:pt x="757" y="8714"/>
                  </a:lnTo>
                  <a:cubicBezTo>
                    <a:pt x="64" y="9344"/>
                    <a:pt x="64" y="10447"/>
                    <a:pt x="757" y="11108"/>
                  </a:cubicBezTo>
                  <a:cubicBezTo>
                    <a:pt x="1088" y="11455"/>
                    <a:pt x="1521" y="11628"/>
                    <a:pt x="1954" y="11628"/>
                  </a:cubicBezTo>
                  <a:cubicBezTo>
                    <a:pt x="2387" y="11628"/>
                    <a:pt x="2820" y="11455"/>
                    <a:pt x="3151" y="11108"/>
                  </a:cubicBezTo>
                  <a:lnTo>
                    <a:pt x="6302" y="7958"/>
                  </a:lnTo>
                  <a:lnTo>
                    <a:pt x="6522" y="8210"/>
                  </a:lnTo>
                  <a:cubicBezTo>
                    <a:pt x="6302" y="9155"/>
                    <a:pt x="6522" y="10132"/>
                    <a:pt x="7247" y="10825"/>
                  </a:cubicBezTo>
                  <a:cubicBezTo>
                    <a:pt x="7765" y="11362"/>
                    <a:pt x="8469" y="11630"/>
                    <a:pt x="9169" y="11630"/>
                  </a:cubicBezTo>
                  <a:cubicBezTo>
                    <a:pt x="9618" y="11630"/>
                    <a:pt x="10066" y="11519"/>
                    <a:pt x="10460" y="11297"/>
                  </a:cubicBezTo>
                  <a:cubicBezTo>
                    <a:pt x="10555" y="11266"/>
                    <a:pt x="10618" y="11140"/>
                    <a:pt x="10618" y="11077"/>
                  </a:cubicBezTo>
                  <a:cubicBezTo>
                    <a:pt x="10618" y="11014"/>
                    <a:pt x="10586" y="10888"/>
                    <a:pt x="10555" y="10793"/>
                  </a:cubicBezTo>
                  <a:lnTo>
                    <a:pt x="9263" y="9501"/>
                  </a:lnTo>
                  <a:cubicBezTo>
                    <a:pt x="9137" y="9375"/>
                    <a:pt x="9137" y="9155"/>
                    <a:pt x="9263" y="9029"/>
                  </a:cubicBezTo>
                  <a:cubicBezTo>
                    <a:pt x="9310" y="8966"/>
                    <a:pt x="9397" y="8934"/>
                    <a:pt x="9488" y="8934"/>
                  </a:cubicBezTo>
                  <a:cubicBezTo>
                    <a:pt x="9578" y="8934"/>
                    <a:pt x="9673" y="8966"/>
                    <a:pt x="9736" y="9029"/>
                  </a:cubicBezTo>
                  <a:lnTo>
                    <a:pt x="11027" y="10321"/>
                  </a:lnTo>
                  <a:cubicBezTo>
                    <a:pt x="11075" y="10392"/>
                    <a:pt x="11157" y="10427"/>
                    <a:pt x="11236" y="10427"/>
                  </a:cubicBezTo>
                  <a:cubicBezTo>
                    <a:pt x="11262" y="10427"/>
                    <a:pt x="11287" y="10423"/>
                    <a:pt x="11311" y="10415"/>
                  </a:cubicBezTo>
                  <a:cubicBezTo>
                    <a:pt x="11405" y="10415"/>
                    <a:pt x="11500" y="10321"/>
                    <a:pt x="11532" y="10258"/>
                  </a:cubicBezTo>
                  <a:cubicBezTo>
                    <a:pt x="12099" y="9218"/>
                    <a:pt x="11973" y="7895"/>
                    <a:pt x="11059" y="7013"/>
                  </a:cubicBezTo>
                  <a:cubicBezTo>
                    <a:pt x="10542" y="6496"/>
                    <a:pt x="9850" y="6224"/>
                    <a:pt x="9139" y="6224"/>
                  </a:cubicBezTo>
                  <a:cubicBezTo>
                    <a:pt x="8897" y="6224"/>
                    <a:pt x="8653" y="6255"/>
                    <a:pt x="8413" y="6320"/>
                  </a:cubicBezTo>
                  <a:lnTo>
                    <a:pt x="7719" y="5595"/>
                  </a:lnTo>
                  <a:lnTo>
                    <a:pt x="9578" y="3736"/>
                  </a:lnTo>
                  <a:lnTo>
                    <a:pt x="9799" y="3988"/>
                  </a:lnTo>
                  <a:cubicBezTo>
                    <a:pt x="9867" y="4056"/>
                    <a:pt x="9958" y="4089"/>
                    <a:pt x="10051" y="4089"/>
                  </a:cubicBezTo>
                  <a:cubicBezTo>
                    <a:pt x="10172" y="4089"/>
                    <a:pt x="10294" y="4032"/>
                    <a:pt x="10366" y="3925"/>
                  </a:cubicBezTo>
                  <a:lnTo>
                    <a:pt x="11815" y="1499"/>
                  </a:lnTo>
                  <a:cubicBezTo>
                    <a:pt x="11878" y="1373"/>
                    <a:pt x="11878" y="1184"/>
                    <a:pt x="11784" y="1090"/>
                  </a:cubicBezTo>
                  <a:lnTo>
                    <a:pt x="10775" y="82"/>
                  </a:lnTo>
                  <a:cubicBezTo>
                    <a:pt x="10723" y="30"/>
                    <a:pt x="10652" y="6"/>
                    <a:pt x="10573" y="6"/>
                  </a:cubicBezTo>
                  <a:cubicBezTo>
                    <a:pt x="10507" y="6"/>
                    <a:pt x="10437" y="22"/>
                    <a:pt x="10366" y="50"/>
                  </a:cubicBezTo>
                  <a:lnTo>
                    <a:pt x="7940" y="1499"/>
                  </a:lnTo>
                  <a:cubicBezTo>
                    <a:pt x="7751" y="1625"/>
                    <a:pt x="7719" y="1909"/>
                    <a:pt x="7877" y="2066"/>
                  </a:cubicBezTo>
                  <a:lnTo>
                    <a:pt x="8097" y="2287"/>
                  </a:lnTo>
                  <a:lnTo>
                    <a:pt x="6270" y="4146"/>
                  </a:lnTo>
                  <a:lnTo>
                    <a:pt x="5546" y="3421"/>
                  </a:lnTo>
                  <a:cubicBezTo>
                    <a:pt x="5798" y="2476"/>
                    <a:pt x="5546" y="1499"/>
                    <a:pt x="4852" y="806"/>
                  </a:cubicBezTo>
                  <a:cubicBezTo>
                    <a:pt x="4315" y="269"/>
                    <a:pt x="3615" y="1"/>
                    <a:pt x="2915" y="1"/>
                  </a:cubicBezTo>
                  <a:close/>
                </a:path>
              </a:pathLst>
            </a:custGeom>
            <a:grpFill/>
            <a:ln>
              <a:noFill/>
            </a:ln>
          </p:spPr>
          <p:txBody>
            <a:bodyPr spcFirstLastPara="1" wrap="square" lIns="62728" tIns="62728" rIns="62728" bIns="62728" anchor="ctr" anchorCtr="0">
              <a:noAutofit/>
            </a:bodyPr>
            <a:lstStyle/>
            <a:p>
              <a:endParaRPr sz="764"/>
            </a:p>
          </p:txBody>
        </p:sp>
        <p:sp>
          <p:nvSpPr>
            <p:cNvPr id="679" name="Google Shape;6595;p63">
              <a:extLst>
                <a:ext uri="{FF2B5EF4-FFF2-40B4-BE49-F238E27FC236}">
                  <a16:creationId xmlns:a16="http://schemas.microsoft.com/office/drawing/2014/main" id="{A066F825-72CB-4BDA-A5D5-42CEE49EB3A3}"/>
                </a:ext>
              </a:extLst>
            </p:cNvPr>
            <p:cNvSpPr/>
            <p:nvPr/>
          </p:nvSpPr>
          <p:spPr>
            <a:xfrm>
              <a:off x="-31838650" y="2838200"/>
              <a:ext cx="70100" cy="68550"/>
            </a:xfrm>
            <a:custGeom>
              <a:avLst/>
              <a:gdLst/>
              <a:ahLst/>
              <a:cxnLst/>
              <a:rect l="l" t="t" r="r" b="b"/>
              <a:pathLst>
                <a:path w="2804" h="2742" extrusionOk="0">
                  <a:moveTo>
                    <a:pt x="2430" y="0"/>
                  </a:moveTo>
                  <a:cubicBezTo>
                    <a:pt x="2339" y="0"/>
                    <a:pt x="2253" y="32"/>
                    <a:pt x="2205" y="95"/>
                  </a:cubicBezTo>
                  <a:lnTo>
                    <a:pt x="95" y="2174"/>
                  </a:lnTo>
                  <a:cubicBezTo>
                    <a:pt x="0" y="2300"/>
                    <a:pt x="0" y="2521"/>
                    <a:pt x="95" y="2647"/>
                  </a:cubicBezTo>
                  <a:cubicBezTo>
                    <a:pt x="158" y="2710"/>
                    <a:pt x="236" y="2741"/>
                    <a:pt x="319" y="2741"/>
                  </a:cubicBezTo>
                  <a:cubicBezTo>
                    <a:pt x="402" y="2741"/>
                    <a:pt x="488" y="2710"/>
                    <a:pt x="567" y="2647"/>
                  </a:cubicBezTo>
                  <a:lnTo>
                    <a:pt x="2678" y="567"/>
                  </a:lnTo>
                  <a:cubicBezTo>
                    <a:pt x="2804" y="441"/>
                    <a:pt x="2804" y="221"/>
                    <a:pt x="2678" y="95"/>
                  </a:cubicBezTo>
                  <a:cubicBezTo>
                    <a:pt x="2615" y="32"/>
                    <a:pt x="2520" y="0"/>
                    <a:pt x="2430" y="0"/>
                  </a:cubicBezTo>
                  <a:close/>
                </a:path>
              </a:pathLst>
            </a:custGeom>
            <a:grpFill/>
            <a:ln>
              <a:noFill/>
            </a:ln>
          </p:spPr>
          <p:txBody>
            <a:bodyPr spcFirstLastPara="1" wrap="square" lIns="62728" tIns="62728" rIns="62728" bIns="62728" anchor="ctr" anchorCtr="0">
              <a:noAutofit/>
            </a:bodyPr>
            <a:lstStyle/>
            <a:p>
              <a:endParaRPr sz="764"/>
            </a:p>
          </p:txBody>
        </p:sp>
      </p:grpSp>
      <p:sp>
        <p:nvSpPr>
          <p:cNvPr id="563" name="Google Shape;6596;p63">
            <a:extLst>
              <a:ext uri="{FF2B5EF4-FFF2-40B4-BE49-F238E27FC236}">
                <a16:creationId xmlns:a16="http://schemas.microsoft.com/office/drawing/2014/main" id="{8A9B7163-F5EB-4C07-BF8C-960F0CFE4F92}"/>
              </a:ext>
            </a:extLst>
          </p:cNvPr>
          <p:cNvSpPr/>
          <p:nvPr/>
        </p:nvSpPr>
        <p:spPr>
          <a:xfrm>
            <a:off x="10417908" y="3148657"/>
            <a:ext cx="231030" cy="229812"/>
          </a:xfrm>
          <a:custGeom>
            <a:avLst/>
            <a:gdLst/>
            <a:ahLst/>
            <a:cxnLst/>
            <a:rect l="l" t="t" r="r" b="b"/>
            <a:pathLst>
              <a:path w="11752" h="11690" extrusionOk="0">
                <a:moveTo>
                  <a:pt x="5923" y="694"/>
                </a:moveTo>
                <a:cubicBezTo>
                  <a:pt x="6490" y="694"/>
                  <a:pt x="6963" y="1166"/>
                  <a:pt x="6963" y="1765"/>
                </a:cubicBezTo>
                <a:cubicBezTo>
                  <a:pt x="6963" y="2332"/>
                  <a:pt x="6490" y="2805"/>
                  <a:pt x="5923" y="2805"/>
                </a:cubicBezTo>
                <a:cubicBezTo>
                  <a:pt x="5325" y="2805"/>
                  <a:pt x="4852" y="2332"/>
                  <a:pt x="4852" y="1765"/>
                </a:cubicBezTo>
                <a:cubicBezTo>
                  <a:pt x="4852" y="1229"/>
                  <a:pt x="5325" y="694"/>
                  <a:pt x="5923" y="694"/>
                </a:cubicBezTo>
                <a:close/>
                <a:moveTo>
                  <a:pt x="2489" y="3466"/>
                </a:moveTo>
                <a:cubicBezTo>
                  <a:pt x="2678" y="3466"/>
                  <a:pt x="2836" y="3624"/>
                  <a:pt x="2836" y="3813"/>
                </a:cubicBezTo>
                <a:lnTo>
                  <a:pt x="2836" y="4916"/>
                </a:lnTo>
                <a:cubicBezTo>
                  <a:pt x="2678" y="4947"/>
                  <a:pt x="2584" y="5042"/>
                  <a:pt x="2458" y="5168"/>
                </a:cubicBezTo>
                <a:cubicBezTo>
                  <a:pt x="2363" y="5231"/>
                  <a:pt x="2300" y="5357"/>
                  <a:pt x="2237" y="5420"/>
                </a:cubicBezTo>
                <a:cubicBezTo>
                  <a:pt x="2174" y="5357"/>
                  <a:pt x="2143" y="5262"/>
                  <a:pt x="2143" y="5199"/>
                </a:cubicBezTo>
                <a:lnTo>
                  <a:pt x="2143" y="3813"/>
                </a:lnTo>
                <a:cubicBezTo>
                  <a:pt x="2143" y="3624"/>
                  <a:pt x="2300" y="3466"/>
                  <a:pt x="2489" y="3466"/>
                </a:cubicBezTo>
                <a:close/>
                <a:moveTo>
                  <a:pt x="9326" y="3466"/>
                </a:moveTo>
                <a:cubicBezTo>
                  <a:pt x="9546" y="3466"/>
                  <a:pt x="9704" y="3624"/>
                  <a:pt x="9704" y="3813"/>
                </a:cubicBezTo>
                <a:lnTo>
                  <a:pt x="9704" y="5199"/>
                </a:lnTo>
                <a:cubicBezTo>
                  <a:pt x="9704" y="5262"/>
                  <a:pt x="9641" y="5357"/>
                  <a:pt x="9578" y="5420"/>
                </a:cubicBezTo>
                <a:cubicBezTo>
                  <a:pt x="9546" y="5294"/>
                  <a:pt x="9452" y="5231"/>
                  <a:pt x="9389" y="5168"/>
                </a:cubicBezTo>
                <a:cubicBezTo>
                  <a:pt x="9263" y="5042"/>
                  <a:pt x="9137" y="4947"/>
                  <a:pt x="8979" y="4916"/>
                </a:cubicBezTo>
                <a:lnTo>
                  <a:pt x="8979" y="3813"/>
                </a:lnTo>
                <a:cubicBezTo>
                  <a:pt x="9011" y="3624"/>
                  <a:pt x="9168" y="3466"/>
                  <a:pt x="9326" y="3466"/>
                </a:cubicBezTo>
                <a:close/>
                <a:moveTo>
                  <a:pt x="5923" y="3466"/>
                </a:moveTo>
                <a:cubicBezTo>
                  <a:pt x="6900" y="3466"/>
                  <a:pt x="7814" y="4096"/>
                  <a:pt x="8160" y="4947"/>
                </a:cubicBezTo>
                <a:cubicBezTo>
                  <a:pt x="8066" y="5010"/>
                  <a:pt x="8003" y="5042"/>
                  <a:pt x="7971" y="5105"/>
                </a:cubicBezTo>
                <a:lnTo>
                  <a:pt x="6081" y="6963"/>
                </a:lnTo>
                <a:cubicBezTo>
                  <a:pt x="6018" y="6995"/>
                  <a:pt x="5955" y="7089"/>
                  <a:pt x="5923" y="7152"/>
                </a:cubicBezTo>
                <a:cubicBezTo>
                  <a:pt x="5860" y="7089"/>
                  <a:pt x="5797" y="7026"/>
                  <a:pt x="5766" y="6963"/>
                </a:cubicBezTo>
                <a:lnTo>
                  <a:pt x="3876" y="5105"/>
                </a:lnTo>
                <a:cubicBezTo>
                  <a:pt x="3781" y="5042"/>
                  <a:pt x="3750" y="5010"/>
                  <a:pt x="3655" y="4947"/>
                </a:cubicBezTo>
                <a:cubicBezTo>
                  <a:pt x="4033" y="4096"/>
                  <a:pt x="4915" y="3466"/>
                  <a:pt x="5923" y="3466"/>
                </a:cubicBezTo>
                <a:close/>
                <a:moveTo>
                  <a:pt x="10744" y="2049"/>
                </a:moveTo>
                <a:cubicBezTo>
                  <a:pt x="10964" y="2049"/>
                  <a:pt x="11122" y="2206"/>
                  <a:pt x="11122" y="2395"/>
                </a:cubicBezTo>
                <a:lnTo>
                  <a:pt x="11122" y="6144"/>
                </a:lnTo>
                <a:lnTo>
                  <a:pt x="11059" y="6144"/>
                </a:lnTo>
                <a:cubicBezTo>
                  <a:pt x="11059" y="6333"/>
                  <a:pt x="11027" y="6491"/>
                  <a:pt x="10901" y="6648"/>
                </a:cubicBezTo>
                <a:lnTo>
                  <a:pt x="9263" y="9421"/>
                </a:lnTo>
                <a:cubicBezTo>
                  <a:pt x="9105" y="9673"/>
                  <a:pt x="9011" y="9956"/>
                  <a:pt x="9011" y="10271"/>
                </a:cubicBezTo>
                <a:lnTo>
                  <a:pt x="9011" y="10933"/>
                </a:lnTo>
                <a:lnTo>
                  <a:pt x="6270" y="10933"/>
                </a:lnTo>
                <a:lnTo>
                  <a:pt x="6270" y="8097"/>
                </a:lnTo>
                <a:cubicBezTo>
                  <a:pt x="6270" y="7845"/>
                  <a:pt x="6396" y="7593"/>
                  <a:pt x="6585" y="7404"/>
                </a:cubicBezTo>
                <a:lnTo>
                  <a:pt x="8475" y="5546"/>
                </a:lnTo>
                <a:cubicBezTo>
                  <a:pt x="8538" y="5483"/>
                  <a:pt x="8625" y="5451"/>
                  <a:pt x="8712" y="5451"/>
                </a:cubicBezTo>
                <a:cubicBezTo>
                  <a:pt x="8798" y="5451"/>
                  <a:pt x="8885" y="5483"/>
                  <a:pt x="8948" y="5546"/>
                </a:cubicBezTo>
                <a:cubicBezTo>
                  <a:pt x="9074" y="5672"/>
                  <a:pt x="9074" y="5892"/>
                  <a:pt x="8948" y="6018"/>
                </a:cubicBezTo>
                <a:lnTo>
                  <a:pt x="7751" y="7215"/>
                </a:lnTo>
                <a:cubicBezTo>
                  <a:pt x="7656" y="7310"/>
                  <a:pt x="7656" y="7562"/>
                  <a:pt x="7751" y="7656"/>
                </a:cubicBezTo>
                <a:cubicBezTo>
                  <a:pt x="7814" y="7719"/>
                  <a:pt x="7908" y="7751"/>
                  <a:pt x="7999" y="7751"/>
                </a:cubicBezTo>
                <a:cubicBezTo>
                  <a:pt x="8089" y="7751"/>
                  <a:pt x="8176" y="7719"/>
                  <a:pt x="8223" y="7656"/>
                </a:cubicBezTo>
                <a:lnTo>
                  <a:pt x="10082" y="5829"/>
                </a:lnTo>
                <a:cubicBezTo>
                  <a:pt x="10271" y="5609"/>
                  <a:pt x="10397" y="5388"/>
                  <a:pt x="10397" y="5105"/>
                </a:cubicBezTo>
                <a:lnTo>
                  <a:pt x="10397" y="2395"/>
                </a:lnTo>
                <a:cubicBezTo>
                  <a:pt x="10397" y="2206"/>
                  <a:pt x="10555" y="2049"/>
                  <a:pt x="10744" y="2049"/>
                </a:cubicBezTo>
                <a:close/>
                <a:moveTo>
                  <a:pt x="1103" y="2080"/>
                </a:moveTo>
                <a:cubicBezTo>
                  <a:pt x="1292" y="2080"/>
                  <a:pt x="1450" y="2238"/>
                  <a:pt x="1450" y="2427"/>
                </a:cubicBezTo>
                <a:lnTo>
                  <a:pt x="1450" y="5168"/>
                </a:lnTo>
                <a:cubicBezTo>
                  <a:pt x="1450" y="5420"/>
                  <a:pt x="1576" y="5672"/>
                  <a:pt x="1796" y="5861"/>
                </a:cubicBezTo>
                <a:lnTo>
                  <a:pt x="3624" y="7719"/>
                </a:lnTo>
                <a:cubicBezTo>
                  <a:pt x="3687" y="7782"/>
                  <a:pt x="3781" y="7814"/>
                  <a:pt x="3872" y="7814"/>
                </a:cubicBezTo>
                <a:cubicBezTo>
                  <a:pt x="3962" y="7814"/>
                  <a:pt x="4049" y="7782"/>
                  <a:pt x="4096" y="7719"/>
                </a:cubicBezTo>
                <a:cubicBezTo>
                  <a:pt x="4222" y="7593"/>
                  <a:pt x="4222" y="7373"/>
                  <a:pt x="4096" y="7247"/>
                </a:cubicBezTo>
                <a:lnTo>
                  <a:pt x="2930" y="6050"/>
                </a:lnTo>
                <a:cubicBezTo>
                  <a:pt x="2804" y="5955"/>
                  <a:pt x="2804" y="5703"/>
                  <a:pt x="2930" y="5577"/>
                </a:cubicBezTo>
                <a:cubicBezTo>
                  <a:pt x="2978" y="5530"/>
                  <a:pt x="3064" y="5506"/>
                  <a:pt x="3155" y="5506"/>
                </a:cubicBezTo>
                <a:cubicBezTo>
                  <a:pt x="3245" y="5506"/>
                  <a:pt x="3340" y="5530"/>
                  <a:pt x="3403" y="5577"/>
                </a:cubicBezTo>
                <a:lnTo>
                  <a:pt x="5293" y="7436"/>
                </a:lnTo>
                <a:cubicBezTo>
                  <a:pt x="5482" y="7625"/>
                  <a:pt x="5608" y="7877"/>
                  <a:pt x="5608" y="8161"/>
                </a:cubicBezTo>
                <a:lnTo>
                  <a:pt x="5608" y="10996"/>
                </a:lnTo>
                <a:lnTo>
                  <a:pt x="2836" y="10996"/>
                </a:lnTo>
                <a:lnTo>
                  <a:pt x="2836" y="10303"/>
                </a:lnTo>
                <a:cubicBezTo>
                  <a:pt x="2804" y="10051"/>
                  <a:pt x="2710" y="9736"/>
                  <a:pt x="2552" y="9452"/>
                </a:cubicBezTo>
                <a:lnTo>
                  <a:pt x="914" y="6680"/>
                </a:lnTo>
                <a:cubicBezTo>
                  <a:pt x="851" y="6522"/>
                  <a:pt x="757" y="6333"/>
                  <a:pt x="757" y="6176"/>
                </a:cubicBezTo>
                <a:lnTo>
                  <a:pt x="757" y="2427"/>
                </a:lnTo>
                <a:cubicBezTo>
                  <a:pt x="757" y="2238"/>
                  <a:pt x="914" y="2080"/>
                  <a:pt x="1103" y="2080"/>
                </a:cubicBezTo>
                <a:close/>
                <a:moveTo>
                  <a:pt x="5860" y="1"/>
                </a:moveTo>
                <a:cubicBezTo>
                  <a:pt x="4915" y="1"/>
                  <a:pt x="4128" y="788"/>
                  <a:pt x="4128" y="1734"/>
                </a:cubicBezTo>
                <a:cubicBezTo>
                  <a:pt x="4128" y="2206"/>
                  <a:pt x="4348" y="2647"/>
                  <a:pt x="4695" y="2994"/>
                </a:cubicBezTo>
                <a:cubicBezTo>
                  <a:pt x="4411" y="3120"/>
                  <a:pt x="4191" y="3214"/>
                  <a:pt x="3939" y="3435"/>
                </a:cubicBezTo>
                <a:cubicBezTo>
                  <a:pt x="3750" y="3592"/>
                  <a:pt x="3592" y="3750"/>
                  <a:pt x="3435" y="3939"/>
                </a:cubicBezTo>
                <a:lnTo>
                  <a:pt x="3435" y="3813"/>
                </a:lnTo>
                <a:cubicBezTo>
                  <a:pt x="3435" y="3246"/>
                  <a:pt x="2962" y="2805"/>
                  <a:pt x="2395" y="2805"/>
                </a:cubicBezTo>
                <a:cubicBezTo>
                  <a:pt x="2300" y="2805"/>
                  <a:pt x="2174" y="2836"/>
                  <a:pt x="2048" y="2836"/>
                </a:cubicBezTo>
                <a:lnTo>
                  <a:pt x="2048" y="2427"/>
                </a:lnTo>
                <a:cubicBezTo>
                  <a:pt x="2048" y="1891"/>
                  <a:pt x="1576" y="1418"/>
                  <a:pt x="1040" y="1418"/>
                </a:cubicBezTo>
                <a:cubicBezTo>
                  <a:pt x="473" y="1418"/>
                  <a:pt x="0" y="1891"/>
                  <a:pt x="0" y="2427"/>
                </a:cubicBezTo>
                <a:lnTo>
                  <a:pt x="0" y="6176"/>
                </a:lnTo>
                <a:cubicBezTo>
                  <a:pt x="0" y="6491"/>
                  <a:pt x="95" y="6806"/>
                  <a:pt x="253" y="7026"/>
                </a:cubicBezTo>
                <a:lnTo>
                  <a:pt x="1891" y="9799"/>
                </a:lnTo>
                <a:cubicBezTo>
                  <a:pt x="1985" y="9956"/>
                  <a:pt x="2048" y="10145"/>
                  <a:pt x="2048" y="10303"/>
                </a:cubicBezTo>
                <a:lnTo>
                  <a:pt x="2048" y="11342"/>
                </a:lnTo>
                <a:cubicBezTo>
                  <a:pt x="2048" y="11532"/>
                  <a:pt x="2206" y="11689"/>
                  <a:pt x="2395" y="11689"/>
                </a:cubicBezTo>
                <a:lnTo>
                  <a:pt x="9294" y="11689"/>
                </a:lnTo>
                <a:cubicBezTo>
                  <a:pt x="9483" y="11689"/>
                  <a:pt x="9641" y="11532"/>
                  <a:pt x="9641" y="11342"/>
                </a:cubicBezTo>
                <a:lnTo>
                  <a:pt x="9641" y="10303"/>
                </a:lnTo>
                <a:cubicBezTo>
                  <a:pt x="9641" y="10114"/>
                  <a:pt x="9704" y="9956"/>
                  <a:pt x="9799" y="9799"/>
                </a:cubicBezTo>
                <a:lnTo>
                  <a:pt x="11468" y="7026"/>
                </a:lnTo>
                <a:cubicBezTo>
                  <a:pt x="11626" y="6774"/>
                  <a:pt x="11689" y="6491"/>
                  <a:pt x="11689" y="6176"/>
                </a:cubicBezTo>
                <a:lnTo>
                  <a:pt x="11689" y="2427"/>
                </a:lnTo>
                <a:cubicBezTo>
                  <a:pt x="11752" y="1891"/>
                  <a:pt x="11279" y="1418"/>
                  <a:pt x="10712" y="1418"/>
                </a:cubicBezTo>
                <a:cubicBezTo>
                  <a:pt x="10177" y="1418"/>
                  <a:pt x="9704" y="1891"/>
                  <a:pt x="9704" y="2427"/>
                </a:cubicBezTo>
                <a:lnTo>
                  <a:pt x="9704" y="2836"/>
                </a:lnTo>
                <a:cubicBezTo>
                  <a:pt x="9578" y="2805"/>
                  <a:pt x="9452" y="2805"/>
                  <a:pt x="9326" y="2805"/>
                </a:cubicBezTo>
                <a:cubicBezTo>
                  <a:pt x="8790" y="2805"/>
                  <a:pt x="8318" y="3246"/>
                  <a:pt x="8318" y="3813"/>
                </a:cubicBezTo>
                <a:lnTo>
                  <a:pt x="8318" y="3939"/>
                </a:lnTo>
                <a:cubicBezTo>
                  <a:pt x="8160" y="3750"/>
                  <a:pt x="8003" y="3592"/>
                  <a:pt x="7814" y="3435"/>
                </a:cubicBezTo>
                <a:cubicBezTo>
                  <a:pt x="7562" y="3246"/>
                  <a:pt x="7341" y="3088"/>
                  <a:pt x="7058" y="2994"/>
                </a:cubicBezTo>
                <a:cubicBezTo>
                  <a:pt x="7404" y="2647"/>
                  <a:pt x="7593" y="2206"/>
                  <a:pt x="7593" y="1734"/>
                </a:cubicBezTo>
                <a:cubicBezTo>
                  <a:pt x="7593" y="788"/>
                  <a:pt x="6806" y="1"/>
                  <a:pt x="5860"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64" name="Google Shape;6597;p63">
            <a:extLst>
              <a:ext uri="{FF2B5EF4-FFF2-40B4-BE49-F238E27FC236}">
                <a16:creationId xmlns:a16="http://schemas.microsoft.com/office/drawing/2014/main" id="{17BA2124-0F6B-4450-A02F-75F70791D5FA}"/>
              </a:ext>
            </a:extLst>
          </p:cNvPr>
          <p:cNvGrpSpPr/>
          <p:nvPr/>
        </p:nvGrpSpPr>
        <p:grpSpPr>
          <a:xfrm>
            <a:off x="6658171" y="2855946"/>
            <a:ext cx="229792" cy="230421"/>
            <a:chOff x="-35136450" y="1912725"/>
            <a:chExt cx="292225" cy="293025"/>
          </a:xfrm>
          <a:solidFill>
            <a:schemeClr val="tx1"/>
          </a:solidFill>
        </p:grpSpPr>
        <p:sp>
          <p:nvSpPr>
            <p:cNvPr id="675" name="Google Shape;6598;p63">
              <a:extLst>
                <a:ext uri="{FF2B5EF4-FFF2-40B4-BE49-F238E27FC236}">
                  <a16:creationId xmlns:a16="http://schemas.microsoft.com/office/drawing/2014/main" id="{122827D2-C0CD-4BB9-98F2-A3A161A12234}"/>
                </a:ext>
              </a:extLst>
            </p:cNvPr>
            <p:cNvSpPr/>
            <p:nvPr/>
          </p:nvSpPr>
          <p:spPr>
            <a:xfrm>
              <a:off x="-35136450" y="2050575"/>
              <a:ext cx="155975" cy="155175"/>
            </a:xfrm>
            <a:custGeom>
              <a:avLst/>
              <a:gdLst/>
              <a:ahLst/>
              <a:cxnLst/>
              <a:rect l="l" t="t" r="r" b="b"/>
              <a:pathLst>
                <a:path w="6239" h="6207" extrusionOk="0">
                  <a:moveTo>
                    <a:pt x="3120" y="693"/>
                  </a:moveTo>
                  <a:cubicBezTo>
                    <a:pt x="3718" y="693"/>
                    <a:pt x="4191" y="1166"/>
                    <a:pt x="4191" y="1702"/>
                  </a:cubicBezTo>
                  <a:cubicBezTo>
                    <a:pt x="4191" y="2269"/>
                    <a:pt x="3718" y="2741"/>
                    <a:pt x="3120" y="2741"/>
                  </a:cubicBezTo>
                  <a:cubicBezTo>
                    <a:pt x="2521" y="2741"/>
                    <a:pt x="2049" y="2269"/>
                    <a:pt x="2049" y="1702"/>
                  </a:cubicBezTo>
                  <a:cubicBezTo>
                    <a:pt x="2049" y="1166"/>
                    <a:pt x="2521" y="693"/>
                    <a:pt x="3120" y="693"/>
                  </a:cubicBezTo>
                  <a:close/>
                  <a:moveTo>
                    <a:pt x="3120" y="3434"/>
                  </a:moveTo>
                  <a:cubicBezTo>
                    <a:pt x="4348" y="3434"/>
                    <a:pt x="5357" y="4348"/>
                    <a:pt x="5514" y="5514"/>
                  </a:cubicBezTo>
                  <a:lnTo>
                    <a:pt x="757" y="5514"/>
                  </a:lnTo>
                  <a:cubicBezTo>
                    <a:pt x="883" y="4348"/>
                    <a:pt x="1891" y="3434"/>
                    <a:pt x="3120" y="3434"/>
                  </a:cubicBezTo>
                  <a:close/>
                  <a:moveTo>
                    <a:pt x="3120" y="0"/>
                  </a:moveTo>
                  <a:cubicBezTo>
                    <a:pt x="2175" y="0"/>
                    <a:pt x="1387" y="756"/>
                    <a:pt x="1387" y="1702"/>
                  </a:cubicBezTo>
                  <a:cubicBezTo>
                    <a:pt x="1387" y="2174"/>
                    <a:pt x="1576" y="2615"/>
                    <a:pt x="1891" y="2930"/>
                  </a:cubicBezTo>
                  <a:lnTo>
                    <a:pt x="1954" y="2962"/>
                  </a:lnTo>
                  <a:cubicBezTo>
                    <a:pt x="851" y="3403"/>
                    <a:pt x="1" y="4506"/>
                    <a:pt x="1" y="5829"/>
                  </a:cubicBezTo>
                  <a:cubicBezTo>
                    <a:pt x="1" y="6049"/>
                    <a:pt x="158" y="6207"/>
                    <a:pt x="379" y="6207"/>
                  </a:cubicBezTo>
                  <a:lnTo>
                    <a:pt x="5892" y="6207"/>
                  </a:lnTo>
                  <a:cubicBezTo>
                    <a:pt x="6081" y="6207"/>
                    <a:pt x="6239" y="6049"/>
                    <a:pt x="6239" y="5829"/>
                  </a:cubicBezTo>
                  <a:cubicBezTo>
                    <a:pt x="6239" y="4537"/>
                    <a:pt x="5420" y="3434"/>
                    <a:pt x="4317" y="2962"/>
                  </a:cubicBezTo>
                  <a:lnTo>
                    <a:pt x="4348" y="2930"/>
                  </a:lnTo>
                  <a:cubicBezTo>
                    <a:pt x="4663" y="2615"/>
                    <a:pt x="4852" y="2174"/>
                    <a:pt x="4852" y="1702"/>
                  </a:cubicBezTo>
                  <a:cubicBezTo>
                    <a:pt x="4852" y="756"/>
                    <a:pt x="4065" y="0"/>
                    <a:pt x="3120" y="0"/>
                  </a:cubicBezTo>
                  <a:close/>
                </a:path>
              </a:pathLst>
            </a:custGeom>
            <a:grpFill/>
            <a:ln>
              <a:noFill/>
            </a:ln>
          </p:spPr>
          <p:txBody>
            <a:bodyPr spcFirstLastPara="1" wrap="square" lIns="62728" tIns="62728" rIns="62728" bIns="62728" anchor="ctr" anchorCtr="0">
              <a:noAutofit/>
            </a:bodyPr>
            <a:lstStyle/>
            <a:p>
              <a:endParaRPr sz="764"/>
            </a:p>
          </p:txBody>
        </p:sp>
        <p:sp>
          <p:nvSpPr>
            <p:cNvPr id="676" name="Google Shape;6599;p63">
              <a:extLst>
                <a:ext uri="{FF2B5EF4-FFF2-40B4-BE49-F238E27FC236}">
                  <a16:creationId xmlns:a16="http://schemas.microsoft.com/office/drawing/2014/main" id="{9884B1B5-3B67-4415-BADA-4D17792FEE2B}"/>
                </a:ext>
              </a:extLst>
            </p:cNvPr>
            <p:cNvSpPr/>
            <p:nvPr/>
          </p:nvSpPr>
          <p:spPr>
            <a:xfrm>
              <a:off x="-34964750" y="1947400"/>
              <a:ext cx="68550" cy="103200"/>
            </a:xfrm>
            <a:custGeom>
              <a:avLst/>
              <a:gdLst/>
              <a:ahLst/>
              <a:cxnLst/>
              <a:rect l="l" t="t" r="r" b="b"/>
              <a:pathLst>
                <a:path w="2742" h="4128" extrusionOk="0">
                  <a:moveTo>
                    <a:pt x="1387" y="725"/>
                  </a:moveTo>
                  <a:cubicBezTo>
                    <a:pt x="1765" y="725"/>
                    <a:pt x="2049" y="1008"/>
                    <a:pt x="2049" y="1386"/>
                  </a:cubicBezTo>
                  <a:lnTo>
                    <a:pt x="2049" y="2773"/>
                  </a:lnTo>
                  <a:cubicBezTo>
                    <a:pt x="2049" y="2836"/>
                    <a:pt x="2049" y="2867"/>
                    <a:pt x="2017" y="2930"/>
                  </a:cubicBezTo>
                  <a:lnTo>
                    <a:pt x="1923" y="2836"/>
                  </a:lnTo>
                  <a:cubicBezTo>
                    <a:pt x="1860" y="2773"/>
                    <a:pt x="1773" y="2741"/>
                    <a:pt x="1686" y="2741"/>
                  </a:cubicBezTo>
                  <a:cubicBezTo>
                    <a:pt x="1600" y="2741"/>
                    <a:pt x="1513" y="2773"/>
                    <a:pt x="1450" y="2836"/>
                  </a:cubicBezTo>
                  <a:cubicBezTo>
                    <a:pt x="1324" y="2962"/>
                    <a:pt x="1324" y="3182"/>
                    <a:pt x="1450" y="3308"/>
                  </a:cubicBezTo>
                  <a:lnTo>
                    <a:pt x="1545" y="3403"/>
                  </a:lnTo>
                  <a:cubicBezTo>
                    <a:pt x="1482" y="3434"/>
                    <a:pt x="1450" y="3434"/>
                    <a:pt x="1387" y="3434"/>
                  </a:cubicBezTo>
                  <a:cubicBezTo>
                    <a:pt x="977" y="3434"/>
                    <a:pt x="694" y="3119"/>
                    <a:pt x="694" y="2773"/>
                  </a:cubicBezTo>
                  <a:lnTo>
                    <a:pt x="694" y="1386"/>
                  </a:lnTo>
                  <a:cubicBezTo>
                    <a:pt x="694" y="977"/>
                    <a:pt x="1040" y="725"/>
                    <a:pt x="1387" y="725"/>
                  </a:cubicBezTo>
                  <a:close/>
                  <a:moveTo>
                    <a:pt x="1387" y="0"/>
                  </a:moveTo>
                  <a:cubicBezTo>
                    <a:pt x="631" y="0"/>
                    <a:pt x="1" y="630"/>
                    <a:pt x="1" y="1386"/>
                  </a:cubicBezTo>
                  <a:lnTo>
                    <a:pt x="1" y="2773"/>
                  </a:lnTo>
                  <a:cubicBezTo>
                    <a:pt x="1" y="3497"/>
                    <a:pt x="631" y="4127"/>
                    <a:pt x="1387" y="4127"/>
                  </a:cubicBezTo>
                  <a:cubicBezTo>
                    <a:pt x="1608" y="4127"/>
                    <a:pt x="1860" y="4064"/>
                    <a:pt x="2080" y="3938"/>
                  </a:cubicBezTo>
                  <a:lnTo>
                    <a:pt x="2175" y="4033"/>
                  </a:lnTo>
                  <a:cubicBezTo>
                    <a:pt x="2222" y="4080"/>
                    <a:pt x="2309" y="4104"/>
                    <a:pt x="2399" y="4104"/>
                  </a:cubicBezTo>
                  <a:cubicBezTo>
                    <a:pt x="2490" y="4104"/>
                    <a:pt x="2584" y="4080"/>
                    <a:pt x="2647" y="4033"/>
                  </a:cubicBezTo>
                  <a:cubicBezTo>
                    <a:pt x="2742" y="3907"/>
                    <a:pt x="2742" y="3655"/>
                    <a:pt x="2647" y="3560"/>
                  </a:cubicBezTo>
                  <a:lnTo>
                    <a:pt x="2553" y="3466"/>
                  </a:lnTo>
                  <a:cubicBezTo>
                    <a:pt x="2679" y="3277"/>
                    <a:pt x="2742" y="3025"/>
                    <a:pt x="2742" y="2773"/>
                  </a:cubicBezTo>
                  <a:lnTo>
                    <a:pt x="2742" y="1386"/>
                  </a:lnTo>
                  <a:cubicBezTo>
                    <a:pt x="2742" y="630"/>
                    <a:pt x="2112" y="0"/>
                    <a:pt x="1387" y="0"/>
                  </a:cubicBezTo>
                  <a:close/>
                </a:path>
              </a:pathLst>
            </a:custGeom>
            <a:grpFill/>
            <a:ln>
              <a:noFill/>
            </a:ln>
          </p:spPr>
          <p:txBody>
            <a:bodyPr spcFirstLastPara="1" wrap="square" lIns="62728" tIns="62728" rIns="62728" bIns="62728" anchor="ctr" anchorCtr="0">
              <a:noAutofit/>
            </a:bodyPr>
            <a:lstStyle/>
            <a:p>
              <a:endParaRPr sz="764"/>
            </a:p>
          </p:txBody>
        </p:sp>
        <p:sp>
          <p:nvSpPr>
            <p:cNvPr id="677" name="Google Shape;6600;p63">
              <a:extLst>
                <a:ext uri="{FF2B5EF4-FFF2-40B4-BE49-F238E27FC236}">
                  <a16:creationId xmlns:a16="http://schemas.microsoft.com/office/drawing/2014/main" id="{79BC177E-4059-45A6-B228-000D197D3CEB}"/>
                </a:ext>
              </a:extLst>
            </p:cNvPr>
            <p:cNvSpPr/>
            <p:nvPr/>
          </p:nvSpPr>
          <p:spPr>
            <a:xfrm>
              <a:off x="-35016725" y="1912725"/>
              <a:ext cx="172500" cy="172025"/>
            </a:xfrm>
            <a:custGeom>
              <a:avLst/>
              <a:gdLst/>
              <a:ahLst/>
              <a:cxnLst/>
              <a:rect l="l" t="t" r="r" b="b"/>
              <a:pathLst>
                <a:path w="6900" h="6881" extrusionOk="0">
                  <a:moveTo>
                    <a:pt x="3466" y="726"/>
                  </a:moveTo>
                  <a:cubicBezTo>
                    <a:pt x="4947" y="726"/>
                    <a:pt x="6175" y="1954"/>
                    <a:pt x="6175" y="3467"/>
                  </a:cubicBezTo>
                  <a:cubicBezTo>
                    <a:pt x="6207" y="4979"/>
                    <a:pt x="4978" y="6207"/>
                    <a:pt x="3466" y="6207"/>
                  </a:cubicBezTo>
                  <a:cubicBezTo>
                    <a:pt x="2930" y="6207"/>
                    <a:pt x="2426" y="6050"/>
                    <a:pt x="1985" y="5766"/>
                  </a:cubicBezTo>
                  <a:cubicBezTo>
                    <a:pt x="1942" y="5745"/>
                    <a:pt x="1868" y="5708"/>
                    <a:pt x="1806" y="5708"/>
                  </a:cubicBezTo>
                  <a:cubicBezTo>
                    <a:pt x="1778" y="5708"/>
                    <a:pt x="1753" y="5715"/>
                    <a:pt x="1733" y="5735"/>
                  </a:cubicBezTo>
                  <a:lnTo>
                    <a:pt x="946" y="5987"/>
                  </a:lnTo>
                  <a:lnTo>
                    <a:pt x="1198" y="5199"/>
                  </a:lnTo>
                  <a:cubicBezTo>
                    <a:pt x="1261" y="5136"/>
                    <a:pt x="1198" y="5010"/>
                    <a:pt x="1166" y="4947"/>
                  </a:cubicBezTo>
                  <a:cubicBezTo>
                    <a:pt x="914" y="4506"/>
                    <a:pt x="757" y="4002"/>
                    <a:pt x="757" y="3467"/>
                  </a:cubicBezTo>
                  <a:cubicBezTo>
                    <a:pt x="757" y="1954"/>
                    <a:pt x="1954" y="726"/>
                    <a:pt x="3466" y="726"/>
                  </a:cubicBezTo>
                  <a:close/>
                  <a:moveTo>
                    <a:pt x="3466" y="1"/>
                  </a:moveTo>
                  <a:cubicBezTo>
                    <a:pt x="1576" y="1"/>
                    <a:pt x="32" y="1545"/>
                    <a:pt x="32" y="3435"/>
                  </a:cubicBezTo>
                  <a:cubicBezTo>
                    <a:pt x="32" y="4034"/>
                    <a:pt x="190" y="4569"/>
                    <a:pt x="473" y="5136"/>
                  </a:cubicBezTo>
                  <a:lnTo>
                    <a:pt x="32" y="6428"/>
                  </a:lnTo>
                  <a:cubicBezTo>
                    <a:pt x="0" y="6554"/>
                    <a:pt x="32" y="6712"/>
                    <a:pt x="95" y="6775"/>
                  </a:cubicBezTo>
                  <a:cubicBezTo>
                    <a:pt x="166" y="6845"/>
                    <a:pt x="272" y="6881"/>
                    <a:pt x="374" y="6881"/>
                  </a:cubicBezTo>
                  <a:cubicBezTo>
                    <a:pt x="408" y="6881"/>
                    <a:pt x="442" y="6877"/>
                    <a:pt x="473" y="6869"/>
                  </a:cubicBezTo>
                  <a:lnTo>
                    <a:pt x="1765" y="6428"/>
                  </a:lnTo>
                  <a:cubicBezTo>
                    <a:pt x="2269" y="6712"/>
                    <a:pt x="2867" y="6869"/>
                    <a:pt x="3466" y="6869"/>
                  </a:cubicBezTo>
                  <a:cubicBezTo>
                    <a:pt x="5356" y="6869"/>
                    <a:pt x="6900" y="5325"/>
                    <a:pt x="6900" y="3435"/>
                  </a:cubicBezTo>
                  <a:cubicBezTo>
                    <a:pt x="6869" y="1576"/>
                    <a:pt x="5356" y="1"/>
                    <a:pt x="3466"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65" name="Google Shape;6601;p63">
            <a:extLst>
              <a:ext uri="{FF2B5EF4-FFF2-40B4-BE49-F238E27FC236}">
                <a16:creationId xmlns:a16="http://schemas.microsoft.com/office/drawing/2014/main" id="{7ECB2E6A-D9EB-4A6D-B1FF-8F2A474E5877}"/>
              </a:ext>
            </a:extLst>
          </p:cNvPr>
          <p:cNvGrpSpPr/>
          <p:nvPr/>
        </p:nvGrpSpPr>
        <p:grpSpPr>
          <a:xfrm>
            <a:off x="6658476" y="3148734"/>
            <a:ext cx="229182" cy="229517"/>
            <a:chOff x="-35134875" y="2272675"/>
            <a:chExt cx="291450" cy="291875"/>
          </a:xfrm>
          <a:solidFill>
            <a:schemeClr val="tx1"/>
          </a:solidFill>
        </p:grpSpPr>
        <p:sp>
          <p:nvSpPr>
            <p:cNvPr id="671" name="Google Shape;6602;p63">
              <a:extLst>
                <a:ext uri="{FF2B5EF4-FFF2-40B4-BE49-F238E27FC236}">
                  <a16:creationId xmlns:a16="http://schemas.microsoft.com/office/drawing/2014/main" id="{164EBBB6-59E7-4E2B-88FD-B8790F47D64D}"/>
                </a:ext>
              </a:extLst>
            </p:cNvPr>
            <p:cNvSpPr/>
            <p:nvPr/>
          </p:nvSpPr>
          <p:spPr>
            <a:xfrm>
              <a:off x="-35134875" y="2272675"/>
              <a:ext cx="291450" cy="291875"/>
            </a:xfrm>
            <a:custGeom>
              <a:avLst/>
              <a:gdLst/>
              <a:ahLst/>
              <a:cxnLst/>
              <a:rect l="l" t="t" r="r" b="b"/>
              <a:pathLst>
                <a:path w="11658" h="11675" extrusionOk="0">
                  <a:moveTo>
                    <a:pt x="9925" y="662"/>
                  </a:moveTo>
                  <a:cubicBezTo>
                    <a:pt x="10460" y="662"/>
                    <a:pt x="10933" y="1135"/>
                    <a:pt x="10933" y="1733"/>
                  </a:cubicBezTo>
                  <a:lnTo>
                    <a:pt x="10933" y="5136"/>
                  </a:lnTo>
                  <a:cubicBezTo>
                    <a:pt x="10933" y="5703"/>
                    <a:pt x="10460" y="6176"/>
                    <a:pt x="9925" y="6176"/>
                  </a:cubicBezTo>
                  <a:cubicBezTo>
                    <a:pt x="9704" y="6176"/>
                    <a:pt x="9547" y="6333"/>
                    <a:pt x="9547" y="6522"/>
                  </a:cubicBezTo>
                  <a:lnTo>
                    <a:pt x="9547" y="7751"/>
                  </a:lnTo>
                  <a:lnTo>
                    <a:pt x="8192" y="6365"/>
                  </a:lnTo>
                  <a:lnTo>
                    <a:pt x="8192" y="4474"/>
                  </a:lnTo>
                  <a:cubicBezTo>
                    <a:pt x="8192" y="3529"/>
                    <a:pt x="7404" y="2742"/>
                    <a:pt x="6459" y="2742"/>
                  </a:cubicBezTo>
                  <a:lnTo>
                    <a:pt x="3372" y="2742"/>
                  </a:lnTo>
                  <a:lnTo>
                    <a:pt x="3372" y="1733"/>
                  </a:lnTo>
                  <a:cubicBezTo>
                    <a:pt x="3372" y="1166"/>
                    <a:pt x="3844" y="662"/>
                    <a:pt x="4411" y="662"/>
                  </a:cubicBezTo>
                  <a:close/>
                  <a:moveTo>
                    <a:pt x="6459" y="3403"/>
                  </a:moveTo>
                  <a:cubicBezTo>
                    <a:pt x="6995" y="3403"/>
                    <a:pt x="7499" y="3876"/>
                    <a:pt x="7499" y="4474"/>
                  </a:cubicBezTo>
                  <a:lnTo>
                    <a:pt x="7499" y="7908"/>
                  </a:lnTo>
                  <a:lnTo>
                    <a:pt x="7467" y="7908"/>
                  </a:lnTo>
                  <a:cubicBezTo>
                    <a:pt x="7467" y="8444"/>
                    <a:pt x="6995" y="8917"/>
                    <a:pt x="6396" y="8917"/>
                  </a:cubicBezTo>
                  <a:lnTo>
                    <a:pt x="3687" y="8917"/>
                  </a:lnTo>
                  <a:cubicBezTo>
                    <a:pt x="3624" y="8917"/>
                    <a:pt x="3498" y="8948"/>
                    <a:pt x="3466" y="9043"/>
                  </a:cubicBezTo>
                  <a:lnTo>
                    <a:pt x="1986" y="10492"/>
                  </a:lnTo>
                  <a:lnTo>
                    <a:pt x="1986" y="9295"/>
                  </a:lnTo>
                  <a:cubicBezTo>
                    <a:pt x="1986" y="9074"/>
                    <a:pt x="1828" y="8917"/>
                    <a:pt x="1639" y="8917"/>
                  </a:cubicBezTo>
                  <a:cubicBezTo>
                    <a:pt x="1103" y="8917"/>
                    <a:pt x="631" y="8444"/>
                    <a:pt x="631" y="7908"/>
                  </a:cubicBezTo>
                  <a:lnTo>
                    <a:pt x="631" y="4474"/>
                  </a:lnTo>
                  <a:cubicBezTo>
                    <a:pt x="631" y="3939"/>
                    <a:pt x="1103" y="3403"/>
                    <a:pt x="1639" y="3403"/>
                  </a:cubicBezTo>
                  <a:close/>
                  <a:moveTo>
                    <a:pt x="4411" y="1"/>
                  </a:moveTo>
                  <a:cubicBezTo>
                    <a:pt x="3466" y="1"/>
                    <a:pt x="2710" y="788"/>
                    <a:pt x="2710" y="1733"/>
                  </a:cubicBezTo>
                  <a:lnTo>
                    <a:pt x="2710" y="2742"/>
                  </a:lnTo>
                  <a:lnTo>
                    <a:pt x="1671" y="2742"/>
                  </a:lnTo>
                  <a:cubicBezTo>
                    <a:pt x="725" y="2742"/>
                    <a:pt x="1" y="3529"/>
                    <a:pt x="1" y="4474"/>
                  </a:cubicBezTo>
                  <a:lnTo>
                    <a:pt x="1" y="7908"/>
                  </a:lnTo>
                  <a:cubicBezTo>
                    <a:pt x="1" y="8728"/>
                    <a:pt x="568" y="9452"/>
                    <a:pt x="1355" y="9610"/>
                  </a:cubicBezTo>
                  <a:lnTo>
                    <a:pt x="1355" y="11342"/>
                  </a:lnTo>
                  <a:cubicBezTo>
                    <a:pt x="1355" y="11500"/>
                    <a:pt x="1450" y="11594"/>
                    <a:pt x="1576" y="11657"/>
                  </a:cubicBezTo>
                  <a:cubicBezTo>
                    <a:pt x="1607" y="11668"/>
                    <a:pt x="1646" y="11675"/>
                    <a:pt x="1687" y="11675"/>
                  </a:cubicBezTo>
                  <a:cubicBezTo>
                    <a:pt x="1769" y="11675"/>
                    <a:pt x="1860" y="11647"/>
                    <a:pt x="1923" y="11563"/>
                  </a:cubicBezTo>
                  <a:lnTo>
                    <a:pt x="3876" y="9610"/>
                  </a:lnTo>
                  <a:lnTo>
                    <a:pt x="6491" y="9610"/>
                  </a:lnTo>
                  <a:cubicBezTo>
                    <a:pt x="7436" y="9610"/>
                    <a:pt x="8224" y="8854"/>
                    <a:pt x="8224" y="7908"/>
                  </a:cubicBezTo>
                  <a:lnTo>
                    <a:pt x="8224" y="7341"/>
                  </a:lnTo>
                  <a:lnTo>
                    <a:pt x="9704" y="8822"/>
                  </a:lnTo>
                  <a:cubicBezTo>
                    <a:pt x="9773" y="8868"/>
                    <a:pt x="9876" y="8897"/>
                    <a:pt x="9976" y="8897"/>
                  </a:cubicBezTo>
                  <a:cubicBezTo>
                    <a:pt x="10013" y="8897"/>
                    <a:pt x="10049" y="8893"/>
                    <a:pt x="10082" y="8885"/>
                  </a:cubicBezTo>
                  <a:cubicBezTo>
                    <a:pt x="10208" y="8854"/>
                    <a:pt x="10271" y="8696"/>
                    <a:pt x="10271" y="8570"/>
                  </a:cubicBezTo>
                  <a:lnTo>
                    <a:pt x="10271" y="6837"/>
                  </a:lnTo>
                  <a:cubicBezTo>
                    <a:pt x="11059" y="6680"/>
                    <a:pt x="11658" y="5987"/>
                    <a:pt x="11658" y="5136"/>
                  </a:cubicBezTo>
                  <a:lnTo>
                    <a:pt x="11658" y="1733"/>
                  </a:lnTo>
                  <a:cubicBezTo>
                    <a:pt x="11595" y="788"/>
                    <a:pt x="10870" y="1"/>
                    <a:pt x="9925" y="1"/>
                  </a:cubicBezTo>
                  <a:close/>
                </a:path>
              </a:pathLst>
            </a:custGeom>
            <a:grpFill/>
            <a:ln>
              <a:noFill/>
            </a:ln>
          </p:spPr>
          <p:txBody>
            <a:bodyPr spcFirstLastPara="1" wrap="square" lIns="62728" tIns="62728" rIns="62728" bIns="62728" anchor="ctr" anchorCtr="0">
              <a:noAutofit/>
            </a:bodyPr>
            <a:lstStyle/>
            <a:p>
              <a:endParaRPr sz="764"/>
            </a:p>
          </p:txBody>
        </p:sp>
        <p:sp>
          <p:nvSpPr>
            <p:cNvPr id="672" name="Google Shape;6603;p63">
              <a:extLst>
                <a:ext uri="{FF2B5EF4-FFF2-40B4-BE49-F238E27FC236}">
                  <a16:creationId xmlns:a16="http://schemas.microsoft.com/office/drawing/2014/main" id="{67FB55C3-80CB-4D80-B911-860F28F26C48}"/>
                </a:ext>
              </a:extLst>
            </p:cNvPr>
            <p:cNvSpPr/>
            <p:nvPr/>
          </p:nvSpPr>
          <p:spPr>
            <a:xfrm>
              <a:off x="-35093925" y="2419175"/>
              <a:ext cx="18150" cy="17350"/>
            </a:xfrm>
            <a:custGeom>
              <a:avLst/>
              <a:gdLst/>
              <a:ahLst/>
              <a:cxnLst/>
              <a:rect l="l" t="t" r="r" b="b"/>
              <a:pathLst>
                <a:path w="726" h="694" extrusionOk="0">
                  <a:moveTo>
                    <a:pt x="348" y="1"/>
                  </a:moveTo>
                  <a:cubicBezTo>
                    <a:pt x="159" y="1"/>
                    <a:pt x="1" y="158"/>
                    <a:pt x="1" y="347"/>
                  </a:cubicBezTo>
                  <a:cubicBezTo>
                    <a:pt x="1" y="536"/>
                    <a:pt x="159" y="694"/>
                    <a:pt x="348" y="694"/>
                  </a:cubicBezTo>
                  <a:cubicBezTo>
                    <a:pt x="568" y="694"/>
                    <a:pt x="726" y="536"/>
                    <a:pt x="726" y="347"/>
                  </a:cubicBezTo>
                  <a:cubicBezTo>
                    <a:pt x="726" y="158"/>
                    <a:pt x="568" y="1"/>
                    <a:pt x="348" y="1"/>
                  </a:cubicBezTo>
                  <a:close/>
                </a:path>
              </a:pathLst>
            </a:custGeom>
            <a:grpFill/>
            <a:ln>
              <a:noFill/>
            </a:ln>
          </p:spPr>
          <p:txBody>
            <a:bodyPr spcFirstLastPara="1" wrap="square" lIns="62728" tIns="62728" rIns="62728" bIns="62728" anchor="ctr" anchorCtr="0">
              <a:noAutofit/>
            </a:bodyPr>
            <a:lstStyle/>
            <a:p>
              <a:endParaRPr sz="764"/>
            </a:p>
          </p:txBody>
        </p:sp>
        <p:sp>
          <p:nvSpPr>
            <p:cNvPr id="673" name="Google Shape;6604;p63">
              <a:extLst>
                <a:ext uri="{FF2B5EF4-FFF2-40B4-BE49-F238E27FC236}">
                  <a16:creationId xmlns:a16="http://schemas.microsoft.com/office/drawing/2014/main" id="{2AE28494-C7EF-46EC-A9E5-DECA125C730A}"/>
                </a:ext>
              </a:extLst>
            </p:cNvPr>
            <p:cNvSpPr/>
            <p:nvPr/>
          </p:nvSpPr>
          <p:spPr>
            <a:xfrm>
              <a:off x="-35042725" y="241917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674" name="Google Shape;6605;p63">
              <a:extLst>
                <a:ext uri="{FF2B5EF4-FFF2-40B4-BE49-F238E27FC236}">
                  <a16:creationId xmlns:a16="http://schemas.microsoft.com/office/drawing/2014/main" id="{DEA79731-371E-4394-A630-BE047D3BE210}"/>
                </a:ext>
              </a:extLst>
            </p:cNvPr>
            <p:cNvSpPr/>
            <p:nvPr/>
          </p:nvSpPr>
          <p:spPr>
            <a:xfrm>
              <a:off x="-34991525" y="241917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66" name="Google Shape;6606;p63">
            <a:extLst>
              <a:ext uri="{FF2B5EF4-FFF2-40B4-BE49-F238E27FC236}">
                <a16:creationId xmlns:a16="http://schemas.microsoft.com/office/drawing/2014/main" id="{033DC516-724A-47E4-AEF5-C1A6CCCB0001}"/>
              </a:ext>
            </a:extLst>
          </p:cNvPr>
          <p:cNvGrpSpPr/>
          <p:nvPr/>
        </p:nvGrpSpPr>
        <p:grpSpPr>
          <a:xfrm>
            <a:off x="6685419" y="3419564"/>
            <a:ext cx="175297" cy="229182"/>
            <a:chOff x="-35101800" y="2631050"/>
            <a:chExt cx="222925" cy="291450"/>
          </a:xfrm>
          <a:solidFill>
            <a:schemeClr val="tx1"/>
          </a:solidFill>
        </p:grpSpPr>
        <p:sp>
          <p:nvSpPr>
            <p:cNvPr id="667" name="Google Shape;6607;p63">
              <a:extLst>
                <a:ext uri="{FF2B5EF4-FFF2-40B4-BE49-F238E27FC236}">
                  <a16:creationId xmlns:a16="http://schemas.microsoft.com/office/drawing/2014/main" id="{302262EC-4495-4069-AEFC-D9992112131D}"/>
                </a:ext>
              </a:extLst>
            </p:cNvPr>
            <p:cNvSpPr/>
            <p:nvPr/>
          </p:nvSpPr>
          <p:spPr>
            <a:xfrm>
              <a:off x="-34999400" y="2699575"/>
              <a:ext cx="18150" cy="18125"/>
            </a:xfrm>
            <a:custGeom>
              <a:avLst/>
              <a:gdLst/>
              <a:ahLst/>
              <a:cxnLst/>
              <a:rect l="l" t="t" r="r" b="b"/>
              <a:pathLst>
                <a:path w="726" h="725" extrusionOk="0">
                  <a:moveTo>
                    <a:pt x="347" y="0"/>
                  </a:moveTo>
                  <a:cubicBezTo>
                    <a:pt x="158" y="0"/>
                    <a:pt x="1" y="158"/>
                    <a:pt x="1" y="347"/>
                  </a:cubicBezTo>
                  <a:cubicBezTo>
                    <a:pt x="1" y="567"/>
                    <a:pt x="158" y="725"/>
                    <a:pt x="347" y="725"/>
                  </a:cubicBezTo>
                  <a:cubicBezTo>
                    <a:pt x="568" y="725"/>
                    <a:pt x="725" y="567"/>
                    <a:pt x="725" y="347"/>
                  </a:cubicBezTo>
                  <a:cubicBezTo>
                    <a:pt x="725" y="158"/>
                    <a:pt x="568"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668" name="Google Shape;6608;p63">
              <a:extLst>
                <a:ext uri="{FF2B5EF4-FFF2-40B4-BE49-F238E27FC236}">
                  <a16:creationId xmlns:a16="http://schemas.microsoft.com/office/drawing/2014/main" id="{81B948F7-B4A6-46FA-88E7-3B58BEECCCBA}"/>
                </a:ext>
              </a:extLst>
            </p:cNvPr>
            <p:cNvSpPr/>
            <p:nvPr/>
          </p:nvSpPr>
          <p:spPr>
            <a:xfrm>
              <a:off x="-34999400" y="2732650"/>
              <a:ext cx="18150" cy="52800"/>
            </a:xfrm>
            <a:custGeom>
              <a:avLst/>
              <a:gdLst/>
              <a:ahLst/>
              <a:cxnLst/>
              <a:rect l="l" t="t" r="r" b="b"/>
              <a:pathLst>
                <a:path w="726" h="2112" extrusionOk="0">
                  <a:moveTo>
                    <a:pt x="347" y="0"/>
                  </a:moveTo>
                  <a:cubicBezTo>
                    <a:pt x="158" y="0"/>
                    <a:pt x="1" y="190"/>
                    <a:pt x="1" y="379"/>
                  </a:cubicBezTo>
                  <a:lnTo>
                    <a:pt x="1" y="1765"/>
                  </a:lnTo>
                  <a:cubicBezTo>
                    <a:pt x="1" y="1985"/>
                    <a:pt x="158" y="2111"/>
                    <a:pt x="347" y="2111"/>
                  </a:cubicBezTo>
                  <a:cubicBezTo>
                    <a:pt x="568" y="2111"/>
                    <a:pt x="725" y="1954"/>
                    <a:pt x="725" y="1765"/>
                  </a:cubicBezTo>
                  <a:lnTo>
                    <a:pt x="725" y="379"/>
                  </a:lnTo>
                  <a:cubicBezTo>
                    <a:pt x="725" y="190"/>
                    <a:pt x="568"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669" name="Google Shape;6609;p63">
              <a:extLst>
                <a:ext uri="{FF2B5EF4-FFF2-40B4-BE49-F238E27FC236}">
                  <a16:creationId xmlns:a16="http://schemas.microsoft.com/office/drawing/2014/main" id="{9F495D49-8C93-49DA-99CC-3BDEDDBD4755}"/>
                </a:ext>
              </a:extLst>
            </p:cNvPr>
            <p:cNvSpPr/>
            <p:nvPr/>
          </p:nvSpPr>
          <p:spPr>
            <a:xfrm>
              <a:off x="-35067125" y="2665700"/>
              <a:ext cx="153600" cy="154400"/>
            </a:xfrm>
            <a:custGeom>
              <a:avLst/>
              <a:gdLst/>
              <a:ahLst/>
              <a:cxnLst/>
              <a:rect l="l" t="t" r="r" b="b"/>
              <a:pathLst>
                <a:path w="6144" h="6176" extrusionOk="0">
                  <a:moveTo>
                    <a:pt x="3056" y="694"/>
                  </a:moveTo>
                  <a:cubicBezTo>
                    <a:pt x="4411" y="694"/>
                    <a:pt x="5482" y="1765"/>
                    <a:pt x="5482" y="3088"/>
                  </a:cubicBezTo>
                  <a:cubicBezTo>
                    <a:pt x="5482" y="4443"/>
                    <a:pt x="4411" y="5482"/>
                    <a:pt x="3056" y="5482"/>
                  </a:cubicBezTo>
                  <a:cubicBezTo>
                    <a:pt x="1733" y="5482"/>
                    <a:pt x="662" y="4443"/>
                    <a:pt x="662" y="3088"/>
                  </a:cubicBezTo>
                  <a:cubicBezTo>
                    <a:pt x="662" y="1796"/>
                    <a:pt x="1764" y="694"/>
                    <a:pt x="3056" y="694"/>
                  </a:cubicBezTo>
                  <a:close/>
                  <a:moveTo>
                    <a:pt x="3056" y="1"/>
                  </a:moveTo>
                  <a:cubicBezTo>
                    <a:pt x="1386" y="1"/>
                    <a:pt x="0" y="1387"/>
                    <a:pt x="0" y="3088"/>
                  </a:cubicBezTo>
                  <a:cubicBezTo>
                    <a:pt x="0" y="4789"/>
                    <a:pt x="1386" y="6176"/>
                    <a:pt x="3056" y="6176"/>
                  </a:cubicBezTo>
                  <a:cubicBezTo>
                    <a:pt x="4757" y="6176"/>
                    <a:pt x="6144" y="4789"/>
                    <a:pt x="6144" y="3088"/>
                  </a:cubicBezTo>
                  <a:cubicBezTo>
                    <a:pt x="6144" y="1387"/>
                    <a:pt x="4757" y="1"/>
                    <a:pt x="3056" y="1"/>
                  </a:cubicBezTo>
                  <a:close/>
                </a:path>
              </a:pathLst>
            </a:custGeom>
            <a:grpFill/>
            <a:ln>
              <a:noFill/>
            </a:ln>
          </p:spPr>
          <p:txBody>
            <a:bodyPr spcFirstLastPara="1" wrap="square" lIns="62728" tIns="62728" rIns="62728" bIns="62728" anchor="ctr" anchorCtr="0">
              <a:noAutofit/>
            </a:bodyPr>
            <a:lstStyle/>
            <a:p>
              <a:endParaRPr sz="764"/>
            </a:p>
          </p:txBody>
        </p:sp>
        <p:sp>
          <p:nvSpPr>
            <p:cNvPr id="670" name="Google Shape;6610;p63">
              <a:extLst>
                <a:ext uri="{FF2B5EF4-FFF2-40B4-BE49-F238E27FC236}">
                  <a16:creationId xmlns:a16="http://schemas.microsoft.com/office/drawing/2014/main" id="{D367C293-CF5E-4B9D-8079-9745425B304A}"/>
                </a:ext>
              </a:extLst>
            </p:cNvPr>
            <p:cNvSpPr/>
            <p:nvPr/>
          </p:nvSpPr>
          <p:spPr>
            <a:xfrm>
              <a:off x="-35101800" y="2631050"/>
              <a:ext cx="222925" cy="291450"/>
            </a:xfrm>
            <a:custGeom>
              <a:avLst/>
              <a:gdLst/>
              <a:ahLst/>
              <a:cxnLst/>
              <a:rect l="l" t="t" r="r" b="b"/>
              <a:pathLst>
                <a:path w="8917" h="11658" extrusionOk="0">
                  <a:moveTo>
                    <a:pt x="4443" y="693"/>
                  </a:moveTo>
                  <a:cubicBezTo>
                    <a:pt x="6554" y="693"/>
                    <a:pt x="8192" y="2395"/>
                    <a:pt x="8192" y="4474"/>
                  </a:cubicBezTo>
                  <a:cubicBezTo>
                    <a:pt x="8192" y="5293"/>
                    <a:pt x="7940" y="6081"/>
                    <a:pt x="7436" y="6711"/>
                  </a:cubicBezTo>
                  <a:lnTo>
                    <a:pt x="4443" y="10775"/>
                  </a:lnTo>
                  <a:lnTo>
                    <a:pt x="1450" y="6711"/>
                  </a:lnTo>
                  <a:cubicBezTo>
                    <a:pt x="1009" y="6049"/>
                    <a:pt x="726" y="5293"/>
                    <a:pt x="726" y="4474"/>
                  </a:cubicBezTo>
                  <a:cubicBezTo>
                    <a:pt x="726" y="2395"/>
                    <a:pt x="2364" y="693"/>
                    <a:pt x="4443" y="693"/>
                  </a:cubicBezTo>
                  <a:close/>
                  <a:moveTo>
                    <a:pt x="4443" y="0"/>
                  </a:moveTo>
                  <a:cubicBezTo>
                    <a:pt x="2017" y="0"/>
                    <a:pt x="1" y="1985"/>
                    <a:pt x="1" y="4443"/>
                  </a:cubicBezTo>
                  <a:cubicBezTo>
                    <a:pt x="1" y="5419"/>
                    <a:pt x="316" y="6333"/>
                    <a:pt x="883" y="7120"/>
                  </a:cubicBezTo>
                  <a:lnTo>
                    <a:pt x="4191" y="11531"/>
                  </a:lnTo>
                  <a:cubicBezTo>
                    <a:pt x="4254" y="11594"/>
                    <a:pt x="4349" y="11657"/>
                    <a:pt x="4443" y="11657"/>
                  </a:cubicBezTo>
                  <a:cubicBezTo>
                    <a:pt x="4569" y="11657"/>
                    <a:pt x="4664" y="11594"/>
                    <a:pt x="4727" y="11531"/>
                  </a:cubicBezTo>
                  <a:lnTo>
                    <a:pt x="8003" y="7120"/>
                  </a:lnTo>
                  <a:cubicBezTo>
                    <a:pt x="8602" y="6333"/>
                    <a:pt x="8917" y="5419"/>
                    <a:pt x="8917" y="4443"/>
                  </a:cubicBezTo>
                  <a:cubicBezTo>
                    <a:pt x="8917" y="1985"/>
                    <a:pt x="6901" y="0"/>
                    <a:pt x="4443" y="0"/>
                  </a:cubicBezTo>
                  <a:close/>
                </a:path>
              </a:pathLst>
            </a:custGeom>
            <a:grpFill/>
            <a:ln>
              <a:noFill/>
            </a:ln>
          </p:spPr>
          <p:txBody>
            <a:bodyPr spcFirstLastPara="1" wrap="square" lIns="62728" tIns="62728" rIns="62728" bIns="62728" anchor="ctr" anchorCtr="0">
              <a:noAutofit/>
            </a:bodyPr>
            <a:lstStyle/>
            <a:p>
              <a:endParaRPr sz="764"/>
            </a:p>
          </p:txBody>
        </p:sp>
      </p:grpSp>
      <p:sp>
        <p:nvSpPr>
          <p:cNvPr id="567" name="Google Shape;6611;p63">
            <a:extLst>
              <a:ext uri="{FF2B5EF4-FFF2-40B4-BE49-F238E27FC236}">
                <a16:creationId xmlns:a16="http://schemas.microsoft.com/office/drawing/2014/main" id="{F60D3FAF-6C53-4451-9FD0-97BFA09C0ED3}"/>
              </a:ext>
            </a:extLst>
          </p:cNvPr>
          <p:cNvSpPr/>
          <p:nvPr/>
        </p:nvSpPr>
        <p:spPr>
          <a:xfrm>
            <a:off x="8107418" y="2856084"/>
            <a:ext cx="219254" cy="230264"/>
          </a:xfrm>
          <a:custGeom>
            <a:avLst/>
            <a:gdLst/>
            <a:ahLst/>
            <a:cxnLst/>
            <a:rect l="l" t="t" r="r" b="b"/>
            <a:pathLst>
              <a:path w="11153" h="11713" extrusionOk="0">
                <a:moveTo>
                  <a:pt x="9594" y="693"/>
                </a:moveTo>
                <a:cubicBezTo>
                  <a:pt x="9767" y="693"/>
                  <a:pt x="9940" y="764"/>
                  <a:pt x="10082" y="906"/>
                </a:cubicBezTo>
                <a:cubicBezTo>
                  <a:pt x="10365" y="1158"/>
                  <a:pt x="10365" y="1599"/>
                  <a:pt x="10082" y="1883"/>
                </a:cubicBezTo>
                <a:lnTo>
                  <a:pt x="9168" y="2796"/>
                </a:lnTo>
                <a:lnTo>
                  <a:pt x="6175" y="3364"/>
                </a:lnTo>
                <a:lnTo>
                  <a:pt x="6175" y="1410"/>
                </a:lnTo>
                <a:lnTo>
                  <a:pt x="8475" y="1410"/>
                </a:lnTo>
                <a:cubicBezTo>
                  <a:pt x="8538" y="1410"/>
                  <a:pt x="8664" y="1379"/>
                  <a:pt x="8696" y="1284"/>
                </a:cubicBezTo>
                <a:lnTo>
                  <a:pt x="9105" y="906"/>
                </a:lnTo>
                <a:cubicBezTo>
                  <a:pt x="9247" y="764"/>
                  <a:pt x="9420" y="693"/>
                  <a:pt x="9594" y="693"/>
                </a:cubicBezTo>
                <a:close/>
                <a:moveTo>
                  <a:pt x="5136" y="749"/>
                </a:moveTo>
                <a:cubicBezTo>
                  <a:pt x="5325" y="749"/>
                  <a:pt x="5482" y="906"/>
                  <a:pt x="5482" y="1095"/>
                </a:cubicBezTo>
                <a:lnTo>
                  <a:pt x="5482" y="4214"/>
                </a:lnTo>
                <a:cubicBezTo>
                  <a:pt x="5356" y="4151"/>
                  <a:pt x="5230" y="4151"/>
                  <a:pt x="5136" y="4151"/>
                </a:cubicBezTo>
                <a:cubicBezTo>
                  <a:pt x="5010" y="4151"/>
                  <a:pt x="4884" y="4151"/>
                  <a:pt x="4758" y="4214"/>
                </a:cubicBezTo>
                <a:lnTo>
                  <a:pt x="4758" y="1095"/>
                </a:lnTo>
                <a:cubicBezTo>
                  <a:pt x="4758" y="906"/>
                  <a:pt x="4915" y="749"/>
                  <a:pt x="5136" y="749"/>
                </a:cubicBezTo>
                <a:close/>
                <a:moveTo>
                  <a:pt x="5136" y="4844"/>
                </a:moveTo>
                <a:cubicBezTo>
                  <a:pt x="5671" y="4844"/>
                  <a:pt x="6144" y="5317"/>
                  <a:pt x="6144" y="5852"/>
                </a:cubicBezTo>
                <a:cubicBezTo>
                  <a:pt x="6144" y="6419"/>
                  <a:pt x="5671" y="6861"/>
                  <a:pt x="5136" y="6861"/>
                </a:cubicBezTo>
                <a:cubicBezTo>
                  <a:pt x="4568" y="6861"/>
                  <a:pt x="4096" y="6388"/>
                  <a:pt x="4096" y="5852"/>
                </a:cubicBezTo>
                <a:cubicBezTo>
                  <a:pt x="4096" y="5317"/>
                  <a:pt x="4568" y="4844"/>
                  <a:pt x="5136" y="4844"/>
                </a:cubicBezTo>
                <a:close/>
                <a:moveTo>
                  <a:pt x="4096" y="1442"/>
                </a:moveTo>
                <a:lnTo>
                  <a:pt x="4096" y="4529"/>
                </a:lnTo>
                <a:cubicBezTo>
                  <a:pt x="3655" y="4844"/>
                  <a:pt x="3434" y="5348"/>
                  <a:pt x="3434" y="5884"/>
                </a:cubicBezTo>
                <a:cubicBezTo>
                  <a:pt x="3434" y="6136"/>
                  <a:pt x="3466" y="6419"/>
                  <a:pt x="3592" y="6609"/>
                </a:cubicBezTo>
                <a:lnTo>
                  <a:pt x="2332" y="8184"/>
                </a:lnTo>
                <a:cubicBezTo>
                  <a:pt x="1323" y="7522"/>
                  <a:pt x="725" y="6356"/>
                  <a:pt x="725" y="5159"/>
                </a:cubicBezTo>
                <a:cubicBezTo>
                  <a:pt x="662" y="3143"/>
                  <a:pt x="2206" y="1568"/>
                  <a:pt x="4096" y="1442"/>
                </a:cubicBezTo>
                <a:close/>
                <a:moveTo>
                  <a:pt x="8916" y="3521"/>
                </a:moveTo>
                <a:lnTo>
                  <a:pt x="8916" y="4466"/>
                </a:lnTo>
                <a:cubicBezTo>
                  <a:pt x="8916" y="4529"/>
                  <a:pt x="8916" y="4592"/>
                  <a:pt x="8948" y="4624"/>
                </a:cubicBezTo>
                <a:lnTo>
                  <a:pt x="9798" y="6419"/>
                </a:lnTo>
                <a:cubicBezTo>
                  <a:pt x="9893" y="6577"/>
                  <a:pt x="9798" y="6672"/>
                  <a:pt x="9798" y="6735"/>
                </a:cubicBezTo>
                <a:cubicBezTo>
                  <a:pt x="9767" y="6766"/>
                  <a:pt x="9704" y="6892"/>
                  <a:pt x="9546" y="6892"/>
                </a:cubicBezTo>
                <a:lnTo>
                  <a:pt x="9263" y="6892"/>
                </a:lnTo>
                <a:cubicBezTo>
                  <a:pt x="9074" y="6892"/>
                  <a:pt x="8916" y="7050"/>
                  <a:pt x="8916" y="7239"/>
                </a:cubicBezTo>
                <a:lnTo>
                  <a:pt x="8916" y="8341"/>
                </a:lnTo>
                <a:cubicBezTo>
                  <a:pt x="8633" y="8467"/>
                  <a:pt x="8381" y="8656"/>
                  <a:pt x="8286" y="8971"/>
                </a:cubicBezTo>
                <a:lnTo>
                  <a:pt x="6522" y="8971"/>
                </a:lnTo>
                <a:cubicBezTo>
                  <a:pt x="5955" y="8971"/>
                  <a:pt x="5482" y="8499"/>
                  <a:pt x="5482" y="7932"/>
                </a:cubicBezTo>
                <a:lnTo>
                  <a:pt x="5482" y="7554"/>
                </a:lnTo>
                <a:cubicBezTo>
                  <a:pt x="6270" y="7396"/>
                  <a:pt x="6868" y="6672"/>
                  <a:pt x="6868" y="5852"/>
                </a:cubicBezTo>
                <a:cubicBezTo>
                  <a:pt x="6868" y="5317"/>
                  <a:pt x="6585" y="4781"/>
                  <a:pt x="6207" y="4466"/>
                </a:cubicBezTo>
                <a:lnTo>
                  <a:pt x="6207" y="4088"/>
                </a:lnTo>
                <a:lnTo>
                  <a:pt x="8916" y="3521"/>
                </a:lnTo>
                <a:close/>
                <a:moveTo>
                  <a:pt x="9231" y="8940"/>
                </a:moveTo>
                <a:cubicBezTo>
                  <a:pt x="9420" y="8940"/>
                  <a:pt x="9578" y="9097"/>
                  <a:pt x="9578" y="9286"/>
                </a:cubicBezTo>
                <a:cubicBezTo>
                  <a:pt x="9578" y="9475"/>
                  <a:pt x="9420" y="9633"/>
                  <a:pt x="9231" y="9633"/>
                </a:cubicBezTo>
                <a:cubicBezTo>
                  <a:pt x="9011" y="9633"/>
                  <a:pt x="8853" y="9475"/>
                  <a:pt x="8853" y="9286"/>
                </a:cubicBezTo>
                <a:cubicBezTo>
                  <a:pt x="8853" y="9097"/>
                  <a:pt x="9011" y="8940"/>
                  <a:pt x="9231" y="8940"/>
                </a:cubicBezTo>
                <a:close/>
                <a:moveTo>
                  <a:pt x="3970" y="7144"/>
                </a:moveTo>
                <a:cubicBezTo>
                  <a:pt x="4222" y="7365"/>
                  <a:pt x="4442" y="7522"/>
                  <a:pt x="4758" y="7554"/>
                </a:cubicBezTo>
                <a:lnTo>
                  <a:pt x="4758" y="7932"/>
                </a:lnTo>
                <a:cubicBezTo>
                  <a:pt x="4758" y="8877"/>
                  <a:pt x="5514" y="9633"/>
                  <a:pt x="6459" y="9633"/>
                </a:cubicBezTo>
                <a:lnTo>
                  <a:pt x="8223" y="9633"/>
                </a:lnTo>
                <a:cubicBezTo>
                  <a:pt x="8286" y="9727"/>
                  <a:pt x="8318" y="9791"/>
                  <a:pt x="8349" y="9822"/>
                </a:cubicBezTo>
                <a:cubicBezTo>
                  <a:pt x="8034" y="10137"/>
                  <a:pt x="7593" y="10295"/>
                  <a:pt x="7183" y="10295"/>
                </a:cubicBezTo>
                <a:lnTo>
                  <a:pt x="5797" y="10295"/>
                </a:lnTo>
                <a:cubicBezTo>
                  <a:pt x="5608" y="10295"/>
                  <a:pt x="5451" y="10452"/>
                  <a:pt x="5451" y="10673"/>
                </a:cubicBezTo>
                <a:lnTo>
                  <a:pt x="5451" y="11051"/>
                </a:lnTo>
                <a:lnTo>
                  <a:pt x="2710" y="11051"/>
                </a:lnTo>
                <a:lnTo>
                  <a:pt x="2710" y="8719"/>
                </a:lnTo>
                <a:lnTo>
                  <a:pt x="3970" y="7144"/>
                </a:lnTo>
                <a:close/>
                <a:moveTo>
                  <a:pt x="9629" y="0"/>
                </a:moveTo>
                <a:cubicBezTo>
                  <a:pt x="9278" y="0"/>
                  <a:pt x="8932" y="134"/>
                  <a:pt x="8664" y="402"/>
                </a:cubicBezTo>
                <a:lnTo>
                  <a:pt x="8412" y="686"/>
                </a:lnTo>
                <a:lnTo>
                  <a:pt x="6144" y="686"/>
                </a:lnTo>
                <a:cubicBezTo>
                  <a:pt x="5986" y="308"/>
                  <a:pt x="5640" y="24"/>
                  <a:pt x="5167" y="24"/>
                </a:cubicBezTo>
                <a:cubicBezTo>
                  <a:pt x="4726" y="24"/>
                  <a:pt x="4348" y="308"/>
                  <a:pt x="4190" y="686"/>
                </a:cubicBezTo>
                <a:cubicBezTo>
                  <a:pt x="1859" y="812"/>
                  <a:pt x="0" y="2702"/>
                  <a:pt x="0" y="5033"/>
                </a:cubicBezTo>
                <a:cubicBezTo>
                  <a:pt x="0" y="6514"/>
                  <a:pt x="725" y="7900"/>
                  <a:pt x="1922" y="8688"/>
                </a:cubicBezTo>
                <a:lnTo>
                  <a:pt x="2048" y="8782"/>
                </a:lnTo>
                <a:lnTo>
                  <a:pt x="2048" y="11366"/>
                </a:lnTo>
                <a:cubicBezTo>
                  <a:pt x="2048" y="11555"/>
                  <a:pt x="2206" y="11712"/>
                  <a:pt x="2426" y="11712"/>
                </a:cubicBezTo>
                <a:lnTo>
                  <a:pt x="5829" y="11712"/>
                </a:lnTo>
                <a:cubicBezTo>
                  <a:pt x="6018" y="11712"/>
                  <a:pt x="6207" y="11555"/>
                  <a:pt x="6207" y="11366"/>
                </a:cubicBezTo>
                <a:lnTo>
                  <a:pt x="6207" y="10956"/>
                </a:lnTo>
                <a:lnTo>
                  <a:pt x="7215" y="10956"/>
                </a:lnTo>
                <a:cubicBezTo>
                  <a:pt x="7877" y="10956"/>
                  <a:pt x="8475" y="10704"/>
                  <a:pt x="8948" y="10232"/>
                </a:cubicBezTo>
                <a:cubicBezTo>
                  <a:pt x="9074" y="10263"/>
                  <a:pt x="9137" y="10263"/>
                  <a:pt x="9263" y="10263"/>
                </a:cubicBezTo>
                <a:cubicBezTo>
                  <a:pt x="9830" y="10263"/>
                  <a:pt x="10302" y="9791"/>
                  <a:pt x="10302" y="9223"/>
                </a:cubicBezTo>
                <a:cubicBezTo>
                  <a:pt x="10302" y="8814"/>
                  <a:pt x="10019" y="8404"/>
                  <a:pt x="9609" y="8247"/>
                </a:cubicBezTo>
                <a:lnTo>
                  <a:pt x="9609" y="7491"/>
                </a:lnTo>
                <a:cubicBezTo>
                  <a:pt x="9924" y="7459"/>
                  <a:pt x="10239" y="7302"/>
                  <a:pt x="10397" y="7018"/>
                </a:cubicBezTo>
                <a:cubicBezTo>
                  <a:pt x="10617" y="6703"/>
                  <a:pt x="10617" y="6356"/>
                  <a:pt x="10460" y="6041"/>
                </a:cubicBezTo>
                <a:lnTo>
                  <a:pt x="9609" y="4403"/>
                </a:lnTo>
                <a:lnTo>
                  <a:pt x="9609" y="3332"/>
                </a:lnTo>
                <a:lnTo>
                  <a:pt x="10617" y="2355"/>
                </a:lnTo>
                <a:cubicBezTo>
                  <a:pt x="11153" y="1788"/>
                  <a:pt x="11153" y="938"/>
                  <a:pt x="10617" y="402"/>
                </a:cubicBezTo>
                <a:cubicBezTo>
                  <a:pt x="10334" y="134"/>
                  <a:pt x="9979" y="0"/>
                  <a:pt x="962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68" name="Google Shape;6612;p63">
            <a:extLst>
              <a:ext uri="{FF2B5EF4-FFF2-40B4-BE49-F238E27FC236}">
                <a16:creationId xmlns:a16="http://schemas.microsoft.com/office/drawing/2014/main" id="{E24EC13C-2957-4E00-9F2C-D7B1A9AFCE27}"/>
              </a:ext>
            </a:extLst>
          </p:cNvPr>
          <p:cNvGrpSpPr/>
          <p:nvPr/>
        </p:nvGrpSpPr>
        <p:grpSpPr>
          <a:xfrm>
            <a:off x="8103634" y="3148293"/>
            <a:ext cx="229182" cy="230401"/>
            <a:chOff x="-33314675" y="2275050"/>
            <a:chExt cx="291450" cy="293000"/>
          </a:xfrm>
          <a:solidFill>
            <a:schemeClr val="tx1"/>
          </a:solidFill>
        </p:grpSpPr>
        <p:sp>
          <p:nvSpPr>
            <p:cNvPr id="664" name="Google Shape;6613;p63">
              <a:extLst>
                <a:ext uri="{FF2B5EF4-FFF2-40B4-BE49-F238E27FC236}">
                  <a16:creationId xmlns:a16="http://schemas.microsoft.com/office/drawing/2014/main" id="{B1F3F0F5-4E35-4E35-97E2-7F7A8B2F94E0}"/>
                </a:ext>
              </a:extLst>
            </p:cNvPr>
            <p:cNvSpPr/>
            <p:nvPr/>
          </p:nvSpPr>
          <p:spPr>
            <a:xfrm>
              <a:off x="-33143750" y="2275050"/>
              <a:ext cx="120525" cy="120525"/>
            </a:xfrm>
            <a:custGeom>
              <a:avLst/>
              <a:gdLst/>
              <a:ahLst/>
              <a:cxnLst/>
              <a:rect l="l" t="t" r="r" b="b"/>
              <a:pathLst>
                <a:path w="4821" h="4821" extrusionOk="0">
                  <a:moveTo>
                    <a:pt x="2426" y="725"/>
                  </a:moveTo>
                  <a:cubicBezTo>
                    <a:pt x="3371" y="725"/>
                    <a:pt x="4096" y="1512"/>
                    <a:pt x="4096" y="2458"/>
                  </a:cubicBezTo>
                  <a:cubicBezTo>
                    <a:pt x="4159" y="3403"/>
                    <a:pt x="3371" y="4159"/>
                    <a:pt x="2426" y="4159"/>
                  </a:cubicBezTo>
                  <a:cubicBezTo>
                    <a:pt x="1481" y="4159"/>
                    <a:pt x="725" y="3403"/>
                    <a:pt x="725" y="2458"/>
                  </a:cubicBezTo>
                  <a:cubicBezTo>
                    <a:pt x="725" y="1512"/>
                    <a:pt x="1481" y="725"/>
                    <a:pt x="2426" y="725"/>
                  </a:cubicBezTo>
                  <a:close/>
                  <a:moveTo>
                    <a:pt x="2426" y="0"/>
                  </a:moveTo>
                  <a:cubicBezTo>
                    <a:pt x="1071" y="0"/>
                    <a:pt x="0" y="1103"/>
                    <a:pt x="0" y="2426"/>
                  </a:cubicBezTo>
                  <a:cubicBezTo>
                    <a:pt x="0" y="3749"/>
                    <a:pt x="1071" y="4820"/>
                    <a:pt x="2426" y="4820"/>
                  </a:cubicBezTo>
                  <a:cubicBezTo>
                    <a:pt x="3749" y="4820"/>
                    <a:pt x="4821" y="3749"/>
                    <a:pt x="4821" y="2426"/>
                  </a:cubicBezTo>
                  <a:cubicBezTo>
                    <a:pt x="4821" y="1103"/>
                    <a:pt x="3749" y="0"/>
                    <a:pt x="2426" y="0"/>
                  </a:cubicBezTo>
                  <a:close/>
                </a:path>
              </a:pathLst>
            </a:custGeom>
            <a:grpFill/>
            <a:ln>
              <a:noFill/>
            </a:ln>
          </p:spPr>
          <p:txBody>
            <a:bodyPr spcFirstLastPara="1" wrap="square" lIns="62728" tIns="62728" rIns="62728" bIns="62728" anchor="ctr" anchorCtr="0">
              <a:noAutofit/>
            </a:bodyPr>
            <a:lstStyle/>
            <a:p>
              <a:endParaRPr sz="764"/>
            </a:p>
          </p:txBody>
        </p:sp>
        <p:sp>
          <p:nvSpPr>
            <p:cNvPr id="665" name="Google Shape;6614;p63">
              <a:extLst>
                <a:ext uri="{FF2B5EF4-FFF2-40B4-BE49-F238E27FC236}">
                  <a16:creationId xmlns:a16="http://schemas.microsoft.com/office/drawing/2014/main" id="{2A792D6C-7412-4DE1-A037-963A0116DEC5}"/>
                </a:ext>
              </a:extLst>
            </p:cNvPr>
            <p:cNvSpPr/>
            <p:nvPr/>
          </p:nvSpPr>
          <p:spPr>
            <a:xfrm>
              <a:off x="-33093350" y="2309700"/>
              <a:ext cx="35475" cy="34675"/>
            </a:xfrm>
            <a:custGeom>
              <a:avLst/>
              <a:gdLst/>
              <a:ahLst/>
              <a:cxnLst/>
              <a:rect l="l" t="t" r="r" b="b"/>
              <a:pathLst>
                <a:path w="1419" h="1387" extrusionOk="0">
                  <a:moveTo>
                    <a:pt x="347" y="0"/>
                  </a:moveTo>
                  <a:cubicBezTo>
                    <a:pt x="158" y="0"/>
                    <a:pt x="1" y="158"/>
                    <a:pt x="1" y="347"/>
                  </a:cubicBezTo>
                  <a:lnTo>
                    <a:pt x="1" y="1009"/>
                  </a:lnTo>
                  <a:cubicBezTo>
                    <a:pt x="1" y="1229"/>
                    <a:pt x="158" y="1387"/>
                    <a:pt x="347" y="1387"/>
                  </a:cubicBezTo>
                  <a:lnTo>
                    <a:pt x="1040" y="1387"/>
                  </a:lnTo>
                  <a:cubicBezTo>
                    <a:pt x="1229" y="1387"/>
                    <a:pt x="1387" y="1229"/>
                    <a:pt x="1387" y="1009"/>
                  </a:cubicBezTo>
                  <a:cubicBezTo>
                    <a:pt x="1418" y="883"/>
                    <a:pt x="1261" y="694"/>
                    <a:pt x="1072" y="694"/>
                  </a:cubicBezTo>
                  <a:lnTo>
                    <a:pt x="725" y="694"/>
                  </a:lnTo>
                  <a:lnTo>
                    <a:pt x="725" y="347"/>
                  </a:lnTo>
                  <a:cubicBezTo>
                    <a:pt x="725" y="158"/>
                    <a:pt x="568"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666" name="Google Shape;6615;p63">
              <a:extLst>
                <a:ext uri="{FF2B5EF4-FFF2-40B4-BE49-F238E27FC236}">
                  <a16:creationId xmlns:a16="http://schemas.microsoft.com/office/drawing/2014/main" id="{94E4061D-9AE8-43D3-A905-46FB1A8BC099}"/>
                </a:ext>
              </a:extLst>
            </p:cNvPr>
            <p:cNvSpPr/>
            <p:nvPr/>
          </p:nvSpPr>
          <p:spPr>
            <a:xfrm>
              <a:off x="-33314675" y="2328600"/>
              <a:ext cx="239475" cy="239450"/>
            </a:xfrm>
            <a:custGeom>
              <a:avLst/>
              <a:gdLst/>
              <a:ahLst/>
              <a:cxnLst/>
              <a:rect l="l" t="t" r="r" b="b"/>
              <a:pathLst>
                <a:path w="9579" h="9578" extrusionOk="0">
                  <a:moveTo>
                    <a:pt x="3057" y="631"/>
                  </a:moveTo>
                  <a:cubicBezTo>
                    <a:pt x="3624" y="631"/>
                    <a:pt x="4096" y="1103"/>
                    <a:pt x="4096" y="1639"/>
                  </a:cubicBezTo>
                  <a:cubicBezTo>
                    <a:pt x="4096" y="2206"/>
                    <a:pt x="3624" y="2678"/>
                    <a:pt x="3057" y="2678"/>
                  </a:cubicBezTo>
                  <a:cubicBezTo>
                    <a:pt x="2521" y="2678"/>
                    <a:pt x="2049" y="2206"/>
                    <a:pt x="2049" y="1639"/>
                  </a:cubicBezTo>
                  <a:cubicBezTo>
                    <a:pt x="2049" y="1103"/>
                    <a:pt x="2490" y="631"/>
                    <a:pt x="3057" y="631"/>
                  </a:cubicBezTo>
                  <a:close/>
                  <a:moveTo>
                    <a:pt x="3063" y="3369"/>
                  </a:moveTo>
                  <a:cubicBezTo>
                    <a:pt x="3690" y="3369"/>
                    <a:pt x="4308" y="3646"/>
                    <a:pt x="4726" y="4065"/>
                  </a:cubicBezTo>
                  <a:lnTo>
                    <a:pt x="4411" y="4065"/>
                  </a:lnTo>
                  <a:cubicBezTo>
                    <a:pt x="3844" y="4065"/>
                    <a:pt x="3372" y="4506"/>
                    <a:pt x="3372" y="5073"/>
                  </a:cubicBezTo>
                  <a:lnTo>
                    <a:pt x="3372" y="6774"/>
                  </a:lnTo>
                  <a:lnTo>
                    <a:pt x="662" y="6774"/>
                  </a:lnTo>
                  <a:lnTo>
                    <a:pt x="662" y="5892"/>
                  </a:lnTo>
                  <a:cubicBezTo>
                    <a:pt x="662" y="4569"/>
                    <a:pt x="1702" y="3435"/>
                    <a:pt x="2962" y="3372"/>
                  </a:cubicBezTo>
                  <a:cubicBezTo>
                    <a:pt x="2996" y="3370"/>
                    <a:pt x="3029" y="3369"/>
                    <a:pt x="3063" y="3369"/>
                  </a:cubicBezTo>
                  <a:close/>
                  <a:moveTo>
                    <a:pt x="7215" y="4726"/>
                  </a:moveTo>
                  <a:cubicBezTo>
                    <a:pt x="7373" y="4726"/>
                    <a:pt x="7530" y="4884"/>
                    <a:pt x="7530" y="5073"/>
                  </a:cubicBezTo>
                  <a:lnTo>
                    <a:pt x="7530" y="6774"/>
                  </a:lnTo>
                  <a:lnTo>
                    <a:pt x="4096" y="6774"/>
                  </a:lnTo>
                  <a:lnTo>
                    <a:pt x="4096" y="5073"/>
                  </a:lnTo>
                  <a:cubicBezTo>
                    <a:pt x="4096" y="4884"/>
                    <a:pt x="4254" y="4726"/>
                    <a:pt x="4443" y="4726"/>
                  </a:cubicBezTo>
                  <a:close/>
                  <a:moveTo>
                    <a:pt x="8586" y="7495"/>
                  </a:moveTo>
                  <a:cubicBezTo>
                    <a:pt x="8753" y="7495"/>
                    <a:pt x="8885" y="7644"/>
                    <a:pt x="8885" y="7845"/>
                  </a:cubicBezTo>
                  <a:lnTo>
                    <a:pt x="8885" y="8885"/>
                  </a:lnTo>
                  <a:lnTo>
                    <a:pt x="662" y="8885"/>
                  </a:lnTo>
                  <a:lnTo>
                    <a:pt x="662" y="7499"/>
                  </a:lnTo>
                  <a:lnTo>
                    <a:pt x="8539" y="7499"/>
                  </a:lnTo>
                  <a:cubicBezTo>
                    <a:pt x="8555" y="7496"/>
                    <a:pt x="8571" y="7495"/>
                    <a:pt x="8586" y="7495"/>
                  </a:cubicBezTo>
                  <a:close/>
                  <a:moveTo>
                    <a:pt x="3057" y="1"/>
                  </a:moveTo>
                  <a:cubicBezTo>
                    <a:pt x="2112" y="1"/>
                    <a:pt x="1387" y="725"/>
                    <a:pt x="1387" y="1702"/>
                  </a:cubicBezTo>
                  <a:cubicBezTo>
                    <a:pt x="1387" y="2206"/>
                    <a:pt x="1576" y="2647"/>
                    <a:pt x="1923" y="2930"/>
                  </a:cubicBezTo>
                  <a:cubicBezTo>
                    <a:pt x="820" y="3403"/>
                    <a:pt x="1" y="4600"/>
                    <a:pt x="1" y="5923"/>
                  </a:cubicBezTo>
                  <a:lnTo>
                    <a:pt x="1" y="9263"/>
                  </a:lnTo>
                  <a:cubicBezTo>
                    <a:pt x="1" y="9420"/>
                    <a:pt x="127" y="9578"/>
                    <a:pt x="316" y="9578"/>
                  </a:cubicBezTo>
                  <a:lnTo>
                    <a:pt x="9200" y="9578"/>
                  </a:lnTo>
                  <a:cubicBezTo>
                    <a:pt x="9421" y="9578"/>
                    <a:pt x="9578" y="9420"/>
                    <a:pt x="9578" y="9200"/>
                  </a:cubicBezTo>
                  <a:lnTo>
                    <a:pt x="9578" y="7845"/>
                  </a:lnTo>
                  <a:cubicBezTo>
                    <a:pt x="9578" y="7278"/>
                    <a:pt x="9106" y="6806"/>
                    <a:pt x="8539" y="6806"/>
                  </a:cubicBezTo>
                  <a:lnTo>
                    <a:pt x="8192" y="6806"/>
                  </a:lnTo>
                  <a:lnTo>
                    <a:pt x="8192" y="5104"/>
                  </a:lnTo>
                  <a:cubicBezTo>
                    <a:pt x="8192" y="4569"/>
                    <a:pt x="7719" y="4096"/>
                    <a:pt x="7152" y="4096"/>
                  </a:cubicBezTo>
                  <a:lnTo>
                    <a:pt x="5577" y="4096"/>
                  </a:lnTo>
                  <a:cubicBezTo>
                    <a:pt x="5231" y="3561"/>
                    <a:pt x="4758" y="3183"/>
                    <a:pt x="4222" y="2930"/>
                  </a:cubicBezTo>
                  <a:cubicBezTo>
                    <a:pt x="4569" y="2615"/>
                    <a:pt x="4758" y="2206"/>
                    <a:pt x="4758" y="1702"/>
                  </a:cubicBezTo>
                  <a:cubicBezTo>
                    <a:pt x="4758" y="725"/>
                    <a:pt x="4002" y="1"/>
                    <a:pt x="3057" y="1"/>
                  </a:cubicBezTo>
                  <a:close/>
                </a:path>
              </a:pathLst>
            </a:custGeom>
            <a:grpFill/>
            <a:ln>
              <a:noFill/>
            </a:ln>
          </p:spPr>
          <p:txBody>
            <a:bodyPr spcFirstLastPara="1" wrap="square" lIns="62728" tIns="62728" rIns="62728" bIns="62728" anchor="ctr" anchorCtr="0">
              <a:noAutofit/>
            </a:bodyPr>
            <a:lstStyle/>
            <a:p>
              <a:endParaRPr sz="764"/>
            </a:p>
          </p:txBody>
        </p:sp>
      </p:grpSp>
      <p:sp>
        <p:nvSpPr>
          <p:cNvPr id="569" name="Google Shape;6616;p63">
            <a:extLst>
              <a:ext uri="{FF2B5EF4-FFF2-40B4-BE49-F238E27FC236}">
                <a16:creationId xmlns:a16="http://schemas.microsoft.com/office/drawing/2014/main" id="{629EB5AD-FE9B-484F-930D-39C8939BCAAC}"/>
              </a:ext>
            </a:extLst>
          </p:cNvPr>
          <p:cNvSpPr/>
          <p:nvPr/>
        </p:nvSpPr>
        <p:spPr>
          <a:xfrm>
            <a:off x="8101529" y="3418712"/>
            <a:ext cx="231030" cy="231050"/>
          </a:xfrm>
          <a:custGeom>
            <a:avLst/>
            <a:gdLst/>
            <a:ahLst/>
            <a:cxnLst/>
            <a:rect l="l" t="t" r="r" b="b"/>
            <a:pathLst>
              <a:path w="11752" h="11753" extrusionOk="0">
                <a:moveTo>
                  <a:pt x="9672" y="725"/>
                </a:moveTo>
                <a:lnTo>
                  <a:pt x="9672" y="4191"/>
                </a:lnTo>
                <a:cubicBezTo>
                  <a:pt x="9546" y="4160"/>
                  <a:pt x="9420" y="4160"/>
                  <a:pt x="9294" y="4160"/>
                </a:cubicBezTo>
                <a:cubicBezTo>
                  <a:pt x="9200" y="4160"/>
                  <a:pt x="9074" y="4191"/>
                  <a:pt x="8948" y="4223"/>
                </a:cubicBezTo>
                <a:lnTo>
                  <a:pt x="8948" y="3844"/>
                </a:lnTo>
                <a:cubicBezTo>
                  <a:pt x="8948" y="3277"/>
                  <a:pt x="8475" y="2805"/>
                  <a:pt x="7939" y="2805"/>
                </a:cubicBezTo>
                <a:cubicBezTo>
                  <a:pt x="7813" y="2805"/>
                  <a:pt x="7687" y="2836"/>
                  <a:pt x="7561" y="2836"/>
                </a:cubicBezTo>
                <a:lnTo>
                  <a:pt x="7561" y="2458"/>
                </a:lnTo>
                <a:cubicBezTo>
                  <a:pt x="7561" y="1891"/>
                  <a:pt x="7089" y="1419"/>
                  <a:pt x="6553" y="1419"/>
                </a:cubicBezTo>
                <a:cubicBezTo>
                  <a:pt x="6427" y="1419"/>
                  <a:pt x="6364" y="1419"/>
                  <a:pt x="6238" y="1482"/>
                </a:cubicBezTo>
                <a:cubicBezTo>
                  <a:pt x="6427" y="1041"/>
                  <a:pt x="6837" y="725"/>
                  <a:pt x="7246" y="725"/>
                </a:cubicBezTo>
                <a:close/>
                <a:moveTo>
                  <a:pt x="11090" y="1419"/>
                </a:moveTo>
                <a:lnTo>
                  <a:pt x="11090" y="4884"/>
                </a:lnTo>
                <a:cubicBezTo>
                  <a:pt x="10964" y="4853"/>
                  <a:pt x="10838" y="4853"/>
                  <a:pt x="10712" y="4853"/>
                </a:cubicBezTo>
                <a:cubicBezTo>
                  <a:pt x="10617" y="4853"/>
                  <a:pt x="10491" y="4884"/>
                  <a:pt x="10365" y="4884"/>
                </a:cubicBezTo>
                <a:lnTo>
                  <a:pt x="10365" y="1419"/>
                </a:lnTo>
                <a:close/>
                <a:moveTo>
                  <a:pt x="4537" y="725"/>
                </a:moveTo>
                <a:cubicBezTo>
                  <a:pt x="5104" y="725"/>
                  <a:pt x="5577" y="1198"/>
                  <a:pt x="5577" y="1734"/>
                </a:cubicBezTo>
                <a:lnTo>
                  <a:pt x="5577" y="5010"/>
                </a:lnTo>
                <a:lnTo>
                  <a:pt x="4474" y="6113"/>
                </a:lnTo>
                <a:cubicBezTo>
                  <a:pt x="4253" y="6302"/>
                  <a:pt x="4096" y="6585"/>
                  <a:pt x="4033" y="6869"/>
                </a:cubicBezTo>
                <a:lnTo>
                  <a:pt x="2143" y="6869"/>
                </a:lnTo>
                <a:lnTo>
                  <a:pt x="2143" y="725"/>
                </a:lnTo>
                <a:close/>
                <a:moveTo>
                  <a:pt x="1418" y="1419"/>
                </a:moveTo>
                <a:lnTo>
                  <a:pt x="1418" y="7247"/>
                </a:lnTo>
                <a:cubicBezTo>
                  <a:pt x="1418" y="7468"/>
                  <a:pt x="1575" y="7625"/>
                  <a:pt x="1796" y="7625"/>
                </a:cubicBezTo>
                <a:lnTo>
                  <a:pt x="3938" y="7625"/>
                </a:lnTo>
                <a:cubicBezTo>
                  <a:pt x="4001" y="7846"/>
                  <a:pt x="4064" y="8098"/>
                  <a:pt x="4190" y="8287"/>
                </a:cubicBezTo>
                <a:lnTo>
                  <a:pt x="725" y="8287"/>
                </a:lnTo>
                <a:lnTo>
                  <a:pt x="725" y="1419"/>
                </a:lnTo>
                <a:close/>
                <a:moveTo>
                  <a:pt x="6648" y="2112"/>
                </a:moveTo>
                <a:cubicBezTo>
                  <a:pt x="6837" y="2112"/>
                  <a:pt x="6994" y="2269"/>
                  <a:pt x="6994" y="2458"/>
                </a:cubicBezTo>
                <a:lnTo>
                  <a:pt x="6994" y="6554"/>
                </a:lnTo>
                <a:cubicBezTo>
                  <a:pt x="6994" y="6743"/>
                  <a:pt x="7152" y="6900"/>
                  <a:pt x="7341" y="6900"/>
                </a:cubicBezTo>
                <a:cubicBezTo>
                  <a:pt x="7530" y="6900"/>
                  <a:pt x="7687" y="6743"/>
                  <a:pt x="7687" y="6554"/>
                </a:cubicBezTo>
                <a:lnTo>
                  <a:pt x="7687" y="3844"/>
                </a:lnTo>
                <a:cubicBezTo>
                  <a:pt x="7687" y="3624"/>
                  <a:pt x="7845" y="3466"/>
                  <a:pt x="8065" y="3466"/>
                </a:cubicBezTo>
                <a:cubicBezTo>
                  <a:pt x="8254" y="3466"/>
                  <a:pt x="8412" y="3624"/>
                  <a:pt x="8412" y="3844"/>
                </a:cubicBezTo>
                <a:lnTo>
                  <a:pt x="8412" y="6554"/>
                </a:lnTo>
                <a:cubicBezTo>
                  <a:pt x="8412" y="6743"/>
                  <a:pt x="8570" y="6900"/>
                  <a:pt x="8759" y="6900"/>
                </a:cubicBezTo>
                <a:cubicBezTo>
                  <a:pt x="8948" y="6900"/>
                  <a:pt x="9105" y="6743"/>
                  <a:pt x="9105" y="6554"/>
                </a:cubicBezTo>
                <a:lnTo>
                  <a:pt x="9105" y="5168"/>
                </a:lnTo>
                <a:cubicBezTo>
                  <a:pt x="9105" y="4979"/>
                  <a:pt x="9263" y="4821"/>
                  <a:pt x="9483" y="4821"/>
                </a:cubicBezTo>
                <a:cubicBezTo>
                  <a:pt x="9672" y="4821"/>
                  <a:pt x="9830" y="4979"/>
                  <a:pt x="9830" y="5168"/>
                </a:cubicBezTo>
                <a:lnTo>
                  <a:pt x="9830" y="6554"/>
                </a:lnTo>
                <a:cubicBezTo>
                  <a:pt x="9830" y="6743"/>
                  <a:pt x="9987" y="6900"/>
                  <a:pt x="10176" y="6900"/>
                </a:cubicBezTo>
                <a:cubicBezTo>
                  <a:pt x="10365" y="6900"/>
                  <a:pt x="10523" y="6743"/>
                  <a:pt x="10523" y="6554"/>
                </a:cubicBezTo>
                <a:lnTo>
                  <a:pt x="10523" y="5892"/>
                </a:lnTo>
                <a:cubicBezTo>
                  <a:pt x="10523" y="5672"/>
                  <a:pt x="10680" y="5514"/>
                  <a:pt x="10901" y="5514"/>
                </a:cubicBezTo>
                <a:cubicBezTo>
                  <a:pt x="11090" y="5514"/>
                  <a:pt x="11247" y="5672"/>
                  <a:pt x="11247" y="5892"/>
                </a:cubicBezTo>
                <a:cubicBezTo>
                  <a:pt x="11090" y="5955"/>
                  <a:pt x="11090" y="8633"/>
                  <a:pt x="11090" y="8791"/>
                </a:cubicBezTo>
                <a:cubicBezTo>
                  <a:pt x="11090" y="9043"/>
                  <a:pt x="10995" y="9232"/>
                  <a:pt x="10838" y="9389"/>
                </a:cubicBezTo>
                <a:cubicBezTo>
                  <a:pt x="10586" y="9673"/>
                  <a:pt x="10397" y="10051"/>
                  <a:pt x="10397" y="10460"/>
                </a:cubicBezTo>
                <a:lnTo>
                  <a:pt x="10397" y="11028"/>
                </a:lnTo>
                <a:lnTo>
                  <a:pt x="6270" y="11028"/>
                </a:lnTo>
                <a:lnTo>
                  <a:pt x="6270" y="10397"/>
                </a:lnTo>
                <a:cubicBezTo>
                  <a:pt x="6270" y="10051"/>
                  <a:pt x="6144" y="9673"/>
                  <a:pt x="5923" y="9389"/>
                </a:cubicBezTo>
                <a:lnTo>
                  <a:pt x="4852" y="7972"/>
                </a:lnTo>
                <a:cubicBezTo>
                  <a:pt x="4537" y="7562"/>
                  <a:pt x="4600" y="6995"/>
                  <a:pt x="4946" y="6617"/>
                </a:cubicBezTo>
                <a:lnTo>
                  <a:pt x="5577" y="5987"/>
                </a:lnTo>
                <a:lnTo>
                  <a:pt x="5577" y="6554"/>
                </a:lnTo>
                <a:cubicBezTo>
                  <a:pt x="5577" y="6743"/>
                  <a:pt x="5734" y="6900"/>
                  <a:pt x="5923" y="6900"/>
                </a:cubicBezTo>
                <a:cubicBezTo>
                  <a:pt x="6112" y="6900"/>
                  <a:pt x="6270" y="6743"/>
                  <a:pt x="6270" y="6554"/>
                </a:cubicBezTo>
                <a:lnTo>
                  <a:pt x="6270" y="2458"/>
                </a:lnTo>
                <a:cubicBezTo>
                  <a:pt x="6270" y="2269"/>
                  <a:pt x="6427" y="2112"/>
                  <a:pt x="6648" y="2112"/>
                </a:cubicBezTo>
                <a:close/>
                <a:moveTo>
                  <a:pt x="1733" y="1"/>
                </a:moveTo>
                <a:cubicBezTo>
                  <a:pt x="1544" y="1"/>
                  <a:pt x="1386" y="158"/>
                  <a:pt x="1386" y="379"/>
                </a:cubicBezTo>
                <a:lnTo>
                  <a:pt x="1386" y="725"/>
                </a:lnTo>
                <a:lnTo>
                  <a:pt x="378" y="725"/>
                </a:lnTo>
                <a:cubicBezTo>
                  <a:pt x="158" y="725"/>
                  <a:pt x="0" y="883"/>
                  <a:pt x="0" y="1072"/>
                </a:cubicBezTo>
                <a:lnTo>
                  <a:pt x="0" y="8602"/>
                </a:lnTo>
                <a:cubicBezTo>
                  <a:pt x="0" y="8791"/>
                  <a:pt x="158" y="8948"/>
                  <a:pt x="378" y="8948"/>
                </a:cubicBezTo>
                <a:lnTo>
                  <a:pt x="4663" y="8948"/>
                </a:lnTo>
                <a:lnTo>
                  <a:pt x="5293" y="9830"/>
                </a:lnTo>
                <a:cubicBezTo>
                  <a:pt x="5419" y="9988"/>
                  <a:pt x="5482" y="10208"/>
                  <a:pt x="5482" y="10460"/>
                </a:cubicBezTo>
                <a:lnTo>
                  <a:pt x="5482" y="11406"/>
                </a:lnTo>
                <a:cubicBezTo>
                  <a:pt x="5482" y="11595"/>
                  <a:pt x="5640" y="11752"/>
                  <a:pt x="5829" y="11752"/>
                </a:cubicBezTo>
                <a:lnTo>
                  <a:pt x="10649" y="11752"/>
                </a:lnTo>
                <a:cubicBezTo>
                  <a:pt x="10838" y="11752"/>
                  <a:pt x="10995" y="11595"/>
                  <a:pt x="10995" y="11406"/>
                </a:cubicBezTo>
                <a:lnTo>
                  <a:pt x="10995" y="10460"/>
                </a:lnTo>
                <a:cubicBezTo>
                  <a:pt x="10995" y="10208"/>
                  <a:pt x="11090" y="10019"/>
                  <a:pt x="11247" y="9862"/>
                </a:cubicBezTo>
                <a:cubicBezTo>
                  <a:pt x="11500" y="9578"/>
                  <a:pt x="11657" y="9200"/>
                  <a:pt x="11657" y="8791"/>
                </a:cubicBezTo>
                <a:lnTo>
                  <a:pt x="11657" y="1072"/>
                </a:lnTo>
                <a:cubicBezTo>
                  <a:pt x="11752" y="883"/>
                  <a:pt x="11594" y="725"/>
                  <a:pt x="11405" y="725"/>
                </a:cubicBezTo>
                <a:lnTo>
                  <a:pt x="10365" y="725"/>
                </a:lnTo>
                <a:lnTo>
                  <a:pt x="10365" y="379"/>
                </a:lnTo>
                <a:cubicBezTo>
                  <a:pt x="10365" y="158"/>
                  <a:pt x="10208" y="1"/>
                  <a:pt x="10019" y="1"/>
                </a:cubicBezTo>
                <a:lnTo>
                  <a:pt x="7246" y="1"/>
                </a:lnTo>
                <a:cubicBezTo>
                  <a:pt x="6711" y="1"/>
                  <a:pt x="6207" y="284"/>
                  <a:pt x="5892" y="662"/>
                </a:cubicBezTo>
                <a:cubicBezTo>
                  <a:pt x="5577" y="253"/>
                  <a:pt x="5041" y="1"/>
                  <a:pt x="450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70" name="Google Shape;6617;p63">
            <a:extLst>
              <a:ext uri="{FF2B5EF4-FFF2-40B4-BE49-F238E27FC236}">
                <a16:creationId xmlns:a16="http://schemas.microsoft.com/office/drawing/2014/main" id="{6362E5BF-C0D1-47DE-81EB-ECFFBDB6D878}"/>
              </a:ext>
            </a:extLst>
          </p:cNvPr>
          <p:cNvGrpSpPr/>
          <p:nvPr/>
        </p:nvGrpSpPr>
        <p:grpSpPr>
          <a:xfrm>
            <a:off x="9551985" y="2856575"/>
            <a:ext cx="229182" cy="229162"/>
            <a:chOff x="-31523625" y="1939525"/>
            <a:chExt cx="291450" cy="291425"/>
          </a:xfrm>
          <a:solidFill>
            <a:schemeClr val="tx1"/>
          </a:solidFill>
        </p:grpSpPr>
        <p:sp>
          <p:nvSpPr>
            <p:cNvPr id="653" name="Google Shape;6618;p63">
              <a:extLst>
                <a:ext uri="{FF2B5EF4-FFF2-40B4-BE49-F238E27FC236}">
                  <a16:creationId xmlns:a16="http://schemas.microsoft.com/office/drawing/2014/main" id="{E6CA9D42-2EA4-461D-A867-F7FB01BBE3FA}"/>
                </a:ext>
              </a:extLst>
            </p:cNvPr>
            <p:cNvSpPr/>
            <p:nvPr/>
          </p:nvSpPr>
          <p:spPr>
            <a:xfrm>
              <a:off x="-31523625" y="1939525"/>
              <a:ext cx="291450" cy="291425"/>
            </a:xfrm>
            <a:custGeom>
              <a:avLst/>
              <a:gdLst/>
              <a:ahLst/>
              <a:cxnLst/>
              <a:rect l="l" t="t" r="r" b="b"/>
              <a:pathLst>
                <a:path w="11658" h="11657" extrusionOk="0">
                  <a:moveTo>
                    <a:pt x="2269" y="756"/>
                  </a:moveTo>
                  <a:cubicBezTo>
                    <a:pt x="2899" y="756"/>
                    <a:pt x="3372" y="1260"/>
                    <a:pt x="3372" y="1859"/>
                  </a:cubicBezTo>
                  <a:cubicBezTo>
                    <a:pt x="3372" y="2363"/>
                    <a:pt x="3057" y="2615"/>
                    <a:pt x="2805" y="2867"/>
                  </a:cubicBezTo>
                  <a:cubicBezTo>
                    <a:pt x="2710" y="2962"/>
                    <a:pt x="2679" y="3025"/>
                    <a:pt x="2679" y="3119"/>
                  </a:cubicBezTo>
                  <a:lnTo>
                    <a:pt x="2679" y="7246"/>
                  </a:lnTo>
                  <a:cubicBezTo>
                    <a:pt x="2679" y="7341"/>
                    <a:pt x="2710" y="7435"/>
                    <a:pt x="2805" y="7498"/>
                  </a:cubicBezTo>
                  <a:cubicBezTo>
                    <a:pt x="3057" y="7750"/>
                    <a:pt x="3372" y="8002"/>
                    <a:pt x="3372" y="8506"/>
                  </a:cubicBezTo>
                  <a:cubicBezTo>
                    <a:pt x="3372" y="9137"/>
                    <a:pt x="2868" y="9609"/>
                    <a:pt x="2269" y="9609"/>
                  </a:cubicBezTo>
                  <a:lnTo>
                    <a:pt x="1765" y="9609"/>
                  </a:lnTo>
                  <a:cubicBezTo>
                    <a:pt x="1167" y="9609"/>
                    <a:pt x="663" y="9137"/>
                    <a:pt x="663" y="8506"/>
                  </a:cubicBezTo>
                  <a:cubicBezTo>
                    <a:pt x="663" y="8002"/>
                    <a:pt x="978" y="7750"/>
                    <a:pt x="1261" y="7498"/>
                  </a:cubicBezTo>
                  <a:cubicBezTo>
                    <a:pt x="1324" y="7404"/>
                    <a:pt x="1356" y="7341"/>
                    <a:pt x="1356" y="7246"/>
                  </a:cubicBezTo>
                  <a:lnTo>
                    <a:pt x="1356" y="3119"/>
                  </a:lnTo>
                  <a:cubicBezTo>
                    <a:pt x="1356" y="3025"/>
                    <a:pt x="1324" y="2930"/>
                    <a:pt x="1261" y="2867"/>
                  </a:cubicBezTo>
                  <a:cubicBezTo>
                    <a:pt x="978" y="2615"/>
                    <a:pt x="663" y="2363"/>
                    <a:pt x="663" y="1859"/>
                  </a:cubicBezTo>
                  <a:cubicBezTo>
                    <a:pt x="663" y="1229"/>
                    <a:pt x="1167" y="756"/>
                    <a:pt x="1765" y="756"/>
                  </a:cubicBezTo>
                  <a:close/>
                  <a:moveTo>
                    <a:pt x="10650" y="2048"/>
                  </a:moveTo>
                  <a:cubicBezTo>
                    <a:pt x="10870" y="2048"/>
                    <a:pt x="11028" y="2205"/>
                    <a:pt x="11028" y="2395"/>
                  </a:cubicBezTo>
                  <a:lnTo>
                    <a:pt x="11028" y="9294"/>
                  </a:lnTo>
                  <a:lnTo>
                    <a:pt x="10965" y="9294"/>
                  </a:lnTo>
                  <a:cubicBezTo>
                    <a:pt x="10965" y="9483"/>
                    <a:pt x="10807" y="9641"/>
                    <a:pt x="10618" y="9641"/>
                  </a:cubicBezTo>
                  <a:lnTo>
                    <a:pt x="3687" y="9641"/>
                  </a:lnTo>
                  <a:cubicBezTo>
                    <a:pt x="3939" y="9326"/>
                    <a:pt x="4097" y="8948"/>
                    <a:pt x="4097" y="8538"/>
                  </a:cubicBezTo>
                  <a:cubicBezTo>
                    <a:pt x="4097" y="8065"/>
                    <a:pt x="3876" y="7593"/>
                    <a:pt x="3561" y="7278"/>
                  </a:cubicBezTo>
                  <a:lnTo>
                    <a:pt x="3404" y="7120"/>
                  </a:lnTo>
                  <a:lnTo>
                    <a:pt x="3404" y="3245"/>
                  </a:lnTo>
                  <a:cubicBezTo>
                    <a:pt x="3624" y="3025"/>
                    <a:pt x="4002" y="2710"/>
                    <a:pt x="4097" y="2048"/>
                  </a:cubicBezTo>
                  <a:close/>
                  <a:moveTo>
                    <a:pt x="4758" y="10334"/>
                  </a:moveTo>
                  <a:lnTo>
                    <a:pt x="4758" y="10649"/>
                  </a:lnTo>
                  <a:cubicBezTo>
                    <a:pt x="4758" y="10838"/>
                    <a:pt x="4601" y="10995"/>
                    <a:pt x="4412" y="10995"/>
                  </a:cubicBezTo>
                  <a:lnTo>
                    <a:pt x="2710" y="10995"/>
                  </a:lnTo>
                  <a:cubicBezTo>
                    <a:pt x="2521" y="10995"/>
                    <a:pt x="2364" y="10838"/>
                    <a:pt x="2364" y="10649"/>
                  </a:cubicBezTo>
                  <a:lnTo>
                    <a:pt x="2364" y="10334"/>
                  </a:lnTo>
                  <a:close/>
                  <a:moveTo>
                    <a:pt x="1797" y="0"/>
                  </a:moveTo>
                  <a:cubicBezTo>
                    <a:pt x="820" y="0"/>
                    <a:pt x="1" y="788"/>
                    <a:pt x="1" y="1827"/>
                  </a:cubicBezTo>
                  <a:cubicBezTo>
                    <a:pt x="1" y="2300"/>
                    <a:pt x="190" y="2773"/>
                    <a:pt x="505" y="3088"/>
                  </a:cubicBezTo>
                  <a:lnTo>
                    <a:pt x="663" y="3245"/>
                  </a:lnTo>
                  <a:lnTo>
                    <a:pt x="663" y="7089"/>
                  </a:lnTo>
                  <a:cubicBezTo>
                    <a:pt x="474" y="7278"/>
                    <a:pt x="1" y="7719"/>
                    <a:pt x="1" y="8506"/>
                  </a:cubicBezTo>
                  <a:cubicBezTo>
                    <a:pt x="1" y="9452"/>
                    <a:pt x="694" y="10208"/>
                    <a:pt x="1639" y="10271"/>
                  </a:cubicBezTo>
                  <a:lnTo>
                    <a:pt x="1734" y="10271"/>
                  </a:lnTo>
                  <a:lnTo>
                    <a:pt x="1734" y="10649"/>
                  </a:lnTo>
                  <a:cubicBezTo>
                    <a:pt x="1734" y="11184"/>
                    <a:pt x="2206" y="11657"/>
                    <a:pt x="2742" y="11657"/>
                  </a:cubicBezTo>
                  <a:lnTo>
                    <a:pt x="4443" y="11657"/>
                  </a:lnTo>
                  <a:cubicBezTo>
                    <a:pt x="5010" y="11657"/>
                    <a:pt x="5451" y="11184"/>
                    <a:pt x="5451" y="10649"/>
                  </a:cubicBezTo>
                  <a:lnTo>
                    <a:pt x="5451" y="10334"/>
                  </a:lnTo>
                  <a:lnTo>
                    <a:pt x="10618" y="10334"/>
                  </a:lnTo>
                  <a:cubicBezTo>
                    <a:pt x="11185" y="10334"/>
                    <a:pt x="11658" y="9861"/>
                    <a:pt x="11658" y="9294"/>
                  </a:cubicBezTo>
                  <a:lnTo>
                    <a:pt x="11658" y="2395"/>
                  </a:lnTo>
                  <a:cubicBezTo>
                    <a:pt x="11658" y="1827"/>
                    <a:pt x="11185" y="1386"/>
                    <a:pt x="10618" y="1386"/>
                  </a:cubicBezTo>
                  <a:lnTo>
                    <a:pt x="4034" y="1386"/>
                  </a:lnTo>
                  <a:cubicBezTo>
                    <a:pt x="3845" y="599"/>
                    <a:pt x="3151" y="0"/>
                    <a:pt x="2301" y="0"/>
                  </a:cubicBezTo>
                  <a:close/>
                </a:path>
              </a:pathLst>
            </a:custGeom>
            <a:grpFill/>
            <a:ln>
              <a:noFill/>
            </a:ln>
          </p:spPr>
          <p:txBody>
            <a:bodyPr spcFirstLastPara="1" wrap="square" lIns="62728" tIns="62728" rIns="62728" bIns="62728" anchor="ctr" anchorCtr="0">
              <a:noAutofit/>
            </a:bodyPr>
            <a:lstStyle/>
            <a:p>
              <a:endParaRPr sz="764"/>
            </a:p>
          </p:txBody>
        </p:sp>
        <p:sp>
          <p:nvSpPr>
            <p:cNvPr id="654" name="Google Shape;6619;p63">
              <a:extLst>
                <a:ext uri="{FF2B5EF4-FFF2-40B4-BE49-F238E27FC236}">
                  <a16:creationId xmlns:a16="http://schemas.microsoft.com/office/drawing/2014/main" id="{447380FF-94E5-49E8-855B-C3F4BC6E69D4}"/>
                </a:ext>
              </a:extLst>
            </p:cNvPr>
            <p:cNvSpPr/>
            <p:nvPr/>
          </p:nvSpPr>
          <p:spPr>
            <a:xfrm>
              <a:off x="-31404675" y="2007250"/>
              <a:ext cx="138625" cy="52800"/>
            </a:xfrm>
            <a:custGeom>
              <a:avLst/>
              <a:gdLst/>
              <a:ahLst/>
              <a:cxnLst/>
              <a:rect l="l" t="t" r="r" b="b"/>
              <a:pathLst>
                <a:path w="5545" h="2112" extrusionOk="0">
                  <a:moveTo>
                    <a:pt x="4852" y="725"/>
                  </a:moveTo>
                  <a:lnTo>
                    <a:pt x="4852" y="1418"/>
                  </a:lnTo>
                  <a:lnTo>
                    <a:pt x="693" y="1418"/>
                  </a:lnTo>
                  <a:lnTo>
                    <a:pt x="693" y="725"/>
                  </a:lnTo>
                  <a:close/>
                  <a:moveTo>
                    <a:pt x="347" y="1"/>
                  </a:moveTo>
                  <a:cubicBezTo>
                    <a:pt x="158" y="1"/>
                    <a:pt x="0" y="158"/>
                    <a:pt x="0" y="379"/>
                  </a:cubicBezTo>
                  <a:lnTo>
                    <a:pt x="0" y="1733"/>
                  </a:lnTo>
                  <a:cubicBezTo>
                    <a:pt x="0" y="1954"/>
                    <a:pt x="158" y="2111"/>
                    <a:pt x="347" y="2111"/>
                  </a:cubicBezTo>
                  <a:lnTo>
                    <a:pt x="5199" y="2111"/>
                  </a:lnTo>
                  <a:cubicBezTo>
                    <a:pt x="5388" y="2111"/>
                    <a:pt x="5545" y="1954"/>
                    <a:pt x="5545" y="1733"/>
                  </a:cubicBezTo>
                  <a:lnTo>
                    <a:pt x="5545" y="379"/>
                  </a:lnTo>
                  <a:cubicBezTo>
                    <a:pt x="5514" y="158"/>
                    <a:pt x="5356" y="1"/>
                    <a:pt x="5199" y="1"/>
                  </a:cubicBezTo>
                  <a:close/>
                </a:path>
              </a:pathLst>
            </a:custGeom>
            <a:grpFill/>
            <a:ln>
              <a:noFill/>
            </a:ln>
          </p:spPr>
          <p:txBody>
            <a:bodyPr spcFirstLastPara="1" wrap="square" lIns="62728" tIns="62728" rIns="62728" bIns="62728" anchor="ctr" anchorCtr="0">
              <a:noAutofit/>
            </a:bodyPr>
            <a:lstStyle/>
            <a:p>
              <a:endParaRPr sz="764"/>
            </a:p>
          </p:txBody>
        </p:sp>
        <p:sp>
          <p:nvSpPr>
            <p:cNvPr id="655" name="Google Shape;6620;p63">
              <a:extLst>
                <a:ext uri="{FF2B5EF4-FFF2-40B4-BE49-F238E27FC236}">
                  <a16:creationId xmlns:a16="http://schemas.microsoft.com/office/drawing/2014/main" id="{8D90B325-9F45-437C-9DB8-5D345E315C48}"/>
                </a:ext>
              </a:extLst>
            </p:cNvPr>
            <p:cNvSpPr/>
            <p:nvPr/>
          </p:nvSpPr>
          <p:spPr>
            <a:xfrm>
              <a:off x="-31404675" y="2077350"/>
              <a:ext cx="34675" cy="18150"/>
            </a:xfrm>
            <a:custGeom>
              <a:avLst/>
              <a:gdLst/>
              <a:ahLst/>
              <a:cxnLst/>
              <a:rect l="l" t="t" r="r" b="b"/>
              <a:pathLst>
                <a:path w="1387" h="726" extrusionOk="0">
                  <a:moveTo>
                    <a:pt x="347" y="0"/>
                  </a:moveTo>
                  <a:cubicBezTo>
                    <a:pt x="158" y="0"/>
                    <a:pt x="0" y="158"/>
                    <a:pt x="0" y="347"/>
                  </a:cubicBezTo>
                  <a:cubicBezTo>
                    <a:pt x="0" y="568"/>
                    <a:pt x="158" y="725"/>
                    <a:pt x="347" y="725"/>
                  </a:cubicBezTo>
                  <a:lnTo>
                    <a:pt x="1008" y="725"/>
                  </a:lnTo>
                  <a:cubicBezTo>
                    <a:pt x="1229" y="725"/>
                    <a:pt x="1386" y="568"/>
                    <a:pt x="1386" y="347"/>
                  </a:cubicBezTo>
                  <a:cubicBezTo>
                    <a:pt x="1386" y="158"/>
                    <a:pt x="1229" y="0"/>
                    <a:pt x="1008" y="0"/>
                  </a:cubicBezTo>
                  <a:close/>
                </a:path>
              </a:pathLst>
            </a:custGeom>
            <a:grpFill/>
            <a:ln>
              <a:noFill/>
            </a:ln>
          </p:spPr>
          <p:txBody>
            <a:bodyPr spcFirstLastPara="1" wrap="square" lIns="62728" tIns="62728" rIns="62728" bIns="62728" anchor="ctr" anchorCtr="0">
              <a:noAutofit/>
            </a:bodyPr>
            <a:lstStyle/>
            <a:p>
              <a:endParaRPr sz="764"/>
            </a:p>
          </p:txBody>
        </p:sp>
        <p:sp>
          <p:nvSpPr>
            <p:cNvPr id="656" name="Google Shape;6621;p63">
              <a:extLst>
                <a:ext uri="{FF2B5EF4-FFF2-40B4-BE49-F238E27FC236}">
                  <a16:creationId xmlns:a16="http://schemas.microsoft.com/office/drawing/2014/main" id="{FC680D01-7C5B-43DB-B411-0A86E5627980}"/>
                </a:ext>
              </a:extLst>
            </p:cNvPr>
            <p:cNvSpPr/>
            <p:nvPr/>
          </p:nvSpPr>
          <p:spPr>
            <a:xfrm>
              <a:off x="-31353475" y="2077350"/>
              <a:ext cx="35450" cy="18150"/>
            </a:xfrm>
            <a:custGeom>
              <a:avLst/>
              <a:gdLst/>
              <a:ahLst/>
              <a:cxnLst/>
              <a:rect l="l" t="t" r="r" b="b"/>
              <a:pathLst>
                <a:path w="1418" h="726" extrusionOk="0">
                  <a:moveTo>
                    <a:pt x="347" y="0"/>
                  </a:moveTo>
                  <a:cubicBezTo>
                    <a:pt x="158" y="0"/>
                    <a:pt x="0" y="158"/>
                    <a:pt x="0" y="347"/>
                  </a:cubicBezTo>
                  <a:cubicBezTo>
                    <a:pt x="0" y="568"/>
                    <a:pt x="158" y="725"/>
                    <a:pt x="347" y="725"/>
                  </a:cubicBezTo>
                  <a:lnTo>
                    <a:pt x="1071" y="725"/>
                  </a:lnTo>
                  <a:cubicBezTo>
                    <a:pt x="1260" y="725"/>
                    <a:pt x="1418" y="568"/>
                    <a:pt x="1418" y="347"/>
                  </a:cubicBezTo>
                  <a:cubicBezTo>
                    <a:pt x="1418" y="158"/>
                    <a:pt x="1260" y="0"/>
                    <a:pt x="1071" y="0"/>
                  </a:cubicBezTo>
                  <a:close/>
                </a:path>
              </a:pathLst>
            </a:custGeom>
            <a:grpFill/>
            <a:ln>
              <a:noFill/>
            </a:ln>
          </p:spPr>
          <p:txBody>
            <a:bodyPr spcFirstLastPara="1" wrap="square" lIns="62728" tIns="62728" rIns="62728" bIns="62728" anchor="ctr" anchorCtr="0">
              <a:noAutofit/>
            </a:bodyPr>
            <a:lstStyle/>
            <a:p>
              <a:endParaRPr sz="764"/>
            </a:p>
          </p:txBody>
        </p:sp>
        <p:sp>
          <p:nvSpPr>
            <p:cNvPr id="657" name="Google Shape;6622;p63">
              <a:extLst>
                <a:ext uri="{FF2B5EF4-FFF2-40B4-BE49-F238E27FC236}">
                  <a16:creationId xmlns:a16="http://schemas.microsoft.com/office/drawing/2014/main" id="{67380FCB-5A11-4EBF-8BE3-37F876597695}"/>
                </a:ext>
              </a:extLst>
            </p:cNvPr>
            <p:cNvSpPr/>
            <p:nvPr/>
          </p:nvSpPr>
          <p:spPr>
            <a:xfrm>
              <a:off x="-31301500" y="2077350"/>
              <a:ext cx="35450" cy="18150"/>
            </a:xfrm>
            <a:custGeom>
              <a:avLst/>
              <a:gdLst/>
              <a:ahLst/>
              <a:cxnLst/>
              <a:rect l="l" t="t" r="r" b="b"/>
              <a:pathLst>
                <a:path w="1418" h="726" extrusionOk="0">
                  <a:moveTo>
                    <a:pt x="347" y="0"/>
                  </a:moveTo>
                  <a:cubicBezTo>
                    <a:pt x="158" y="0"/>
                    <a:pt x="0" y="158"/>
                    <a:pt x="0" y="347"/>
                  </a:cubicBezTo>
                  <a:cubicBezTo>
                    <a:pt x="0" y="568"/>
                    <a:pt x="158" y="725"/>
                    <a:pt x="347" y="725"/>
                  </a:cubicBezTo>
                  <a:lnTo>
                    <a:pt x="1072" y="725"/>
                  </a:lnTo>
                  <a:cubicBezTo>
                    <a:pt x="1261" y="725"/>
                    <a:pt x="1418" y="568"/>
                    <a:pt x="1418" y="347"/>
                  </a:cubicBezTo>
                  <a:cubicBezTo>
                    <a:pt x="1387" y="158"/>
                    <a:pt x="1229"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658" name="Google Shape;6623;p63">
              <a:extLst>
                <a:ext uri="{FF2B5EF4-FFF2-40B4-BE49-F238E27FC236}">
                  <a16:creationId xmlns:a16="http://schemas.microsoft.com/office/drawing/2014/main" id="{2E43AC5A-A945-466F-B28E-33F5A9D4D153}"/>
                </a:ext>
              </a:extLst>
            </p:cNvPr>
            <p:cNvSpPr/>
            <p:nvPr/>
          </p:nvSpPr>
          <p:spPr>
            <a:xfrm>
              <a:off x="-31404675" y="2112000"/>
              <a:ext cx="34675" cy="17350"/>
            </a:xfrm>
            <a:custGeom>
              <a:avLst/>
              <a:gdLst/>
              <a:ahLst/>
              <a:cxnLst/>
              <a:rect l="l" t="t" r="r" b="b"/>
              <a:pathLst>
                <a:path w="1387" h="694" extrusionOk="0">
                  <a:moveTo>
                    <a:pt x="347" y="1"/>
                  </a:moveTo>
                  <a:cubicBezTo>
                    <a:pt x="158" y="1"/>
                    <a:pt x="0" y="158"/>
                    <a:pt x="0" y="347"/>
                  </a:cubicBezTo>
                  <a:cubicBezTo>
                    <a:pt x="0" y="536"/>
                    <a:pt x="158" y="694"/>
                    <a:pt x="347" y="694"/>
                  </a:cubicBezTo>
                  <a:lnTo>
                    <a:pt x="1008" y="694"/>
                  </a:lnTo>
                  <a:cubicBezTo>
                    <a:pt x="1229" y="694"/>
                    <a:pt x="1386" y="536"/>
                    <a:pt x="1386" y="347"/>
                  </a:cubicBezTo>
                  <a:cubicBezTo>
                    <a:pt x="1386" y="158"/>
                    <a:pt x="1229" y="1"/>
                    <a:pt x="1008" y="1"/>
                  </a:cubicBezTo>
                  <a:close/>
                </a:path>
              </a:pathLst>
            </a:custGeom>
            <a:grpFill/>
            <a:ln>
              <a:noFill/>
            </a:ln>
          </p:spPr>
          <p:txBody>
            <a:bodyPr spcFirstLastPara="1" wrap="square" lIns="62728" tIns="62728" rIns="62728" bIns="62728" anchor="ctr" anchorCtr="0">
              <a:noAutofit/>
            </a:bodyPr>
            <a:lstStyle/>
            <a:p>
              <a:endParaRPr sz="764"/>
            </a:p>
          </p:txBody>
        </p:sp>
        <p:sp>
          <p:nvSpPr>
            <p:cNvPr id="659" name="Google Shape;6624;p63">
              <a:extLst>
                <a:ext uri="{FF2B5EF4-FFF2-40B4-BE49-F238E27FC236}">
                  <a16:creationId xmlns:a16="http://schemas.microsoft.com/office/drawing/2014/main" id="{663B69A5-676A-4D10-B1C3-B4C209D56B61}"/>
                </a:ext>
              </a:extLst>
            </p:cNvPr>
            <p:cNvSpPr/>
            <p:nvPr/>
          </p:nvSpPr>
          <p:spPr>
            <a:xfrm>
              <a:off x="-31353475" y="2112000"/>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grpFill/>
            <a:ln>
              <a:noFill/>
            </a:ln>
          </p:spPr>
          <p:txBody>
            <a:bodyPr spcFirstLastPara="1" wrap="square" lIns="62728" tIns="62728" rIns="62728" bIns="62728" anchor="ctr" anchorCtr="0">
              <a:noAutofit/>
            </a:bodyPr>
            <a:lstStyle/>
            <a:p>
              <a:endParaRPr sz="764"/>
            </a:p>
          </p:txBody>
        </p:sp>
        <p:sp>
          <p:nvSpPr>
            <p:cNvPr id="660" name="Google Shape;6625;p63">
              <a:extLst>
                <a:ext uri="{FF2B5EF4-FFF2-40B4-BE49-F238E27FC236}">
                  <a16:creationId xmlns:a16="http://schemas.microsoft.com/office/drawing/2014/main" id="{8879BD26-0356-4A65-AE30-B2E51D6D0579}"/>
                </a:ext>
              </a:extLst>
            </p:cNvPr>
            <p:cNvSpPr/>
            <p:nvPr/>
          </p:nvSpPr>
          <p:spPr>
            <a:xfrm>
              <a:off x="-31301500" y="2112000"/>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387" y="158"/>
                    <a:pt x="1229" y="1"/>
                    <a:pt x="1072" y="1"/>
                  </a:cubicBezTo>
                  <a:close/>
                </a:path>
              </a:pathLst>
            </a:custGeom>
            <a:grpFill/>
            <a:ln>
              <a:noFill/>
            </a:ln>
          </p:spPr>
          <p:txBody>
            <a:bodyPr spcFirstLastPara="1" wrap="square" lIns="62728" tIns="62728" rIns="62728" bIns="62728" anchor="ctr" anchorCtr="0">
              <a:noAutofit/>
            </a:bodyPr>
            <a:lstStyle/>
            <a:p>
              <a:endParaRPr sz="764"/>
            </a:p>
          </p:txBody>
        </p:sp>
        <p:sp>
          <p:nvSpPr>
            <p:cNvPr id="661" name="Google Shape;6626;p63">
              <a:extLst>
                <a:ext uri="{FF2B5EF4-FFF2-40B4-BE49-F238E27FC236}">
                  <a16:creationId xmlns:a16="http://schemas.microsoft.com/office/drawing/2014/main" id="{C83B7E04-CB3A-4976-B835-38EC62ACA66F}"/>
                </a:ext>
              </a:extLst>
            </p:cNvPr>
            <p:cNvSpPr/>
            <p:nvPr/>
          </p:nvSpPr>
          <p:spPr>
            <a:xfrm>
              <a:off x="-31404675" y="2145075"/>
              <a:ext cx="34675" cy="18150"/>
            </a:xfrm>
            <a:custGeom>
              <a:avLst/>
              <a:gdLst/>
              <a:ahLst/>
              <a:cxnLst/>
              <a:rect l="l" t="t" r="r" b="b"/>
              <a:pathLst>
                <a:path w="1387" h="726" extrusionOk="0">
                  <a:moveTo>
                    <a:pt x="347" y="1"/>
                  </a:moveTo>
                  <a:cubicBezTo>
                    <a:pt x="158" y="1"/>
                    <a:pt x="0" y="158"/>
                    <a:pt x="0" y="379"/>
                  </a:cubicBezTo>
                  <a:cubicBezTo>
                    <a:pt x="0" y="568"/>
                    <a:pt x="158" y="726"/>
                    <a:pt x="347" y="726"/>
                  </a:cubicBezTo>
                  <a:lnTo>
                    <a:pt x="1008" y="726"/>
                  </a:lnTo>
                  <a:cubicBezTo>
                    <a:pt x="1229" y="726"/>
                    <a:pt x="1386" y="568"/>
                    <a:pt x="1386" y="379"/>
                  </a:cubicBezTo>
                  <a:cubicBezTo>
                    <a:pt x="1386" y="158"/>
                    <a:pt x="1229" y="1"/>
                    <a:pt x="1008" y="1"/>
                  </a:cubicBezTo>
                  <a:close/>
                </a:path>
              </a:pathLst>
            </a:custGeom>
            <a:grpFill/>
            <a:ln>
              <a:noFill/>
            </a:ln>
          </p:spPr>
          <p:txBody>
            <a:bodyPr spcFirstLastPara="1" wrap="square" lIns="62728" tIns="62728" rIns="62728" bIns="62728" anchor="ctr" anchorCtr="0">
              <a:noAutofit/>
            </a:bodyPr>
            <a:lstStyle/>
            <a:p>
              <a:endParaRPr sz="764"/>
            </a:p>
          </p:txBody>
        </p:sp>
        <p:sp>
          <p:nvSpPr>
            <p:cNvPr id="662" name="Google Shape;6627;p63">
              <a:extLst>
                <a:ext uri="{FF2B5EF4-FFF2-40B4-BE49-F238E27FC236}">
                  <a16:creationId xmlns:a16="http://schemas.microsoft.com/office/drawing/2014/main" id="{3D504249-90F8-41DE-B843-FA47B7355032}"/>
                </a:ext>
              </a:extLst>
            </p:cNvPr>
            <p:cNvSpPr/>
            <p:nvPr/>
          </p:nvSpPr>
          <p:spPr>
            <a:xfrm>
              <a:off x="-31353475" y="2145075"/>
              <a:ext cx="35450" cy="18150"/>
            </a:xfrm>
            <a:custGeom>
              <a:avLst/>
              <a:gdLst/>
              <a:ahLst/>
              <a:cxnLst/>
              <a:rect l="l" t="t" r="r" b="b"/>
              <a:pathLst>
                <a:path w="1418" h="726" extrusionOk="0">
                  <a:moveTo>
                    <a:pt x="347" y="1"/>
                  </a:moveTo>
                  <a:cubicBezTo>
                    <a:pt x="158" y="1"/>
                    <a:pt x="0" y="158"/>
                    <a:pt x="0" y="379"/>
                  </a:cubicBezTo>
                  <a:cubicBezTo>
                    <a:pt x="0" y="568"/>
                    <a:pt x="158" y="726"/>
                    <a:pt x="347" y="726"/>
                  </a:cubicBezTo>
                  <a:lnTo>
                    <a:pt x="1071" y="726"/>
                  </a:lnTo>
                  <a:cubicBezTo>
                    <a:pt x="1260" y="726"/>
                    <a:pt x="1418" y="568"/>
                    <a:pt x="1418" y="379"/>
                  </a:cubicBezTo>
                  <a:cubicBezTo>
                    <a:pt x="1418" y="158"/>
                    <a:pt x="1260" y="1"/>
                    <a:pt x="1071" y="1"/>
                  </a:cubicBezTo>
                  <a:close/>
                </a:path>
              </a:pathLst>
            </a:custGeom>
            <a:grpFill/>
            <a:ln>
              <a:noFill/>
            </a:ln>
          </p:spPr>
          <p:txBody>
            <a:bodyPr spcFirstLastPara="1" wrap="square" lIns="62728" tIns="62728" rIns="62728" bIns="62728" anchor="ctr" anchorCtr="0">
              <a:noAutofit/>
            </a:bodyPr>
            <a:lstStyle/>
            <a:p>
              <a:endParaRPr sz="764"/>
            </a:p>
          </p:txBody>
        </p:sp>
        <p:sp>
          <p:nvSpPr>
            <p:cNvPr id="663" name="Google Shape;6628;p63">
              <a:extLst>
                <a:ext uri="{FF2B5EF4-FFF2-40B4-BE49-F238E27FC236}">
                  <a16:creationId xmlns:a16="http://schemas.microsoft.com/office/drawing/2014/main" id="{09D4103D-3E47-4444-905C-3A639DE7360D}"/>
                </a:ext>
              </a:extLst>
            </p:cNvPr>
            <p:cNvSpPr/>
            <p:nvPr/>
          </p:nvSpPr>
          <p:spPr>
            <a:xfrm>
              <a:off x="-31301500" y="2145075"/>
              <a:ext cx="35450" cy="18150"/>
            </a:xfrm>
            <a:custGeom>
              <a:avLst/>
              <a:gdLst/>
              <a:ahLst/>
              <a:cxnLst/>
              <a:rect l="l" t="t" r="r" b="b"/>
              <a:pathLst>
                <a:path w="1418" h="726" extrusionOk="0">
                  <a:moveTo>
                    <a:pt x="347" y="1"/>
                  </a:moveTo>
                  <a:cubicBezTo>
                    <a:pt x="158" y="1"/>
                    <a:pt x="0" y="158"/>
                    <a:pt x="0" y="379"/>
                  </a:cubicBezTo>
                  <a:cubicBezTo>
                    <a:pt x="0" y="568"/>
                    <a:pt x="158" y="726"/>
                    <a:pt x="347" y="726"/>
                  </a:cubicBezTo>
                  <a:lnTo>
                    <a:pt x="1072" y="726"/>
                  </a:lnTo>
                  <a:cubicBezTo>
                    <a:pt x="1261" y="726"/>
                    <a:pt x="1418" y="568"/>
                    <a:pt x="1418" y="379"/>
                  </a:cubicBezTo>
                  <a:cubicBezTo>
                    <a:pt x="1387" y="158"/>
                    <a:pt x="1229" y="1"/>
                    <a:pt x="1072"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71" name="Google Shape;6629;p63">
            <a:extLst>
              <a:ext uri="{FF2B5EF4-FFF2-40B4-BE49-F238E27FC236}">
                <a16:creationId xmlns:a16="http://schemas.microsoft.com/office/drawing/2014/main" id="{465FFC87-34D7-4107-9DAD-5E520C4E3BE6}"/>
              </a:ext>
            </a:extLst>
          </p:cNvPr>
          <p:cNvGrpSpPr/>
          <p:nvPr/>
        </p:nvGrpSpPr>
        <p:grpSpPr>
          <a:xfrm>
            <a:off x="9551364" y="3148902"/>
            <a:ext cx="230421" cy="229182"/>
            <a:chOff x="-31523625" y="2298675"/>
            <a:chExt cx="293025" cy="291450"/>
          </a:xfrm>
          <a:solidFill>
            <a:schemeClr val="tx1"/>
          </a:solidFill>
        </p:grpSpPr>
        <p:sp>
          <p:nvSpPr>
            <p:cNvPr id="650" name="Google Shape;6630;p63">
              <a:extLst>
                <a:ext uri="{FF2B5EF4-FFF2-40B4-BE49-F238E27FC236}">
                  <a16:creationId xmlns:a16="http://schemas.microsoft.com/office/drawing/2014/main" id="{9794981A-9DB2-466C-87C9-F9245C2A3880}"/>
                </a:ext>
              </a:extLst>
            </p:cNvPr>
            <p:cNvSpPr/>
            <p:nvPr/>
          </p:nvSpPr>
          <p:spPr>
            <a:xfrm>
              <a:off x="-31523625" y="2298675"/>
              <a:ext cx="293025" cy="291450"/>
            </a:xfrm>
            <a:custGeom>
              <a:avLst/>
              <a:gdLst/>
              <a:ahLst/>
              <a:cxnLst/>
              <a:rect l="l" t="t" r="r" b="b"/>
              <a:pathLst>
                <a:path w="11721" h="11658" extrusionOk="0">
                  <a:moveTo>
                    <a:pt x="4443" y="630"/>
                  </a:moveTo>
                  <a:cubicBezTo>
                    <a:pt x="4632" y="630"/>
                    <a:pt x="4790" y="788"/>
                    <a:pt x="4790" y="977"/>
                  </a:cubicBezTo>
                  <a:cubicBezTo>
                    <a:pt x="4790" y="1198"/>
                    <a:pt x="4632" y="1355"/>
                    <a:pt x="4443" y="1355"/>
                  </a:cubicBezTo>
                  <a:cubicBezTo>
                    <a:pt x="4254" y="1355"/>
                    <a:pt x="4097" y="1198"/>
                    <a:pt x="4097" y="977"/>
                  </a:cubicBezTo>
                  <a:cubicBezTo>
                    <a:pt x="4097" y="788"/>
                    <a:pt x="4254" y="630"/>
                    <a:pt x="4443" y="630"/>
                  </a:cubicBezTo>
                  <a:close/>
                  <a:moveTo>
                    <a:pt x="7153" y="3434"/>
                  </a:moveTo>
                  <a:cubicBezTo>
                    <a:pt x="6523" y="3938"/>
                    <a:pt x="6176" y="4663"/>
                    <a:pt x="6176" y="5482"/>
                  </a:cubicBezTo>
                  <a:lnTo>
                    <a:pt x="6176" y="7530"/>
                  </a:lnTo>
                  <a:lnTo>
                    <a:pt x="663" y="7530"/>
                  </a:lnTo>
                  <a:lnTo>
                    <a:pt x="663" y="5482"/>
                  </a:lnTo>
                  <a:cubicBezTo>
                    <a:pt x="663" y="4348"/>
                    <a:pt x="1576" y="3434"/>
                    <a:pt x="2710" y="3434"/>
                  </a:cubicBezTo>
                  <a:lnTo>
                    <a:pt x="4790" y="3434"/>
                  </a:lnTo>
                  <a:lnTo>
                    <a:pt x="4790" y="4474"/>
                  </a:lnTo>
                  <a:cubicBezTo>
                    <a:pt x="4790" y="4663"/>
                    <a:pt x="4947" y="4821"/>
                    <a:pt x="5136" y="4821"/>
                  </a:cubicBezTo>
                  <a:cubicBezTo>
                    <a:pt x="5357" y="4821"/>
                    <a:pt x="5514" y="4663"/>
                    <a:pt x="5514" y="4474"/>
                  </a:cubicBezTo>
                  <a:lnTo>
                    <a:pt x="5514" y="3434"/>
                  </a:lnTo>
                  <a:close/>
                  <a:moveTo>
                    <a:pt x="6176" y="8255"/>
                  </a:moveTo>
                  <a:lnTo>
                    <a:pt x="6176" y="8916"/>
                  </a:lnTo>
                  <a:lnTo>
                    <a:pt x="663" y="8916"/>
                  </a:lnTo>
                  <a:lnTo>
                    <a:pt x="663" y="8255"/>
                  </a:lnTo>
                  <a:close/>
                  <a:moveTo>
                    <a:pt x="8917" y="3434"/>
                  </a:moveTo>
                  <a:cubicBezTo>
                    <a:pt x="10083" y="3434"/>
                    <a:pt x="10965" y="4348"/>
                    <a:pt x="10965" y="5482"/>
                  </a:cubicBezTo>
                  <a:lnTo>
                    <a:pt x="10965" y="8916"/>
                  </a:lnTo>
                  <a:lnTo>
                    <a:pt x="6869" y="8916"/>
                  </a:lnTo>
                  <a:lnTo>
                    <a:pt x="6869" y="5482"/>
                  </a:lnTo>
                  <a:cubicBezTo>
                    <a:pt x="6869" y="4380"/>
                    <a:pt x="7783" y="3434"/>
                    <a:pt x="8917" y="3434"/>
                  </a:cubicBezTo>
                  <a:close/>
                  <a:moveTo>
                    <a:pt x="4790" y="9609"/>
                  </a:moveTo>
                  <a:lnTo>
                    <a:pt x="4790" y="10996"/>
                  </a:lnTo>
                  <a:lnTo>
                    <a:pt x="4128" y="10996"/>
                  </a:lnTo>
                  <a:lnTo>
                    <a:pt x="4128" y="9609"/>
                  </a:lnTo>
                  <a:close/>
                  <a:moveTo>
                    <a:pt x="4443" y="0"/>
                  </a:moveTo>
                  <a:cubicBezTo>
                    <a:pt x="3876" y="0"/>
                    <a:pt x="3404" y="473"/>
                    <a:pt x="3404" y="1040"/>
                  </a:cubicBezTo>
                  <a:cubicBezTo>
                    <a:pt x="3404" y="1576"/>
                    <a:pt x="3876" y="2048"/>
                    <a:pt x="4443" y="2048"/>
                  </a:cubicBezTo>
                  <a:cubicBezTo>
                    <a:pt x="4569" y="2048"/>
                    <a:pt x="4664" y="2017"/>
                    <a:pt x="4790" y="2017"/>
                  </a:cubicBezTo>
                  <a:lnTo>
                    <a:pt x="4790" y="2773"/>
                  </a:lnTo>
                  <a:lnTo>
                    <a:pt x="2710" y="2773"/>
                  </a:lnTo>
                  <a:cubicBezTo>
                    <a:pt x="1198" y="2773"/>
                    <a:pt x="1" y="4001"/>
                    <a:pt x="1" y="5482"/>
                  </a:cubicBezTo>
                  <a:lnTo>
                    <a:pt x="1" y="9231"/>
                  </a:lnTo>
                  <a:cubicBezTo>
                    <a:pt x="1" y="9420"/>
                    <a:pt x="159" y="9578"/>
                    <a:pt x="348" y="9578"/>
                  </a:cubicBezTo>
                  <a:lnTo>
                    <a:pt x="3467" y="9578"/>
                  </a:lnTo>
                  <a:lnTo>
                    <a:pt x="3467" y="11311"/>
                  </a:lnTo>
                  <a:cubicBezTo>
                    <a:pt x="3467" y="11500"/>
                    <a:pt x="3624" y="11657"/>
                    <a:pt x="3813" y="11657"/>
                  </a:cubicBezTo>
                  <a:lnTo>
                    <a:pt x="5199" y="11657"/>
                  </a:lnTo>
                  <a:cubicBezTo>
                    <a:pt x="5388" y="11657"/>
                    <a:pt x="5546" y="11500"/>
                    <a:pt x="5546" y="11311"/>
                  </a:cubicBezTo>
                  <a:lnTo>
                    <a:pt x="5546" y="9578"/>
                  </a:lnTo>
                  <a:lnTo>
                    <a:pt x="11374" y="9578"/>
                  </a:lnTo>
                  <a:cubicBezTo>
                    <a:pt x="11563" y="9578"/>
                    <a:pt x="11721" y="9420"/>
                    <a:pt x="11721" y="9231"/>
                  </a:cubicBezTo>
                  <a:lnTo>
                    <a:pt x="11721" y="5482"/>
                  </a:lnTo>
                  <a:cubicBezTo>
                    <a:pt x="11658" y="4001"/>
                    <a:pt x="10429" y="2773"/>
                    <a:pt x="8917" y="2773"/>
                  </a:cubicBezTo>
                  <a:lnTo>
                    <a:pt x="5451" y="2773"/>
                  </a:lnTo>
                  <a:lnTo>
                    <a:pt x="5451" y="1040"/>
                  </a:lnTo>
                  <a:cubicBezTo>
                    <a:pt x="5451" y="473"/>
                    <a:pt x="4979" y="0"/>
                    <a:pt x="4443" y="0"/>
                  </a:cubicBezTo>
                  <a:close/>
                </a:path>
              </a:pathLst>
            </a:custGeom>
            <a:grpFill/>
            <a:ln>
              <a:noFill/>
            </a:ln>
          </p:spPr>
          <p:txBody>
            <a:bodyPr spcFirstLastPara="1" wrap="square" lIns="62728" tIns="62728" rIns="62728" bIns="62728" anchor="ctr" anchorCtr="0">
              <a:noAutofit/>
            </a:bodyPr>
            <a:lstStyle/>
            <a:p>
              <a:endParaRPr sz="764"/>
            </a:p>
          </p:txBody>
        </p:sp>
        <p:sp>
          <p:nvSpPr>
            <p:cNvPr id="651" name="Google Shape;6631;p63">
              <a:extLst>
                <a:ext uri="{FF2B5EF4-FFF2-40B4-BE49-F238E27FC236}">
                  <a16:creationId xmlns:a16="http://schemas.microsoft.com/office/drawing/2014/main" id="{AD711714-B115-4C8A-9422-FAECB5C59428}"/>
                </a:ext>
              </a:extLst>
            </p:cNvPr>
            <p:cNvSpPr/>
            <p:nvPr/>
          </p:nvSpPr>
          <p:spPr>
            <a:xfrm>
              <a:off x="-31334575" y="2452250"/>
              <a:ext cx="67750" cy="51225"/>
            </a:xfrm>
            <a:custGeom>
              <a:avLst/>
              <a:gdLst/>
              <a:ahLst/>
              <a:cxnLst/>
              <a:rect l="l" t="t" r="r" b="b"/>
              <a:pathLst>
                <a:path w="2710" h="2049" extrusionOk="0">
                  <a:moveTo>
                    <a:pt x="1670" y="694"/>
                  </a:moveTo>
                  <a:cubicBezTo>
                    <a:pt x="1890" y="694"/>
                    <a:pt x="2048" y="851"/>
                    <a:pt x="2048" y="1040"/>
                  </a:cubicBezTo>
                  <a:cubicBezTo>
                    <a:pt x="2048" y="1229"/>
                    <a:pt x="1890" y="1387"/>
                    <a:pt x="1670" y="1387"/>
                  </a:cubicBezTo>
                  <a:lnTo>
                    <a:pt x="1008" y="1387"/>
                  </a:lnTo>
                  <a:cubicBezTo>
                    <a:pt x="819" y="1387"/>
                    <a:pt x="662" y="1229"/>
                    <a:pt x="662" y="1040"/>
                  </a:cubicBezTo>
                  <a:cubicBezTo>
                    <a:pt x="662" y="851"/>
                    <a:pt x="819" y="694"/>
                    <a:pt x="1008" y="694"/>
                  </a:cubicBezTo>
                  <a:close/>
                  <a:moveTo>
                    <a:pt x="1008" y="1"/>
                  </a:moveTo>
                  <a:cubicBezTo>
                    <a:pt x="473" y="1"/>
                    <a:pt x="0" y="473"/>
                    <a:pt x="0" y="1040"/>
                  </a:cubicBezTo>
                  <a:cubicBezTo>
                    <a:pt x="0" y="1576"/>
                    <a:pt x="473" y="2049"/>
                    <a:pt x="1008" y="2049"/>
                  </a:cubicBezTo>
                  <a:lnTo>
                    <a:pt x="1670" y="2049"/>
                  </a:lnTo>
                  <a:cubicBezTo>
                    <a:pt x="2237" y="2049"/>
                    <a:pt x="2710" y="1576"/>
                    <a:pt x="2710" y="1040"/>
                  </a:cubicBezTo>
                  <a:cubicBezTo>
                    <a:pt x="2710" y="473"/>
                    <a:pt x="2269" y="1"/>
                    <a:pt x="1670" y="1"/>
                  </a:cubicBezTo>
                  <a:close/>
                </a:path>
              </a:pathLst>
            </a:custGeom>
            <a:grpFill/>
            <a:ln>
              <a:noFill/>
            </a:ln>
          </p:spPr>
          <p:txBody>
            <a:bodyPr spcFirstLastPara="1" wrap="square" lIns="62728" tIns="62728" rIns="62728" bIns="62728" anchor="ctr" anchorCtr="0">
              <a:noAutofit/>
            </a:bodyPr>
            <a:lstStyle/>
            <a:p>
              <a:endParaRPr sz="764"/>
            </a:p>
          </p:txBody>
        </p:sp>
        <p:sp>
          <p:nvSpPr>
            <p:cNvPr id="652" name="Google Shape;6632;p63">
              <a:extLst>
                <a:ext uri="{FF2B5EF4-FFF2-40B4-BE49-F238E27FC236}">
                  <a16:creationId xmlns:a16="http://schemas.microsoft.com/office/drawing/2014/main" id="{0B28413C-6991-4F7C-963F-80B08B8AD7D9}"/>
                </a:ext>
              </a:extLst>
            </p:cNvPr>
            <p:cNvSpPr/>
            <p:nvPr/>
          </p:nvSpPr>
          <p:spPr>
            <a:xfrm>
              <a:off x="-31334575" y="2419175"/>
              <a:ext cx="68525" cy="17350"/>
            </a:xfrm>
            <a:custGeom>
              <a:avLst/>
              <a:gdLst/>
              <a:ahLst/>
              <a:cxnLst/>
              <a:rect l="l" t="t" r="r" b="b"/>
              <a:pathLst>
                <a:path w="2741" h="694" extrusionOk="0">
                  <a:moveTo>
                    <a:pt x="347" y="1"/>
                  </a:moveTo>
                  <a:cubicBezTo>
                    <a:pt x="158" y="1"/>
                    <a:pt x="0" y="158"/>
                    <a:pt x="0" y="347"/>
                  </a:cubicBezTo>
                  <a:cubicBezTo>
                    <a:pt x="0" y="536"/>
                    <a:pt x="158" y="694"/>
                    <a:pt x="347" y="694"/>
                  </a:cubicBezTo>
                  <a:lnTo>
                    <a:pt x="2395" y="694"/>
                  </a:lnTo>
                  <a:cubicBezTo>
                    <a:pt x="2584" y="694"/>
                    <a:pt x="2741" y="536"/>
                    <a:pt x="2741" y="347"/>
                  </a:cubicBezTo>
                  <a:cubicBezTo>
                    <a:pt x="2710" y="158"/>
                    <a:pt x="2552" y="1"/>
                    <a:pt x="2395" y="1"/>
                  </a:cubicBezTo>
                  <a:close/>
                </a:path>
              </a:pathLst>
            </a:custGeom>
            <a:grpFill/>
            <a:ln>
              <a:noFill/>
            </a:ln>
          </p:spPr>
          <p:txBody>
            <a:bodyPr spcFirstLastPara="1" wrap="square" lIns="62728" tIns="62728" rIns="62728" bIns="62728" anchor="ctr" anchorCtr="0">
              <a:noAutofit/>
            </a:bodyPr>
            <a:lstStyle/>
            <a:p>
              <a:endParaRPr sz="764"/>
            </a:p>
          </p:txBody>
        </p:sp>
      </p:grpSp>
      <p:sp>
        <p:nvSpPr>
          <p:cNvPr id="572" name="Google Shape;6633;p63">
            <a:extLst>
              <a:ext uri="{FF2B5EF4-FFF2-40B4-BE49-F238E27FC236}">
                <a16:creationId xmlns:a16="http://schemas.microsoft.com/office/drawing/2014/main" id="{F9682B27-FABE-46CD-BB8E-5BF58AB214BA}"/>
              </a:ext>
            </a:extLst>
          </p:cNvPr>
          <p:cNvSpPr/>
          <p:nvPr/>
        </p:nvSpPr>
        <p:spPr>
          <a:xfrm>
            <a:off x="9549010" y="3418721"/>
            <a:ext cx="232898" cy="231030"/>
          </a:xfrm>
          <a:custGeom>
            <a:avLst/>
            <a:gdLst/>
            <a:ahLst/>
            <a:cxnLst/>
            <a:rect l="l" t="t" r="r" b="b"/>
            <a:pathLst>
              <a:path w="11847" h="11752" extrusionOk="0">
                <a:moveTo>
                  <a:pt x="6039" y="2796"/>
                </a:moveTo>
                <a:cubicBezTo>
                  <a:pt x="6845" y="2796"/>
                  <a:pt x="7621" y="3116"/>
                  <a:pt x="8224" y="3718"/>
                </a:cubicBezTo>
                <a:cubicBezTo>
                  <a:pt x="8917" y="4411"/>
                  <a:pt x="9232" y="5356"/>
                  <a:pt x="9074" y="6396"/>
                </a:cubicBezTo>
                <a:cubicBezTo>
                  <a:pt x="8885" y="7688"/>
                  <a:pt x="7814" y="8759"/>
                  <a:pt x="6522" y="8948"/>
                </a:cubicBezTo>
                <a:cubicBezTo>
                  <a:pt x="6377" y="8962"/>
                  <a:pt x="6232" y="8970"/>
                  <a:pt x="6088" y="8970"/>
                </a:cubicBezTo>
                <a:cubicBezTo>
                  <a:pt x="5606" y="8970"/>
                  <a:pt x="5132" y="8883"/>
                  <a:pt x="4695" y="8664"/>
                </a:cubicBezTo>
                <a:lnTo>
                  <a:pt x="5231" y="8160"/>
                </a:lnTo>
                <a:cubicBezTo>
                  <a:pt x="5444" y="8249"/>
                  <a:pt x="5677" y="8288"/>
                  <a:pt x="5919" y="8288"/>
                </a:cubicBezTo>
                <a:cubicBezTo>
                  <a:pt x="6106" y="8288"/>
                  <a:pt x="6298" y="8265"/>
                  <a:pt x="6491" y="8223"/>
                </a:cubicBezTo>
                <a:cubicBezTo>
                  <a:pt x="6964" y="8160"/>
                  <a:pt x="7373" y="7908"/>
                  <a:pt x="7751" y="7562"/>
                </a:cubicBezTo>
                <a:cubicBezTo>
                  <a:pt x="8098" y="7215"/>
                  <a:pt x="8318" y="6774"/>
                  <a:pt x="8413" y="6301"/>
                </a:cubicBezTo>
                <a:cubicBezTo>
                  <a:pt x="8476" y="5797"/>
                  <a:pt x="8444" y="5293"/>
                  <a:pt x="8224" y="4821"/>
                </a:cubicBezTo>
                <a:cubicBezTo>
                  <a:pt x="8161" y="4695"/>
                  <a:pt x="8066" y="4663"/>
                  <a:pt x="7972" y="4600"/>
                </a:cubicBezTo>
                <a:cubicBezTo>
                  <a:pt x="7846" y="4600"/>
                  <a:pt x="7751" y="4600"/>
                  <a:pt x="7657" y="4695"/>
                </a:cubicBezTo>
                <a:lnTo>
                  <a:pt x="6806" y="5545"/>
                </a:lnTo>
                <a:cubicBezTo>
                  <a:pt x="6743" y="5608"/>
                  <a:pt x="6649" y="5640"/>
                  <a:pt x="6558" y="5640"/>
                </a:cubicBezTo>
                <a:cubicBezTo>
                  <a:pt x="6467" y="5640"/>
                  <a:pt x="6381" y="5608"/>
                  <a:pt x="6333" y="5545"/>
                </a:cubicBezTo>
                <a:cubicBezTo>
                  <a:pt x="6207" y="5419"/>
                  <a:pt x="6207" y="5199"/>
                  <a:pt x="6333" y="5073"/>
                </a:cubicBezTo>
                <a:lnTo>
                  <a:pt x="7184" y="4222"/>
                </a:lnTo>
                <a:cubicBezTo>
                  <a:pt x="7279" y="4128"/>
                  <a:pt x="7310" y="4033"/>
                  <a:pt x="7279" y="3907"/>
                </a:cubicBezTo>
                <a:cubicBezTo>
                  <a:pt x="7279" y="3781"/>
                  <a:pt x="7184" y="3718"/>
                  <a:pt x="7058" y="3655"/>
                </a:cubicBezTo>
                <a:cubicBezTo>
                  <a:pt x="6723" y="3499"/>
                  <a:pt x="6372" y="3437"/>
                  <a:pt x="6017" y="3437"/>
                </a:cubicBezTo>
                <a:cubicBezTo>
                  <a:pt x="5871" y="3437"/>
                  <a:pt x="5724" y="3448"/>
                  <a:pt x="5577" y="3466"/>
                </a:cubicBezTo>
                <a:cubicBezTo>
                  <a:pt x="5105" y="3561"/>
                  <a:pt x="4664" y="3781"/>
                  <a:pt x="4317" y="4128"/>
                </a:cubicBezTo>
                <a:cubicBezTo>
                  <a:pt x="3971" y="4506"/>
                  <a:pt x="3719" y="4915"/>
                  <a:pt x="3656" y="5388"/>
                </a:cubicBezTo>
                <a:cubicBezTo>
                  <a:pt x="3561" y="5829"/>
                  <a:pt x="3593" y="6270"/>
                  <a:pt x="3719" y="6648"/>
                </a:cubicBezTo>
                <a:lnTo>
                  <a:pt x="3214" y="7184"/>
                </a:lnTo>
                <a:cubicBezTo>
                  <a:pt x="2962" y="6648"/>
                  <a:pt x="2868" y="6018"/>
                  <a:pt x="2962" y="5388"/>
                </a:cubicBezTo>
                <a:cubicBezTo>
                  <a:pt x="3183" y="4096"/>
                  <a:pt x="4223" y="3025"/>
                  <a:pt x="5546" y="2836"/>
                </a:cubicBezTo>
                <a:cubicBezTo>
                  <a:pt x="5710" y="2809"/>
                  <a:pt x="5875" y="2796"/>
                  <a:pt x="6039" y="2796"/>
                </a:cubicBezTo>
                <a:close/>
                <a:moveTo>
                  <a:pt x="6428" y="757"/>
                </a:moveTo>
                <a:lnTo>
                  <a:pt x="6554" y="1261"/>
                </a:lnTo>
                <a:cubicBezTo>
                  <a:pt x="6585" y="1387"/>
                  <a:pt x="6680" y="1481"/>
                  <a:pt x="6838" y="1481"/>
                </a:cubicBezTo>
                <a:cubicBezTo>
                  <a:pt x="7468" y="1607"/>
                  <a:pt x="8003" y="1859"/>
                  <a:pt x="8539" y="2206"/>
                </a:cubicBezTo>
                <a:cubicBezTo>
                  <a:pt x="8586" y="2237"/>
                  <a:pt x="8641" y="2253"/>
                  <a:pt x="8700" y="2253"/>
                </a:cubicBezTo>
                <a:cubicBezTo>
                  <a:pt x="8759" y="2253"/>
                  <a:pt x="8822" y="2237"/>
                  <a:pt x="8885" y="2206"/>
                </a:cubicBezTo>
                <a:lnTo>
                  <a:pt x="9326" y="1922"/>
                </a:lnTo>
                <a:lnTo>
                  <a:pt x="9894" y="2521"/>
                </a:lnTo>
                <a:lnTo>
                  <a:pt x="9641" y="2962"/>
                </a:lnTo>
                <a:cubicBezTo>
                  <a:pt x="9547" y="3088"/>
                  <a:pt x="9547" y="3246"/>
                  <a:pt x="9641" y="3309"/>
                </a:cubicBezTo>
                <a:cubicBezTo>
                  <a:pt x="9988" y="3813"/>
                  <a:pt x="10209" y="4411"/>
                  <a:pt x="10335" y="5010"/>
                </a:cubicBezTo>
                <a:cubicBezTo>
                  <a:pt x="10366" y="5136"/>
                  <a:pt x="10461" y="5230"/>
                  <a:pt x="10587" y="5293"/>
                </a:cubicBezTo>
                <a:lnTo>
                  <a:pt x="11091" y="5388"/>
                </a:lnTo>
                <a:lnTo>
                  <a:pt x="11091" y="6301"/>
                </a:lnTo>
                <a:lnTo>
                  <a:pt x="11154" y="6301"/>
                </a:lnTo>
                <a:lnTo>
                  <a:pt x="10650" y="6428"/>
                </a:lnTo>
                <a:cubicBezTo>
                  <a:pt x="10524" y="6459"/>
                  <a:pt x="10429" y="6554"/>
                  <a:pt x="10429" y="6711"/>
                </a:cubicBezTo>
                <a:cubicBezTo>
                  <a:pt x="10303" y="7341"/>
                  <a:pt x="10051" y="7877"/>
                  <a:pt x="9704" y="8381"/>
                </a:cubicBezTo>
                <a:cubicBezTo>
                  <a:pt x="9641" y="8507"/>
                  <a:pt x="9641" y="8633"/>
                  <a:pt x="9704" y="8759"/>
                </a:cubicBezTo>
                <a:lnTo>
                  <a:pt x="9988" y="9168"/>
                </a:lnTo>
                <a:lnTo>
                  <a:pt x="9389" y="9767"/>
                </a:lnTo>
                <a:lnTo>
                  <a:pt x="8948" y="9483"/>
                </a:lnTo>
                <a:cubicBezTo>
                  <a:pt x="8901" y="9452"/>
                  <a:pt x="8838" y="9436"/>
                  <a:pt x="8775" y="9436"/>
                </a:cubicBezTo>
                <a:cubicBezTo>
                  <a:pt x="8712" y="9436"/>
                  <a:pt x="8649" y="9452"/>
                  <a:pt x="8602" y="9483"/>
                </a:cubicBezTo>
                <a:cubicBezTo>
                  <a:pt x="8098" y="9862"/>
                  <a:pt x="7499" y="10082"/>
                  <a:pt x="6901" y="10208"/>
                </a:cubicBezTo>
                <a:cubicBezTo>
                  <a:pt x="6806" y="10240"/>
                  <a:pt x="6680" y="10334"/>
                  <a:pt x="6649" y="10429"/>
                </a:cubicBezTo>
                <a:lnTo>
                  <a:pt x="6522" y="10964"/>
                </a:lnTo>
                <a:lnTo>
                  <a:pt x="5703" y="10964"/>
                </a:lnTo>
                <a:lnTo>
                  <a:pt x="5577" y="10429"/>
                </a:lnTo>
                <a:cubicBezTo>
                  <a:pt x="5546" y="10334"/>
                  <a:pt x="5451" y="10208"/>
                  <a:pt x="5294" y="10208"/>
                </a:cubicBezTo>
                <a:cubicBezTo>
                  <a:pt x="4758" y="10082"/>
                  <a:pt x="4223" y="9893"/>
                  <a:pt x="3750" y="9609"/>
                </a:cubicBezTo>
                <a:lnTo>
                  <a:pt x="4286" y="9105"/>
                </a:lnTo>
                <a:cubicBezTo>
                  <a:pt x="4821" y="9420"/>
                  <a:pt x="5451" y="9578"/>
                  <a:pt x="6113" y="9578"/>
                </a:cubicBezTo>
                <a:cubicBezTo>
                  <a:pt x="6333" y="9578"/>
                  <a:pt x="6522" y="9578"/>
                  <a:pt x="6712" y="9546"/>
                </a:cubicBezTo>
                <a:cubicBezTo>
                  <a:pt x="7499" y="9420"/>
                  <a:pt x="8224" y="9011"/>
                  <a:pt x="8759" y="8475"/>
                </a:cubicBezTo>
                <a:cubicBezTo>
                  <a:pt x="9326" y="7908"/>
                  <a:pt x="9704" y="7184"/>
                  <a:pt x="9831" y="6428"/>
                </a:cubicBezTo>
                <a:cubicBezTo>
                  <a:pt x="10020" y="5199"/>
                  <a:pt x="9641" y="4033"/>
                  <a:pt x="8759" y="3151"/>
                </a:cubicBezTo>
                <a:cubicBezTo>
                  <a:pt x="8046" y="2438"/>
                  <a:pt x="7089" y="2034"/>
                  <a:pt x="6074" y="2034"/>
                </a:cubicBezTo>
                <a:cubicBezTo>
                  <a:pt x="5878" y="2034"/>
                  <a:pt x="5681" y="2049"/>
                  <a:pt x="5483" y="2080"/>
                </a:cubicBezTo>
                <a:cubicBezTo>
                  <a:pt x="4695" y="2206"/>
                  <a:pt x="4002" y="2615"/>
                  <a:pt x="3435" y="3151"/>
                </a:cubicBezTo>
                <a:cubicBezTo>
                  <a:pt x="2899" y="3718"/>
                  <a:pt x="2490" y="4443"/>
                  <a:pt x="2395" y="5199"/>
                </a:cubicBezTo>
                <a:cubicBezTo>
                  <a:pt x="2269" y="6018"/>
                  <a:pt x="2427" y="6900"/>
                  <a:pt x="2805" y="7656"/>
                </a:cubicBezTo>
                <a:lnTo>
                  <a:pt x="2301" y="8160"/>
                </a:lnTo>
                <a:cubicBezTo>
                  <a:pt x="2017" y="7688"/>
                  <a:pt x="1828" y="7184"/>
                  <a:pt x="1702" y="6617"/>
                </a:cubicBezTo>
                <a:cubicBezTo>
                  <a:pt x="1671" y="6491"/>
                  <a:pt x="1608" y="6396"/>
                  <a:pt x="1482" y="6333"/>
                </a:cubicBezTo>
                <a:lnTo>
                  <a:pt x="978" y="6238"/>
                </a:lnTo>
                <a:lnTo>
                  <a:pt x="978" y="5388"/>
                </a:lnTo>
                <a:lnTo>
                  <a:pt x="1482" y="5293"/>
                </a:lnTo>
                <a:cubicBezTo>
                  <a:pt x="1608" y="5230"/>
                  <a:pt x="1702" y="5167"/>
                  <a:pt x="1702" y="5010"/>
                </a:cubicBezTo>
                <a:cubicBezTo>
                  <a:pt x="1828" y="4380"/>
                  <a:pt x="2080" y="3813"/>
                  <a:pt x="2427" y="3309"/>
                </a:cubicBezTo>
                <a:cubicBezTo>
                  <a:pt x="2490" y="3183"/>
                  <a:pt x="2490" y="3088"/>
                  <a:pt x="2427" y="2962"/>
                </a:cubicBezTo>
                <a:lnTo>
                  <a:pt x="2143" y="2521"/>
                </a:lnTo>
                <a:lnTo>
                  <a:pt x="2742" y="1922"/>
                </a:lnTo>
                <a:lnTo>
                  <a:pt x="3183" y="2206"/>
                </a:lnTo>
                <a:cubicBezTo>
                  <a:pt x="3230" y="2237"/>
                  <a:pt x="3293" y="2253"/>
                  <a:pt x="3356" y="2253"/>
                </a:cubicBezTo>
                <a:cubicBezTo>
                  <a:pt x="3419" y="2253"/>
                  <a:pt x="3482" y="2237"/>
                  <a:pt x="3530" y="2206"/>
                </a:cubicBezTo>
                <a:cubicBezTo>
                  <a:pt x="4034" y="1859"/>
                  <a:pt x="4632" y="1607"/>
                  <a:pt x="5231" y="1481"/>
                </a:cubicBezTo>
                <a:cubicBezTo>
                  <a:pt x="5325" y="1450"/>
                  <a:pt x="5451" y="1387"/>
                  <a:pt x="5483" y="1261"/>
                </a:cubicBezTo>
                <a:lnTo>
                  <a:pt x="5609" y="757"/>
                </a:lnTo>
                <a:close/>
                <a:moveTo>
                  <a:pt x="6239" y="4222"/>
                </a:moveTo>
                <a:lnTo>
                  <a:pt x="5766" y="4695"/>
                </a:lnTo>
                <a:cubicBezTo>
                  <a:pt x="5388" y="5073"/>
                  <a:pt x="5388" y="5766"/>
                  <a:pt x="5766" y="6144"/>
                </a:cubicBezTo>
                <a:cubicBezTo>
                  <a:pt x="5971" y="6349"/>
                  <a:pt x="6239" y="6451"/>
                  <a:pt x="6503" y="6451"/>
                </a:cubicBezTo>
                <a:cubicBezTo>
                  <a:pt x="6767" y="6451"/>
                  <a:pt x="7027" y="6349"/>
                  <a:pt x="7216" y="6144"/>
                </a:cubicBezTo>
                <a:lnTo>
                  <a:pt x="7688" y="5671"/>
                </a:lnTo>
                <a:cubicBezTo>
                  <a:pt x="7751" y="5860"/>
                  <a:pt x="7751" y="6081"/>
                  <a:pt x="7688" y="6238"/>
                </a:cubicBezTo>
                <a:cubicBezTo>
                  <a:pt x="7594" y="6900"/>
                  <a:pt x="7027" y="7436"/>
                  <a:pt x="6365" y="7562"/>
                </a:cubicBezTo>
                <a:cubicBezTo>
                  <a:pt x="6267" y="7588"/>
                  <a:pt x="6163" y="7600"/>
                  <a:pt x="6059" y="7600"/>
                </a:cubicBezTo>
                <a:cubicBezTo>
                  <a:pt x="5794" y="7600"/>
                  <a:pt x="5520" y="7526"/>
                  <a:pt x="5294" y="7436"/>
                </a:cubicBezTo>
                <a:cubicBezTo>
                  <a:pt x="5252" y="7415"/>
                  <a:pt x="5206" y="7404"/>
                  <a:pt x="5161" y="7404"/>
                </a:cubicBezTo>
                <a:cubicBezTo>
                  <a:pt x="5070" y="7404"/>
                  <a:pt x="4979" y="7446"/>
                  <a:pt x="4916" y="7530"/>
                </a:cubicBezTo>
                <a:lnTo>
                  <a:pt x="3908" y="8507"/>
                </a:lnTo>
                <a:lnTo>
                  <a:pt x="1450" y="10964"/>
                </a:lnTo>
                <a:cubicBezTo>
                  <a:pt x="1387" y="11011"/>
                  <a:pt x="1293" y="11035"/>
                  <a:pt x="1202" y="11035"/>
                </a:cubicBezTo>
                <a:cubicBezTo>
                  <a:pt x="1112" y="11035"/>
                  <a:pt x="1025" y="11011"/>
                  <a:pt x="978" y="10964"/>
                </a:cubicBezTo>
                <a:cubicBezTo>
                  <a:pt x="852" y="10838"/>
                  <a:pt x="852" y="10586"/>
                  <a:pt x="978" y="10492"/>
                </a:cubicBezTo>
                <a:lnTo>
                  <a:pt x="3403" y="8034"/>
                </a:lnTo>
                <a:lnTo>
                  <a:pt x="4380" y="7058"/>
                </a:lnTo>
                <a:cubicBezTo>
                  <a:pt x="4506" y="6932"/>
                  <a:pt x="4506" y="6774"/>
                  <a:pt x="4475" y="6648"/>
                </a:cubicBezTo>
                <a:cubicBezTo>
                  <a:pt x="4317" y="6333"/>
                  <a:pt x="4286" y="5955"/>
                  <a:pt x="4349" y="5608"/>
                </a:cubicBezTo>
                <a:cubicBezTo>
                  <a:pt x="4475" y="4915"/>
                  <a:pt x="5010" y="4380"/>
                  <a:pt x="5703" y="4254"/>
                </a:cubicBezTo>
                <a:cubicBezTo>
                  <a:pt x="5798" y="4254"/>
                  <a:pt x="5892" y="4222"/>
                  <a:pt x="6018" y="4222"/>
                </a:cubicBezTo>
                <a:close/>
                <a:moveTo>
                  <a:pt x="5262" y="1"/>
                </a:moveTo>
                <a:cubicBezTo>
                  <a:pt x="5105" y="1"/>
                  <a:pt x="4979" y="127"/>
                  <a:pt x="4947" y="284"/>
                </a:cubicBezTo>
                <a:lnTo>
                  <a:pt x="4790" y="883"/>
                </a:lnTo>
                <a:cubicBezTo>
                  <a:pt x="4223" y="977"/>
                  <a:pt x="3719" y="1229"/>
                  <a:pt x="3214" y="1513"/>
                </a:cubicBezTo>
                <a:lnTo>
                  <a:pt x="2710" y="1198"/>
                </a:lnTo>
                <a:cubicBezTo>
                  <a:pt x="2652" y="1154"/>
                  <a:pt x="2580" y="1130"/>
                  <a:pt x="2507" y="1130"/>
                </a:cubicBezTo>
                <a:cubicBezTo>
                  <a:pt x="2422" y="1130"/>
                  <a:pt x="2337" y="1162"/>
                  <a:pt x="2269" y="1229"/>
                </a:cubicBezTo>
                <a:lnTo>
                  <a:pt x="1293" y="2206"/>
                </a:lnTo>
                <a:cubicBezTo>
                  <a:pt x="1167" y="2332"/>
                  <a:pt x="1167" y="2489"/>
                  <a:pt x="1230" y="2647"/>
                </a:cubicBezTo>
                <a:lnTo>
                  <a:pt x="1545" y="3151"/>
                </a:lnTo>
                <a:cubicBezTo>
                  <a:pt x="1230" y="3624"/>
                  <a:pt x="1041" y="4128"/>
                  <a:pt x="915" y="4726"/>
                </a:cubicBezTo>
                <a:lnTo>
                  <a:pt x="348" y="4884"/>
                </a:lnTo>
                <a:cubicBezTo>
                  <a:pt x="190" y="4915"/>
                  <a:pt x="64" y="5041"/>
                  <a:pt x="64" y="5199"/>
                </a:cubicBezTo>
                <a:lnTo>
                  <a:pt x="64" y="6585"/>
                </a:lnTo>
                <a:cubicBezTo>
                  <a:pt x="64" y="6743"/>
                  <a:pt x="190" y="6869"/>
                  <a:pt x="348" y="6900"/>
                </a:cubicBezTo>
                <a:lnTo>
                  <a:pt x="915" y="7058"/>
                </a:lnTo>
                <a:cubicBezTo>
                  <a:pt x="1041" y="7656"/>
                  <a:pt x="1324" y="8223"/>
                  <a:pt x="1639" y="8696"/>
                </a:cubicBezTo>
                <a:lnTo>
                  <a:pt x="379" y="9956"/>
                </a:lnTo>
                <a:cubicBezTo>
                  <a:pt x="1" y="10366"/>
                  <a:pt x="1" y="11027"/>
                  <a:pt x="379" y="11437"/>
                </a:cubicBezTo>
                <a:cubicBezTo>
                  <a:pt x="584" y="11626"/>
                  <a:pt x="852" y="11720"/>
                  <a:pt x="1115" y="11720"/>
                </a:cubicBezTo>
                <a:cubicBezTo>
                  <a:pt x="1379" y="11720"/>
                  <a:pt x="1639" y="11626"/>
                  <a:pt x="1828" y="11437"/>
                </a:cubicBezTo>
                <a:lnTo>
                  <a:pt x="3088" y="10177"/>
                </a:lnTo>
                <a:cubicBezTo>
                  <a:pt x="3624" y="10523"/>
                  <a:pt x="4160" y="10744"/>
                  <a:pt x="4758" y="10870"/>
                </a:cubicBezTo>
                <a:lnTo>
                  <a:pt x="4916" y="11468"/>
                </a:lnTo>
                <a:cubicBezTo>
                  <a:pt x="4947" y="11626"/>
                  <a:pt x="5073" y="11752"/>
                  <a:pt x="5231" y="11752"/>
                </a:cubicBezTo>
                <a:lnTo>
                  <a:pt x="6585" y="11752"/>
                </a:lnTo>
                <a:cubicBezTo>
                  <a:pt x="6775" y="11752"/>
                  <a:pt x="6869" y="11626"/>
                  <a:pt x="6932" y="11468"/>
                </a:cubicBezTo>
                <a:lnTo>
                  <a:pt x="7090" y="10870"/>
                </a:lnTo>
                <a:cubicBezTo>
                  <a:pt x="7625" y="10744"/>
                  <a:pt x="8129" y="10523"/>
                  <a:pt x="8665" y="10240"/>
                </a:cubicBezTo>
                <a:lnTo>
                  <a:pt x="9169" y="10555"/>
                </a:lnTo>
                <a:cubicBezTo>
                  <a:pt x="9227" y="10599"/>
                  <a:pt x="9299" y="10622"/>
                  <a:pt x="9372" y="10622"/>
                </a:cubicBezTo>
                <a:cubicBezTo>
                  <a:pt x="9457" y="10622"/>
                  <a:pt x="9542" y="10591"/>
                  <a:pt x="9610" y="10523"/>
                </a:cubicBezTo>
                <a:lnTo>
                  <a:pt x="10587" y="9546"/>
                </a:lnTo>
                <a:cubicBezTo>
                  <a:pt x="10713" y="9420"/>
                  <a:pt x="10713" y="9263"/>
                  <a:pt x="10618" y="9105"/>
                </a:cubicBezTo>
                <a:lnTo>
                  <a:pt x="10303" y="8601"/>
                </a:lnTo>
                <a:cubicBezTo>
                  <a:pt x="10618" y="8129"/>
                  <a:pt x="10807" y="7593"/>
                  <a:pt x="10933" y="7026"/>
                </a:cubicBezTo>
                <a:lnTo>
                  <a:pt x="11532" y="6869"/>
                </a:lnTo>
                <a:cubicBezTo>
                  <a:pt x="11689" y="6806"/>
                  <a:pt x="11784" y="6711"/>
                  <a:pt x="11784" y="6554"/>
                </a:cubicBezTo>
                <a:lnTo>
                  <a:pt x="11784" y="5167"/>
                </a:lnTo>
                <a:cubicBezTo>
                  <a:pt x="11847" y="5041"/>
                  <a:pt x="11721" y="4915"/>
                  <a:pt x="11563" y="4884"/>
                </a:cubicBezTo>
                <a:lnTo>
                  <a:pt x="10965" y="4726"/>
                </a:lnTo>
                <a:cubicBezTo>
                  <a:pt x="10839" y="4191"/>
                  <a:pt x="10618" y="3655"/>
                  <a:pt x="10335" y="3151"/>
                </a:cubicBezTo>
                <a:lnTo>
                  <a:pt x="10650" y="2647"/>
                </a:lnTo>
                <a:cubicBezTo>
                  <a:pt x="10744" y="2521"/>
                  <a:pt x="10744" y="2332"/>
                  <a:pt x="10618" y="2206"/>
                </a:cubicBezTo>
                <a:lnTo>
                  <a:pt x="9641" y="1229"/>
                </a:lnTo>
                <a:cubicBezTo>
                  <a:pt x="9574" y="1162"/>
                  <a:pt x="9497" y="1130"/>
                  <a:pt x="9417" y="1130"/>
                </a:cubicBezTo>
                <a:cubicBezTo>
                  <a:pt x="9347" y="1130"/>
                  <a:pt x="9274" y="1154"/>
                  <a:pt x="9200" y="1198"/>
                </a:cubicBezTo>
                <a:lnTo>
                  <a:pt x="8696" y="1513"/>
                </a:lnTo>
                <a:cubicBezTo>
                  <a:pt x="8224" y="1198"/>
                  <a:pt x="7720" y="977"/>
                  <a:pt x="7121" y="883"/>
                </a:cubicBezTo>
                <a:lnTo>
                  <a:pt x="6964" y="284"/>
                </a:lnTo>
                <a:cubicBezTo>
                  <a:pt x="6932" y="127"/>
                  <a:pt x="6806" y="1"/>
                  <a:pt x="6649"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573" name="Google Shape;6634;p63">
            <a:extLst>
              <a:ext uri="{FF2B5EF4-FFF2-40B4-BE49-F238E27FC236}">
                <a16:creationId xmlns:a16="http://schemas.microsoft.com/office/drawing/2014/main" id="{36977324-5B7C-4D1E-AA67-3D6737CD6A53}"/>
              </a:ext>
            </a:extLst>
          </p:cNvPr>
          <p:cNvSpPr/>
          <p:nvPr/>
        </p:nvSpPr>
        <p:spPr>
          <a:xfrm>
            <a:off x="8683042" y="2845957"/>
            <a:ext cx="229792" cy="229182"/>
          </a:xfrm>
          <a:custGeom>
            <a:avLst/>
            <a:gdLst/>
            <a:ahLst/>
            <a:cxnLst/>
            <a:rect l="l" t="t" r="r" b="b"/>
            <a:pathLst>
              <a:path w="11689" h="11658" extrusionOk="0">
                <a:moveTo>
                  <a:pt x="8632" y="694"/>
                </a:moveTo>
                <a:cubicBezTo>
                  <a:pt x="8821" y="694"/>
                  <a:pt x="8979" y="851"/>
                  <a:pt x="8979" y="1040"/>
                </a:cubicBezTo>
                <a:lnTo>
                  <a:pt x="8979" y="1387"/>
                </a:lnTo>
                <a:lnTo>
                  <a:pt x="2836" y="1387"/>
                </a:lnTo>
                <a:lnTo>
                  <a:pt x="2836" y="1040"/>
                </a:lnTo>
                <a:cubicBezTo>
                  <a:pt x="2804" y="851"/>
                  <a:pt x="2962" y="694"/>
                  <a:pt x="3151" y="694"/>
                </a:cubicBezTo>
                <a:close/>
                <a:moveTo>
                  <a:pt x="4505" y="3435"/>
                </a:moveTo>
                <a:cubicBezTo>
                  <a:pt x="4694" y="3435"/>
                  <a:pt x="4852" y="3592"/>
                  <a:pt x="4852" y="3781"/>
                </a:cubicBezTo>
                <a:lnTo>
                  <a:pt x="4852" y="5829"/>
                </a:lnTo>
                <a:cubicBezTo>
                  <a:pt x="4852" y="6049"/>
                  <a:pt x="4694" y="6207"/>
                  <a:pt x="4505" y="6207"/>
                </a:cubicBezTo>
                <a:lnTo>
                  <a:pt x="3812" y="6207"/>
                </a:lnTo>
                <a:cubicBezTo>
                  <a:pt x="3623" y="6207"/>
                  <a:pt x="3466" y="6365"/>
                  <a:pt x="3466" y="6554"/>
                </a:cubicBezTo>
                <a:lnTo>
                  <a:pt x="3466" y="7089"/>
                </a:lnTo>
                <a:lnTo>
                  <a:pt x="2678" y="6302"/>
                </a:lnTo>
                <a:cubicBezTo>
                  <a:pt x="2615" y="6239"/>
                  <a:pt x="2520" y="6207"/>
                  <a:pt x="2457" y="6207"/>
                </a:cubicBezTo>
                <a:lnTo>
                  <a:pt x="1071" y="6207"/>
                </a:lnTo>
                <a:cubicBezTo>
                  <a:pt x="882" y="6144"/>
                  <a:pt x="725" y="5986"/>
                  <a:pt x="725" y="5829"/>
                </a:cubicBezTo>
                <a:lnTo>
                  <a:pt x="725" y="3781"/>
                </a:lnTo>
                <a:cubicBezTo>
                  <a:pt x="725" y="3592"/>
                  <a:pt x="882" y="3435"/>
                  <a:pt x="1071" y="3435"/>
                </a:cubicBezTo>
                <a:close/>
                <a:moveTo>
                  <a:pt x="10680" y="3435"/>
                </a:moveTo>
                <a:cubicBezTo>
                  <a:pt x="10869" y="3435"/>
                  <a:pt x="11027" y="3592"/>
                  <a:pt x="11027" y="3781"/>
                </a:cubicBezTo>
                <a:lnTo>
                  <a:pt x="11027" y="5829"/>
                </a:lnTo>
                <a:cubicBezTo>
                  <a:pt x="11027" y="6049"/>
                  <a:pt x="10869" y="6207"/>
                  <a:pt x="10680" y="6207"/>
                </a:cubicBezTo>
                <a:lnTo>
                  <a:pt x="9294" y="6207"/>
                </a:lnTo>
                <a:cubicBezTo>
                  <a:pt x="9231" y="6207"/>
                  <a:pt x="9105" y="6239"/>
                  <a:pt x="9074" y="6302"/>
                </a:cubicBezTo>
                <a:lnTo>
                  <a:pt x="8286" y="7089"/>
                </a:lnTo>
                <a:lnTo>
                  <a:pt x="8286" y="6554"/>
                </a:lnTo>
                <a:cubicBezTo>
                  <a:pt x="8286" y="6365"/>
                  <a:pt x="8128" y="6207"/>
                  <a:pt x="7908" y="6207"/>
                </a:cubicBezTo>
                <a:lnTo>
                  <a:pt x="7246" y="6207"/>
                </a:lnTo>
                <a:cubicBezTo>
                  <a:pt x="7057" y="6207"/>
                  <a:pt x="6900" y="6049"/>
                  <a:pt x="6900" y="5829"/>
                </a:cubicBezTo>
                <a:lnTo>
                  <a:pt x="6900" y="3781"/>
                </a:lnTo>
                <a:cubicBezTo>
                  <a:pt x="6900" y="3592"/>
                  <a:pt x="7057" y="3435"/>
                  <a:pt x="7246" y="3435"/>
                </a:cubicBezTo>
                <a:close/>
                <a:moveTo>
                  <a:pt x="8948" y="2048"/>
                </a:moveTo>
                <a:lnTo>
                  <a:pt x="8948" y="2773"/>
                </a:lnTo>
                <a:lnTo>
                  <a:pt x="7246" y="2773"/>
                </a:lnTo>
                <a:cubicBezTo>
                  <a:pt x="6711" y="2773"/>
                  <a:pt x="6238" y="3246"/>
                  <a:pt x="6238" y="3781"/>
                </a:cubicBezTo>
                <a:lnTo>
                  <a:pt x="6238" y="5829"/>
                </a:lnTo>
                <a:cubicBezTo>
                  <a:pt x="6238" y="6396"/>
                  <a:pt x="6711" y="6869"/>
                  <a:pt x="7246" y="6869"/>
                </a:cubicBezTo>
                <a:lnTo>
                  <a:pt x="7593" y="6869"/>
                </a:lnTo>
                <a:lnTo>
                  <a:pt x="7593" y="7877"/>
                </a:lnTo>
                <a:cubicBezTo>
                  <a:pt x="7593" y="8034"/>
                  <a:pt x="7687" y="8160"/>
                  <a:pt x="7813" y="8192"/>
                </a:cubicBezTo>
                <a:cubicBezTo>
                  <a:pt x="7852" y="8218"/>
                  <a:pt x="7902" y="8233"/>
                  <a:pt x="7954" y="8233"/>
                </a:cubicBezTo>
                <a:cubicBezTo>
                  <a:pt x="8028" y="8233"/>
                  <a:pt x="8105" y="8203"/>
                  <a:pt x="8160" y="8129"/>
                </a:cubicBezTo>
                <a:lnTo>
                  <a:pt x="8948" y="7341"/>
                </a:lnTo>
                <a:lnTo>
                  <a:pt x="8948" y="8916"/>
                </a:lnTo>
                <a:lnTo>
                  <a:pt x="2804" y="8916"/>
                </a:lnTo>
                <a:lnTo>
                  <a:pt x="2804" y="7341"/>
                </a:lnTo>
                <a:lnTo>
                  <a:pt x="3592" y="8129"/>
                </a:lnTo>
                <a:cubicBezTo>
                  <a:pt x="3636" y="8173"/>
                  <a:pt x="3728" y="8218"/>
                  <a:pt x="3823" y="8218"/>
                </a:cubicBezTo>
                <a:cubicBezTo>
                  <a:pt x="3862" y="8218"/>
                  <a:pt x="3901" y="8210"/>
                  <a:pt x="3938" y="8192"/>
                </a:cubicBezTo>
                <a:cubicBezTo>
                  <a:pt x="4064" y="8160"/>
                  <a:pt x="4127" y="8003"/>
                  <a:pt x="4127" y="7877"/>
                </a:cubicBezTo>
                <a:lnTo>
                  <a:pt x="4127" y="6869"/>
                </a:lnTo>
                <a:lnTo>
                  <a:pt x="4505" y="6869"/>
                </a:lnTo>
                <a:cubicBezTo>
                  <a:pt x="5041" y="6869"/>
                  <a:pt x="5513" y="6396"/>
                  <a:pt x="5513" y="5829"/>
                </a:cubicBezTo>
                <a:lnTo>
                  <a:pt x="5513" y="3781"/>
                </a:lnTo>
                <a:cubicBezTo>
                  <a:pt x="5513" y="3246"/>
                  <a:pt x="5041" y="2773"/>
                  <a:pt x="4505" y="2773"/>
                </a:cubicBezTo>
                <a:lnTo>
                  <a:pt x="2804" y="2773"/>
                </a:lnTo>
                <a:lnTo>
                  <a:pt x="2804" y="2048"/>
                </a:lnTo>
                <a:close/>
                <a:moveTo>
                  <a:pt x="8948" y="9547"/>
                </a:moveTo>
                <a:lnTo>
                  <a:pt x="8948" y="10618"/>
                </a:lnTo>
                <a:cubicBezTo>
                  <a:pt x="8948" y="10838"/>
                  <a:pt x="8790" y="10964"/>
                  <a:pt x="8632" y="10964"/>
                </a:cubicBezTo>
                <a:lnTo>
                  <a:pt x="3151" y="10964"/>
                </a:lnTo>
                <a:cubicBezTo>
                  <a:pt x="2962" y="10964"/>
                  <a:pt x="2804" y="10807"/>
                  <a:pt x="2804" y="10618"/>
                </a:cubicBezTo>
                <a:lnTo>
                  <a:pt x="2804" y="9547"/>
                </a:lnTo>
                <a:close/>
                <a:moveTo>
                  <a:pt x="3119" y="1"/>
                </a:moveTo>
                <a:cubicBezTo>
                  <a:pt x="2552" y="1"/>
                  <a:pt x="2079" y="473"/>
                  <a:pt x="2079" y="1040"/>
                </a:cubicBezTo>
                <a:lnTo>
                  <a:pt x="2079" y="2773"/>
                </a:lnTo>
                <a:lnTo>
                  <a:pt x="1040" y="2773"/>
                </a:lnTo>
                <a:cubicBezTo>
                  <a:pt x="473" y="2773"/>
                  <a:pt x="0" y="3246"/>
                  <a:pt x="0" y="3781"/>
                </a:cubicBezTo>
                <a:lnTo>
                  <a:pt x="0" y="5829"/>
                </a:lnTo>
                <a:cubicBezTo>
                  <a:pt x="0" y="6396"/>
                  <a:pt x="473" y="6869"/>
                  <a:pt x="1040" y="6869"/>
                </a:cubicBezTo>
                <a:lnTo>
                  <a:pt x="2079" y="6869"/>
                </a:lnTo>
                <a:lnTo>
                  <a:pt x="2079" y="10649"/>
                </a:lnTo>
                <a:cubicBezTo>
                  <a:pt x="2079" y="11185"/>
                  <a:pt x="2552" y="11657"/>
                  <a:pt x="3119" y="11657"/>
                </a:cubicBezTo>
                <a:lnTo>
                  <a:pt x="8601" y="11657"/>
                </a:lnTo>
                <a:cubicBezTo>
                  <a:pt x="9137" y="11657"/>
                  <a:pt x="9609" y="11185"/>
                  <a:pt x="9609" y="10649"/>
                </a:cubicBezTo>
                <a:lnTo>
                  <a:pt x="9609" y="6869"/>
                </a:lnTo>
                <a:lnTo>
                  <a:pt x="10680" y="6869"/>
                </a:lnTo>
                <a:cubicBezTo>
                  <a:pt x="11216" y="6869"/>
                  <a:pt x="11688" y="6396"/>
                  <a:pt x="11688" y="5829"/>
                </a:cubicBezTo>
                <a:lnTo>
                  <a:pt x="11688" y="3781"/>
                </a:lnTo>
                <a:cubicBezTo>
                  <a:pt x="11688" y="3214"/>
                  <a:pt x="11279" y="2773"/>
                  <a:pt x="10680" y="2773"/>
                </a:cubicBezTo>
                <a:lnTo>
                  <a:pt x="9609" y="2773"/>
                </a:lnTo>
                <a:lnTo>
                  <a:pt x="9609" y="1040"/>
                </a:lnTo>
                <a:cubicBezTo>
                  <a:pt x="9609" y="473"/>
                  <a:pt x="9137" y="1"/>
                  <a:pt x="8601"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74" name="Google Shape;6635;p63">
            <a:extLst>
              <a:ext uri="{FF2B5EF4-FFF2-40B4-BE49-F238E27FC236}">
                <a16:creationId xmlns:a16="http://schemas.microsoft.com/office/drawing/2014/main" id="{BB468CA2-52FF-4AEB-8954-21F745722042}"/>
              </a:ext>
            </a:extLst>
          </p:cNvPr>
          <p:cNvGrpSpPr/>
          <p:nvPr/>
        </p:nvGrpSpPr>
        <p:grpSpPr>
          <a:xfrm>
            <a:off x="6955362" y="2856576"/>
            <a:ext cx="214930" cy="229162"/>
            <a:chOff x="-34767825" y="1914325"/>
            <a:chExt cx="273325" cy="291425"/>
          </a:xfrm>
          <a:solidFill>
            <a:schemeClr val="tx1"/>
          </a:solidFill>
        </p:grpSpPr>
        <p:sp>
          <p:nvSpPr>
            <p:cNvPr id="647" name="Google Shape;6636;p63">
              <a:extLst>
                <a:ext uri="{FF2B5EF4-FFF2-40B4-BE49-F238E27FC236}">
                  <a16:creationId xmlns:a16="http://schemas.microsoft.com/office/drawing/2014/main" id="{72055E71-D6E5-41B4-93AD-E03F8ECA66E6}"/>
                </a:ext>
              </a:extLst>
            </p:cNvPr>
            <p:cNvSpPr/>
            <p:nvPr/>
          </p:nvSpPr>
          <p:spPr>
            <a:xfrm>
              <a:off x="-34767825" y="1914325"/>
              <a:ext cx="273325" cy="291425"/>
            </a:xfrm>
            <a:custGeom>
              <a:avLst/>
              <a:gdLst/>
              <a:ahLst/>
              <a:cxnLst/>
              <a:rect l="l" t="t" r="r" b="b"/>
              <a:pathLst>
                <a:path w="10933" h="11657" extrusionOk="0">
                  <a:moveTo>
                    <a:pt x="5954" y="662"/>
                  </a:moveTo>
                  <a:cubicBezTo>
                    <a:pt x="5702" y="851"/>
                    <a:pt x="5482" y="1103"/>
                    <a:pt x="5324" y="1355"/>
                  </a:cubicBezTo>
                  <a:lnTo>
                    <a:pt x="693" y="1355"/>
                  </a:lnTo>
                  <a:lnTo>
                    <a:pt x="693" y="1008"/>
                  </a:lnTo>
                  <a:cubicBezTo>
                    <a:pt x="662" y="819"/>
                    <a:pt x="819" y="662"/>
                    <a:pt x="1008" y="662"/>
                  </a:cubicBezTo>
                  <a:close/>
                  <a:moveTo>
                    <a:pt x="7902" y="692"/>
                  </a:moveTo>
                  <a:cubicBezTo>
                    <a:pt x="9199" y="692"/>
                    <a:pt x="10239" y="1752"/>
                    <a:pt x="10239" y="3056"/>
                  </a:cubicBezTo>
                  <a:cubicBezTo>
                    <a:pt x="10239" y="4411"/>
                    <a:pt x="9168" y="5450"/>
                    <a:pt x="7845" y="5450"/>
                  </a:cubicBezTo>
                  <a:cubicBezTo>
                    <a:pt x="7404" y="5450"/>
                    <a:pt x="6963" y="5356"/>
                    <a:pt x="6585" y="5104"/>
                  </a:cubicBezTo>
                  <a:cubicBezTo>
                    <a:pt x="6519" y="5082"/>
                    <a:pt x="6454" y="5045"/>
                    <a:pt x="6389" y="5045"/>
                  </a:cubicBezTo>
                  <a:cubicBezTo>
                    <a:pt x="6360" y="5045"/>
                    <a:pt x="6330" y="5053"/>
                    <a:pt x="6301" y="5072"/>
                  </a:cubicBezTo>
                  <a:lnTo>
                    <a:pt x="5671" y="5261"/>
                  </a:lnTo>
                  <a:lnTo>
                    <a:pt x="5860" y="4631"/>
                  </a:lnTo>
                  <a:cubicBezTo>
                    <a:pt x="5923" y="4568"/>
                    <a:pt x="5860" y="4442"/>
                    <a:pt x="5828" y="4348"/>
                  </a:cubicBezTo>
                  <a:cubicBezTo>
                    <a:pt x="5608" y="3970"/>
                    <a:pt x="5482" y="3529"/>
                    <a:pt x="5482" y="3087"/>
                  </a:cubicBezTo>
                  <a:cubicBezTo>
                    <a:pt x="5482" y="2678"/>
                    <a:pt x="5608" y="2268"/>
                    <a:pt x="5765" y="1953"/>
                  </a:cubicBezTo>
                  <a:cubicBezTo>
                    <a:pt x="5797" y="1922"/>
                    <a:pt x="5797" y="1922"/>
                    <a:pt x="5797" y="1859"/>
                  </a:cubicBezTo>
                  <a:cubicBezTo>
                    <a:pt x="6207" y="1166"/>
                    <a:pt x="6963" y="693"/>
                    <a:pt x="7845" y="693"/>
                  </a:cubicBezTo>
                  <a:cubicBezTo>
                    <a:pt x="7864" y="693"/>
                    <a:pt x="7883" y="692"/>
                    <a:pt x="7902" y="692"/>
                  </a:cubicBezTo>
                  <a:close/>
                  <a:moveTo>
                    <a:pt x="3749" y="5450"/>
                  </a:moveTo>
                  <a:cubicBezTo>
                    <a:pt x="4127" y="5450"/>
                    <a:pt x="4411" y="5765"/>
                    <a:pt x="4411" y="6143"/>
                  </a:cubicBezTo>
                  <a:cubicBezTo>
                    <a:pt x="4411" y="6521"/>
                    <a:pt x="4096" y="6805"/>
                    <a:pt x="3749" y="6805"/>
                  </a:cubicBezTo>
                  <a:cubicBezTo>
                    <a:pt x="3732" y="6806"/>
                    <a:pt x="3714" y="6807"/>
                    <a:pt x="3697" y="6807"/>
                  </a:cubicBezTo>
                  <a:cubicBezTo>
                    <a:pt x="3343" y="6807"/>
                    <a:pt x="3056" y="6504"/>
                    <a:pt x="3056" y="6143"/>
                  </a:cubicBezTo>
                  <a:cubicBezTo>
                    <a:pt x="3056" y="5734"/>
                    <a:pt x="3371" y="5450"/>
                    <a:pt x="3749" y="5450"/>
                  </a:cubicBezTo>
                  <a:close/>
                  <a:moveTo>
                    <a:pt x="4946" y="1985"/>
                  </a:moveTo>
                  <a:cubicBezTo>
                    <a:pt x="4852" y="2300"/>
                    <a:pt x="4789" y="2646"/>
                    <a:pt x="4789" y="3024"/>
                  </a:cubicBezTo>
                  <a:cubicBezTo>
                    <a:pt x="4757" y="3560"/>
                    <a:pt x="4915" y="4096"/>
                    <a:pt x="5167" y="4568"/>
                  </a:cubicBezTo>
                  <a:lnTo>
                    <a:pt x="4883" y="5387"/>
                  </a:lnTo>
                  <a:cubicBezTo>
                    <a:pt x="4631" y="5009"/>
                    <a:pt x="4222" y="4757"/>
                    <a:pt x="3749" y="4757"/>
                  </a:cubicBezTo>
                  <a:cubicBezTo>
                    <a:pt x="2993" y="4757"/>
                    <a:pt x="2363" y="5387"/>
                    <a:pt x="2363" y="6143"/>
                  </a:cubicBezTo>
                  <a:cubicBezTo>
                    <a:pt x="2363" y="6490"/>
                    <a:pt x="2489" y="6805"/>
                    <a:pt x="2709" y="7026"/>
                  </a:cubicBezTo>
                  <a:cubicBezTo>
                    <a:pt x="2016" y="7404"/>
                    <a:pt x="1481" y="8065"/>
                    <a:pt x="1386" y="8853"/>
                  </a:cubicBezTo>
                  <a:lnTo>
                    <a:pt x="662" y="8853"/>
                  </a:lnTo>
                  <a:lnTo>
                    <a:pt x="662" y="1985"/>
                  </a:lnTo>
                  <a:close/>
                  <a:moveTo>
                    <a:pt x="3749" y="7498"/>
                  </a:moveTo>
                  <a:cubicBezTo>
                    <a:pt x="4568" y="7498"/>
                    <a:pt x="5261" y="8097"/>
                    <a:pt x="5419" y="8884"/>
                  </a:cubicBezTo>
                  <a:lnTo>
                    <a:pt x="2079" y="8884"/>
                  </a:lnTo>
                  <a:cubicBezTo>
                    <a:pt x="2237" y="8097"/>
                    <a:pt x="2899" y="7498"/>
                    <a:pt x="3749" y="7498"/>
                  </a:cubicBezTo>
                  <a:close/>
                  <a:moveTo>
                    <a:pt x="6364" y="5765"/>
                  </a:moveTo>
                  <a:cubicBezTo>
                    <a:pt x="6522" y="5860"/>
                    <a:pt x="6679" y="5923"/>
                    <a:pt x="6837" y="5986"/>
                  </a:cubicBezTo>
                  <a:lnTo>
                    <a:pt x="6837" y="8884"/>
                  </a:lnTo>
                  <a:lnTo>
                    <a:pt x="6112" y="8884"/>
                  </a:lnTo>
                  <a:cubicBezTo>
                    <a:pt x="5986" y="8065"/>
                    <a:pt x="5482" y="7404"/>
                    <a:pt x="4757" y="7089"/>
                  </a:cubicBezTo>
                  <a:cubicBezTo>
                    <a:pt x="5009" y="6837"/>
                    <a:pt x="5104" y="6521"/>
                    <a:pt x="5104" y="6175"/>
                  </a:cubicBezTo>
                  <a:lnTo>
                    <a:pt x="5230" y="6175"/>
                  </a:lnTo>
                  <a:lnTo>
                    <a:pt x="6364" y="5765"/>
                  </a:lnTo>
                  <a:close/>
                  <a:moveTo>
                    <a:pt x="6805" y="9514"/>
                  </a:moveTo>
                  <a:lnTo>
                    <a:pt x="6805" y="10586"/>
                  </a:lnTo>
                  <a:cubicBezTo>
                    <a:pt x="6805" y="10775"/>
                    <a:pt x="6648" y="10932"/>
                    <a:pt x="6490" y="10932"/>
                  </a:cubicBezTo>
                  <a:lnTo>
                    <a:pt x="1008" y="10932"/>
                  </a:lnTo>
                  <a:cubicBezTo>
                    <a:pt x="819" y="10932"/>
                    <a:pt x="662" y="10775"/>
                    <a:pt x="662" y="10586"/>
                  </a:cubicBezTo>
                  <a:lnTo>
                    <a:pt x="662" y="9514"/>
                  </a:lnTo>
                  <a:close/>
                  <a:moveTo>
                    <a:pt x="1008" y="0"/>
                  </a:moveTo>
                  <a:cubicBezTo>
                    <a:pt x="473" y="0"/>
                    <a:pt x="0" y="473"/>
                    <a:pt x="0" y="1040"/>
                  </a:cubicBezTo>
                  <a:lnTo>
                    <a:pt x="0" y="10649"/>
                  </a:lnTo>
                  <a:cubicBezTo>
                    <a:pt x="0" y="11184"/>
                    <a:pt x="441" y="11657"/>
                    <a:pt x="1008" y="11657"/>
                  </a:cubicBezTo>
                  <a:lnTo>
                    <a:pt x="6490" y="11657"/>
                  </a:lnTo>
                  <a:cubicBezTo>
                    <a:pt x="7057" y="11657"/>
                    <a:pt x="7530" y="11184"/>
                    <a:pt x="7530" y="10617"/>
                  </a:cubicBezTo>
                  <a:lnTo>
                    <a:pt x="7530" y="6143"/>
                  </a:lnTo>
                  <a:cubicBezTo>
                    <a:pt x="7624" y="6143"/>
                    <a:pt x="7750" y="6175"/>
                    <a:pt x="7876" y="6175"/>
                  </a:cubicBezTo>
                  <a:cubicBezTo>
                    <a:pt x="9578" y="6175"/>
                    <a:pt x="10932" y="4789"/>
                    <a:pt x="10932" y="3087"/>
                  </a:cubicBezTo>
                  <a:cubicBezTo>
                    <a:pt x="10932" y="1418"/>
                    <a:pt x="9578" y="0"/>
                    <a:pt x="7876" y="0"/>
                  </a:cubicBezTo>
                  <a:close/>
                </a:path>
              </a:pathLst>
            </a:custGeom>
            <a:grpFill/>
            <a:ln>
              <a:noFill/>
            </a:ln>
          </p:spPr>
          <p:txBody>
            <a:bodyPr spcFirstLastPara="1" wrap="square" lIns="62728" tIns="62728" rIns="62728" bIns="62728" anchor="ctr" anchorCtr="0">
              <a:noAutofit/>
            </a:bodyPr>
            <a:lstStyle/>
            <a:p>
              <a:endParaRPr sz="764"/>
            </a:p>
          </p:txBody>
        </p:sp>
        <p:sp>
          <p:nvSpPr>
            <p:cNvPr id="648" name="Google Shape;6637;p63">
              <a:extLst>
                <a:ext uri="{FF2B5EF4-FFF2-40B4-BE49-F238E27FC236}">
                  <a16:creationId xmlns:a16="http://schemas.microsoft.com/office/drawing/2014/main" id="{A9E40650-8377-4A8E-BA60-27D6C365BB99}"/>
                </a:ext>
              </a:extLst>
            </p:cNvPr>
            <p:cNvSpPr/>
            <p:nvPr/>
          </p:nvSpPr>
          <p:spPr>
            <a:xfrm>
              <a:off x="-34579600" y="1947400"/>
              <a:ext cx="17350" cy="18125"/>
            </a:xfrm>
            <a:custGeom>
              <a:avLst/>
              <a:gdLst/>
              <a:ahLst/>
              <a:cxnLst/>
              <a:rect l="l" t="t" r="r" b="b"/>
              <a:pathLst>
                <a:path w="694" h="725" extrusionOk="0">
                  <a:moveTo>
                    <a:pt x="347" y="0"/>
                  </a:moveTo>
                  <a:cubicBezTo>
                    <a:pt x="158" y="0"/>
                    <a:pt x="1" y="189"/>
                    <a:pt x="1" y="347"/>
                  </a:cubicBezTo>
                  <a:cubicBezTo>
                    <a:pt x="1" y="567"/>
                    <a:pt x="158" y="725"/>
                    <a:pt x="347" y="725"/>
                  </a:cubicBezTo>
                  <a:cubicBezTo>
                    <a:pt x="536" y="725"/>
                    <a:pt x="694" y="567"/>
                    <a:pt x="694" y="347"/>
                  </a:cubicBezTo>
                  <a:cubicBezTo>
                    <a:pt x="694"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649" name="Google Shape;6638;p63">
              <a:extLst>
                <a:ext uri="{FF2B5EF4-FFF2-40B4-BE49-F238E27FC236}">
                  <a16:creationId xmlns:a16="http://schemas.microsoft.com/office/drawing/2014/main" id="{1BBB118A-3A11-41FD-AB6A-DB8BFF185C96}"/>
                </a:ext>
              </a:extLst>
            </p:cNvPr>
            <p:cNvSpPr/>
            <p:nvPr/>
          </p:nvSpPr>
          <p:spPr>
            <a:xfrm>
              <a:off x="-34581175" y="1982050"/>
              <a:ext cx="18150" cy="52000"/>
            </a:xfrm>
            <a:custGeom>
              <a:avLst/>
              <a:gdLst/>
              <a:ahLst/>
              <a:cxnLst/>
              <a:rect l="l" t="t" r="r" b="b"/>
              <a:pathLst>
                <a:path w="726" h="2080" extrusionOk="0">
                  <a:moveTo>
                    <a:pt x="379" y="0"/>
                  </a:moveTo>
                  <a:cubicBezTo>
                    <a:pt x="158" y="0"/>
                    <a:pt x="1" y="158"/>
                    <a:pt x="1" y="347"/>
                  </a:cubicBezTo>
                  <a:lnTo>
                    <a:pt x="1" y="1733"/>
                  </a:lnTo>
                  <a:cubicBezTo>
                    <a:pt x="1" y="1922"/>
                    <a:pt x="158" y="2080"/>
                    <a:pt x="379" y="2080"/>
                  </a:cubicBezTo>
                  <a:cubicBezTo>
                    <a:pt x="568" y="2080"/>
                    <a:pt x="725" y="1922"/>
                    <a:pt x="725" y="1733"/>
                  </a:cubicBezTo>
                  <a:lnTo>
                    <a:pt x="725" y="347"/>
                  </a:lnTo>
                  <a:cubicBezTo>
                    <a:pt x="725" y="158"/>
                    <a:pt x="568" y="0"/>
                    <a:pt x="37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75" name="Google Shape;6639;p63">
            <a:extLst>
              <a:ext uri="{FF2B5EF4-FFF2-40B4-BE49-F238E27FC236}">
                <a16:creationId xmlns:a16="http://schemas.microsoft.com/office/drawing/2014/main" id="{52A9B1C6-B6CF-4C7E-94D7-DCFB89A16C44}"/>
              </a:ext>
            </a:extLst>
          </p:cNvPr>
          <p:cNvGrpSpPr/>
          <p:nvPr/>
        </p:nvGrpSpPr>
        <p:grpSpPr>
          <a:xfrm>
            <a:off x="6947312" y="3148282"/>
            <a:ext cx="231030" cy="230421"/>
            <a:chOff x="-34778075" y="2272675"/>
            <a:chExt cx="293800" cy="293025"/>
          </a:xfrm>
          <a:solidFill>
            <a:schemeClr val="tx1"/>
          </a:solidFill>
        </p:grpSpPr>
        <p:sp>
          <p:nvSpPr>
            <p:cNvPr id="644" name="Google Shape;6640;p63">
              <a:extLst>
                <a:ext uri="{FF2B5EF4-FFF2-40B4-BE49-F238E27FC236}">
                  <a16:creationId xmlns:a16="http://schemas.microsoft.com/office/drawing/2014/main" id="{77B3CFD3-FF4A-4C5C-B315-FE0C53E2CAB1}"/>
                </a:ext>
              </a:extLst>
            </p:cNvPr>
            <p:cNvSpPr/>
            <p:nvPr/>
          </p:nvSpPr>
          <p:spPr>
            <a:xfrm>
              <a:off x="-34725300" y="2324675"/>
              <a:ext cx="187475" cy="188250"/>
            </a:xfrm>
            <a:custGeom>
              <a:avLst/>
              <a:gdLst/>
              <a:ahLst/>
              <a:cxnLst/>
              <a:rect l="l" t="t" r="r" b="b"/>
              <a:pathLst>
                <a:path w="7499" h="7530" extrusionOk="0">
                  <a:moveTo>
                    <a:pt x="4127" y="693"/>
                  </a:moveTo>
                  <a:lnTo>
                    <a:pt x="4127" y="1134"/>
                  </a:lnTo>
                  <a:cubicBezTo>
                    <a:pt x="4127" y="1292"/>
                    <a:pt x="4253" y="1418"/>
                    <a:pt x="4411" y="1449"/>
                  </a:cubicBezTo>
                  <a:cubicBezTo>
                    <a:pt x="4600" y="1481"/>
                    <a:pt x="4821" y="1607"/>
                    <a:pt x="4978" y="1701"/>
                  </a:cubicBezTo>
                  <a:cubicBezTo>
                    <a:pt x="5023" y="1724"/>
                    <a:pt x="5075" y="1734"/>
                    <a:pt x="5130" y="1734"/>
                  </a:cubicBezTo>
                  <a:cubicBezTo>
                    <a:pt x="5230" y="1734"/>
                    <a:pt x="5338" y="1699"/>
                    <a:pt x="5419" y="1638"/>
                  </a:cubicBezTo>
                  <a:lnTo>
                    <a:pt x="5734" y="1323"/>
                  </a:lnTo>
                  <a:lnTo>
                    <a:pt x="6207" y="1796"/>
                  </a:lnTo>
                  <a:lnTo>
                    <a:pt x="5892" y="2111"/>
                  </a:lnTo>
                  <a:cubicBezTo>
                    <a:pt x="5766" y="2237"/>
                    <a:pt x="5766" y="2394"/>
                    <a:pt x="5860" y="2552"/>
                  </a:cubicBezTo>
                  <a:cubicBezTo>
                    <a:pt x="5986" y="2741"/>
                    <a:pt x="6049" y="2961"/>
                    <a:pt x="6081" y="3150"/>
                  </a:cubicBezTo>
                  <a:cubicBezTo>
                    <a:pt x="6144" y="3308"/>
                    <a:pt x="6238" y="3434"/>
                    <a:pt x="6396" y="3434"/>
                  </a:cubicBezTo>
                  <a:lnTo>
                    <a:pt x="6837" y="3434"/>
                  </a:lnTo>
                  <a:lnTo>
                    <a:pt x="6837" y="4096"/>
                  </a:lnTo>
                  <a:lnTo>
                    <a:pt x="6396" y="4096"/>
                  </a:lnTo>
                  <a:cubicBezTo>
                    <a:pt x="6238" y="4096"/>
                    <a:pt x="6144" y="4222"/>
                    <a:pt x="6081" y="4379"/>
                  </a:cubicBezTo>
                  <a:cubicBezTo>
                    <a:pt x="6049" y="4568"/>
                    <a:pt x="5923" y="4789"/>
                    <a:pt x="5860" y="4946"/>
                  </a:cubicBezTo>
                  <a:cubicBezTo>
                    <a:pt x="5766" y="5072"/>
                    <a:pt x="5829" y="5261"/>
                    <a:pt x="5892" y="5387"/>
                  </a:cubicBezTo>
                  <a:lnTo>
                    <a:pt x="6207" y="5702"/>
                  </a:lnTo>
                  <a:lnTo>
                    <a:pt x="5734" y="6175"/>
                  </a:lnTo>
                  <a:lnTo>
                    <a:pt x="5419" y="5860"/>
                  </a:lnTo>
                  <a:cubicBezTo>
                    <a:pt x="5352" y="5792"/>
                    <a:pt x="5275" y="5761"/>
                    <a:pt x="5194" y="5761"/>
                  </a:cubicBezTo>
                  <a:cubicBezTo>
                    <a:pt x="5124" y="5761"/>
                    <a:pt x="5051" y="5785"/>
                    <a:pt x="4978" y="5828"/>
                  </a:cubicBezTo>
                  <a:cubicBezTo>
                    <a:pt x="4789" y="5954"/>
                    <a:pt x="4600" y="6017"/>
                    <a:pt x="4411" y="6049"/>
                  </a:cubicBezTo>
                  <a:cubicBezTo>
                    <a:pt x="4253" y="6080"/>
                    <a:pt x="4127" y="6206"/>
                    <a:pt x="4127" y="6364"/>
                  </a:cubicBezTo>
                  <a:lnTo>
                    <a:pt x="4127" y="6805"/>
                  </a:lnTo>
                  <a:lnTo>
                    <a:pt x="3466" y="6805"/>
                  </a:lnTo>
                  <a:lnTo>
                    <a:pt x="3466" y="6364"/>
                  </a:lnTo>
                  <a:cubicBezTo>
                    <a:pt x="3466" y="6206"/>
                    <a:pt x="3340" y="6112"/>
                    <a:pt x="3182" y="6049"/>
                  </a:cubicBezTo>
                  <a:cubicBezTo>
                    <a:pt x="2993" y="6017"/>
                    <a:pt x="2741" y="5891"/>
                    <a:pt x="2584" y="5828"/>
                  </a:cubicBezTo>
                  <a:cubicBezTo>
                    <a:pt x="2549" y="5794"/>
                    <a:pt x="2497" y="5780"/>
                    <a:pt x="2441" y="5780"/>
                  </a:cubicBezTo>
                  <a:cubicBezTo>
                    <a:pt x="2344" y="5780"/>
                    <a:pt x="2234" y="5820"/>
                    <a:pt x="2174" y="5860"/>
                  </a:cubicBezTo>
                  <a:lnTo>
                    <a:pt x="1859" y="6175"/>
                  </a:lnTo>
                  <a:lnTo>
                    <a:pt x="1387" y="5702"/>
                  </a:lnTo>
                  <a:lnTo>
                    <a:pt x="1702" y="5387"/>
                  </a:lnTo>
                  <a:cubicBezTo>
                    <a:pt x="1796" y="5261"/>
                    <a:pt x="1796" y="5104"/>
                    <a:pt x="1733" y="4946"/>
                  </a:cubicBezTo>
                  <a:cubicBezTo>
                    <a:pt x="1607" y="4757"/>
                    <a:pt x="1544" y="4568"/>
                    <a:pt x="1481" y="4379"/>
                  </a:cubicBezTo>
                  <a:cubicBezTo>
                    <a:pt x="1450" y="4222"/>
                    <a:pt x="1324" y="4096"/>
                    <a:pt x="1166" y="4096"/>
                  </a:cubicBezTo>
                  <a:lnTo>
                    <a:pt x="756" y="4096"/>
                  </a:lnTo>
                  <a:lnTo>
                    <a:pt x="756" y="3434"/>
                  </a:lnTo>
                  <a:lnTo>
                    <a:pt x="1166" y="3434"/>
                  </a:lnTo>
                  <a:cubicBezTo>
                    <a:pt x="1324" y="3434"/>
                    <a:pt x="1450" y="3308"/>
                    <a:pt x="1481" y="3150"/>
                  </a:cubicBezTo>
                  <a:cubicBezTo>
                    <a:pt x="1544" y="2961"/>
                    <a:pt x="1639" y="2709"/>
                    <a:pt x="1733" y="2552"/>
                  </a:cubicBezTo>
                  <a:cubicBezTo>
                    <a:pt x="1796" y="2426"/>
                    <a:pt x="1765" y="2237"/>
                    <a:pt x="1702" y="2111"/>
                  </a:cubicBezTo>
                  <a:lnTo>
                    <a:pt x="1387" y="1796"/>
                  </a:lnTo>
                  <a:lnTo>
                    <a:pt x="1859" y="1323"/>
                  </a:lnTo>
                  <a:lnTo>
                    <a:pt x="2174" y="1638"/>
                  </a:lnTo>
                  <a:cubicBezTo>
                    <a:pt x="2230" y="1712"/>
                    <a:pt x="2307" y="1743"/>
                    <a:pt x="2392" y="1743"/>
                  </a:cubicBezTo>
                  <a:cubicBezTo>
                    <a:pt x="2453" y="1743"/>
                    <a:pt x="2518" y="1727"/>
                    <a:pt x="2584" y="1701"/>
                  </a:cubicBezTo>
                  <a:cubicBezTo>
                    <a:pt x="2804" y="1575"/>
                    <a:pt x="2993" y="1481"/>
                    <a:pt x="3182" y="1449"/>
                  </a:cubicBezTo>
                  <a:cubicBezTo>
                    <a:pt x="3340" y="1418"/>
                    <a:pt x="3466" y="1292"/>
                    <a:pt x="3466" y="1134"/>
                  </a:cubicBezTo>
                  <a:lnTo>
                    <a:pt x="3466" y="693"/>
                  </a:lnTo>
                  <a:close/>
                  <a:moveTo>
                    <a:pt x="3056" y="0"/>
                  </a:moveTo>
                  <a:cubicBezTo>
                    <a:pt x="2867" y="0"/>
                    <a:pt x="2710" y="158"/>
                    <a:pt x="2710" y="347"/>
                  </a:cubicBezTo>
                  <a:lnTo>
                    <a:pt x="2710" y="851"/>
                  </a:lnTo>
                  <a:cubicBezTo>
                    <a:pt x="2584" y="914"/>
                    <a:pt x="2521" y="945"/>
                    <a:pt x="2426" y="977"/>
                  </a:cubicBezTo>
                  <a:lnTo>
                    <a:pt x="2080" y="630"/>
                  </a:lnTo>
                  <a:cubicBezTo>
                    <a:pt x="1985" y="536"/>
                    <a:pt x="1922" y="504"/>
                    <a:pt x="1828" y="504"/>
                  </a:cubicBezTo>
                  <a:cubicBezTo>
                    <a:pt x="1765" y="504"/>
                    <a:pt x="1639" y="536"/>
                    <a:pt x="1607" y="630"/>
                  </a:cubicBezTo>
                  <a:lnTo>
                    <a:pt x="630" y="1607"/>
                  </a:lnTo>
                  <a:cubicBezTo>
                    <a:pt x="536" y="1701"/>
                    <a:pt x="504" y="1764"/>
                    <a:pt x="504" y="1859"/>
                  </a:cubicBezTo>
                  <a:cubicBezTo>
                    <a:pt x="504" y="1922"/>
                    <a:pt x="536" y="2048"/>
                    <a:pt x="630" y="2079"/>
                  </a:cubicBezTo>
                  <a:lnTo>
                    <a:pt x="977" y="2426"/>
                  </a:lnTo>
                  <a:cubicBezTo>
                    <a:pt x="945" y="2520"/>
                    <a:pt x="914" y="2646"/>
                    <a:pt x="851" y="2709"/>
                  </a:cubicBezTo>
                  <a:lnTo>
                    <a:pt x="347" y="2709"/>
                  </a:lnTo>
                  <a:cubicBezTo>
                    <a:pt x="158" y="2709"/>
                    <a:pt x="0" y="2867"/>
                    <a:pt x="0" y="3056"/>
                  </a:cubicBezTo>
                  <a:lnTo>
                    <a:pt x="0" y="4442"/>
                  </a:lnTo>
                  <a:cubicBezTo>
                    <a:pt x="0" y="4631"/>
                    <a:pt x="158" y="4789"/>
                    <a:pt x="347" y="4789"/>
                  </a:cubicBezTo>
                  <a:lnTo>
                    <a:pt x="851" y="4789"/>
                  </a:lnTo>
                  <a:cubicBezTo>
                    <a:pt x="882" y="4915"/>
                    <a:pt x="945" y="5009"/>
                    <a:pt x="977" y="5072"/>
                  </a:cubicBezTo>
                  <a:lnTo>
                    <a:pt x="630" y="5419"/>
                  </a:lnTo>
                  <a:cubicBezTo>
                    <a:pt x="536" y="5513"/>
                    <a:pt x="504" y="5576"/>
                    <a:pt x="504" y="5671"/>
                  </a:cubicBezTo>
                  <a:cubicBezTo>
                    <a:pt x="504" y="5734"/>
                    <a:pt x="536" y="5860"/>
                    <a:pt x="630" y="5891"/>
                  </a:cubicBezTo>
                  <a:lnTo>
                    <a:pt x="1607" y="6900"/>
                  </a:lnTo>
                  <a:cubicBezTo>
                    <a:pt x="1670" y="6963"/>
                    <a:pt x="1765" y="6994"/>
                    <a:pt x="1828" y="6994"/>
                  </a:cubicBezTo>
                  <a:cubicBezTo>
                    <a:pt x="1922" y="6994"/>
                    <a:pt x="2048" y="6963"/>
                    <a:pt x="2080" y="6900"/>
                  </a:cubicBezTo>
                  <a:lnTo>
                    <a:pt x="2426" y="6521"/>
                  </a:lnTo>
                  <a:cubicBezTo>
                    <a:pt x="2521" y="6585"/>
                    <a:pt x="2615" y="6616"/>
                    <a:pt x="2710" y="6648"/>
                  </a:cubicBezTo>
                  <a:lnTo>
                    <a:pt x="2710" y="7152"/>
                  </a:lnTo>
                  <a:cubicBezTo>
                    <a:pt x="2710" y="7372"/>
                    <a:pt x="2867" y="7530"/>
                    <a:pt x="3056" y="7530"/>
                  </a:cubicBezTo>
                  <a:lnTo>
                    <a:pt x="4443" y="7530"/>
                  </a:lnTo>
                  <a:cubicBezTo>
                    <a:pt x="4632" y="7530"/>
                    <a:pt x="4789" y="7372"/>
                    <a:pt x="4789" y="7152"/>
                  </a:cubicBezTo>
                  <a:lnTo>
                    <a:pt x="4789" y="6648"/>
                  </a:lnTo>
                  <a:cubicBezTo>
                    <a:pt x="4915" y="6616"/>
                    <a:pt x="4978" y="6585"/>
                    <a:pt x="5073" y="6521"/>
                  </a:cubicBezTo>
                  <a:lnTo>
                    <a:pt x="5419" y="6900"/>
                  </a:lnTo>
                  <a:cubicBezTo>
                    <a:pt x="5514" y="6963"/>
                    <a:pt x="5577" y="6994"/>
                    <a:pt x="5671" y="6994"/>
                  </a:cubicBezTo>
                  <a:cubicBezTo>
                    <a:pt x="5734" y="6994"/>
                    <a:pt x="5860" y="6963"/>
                    <a:pt x="5892" y="6900"/>
                  </a:cubicBezTo>
                  <a:lnTo>
                    <a:pt x="6868" y="5891"/>
                  </a:lnTo>
                  <a:cubicBezTo>
                    <a:pt x="6994" y="5797"/>
                    <a:pt x="6994" y="5545"/>
                    <a:pt x="6868" y="5419"/>
                  </a:cubicBezTo>
                  <a:lnTo>
                    <a:pt x="6522" y="5072"/>
                  </a:lnTo>
                  <a:cubicBezTo>
                    <a:pt x="6553" y="5009"/>
                    <a:pt x="6616" y="4883"/>
                    <a:pt x="6648" y="4789"/>
                  </a:cubicBezTo>
                  <a:lnTo>
                    <a:pt x="7152" y="4789"/>
                  </a:lnTo>
                  <a:cubicBezTo>
                    <a:pt x="7341" y="4789"/>
                    <a:pt x="7499" y="4631"/>
                    <a:pt x="7499" y="4442"/>
                  </a:cubicBezTo>
                  <a:lnTo>
                    <a:pt x="7499" y="3056"/>
                  </a:lnTo>
                  <a:cubicBezTo>
                    <a:pt x="7499" y="2867"/>
                    <a:pt x="7341" y="2709"/>
                    <a:pt x="7152" y="2709"/>
                  </a:cubicBezTo>
                  <a:lnTo>
                    <a:pt x="6648" y="2709"/>
                  </a:lnTo>
                  <a:cubicBezTo>
                    <a:pt x="6616" y="2583"/>
                    <a:pt x="6553" y="2520"/>
                    <a:pt x="6522" y="2426"/>
                  </a:cubicBezTo>
                  <a:lnTo>
                    <a:pt x="6868" y="2079"/>
                  </a:lnTo>
                  <a:cubicBezTo>
                    <a:pt x="6994" y="1953"/>
                    <a:pt x="6994" y="1733"/>
                    <a:pt x="6868" y="1607"/>
                  </a:cubicBezTo>
                  <a:lnTo>
                    <a:pt x="5892" y="630"/>
                  </a:lnTo>
                  <a:cubicBezTo>
                    <a:pt x="5829" y="536"/>
                    <a:pt x="5734" y="504"/>
                    <a:pt x="5671" y="504"/>
                  </a:cubicBezTo>
                  <a:cubicBezTo>
                    <a:pt x="5577" y="504"/>
                    <a:pt x="5451" y="536"/>
                    <a:pt x="5419" y="630"/>
                  </a:cubicBezTo>
                  <a:lnTo>
                    <a:pt x="5073" y="977"/>
                  </a:lnTo>
                  <a:cubicBezTo>
                    <a:pt x="4978" y="945"/>
                    <a:pt x="4884" y="914"/>
                    <a:pt x="4789" y="851"/>
                  </a:cubicBezTo>
                  <a:lnTo>
                    <a:pt x="4789" y="347"/>
                  </a:lnTo>
                  <a:cubicBezTo>
                    <a:pt x="4789" y="158"/>
                    <a:pt x="4632" y="0"/>
                    <a:pt x="4443" y="0"/>
                  </a:cubicBezTo>
                  <a:close/>
                </a:path>
              </a:pathLst>
            </a:custGeom>
            <a:grpFill/>
            <a:ln>
              <a:noFill/>
            </a:ln>
          </p:spPr>
          <p:txBody>
            <a:bodyPr spcFirstLastPara="1" wrap="square" lIns="62728" tIns="62728" rIns="62728" bIns="62728" anchor="ctr" anchorCtr="0">
              <a:noAutofit/>
            </a:bodyPr>
            <a:lstStyle/>
            <a:p>
              <a:endParaRPr sz="764"/>
            </a:p>
          </p:txBody>
        </p:sp>
        <p:sp>
          <p:nvSpPr>
            <p:cNvPr id="645" name="Google Shape;6641;p63">
              <a:extLst>
                <a:ext uri="{FF2B5EF4-FFF2-40B4-BE49-F238E27FC236}">
                  <a16:creationId xmlns:a16="http://schemas.microsoft.com/office/drawing/2014/main" id="{BE0DE024-DDAD-4E38-90B9-375949645E7E}"/>
                </a:ext>
              </a:extLst>
            </p:cNvPr>
            <p:cNvSpPr/>
            <p:nvPr/>
          </p:nvSpPr>
          <p:spPr>
            <a:xfrm>
              <a:off x="-34673325" y="2375850"/>
              <a:ext cx="85100" cy="84300"/>
            </a:xfrm>
            <a:custGeom>
              <a:avLst/>
              <a:gdLst/>
              <a:ahLst/>
              <a:cxnLst/>
              <a:rect l="l" t="t" r="r" b="b"/>
              <a:pathLst>
                <a:path w="3404" h="3372" extrusionOk="0">
                  <a:moveTo>
                    <a:pt x="1702" y="662"/>
                  </a:moveTo>
                  <a:cubicBezTo>
                    <a:pt x="2238" y="662"/>
                    <a:pt x="2710" y="1135"/>
                    <a:pt x="2710" y="1702"/>
                  </a:cubicBezTo>
                  <a:cubicBezTo>
                    <a:pt x="2710" y="2238"/>
                    <a:pt x="2238" y="2710"/>
                    <a:pt x="1702" y="2710"/>
                  </a:cubicBezTo>
                  <a:cubicBezTo>
                    <a:pt x="1135" y="2710"/>
                    <a:pt x="662" y="2238"/>
                    <a:pt x="662" y="1702"/>
                  </a:cubicBezTo>
                  <a:cubicBezTo>
                    <a:pt x="662" y="1135"/>
                    <a:pt x="1135" y="662"/>
                    <a:pt x="1702" y="662"/>
                  </a:cubicBezTo>
                  <a:close/>
                  <a:moveTo>
                    <a:pt x="1702" y="1"/>
                  </a:moveTo>
                  <a:cubicBezTo>
                    <a:pt x="757" y="1"/>
                    <a:pt x="1" y="757"/>
                    <a:pt x="1" y="1702"/>
                  </a:cubicBezTo>
                  <a:cubicBezTo>
                    <a:pt x="1" y="2647"/>
                    <a:pt x="757" y="3372"/>
                    <a:pt x="1702" y="3372"/>
                  </a:cubicBezTo>
                  <a:cubicBezTo>
                    <a:pt x="2647" y="3372"/>
                    <a:pt x="3403" y="2647"/>
                    <a:pt x="3403" y="1702"/>
                  </a:cubicBezTo>
                  <a:cubicBezTo>
                    <a:pt x="3372" y="757"/>
                    <a:pt x="2647" y="1"/>
                    <a:pt x="1702" y="1"/>
                  </a:cubicBezTo>
                  <a:close/>
                </a:path>
              </a:pathLst>
            </a:custGeom>
            <a:grpFill/>
            <a:ln>
              <a:noFill/>
            </a:ln>
          </p:spPr>
          <p:txBody>
            <a:bodyPr spcFirstLastPara="1" wrap="square" lIns="62728" tIns="62728" rIns="62728" bIns="62728" anchor="ctr" anchorCtr="0">
              <a:noAutofit/>
            </a:bodyPr>
            <a:lstStyle/>
            <a:p>
              <a:endParaRPr sz="764"/>
            </a:p>
          </p:txBody>
        </p:sp>
        <p:sp>
          <p:nvSpPr>
            <p:cNvPr id="646" name="Google Shape;6642;p63">
              <a:extLst>
                <a:ext uri="{FF2B5EF4-FFF2-40B4-BE49-F238E27FC236}">
                  <a16:creationId xmlns:a16="http://schemas.microsoft.com/office/drawing/2014/main" id="{F7EEA09A-DC63-4467-81D1-4B575AA8D885}"/>
                </a:ext>
              </a:extLst>
            </p:cNvPr>
            <p:cNvSpPr/>
            <p:nvPr/>
          </p:nvSpPr>
          <p:spPr>
            <a:xfrm>
              <a:off x="-34778075" y="2272675"/>
              <a:ext cx="293800" cy="293025"/>
            </a:xfrm>
            <a:custGeom>
              <a:avLst/>
              <a:gdLst/>
              <a:ahLst/>
              <a:cxnLst/>
              <a:rect l="l" t="t" r="r" b="b"/>
              <a:pathLst>
                <a:path w="11752" h="11721" extrusionOk="0">
                  <a:moveTo>
                    <a:pt x="5892" y="694"/>
                  </a:moveTo>
                  <a:cubicBezTo>
                    <a:pt x="8727" y="694"/>
                    <a:pt x="11027" y="3025"/>
                    <a:pt x="11027" y="5861"/>
                  </a:cubicBezTo>
                  <a:cubicBezTo>
                    <a:pt x="10996" y="8665"/>
                    <a:pt x="8727" y="10964"/>
                    <a:pt x="5892" y="10964"/>
                  </a:cubicBezTo>
                  <a:cubicBezTo>
                    <a:pt x="4884" y="10964"/>
                    <a:pt x="3939" y="10712"/>
                    <a:pt x="3119" y="10177"/>
                  </a:cubicBezTo>
                  <a:cubicBezTo>
                    <a:pt x="3075" y="10154"/>
                    <a:pt x="2999" y="10132"/>
                    <a:pt x="2936" y="10132"/>
                  </a:cubicBezTo>
                  <a:cubicBezTo>
                    <a:pt x="2910" y="10132"/>
                    <a:pt x="2886" y="10136"/>
                    <a:pt x="2867" y="10145"/>
                  </a:cubicBezTo>
                  <a:lnTo>
                    <a:pt x="914" y="10775"/>
                  </a:lnTo>
                  <a:lnTo>
                    <a:pt x="1544" y="8854"/>
                  </a:lnTo>
                  <a:cubicBezTo>
                    <a:pt x="1576" y="8759"/>
                    <a:pt x="1544" y="8665"/>
                    <a:pt x="1513" y="8570"/>
                  </a:cubicBezTo>
                  <a:cubicBezTo>
                    <a:pt x="1009" y="7751"/>
                    <a:pt x="725" y="6806"/>
                    <a:pt x="725" y="5861"/>
                  </a:cubicBezTo>
                  <a:cubicBezTo>
                    <a:pt x="725" y="3025"/>
                    <a:pt x="3056" y="694"/>
                    <a:pt x="5892" y="694"/>
                  </a:cubicBezTo>
                  <a:close/>
                  <a:moveTo>
                    <a:pt x="5892" y="1"/>
                  </a:moveTo>
                  <a:cubicBezTo>
                    <a:pt x="4348" y="1"/>
                    <a:pt x="2867" y="568"/>
                    <a:pt x="1733" y="1733"/>
                  </a:cubicBezTo>
                  <a:cubicBezTo>
                    <a:pt x="631" y="2836"/>
                    <a:pt x="0" y="4285"/>
                    <a:pt x="0" y="5861"/>
                  </a:cubicBezTo>
                  <a:cubicBezTo>
                    <a:pt x="0" y="6869"/>
                    <a:pt x="284" y="7908"/>
                    <a:pt x="851" y="8822"/>
                  </a:cubicBezTo>
                  <a:lnTo>
                    <a:pt x="63" y="11248"/>
                  </a:lnTo>
                  <a:cubicBezTo>
                    <a:pt x="0" y="11374"/>
                    <a:pt x="63" y="11531"/>
                    <a:pt x="127" y="11594"/>
                  </a:cubicBezTo>
                  <a:cubicBezTo>
                    <a:pt x="197" y="11665"/>
                    <a:pt x="304" y="11701"/>
                    <a:pt x="392" y="11701"/>
                  </a:cubicBezTo>
                  <a:cubicBezTo>
                    <a:pt x="422" y="11701"/>
                    <a:pt x="449" y="11697"/>
                    <a:pt x="473" y="11689"/>
                  </a:cubicBezTo>
                  <a:lnTo>
                    <a:pt x="2930" y="10901"/>
                  </a:lnTo>
                  <a:cubicBezTo>
                    <a:pt x="3844" y="11437"/>
                    <a:pt x="4852" y="11720"/>
                    <a:pt x="5892" y="11720"/>
                  </a:cubicBezTo>
                  <a:cubicBezTo>
                    <a:pt x="7404" y="11720"/>
                    <a:pt x="8916" y="11122"/>
                    <a:pt x="10019" y="9988"/>
                  </a:cubicBezTo>
                  <a:cubicBezTo>
                    <a:pt x="11122" y="8885"/>
                    <a:pt x="11752" y="7436"/>
                    <a:pt x="11752" y="5861"/>
                  </a:cubicBezTo>
                  <a:cubicBezTo>
                    <a:pt x="11752" y="4317"/>
                    <a:pt x="11153" y="2805"/>
                    <a:pt x="10019" y="1702"/>
                  </a:cubicBezTo>
                  <a:cubicBezTo>
                    <a:pt x="8885" y="568"/>
                    <a:pt x="7404" y="1"/>
                    <a:pt x="5892"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76" name="Google Shape;6643;p63">
            <a:extLst>
              <a:ext uri="{FF2B5EF4-FFF2-40B4-BE49-F238E27FC236}">
                <a16:creationId xmlns:a16="http://schemas.microsoft.com/office/drawing/2014/main" id="{937F32EE-FA68-4E0B-9D34-060592807D34}"/>
              </a:ext>
            </a:extLst>
          </p:cNvPr>
          <p:cNvGrpSpPr/>
          <p:nvPr/>
        </p:nvGrpSpPr>
        <p:grpSpPr>
          <a:xfrm>
            <a:off x="6948237" y="3419564"/>
            <a:ext cx="229182" cy="229182"/>
            <a:chOff x="-34776500" y="2631825"/>
            <a:chExt cx="291450" cy="291450"/>
          </a:xfrm>
          <a:solidFill>
            <a:schemeClr val="tx1"/>
          </a:solidFill>
        </p:grpSpPr>
        <p:sp>
          <p:nvSpPr>
            <p:cNvPr id="641" name="Google Shape;6644;p63">
              <a:extLst>
                <a:ext uri="{FF2B5EF4-FFF2-40B4-BE49-F238E27FC236}">
                  <a16:creationId xmlns:a16="http://schemas.microsoft.com/office/drawing/2014/main" id="{3C4BE0A3-28BA-4162-8EB2-72B374D64BE4}"/>
                </a:ext>
              </a:extLst>
            </p:cNvPr>
            <p:cNvSpPr/>
            <p:nvPr/>
          </p:nvSpPr>
          <p:spPr>
            <a:xfrm>
              <a:off x="-34691425" y="2666500"/>
              <a:ext cx="120525" cy="154400"/>
            </a:xfrm>
            <a:custGeom>
              <a:avLst/>
              <a:gdLst/>
              <a:ahLst/>
              <a:cxnLst/>
              <a:rect l="l" t="t" r="r" b="b"/>
              <a:pathLst>
                <a:path w="4821" h="6176" extrusionOk="0">
                  <a:moveTo>
                    <a:pt x="2331" y="693"/>
                  </a:moveTo>
                  <a:cubicBezTo>
                    <a:pt x="3277" y="693"/>
                    <a:pt x="4033" y="1449"/>
                    <a:pt x="4033" y="2394"/>
                  </a:cubicBezTo>
                  <a:cubicBezTo>
                    <a:pt x="4096" y="2899"/>
                    <a:pt x="3844" y="3466"/>
                    <a:pt x="3403" y="3781"/>
                  </a:cubicBezTo>
                  <a:cubicBezTo>
                    <a:pt x="3151" y="3970"/>
                    <a:pt x="2741" y="4348"/>
                    <a:pt x="2741" y="4946"/>
                  </a:cubicBezTo>
                  <a:lnTo>
                    <a:pt x="2741" y="5135"/>
                  </a:lnTo>
                  <a:cubicBezTo>
                    <a:pt x="2741" y="5356"/>
                    <a:pt x="2583" y="5513"/>
                    <a:pt x="2363" y="5513"/>
                  </a:cubicBezTo>
                  <a:cubicBezTo>
                    <a:pt x="2174" y="5513"/>
                    <a:pt x="2016" y="5356"/>
                    <a:pt x="2016" y="5135"/>
                  </a:cubicBezTo>
                  <a:lnTo>
                    <a:pt x="2016" y="4946"/>
                  </a:lnTo>
                  <a:cubicBezTo>
                    <a:pt x="2016" y="4285"/>
                    <a:pt x="2363" y="3655"/>
                    <a:pt x="2962" y="3214"/>
                  </a:cubicBezTo>
                  <a:cubicBezTo>
                    <a:pt x="3245" y="3025"/>
                    <a:pt x="3403" y="2710"/>
                    <a:pt x="3403" y="2394"/>
                  </a:cubicBezTo>
                  <a:cubicBezTo>
                    <a:pt x="3403" y="1827"/>
                    <a:pt x="2930" y="1355"/>
                    <a:pt x="2363" y="1355"/>
                  </a:cubicBezTo>
                  <a:cubicBezTo>
                    <a:pt x="1827" y="1355"/>
                    <a:pt x="1355" y="1827"/>
                    <a:pt x="1355" y="2394"/>
                  </a:cubicBezTo>
                  <a:cubicBezTo>
                    <a:pt x="1355" y="2583"/>
                    <a:pt x="1197" y="2741"/>
                    <a:pt x="1008" y="2741"/>
                  </a:cubicBezTo>
                  <a:cubicBezTo>
                    <a:pt x="788" y="2741"/>
                    <a:pt x="630" y="2583"/>
                    <a:pt x="630" y="2394"/>
                  </a:cubicBezTo>
                  <a:cubicBezTo>
                    <a:pt x="630" y="1449"/>
                    <a:pt x="1386" y="693"/>
                    <a:pt x="2331" y="693"/>
                  </a:cubicBezTo>
                  <a:close/>
                  <a:moveTo>
                    <a:pt x="2426" y="0"/>
                  </a:moveTo>
                  <a:cubicBezTo>
                    <a:pt x="1071" y="0"/>
                    <a:pt x="0" y="1040"/>
                    <a:pt x="0" y="2394"/>
                  </a:cubicBezTo>
                  <a:cubicBezTo>
                    <a:pt x="0" y="2930"/>
                    <a:pt x="473" y="3403"/>
                    <a:pt x="1040" y="3403"/>
                  </a:cubicBezTo>
                  <a:cubicBezTo>
                    <a:pt x="1575" y="3403"/>
                    <a:pt x="2048" y="2930"/>
                    <a:pt x="2048" y="2394"/>
                  </a:cubicBezTo>
                  <a:cubicBezTo>
                    <a:pt x="2048" y="2205"/>
                    <a:pt x="2205" y="2048"/>
                    <a:pt x="2426" y="2048"/>
                  </a:cubicBezTo>
                  <a:cubicBezTo>
                    <a:pt x="2615" y="2048"/>
                    <a:pt x="2772" y="2205"/>
                    <a:pt x="2772" y="2394"/>
                  </a:cubicBezTo>
                  <a:cubicBezTo>
                    <a:pt x="2772" y="2520"/>
                    <a:pt x="2741" y="2583"/>
                    <a:pt x="2615" y="2646"/>
                  </a:cubicBezTo>
                  <a:cubicBezTo>
                    <a:pt x="1827" y="3245"/>
                    <a:pt x="1386" y="4064"/>
                    <a:pt x="1386" y="4946"/>
                  </a:cubicBezTo>
                  <a:lnTo>
                    <a:pt x="1386" y="5135"/>
                  </a:lnTo>
                  <a:cubicBezTo>
                    <a:pt x="1386" y="5702"/>
                    <a:pt x="1859" y="6175"/>
                    <a:pt x="2426" y="6175"/>
                  </a:cubicBezTo>
                  <a:cubicBezTo>
                    <a:pt x="2962" y="6175"/>
                    <a:pt x="3434" y="5702"/>
                    <a:pt x="3434" y="5135"/>
                  </a:cubicBezTo>
                  <a:lnTo>
                    <a:pt x="3434" y="4946"/>
                  </a:lnTo>
                  <a:cubicBezTo>
                    <a:pt x="3434" y="4663"/>
                    <a:pt x="3686" y="4442"/>
                    <a:pt x="3844" y="4316"/>
                  </a:cubicBezTo>
                  <a:cubicBezTo>
                    <a:pt x="4474" y="3875"/>
                    <a:pt x="4820" y="3151"/>
                    <a:pt x="4820" y="2394"/>
                  </a:cubicBezTo>
                  <a:cubicBezTo>
                    <a:pt x="4789" y="1040"/>
                    <a:pt x="3718" y="0"/>
                    <a:pt x="2426" y="0"/>
                  </a:cubicBezTo>
                  <a:close/>
                </a:path>
              </a:pathLst>
            </a:custGeom>
            <a:grpFill/>
            <a:ln>
              <a:noFill/>
            </a:ln>
          </p:spPr>
          <p:txBody>
            <a:bodyPr spcFirstLastPara="1" wrap="square" lIns="62728" tIns="62728" rIns="62728" bIns="62728" anchor="ctr" anchorCtr="0">
              <a:noAutofit/>
            </a:bodyPr>
            <a:lstStyle/>
            <a:p>
              <a:endParaRPr sz="764"/>
            </a:p>
          </p:txBody>
        </p:sp>
        <p:sp>
          <p:nvSpPr>
            <p:cNvPr id="642" name="Google Shape;6645;p63">
              <a:extLst>
                <a:ext uri="{FF2B5EF4-FFF2-40B4-BE49-F238E27FC236}">
                  <a16:creationId xmlns:a16="http://schemas.microsoft.com/office/drawing/2014/main" id="{EB23E07B-974D-42F1-B5DE-8DAFEC3877AF}"/>
                </a:ext>
              </a:extLst>
            </p:cNvPr>
            <p:cNvSpPr/>
            <p:nvPr/>
          </p:nvSpPr>
          <p:spPr>
            <a:xfrm>
              <a:off x="-34656775" y="2837400"/>
              <a:ext cx="51200" cy="51225"/>
            </a:xfrm>
            <a:custGeom>
              <a:avLst/>
              <a:gdLst/>
              <a:ahLst/>
              <a:cxnLst/>
              <a:rect l="l" t="t" r="r" b="b"/>
              <a:pathLst>
                <a:path w="2048" h="2049" extrusionOk="0">
                  <a:moveTo>
                    <a:pt x="1040" y="662"/>
                  </a:moveTo>
                  <a:cubicBezTo>
                    <a:pt x="1229" y="662"/>
                    <a:pt x="1386" y="820"/>
                    <a:pt x="1386" y="1040"/>
                  </a:cubicBezTo>
                  <a:cubicBezTo>
                    <a:pt x="1386" y="1229"/>
                    <a:pt x="1197" y="1387"/>
                    <a:pt x="1040" y="1387"/>
                  </a:cubicBezTo>
                  <a:cubicBezTo>
                    <a:pt x="819" y="1387"/>
                    <a:pt x="662" y="1229"/>
                    <a:pt x="662" y="1040"/>
                  </a:cubicBezTo>
                  <a:cubicBezTo>
                    <a:pt x="662" y="820"/>
                    <a:pt x="819" y="662"/>
                    <a:pt x="1040" y="662"/>
                  </a:cubicBezTo>
                  <a:close/>
                  <a:moveTo>
                    <a:pt x="1040" y="1"/>
                  </a:moveTo>
                  <a:cubicBezTo>
                    <a:pt x="473" y="1"/>
                    <a:pt x="0" y="473"/>
                    <a:pt x="0" y="1040"/>
                  </a:cubicBezTo>
                  <a:cubicBezTo>
                    <a:pt x="0" y="1576"/>
                    <a:pt x="473" y="2048"/>
                    <a:pt x="1040" y="2048"/>
                  </a:cubicBezTo>
                  <a:cubicBezTo>
                    <a:pt x="1576" y="2048"/>
                    <a:pt x="2048" y="1576"/>
                    <a:pt x="2048" y="1040"/>
                  </a:cubicBezTo>
                  <a:cubicBezTo>
                    <a:pt x="2048" y="473"/>
                    <a:pt x="1576" y="1"/>
                    <a:pt x="1040" y="1"/>
                  </a:cubicBezTo>
                  <a:close/>
                </a:path>
              </a:pathLst>
            </a:custGeom>
            <a:grpFill/>
            <a:ln>
              <a:noFill/>
            </a:ln>
          </p:spPr>
          <p:txBody>
            <a:bodyPr spcFirstLastPara="1" wrap="square" lIns="62728" tIns="62728" rIns="62728" bIns="62728" anchor="ctr" anchorCtr="0">
              <a:noAutofit/>
            </a:bodyPr>
            <a:lstStyle/>
            <a:p>
              <a:endParaRPr sz="764"/>
            </a:p>
          </p:txBody>
        </p:sp>
        <p:sp>
          <p:nvSpPr>
            <p:cNvPr id="643" name="Google Shape;6646;p63">
              <a:extLst>
                <a:ext uri="{FF2B5EF4-FFF2-40B4-BE49-F238E27FC236}">
                  <a16:creationId xmlns:a16="http://schemas.microsoft.com/office/drawing/2014/main" id="{1F5BD584-2D29-434B-938B-DC13DF7B5EDC}"/>
                </a:ext>
              </a:extLst>
            </p:cNvPr>
            <p:cNvSpPr/>
            <p:nvPr/>
          </p:nvSpPr>
          <p:spPr>
            <a:xfrm>
              <a:off x="-34776500" y="2631825"/>
              <a:ext cx="291450" cy="291450"/>
            </a:xfrm>
            <a:custGeom>
              <a:avLst/>
              <a:gdLst/>
              <a:ahLst/>
              <a:cxnLst/>
              <a:rect l="l" t="t" r="r" b="b"/>
              <a:pathLst>
                <a:path w="11658" h="11658" extrusionOk="0">
                  <a:moveTo>
                    <a:pt x="5829" y="662"/>
                  </a:moveTo>
                  <a:cubicBezTo>
                    <a:pt x="8664" y="662"/>
                    <a:pt x="10964" y="2994"/>
                    <a:pt x="10964" y="5829"/>
                  </a:cubicBezTo>
                  <a:cubicBezTo>
                    <a:pt x="10933" y="8665"/>
                    <a:pt x="8664" y="10996"/>
                    <a:pt x="5829" y="10996"/>
                  </a:cubicBezTo>
                  <a:cubicBezTo>
                    <a:pt x="2993" y="10996"/>
                    <a:pt x="662" y="8665"/>
                    <a:pt x="662" y="5829"/>
                  </a:cubicBezTo>
                  <a:cubicBezTo>
                    <a:pt x="662" y="2994"/>
                    <a:pt x="2993" y="662"/>
                    <a:pt x="5829" y="662"/>
                  </a:cubicBezTo>
                  <a:close/>
                  <a:moveTo>
                    <a:pt x="5829" y="1"/>
                  </a:moveTo>
                  <a:cubicBezTo>
                    <a:pt x="2584" y="1"/>
                    <a:pt x="0" y="2647"/>
                    <a:pt x="0" y="5829"/>
                  </a:cubicBezTo>
                  <a:cubicBezTo>
                    <a:pt x="0" y="9043"/>
                    <a:pt x="2615" y="11658"/>
                    <a:pt x="5829" y="11658"/>
                  </a:cubicBezTo>
                  <a:cubicBezTo>
                    <a:pt x="9042" y="11658"/>
                    <a:pt x="11657" y="9011"/>
                    <a:pt x="11657" y="5829"/>
                  </a:cubicBezTo>
                  <a:cubicBezTo>
                    <a:pt x="11657" y="2584"/>
                    <a:pt x="9011" y="1"/>
                    <a:pt x="582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77" name="Google Shape;6647;p63">
            <a:extLst>
              <a:ext uri="{FF2B5EF4-FFF2-40B4-BE49-F238E27FC236}">
                <a16:creationId xmlns:a16="http://schemas.microsoft.com/office/drawing/2014/main" id="{E65433BD-2872-4323-8786-930289DAD4C1}"/>
              </a:ext>
            </a:extLst>
          </p:cNvPr>
          <p:cNvGrpSpPr/>
          <p:nvPr/>
        </p:nvGrpSpPr>
        <p:grpSpPr>
          <a:xfrm>
            <a:off x="8394318" y="2855022"/>
            <a:ext cx="229792" cy="232269"/>
            <a:chOff x="-32956300" y="1915900"/>
            <a:chExt cx="292225" cy="295375"/>
          </a:xfrm>
          <a:solidFill>
            <a:schemeClr val="tx1"/>
          </a:solidFill>
        </p:grpSpPr>
        <p:sp>
          <p:nvSpPr>
            <p:cNvPr id="639" name="Google Shape;6648;p63">
              <a:extLst>
                <a:ext uri="{FF2B5EF4-FFF2-40B4-BE49-F238E27FC236}">
                  <a16:creationId xmlns:a16="http://schemas.microsoft.com/office/drawing/2014/main" id="{E844EB3C-C723-4C65-88A7-063233264AFF}"/>
                </a:ext>
              </a:extLst>
            </p:cNvPr>
            <p:cNvSpPr/>
            <p:nvPr/>
          </p:nvSpPr>
          <p:spPr>
            <a:xfrm>
              <a:off x="-32956300" y="1915900"/>
              <a:ext cx="292225" cy="295375"/>
            </a:xfrm>
            <a:custGeom>
              <a:avLst/>
              <a:gdLst/>
              <a:ahLst/>
              <a:cxnLst/>
              <a:rect l="l" t="t" r="r" b="b"/>
              <a:pathLst>
                <a:path w="11689" h="11815" extrusionOk="0">
                  <a:moveTo>
                    <a:pt x="10996" y="2079"/>
                  </a:moveTo>
                  <a:lnTo>
                    <a:pt x="10996" y="3466"/>
                  </a:lnTo>
                  <a:lnTo>
                    <a:pt x="10334" y="3466"/>
                  </a:lnTo>
                  <a:lnTo>
                    <a:pt x="10334" y="2079"/>
                  </a:lnTo>
                  <a:close/>
                  <a:moveTo>
                    <a:pt x="10996" y="4127"/>
                  </a:moveTo>
                  <a:lnTo>
                    <a:pt x="10996" y="5513"/>
                  </a:lnTo>
                  <a:lnTo>
                    <a:pt x="10303" y="5513"/>
                  </a:lnTo>
                  <a:lnTo>
                    <a:pt x="10303" y="4127"/>
                  </a:lnTo>
                  <a:close/>
                  <a:moveTo>
                    <a:pt x="10996" y="6175"/>
                  </a:moveTo>
                  <a:lnTo>
                    <a:pt x="10996" y="7561"/>
                  </a:lnTo>
                  <a:lnTo>
                    <a:pt x="10334" y="7561"/>
                  </a:lnTo>
                  <a:lnTo>
                    <a:pt x="10334" y="6175"/>
                  </a:lnTo>
                  <a:close/>
                  <a:moveTo>
                    <a:pt x="2741" y="536"/>
                  </a:moveTo>
                  <a:lnTo>
                    <a:pt x="2741" y="10869"/>
                  </a:lnTo>
                  <a:lnTo>
                    <a:pt x="1733" y="10869"/>
                  </a:lnTo>
                  <a:cubicBezTo>
                    <a:pt x="1679" y="10914"/>
                    <a:pt x="1627" y="10934"/>
                    <a:pt x="1581" y="10934"/>
                  </a:cubicBezTo>
                  <a:cubicBezTo>
                    <a:pt x="1467" y="10934"/>
                    <a:pt x="1387" y="10815"/>
                    <a:pt x="1387" y="10680"/>
                  </a:cubicBezTo>
                  <a:lnTo>
                    <a:pt x="1387" y="10334"/>
                  </a:lnTo>
                  <a:lnTo>
                    <a:pt x="1733" y="10334"/>
                  </a:lnTo>
                  <a:cubicBezTo>
                    <a:pt x="1922" y="10334"/>
                    <a:pt x="2080" y="10145"/>
                    <a:pt x="2080" y="9956"/>
                  </a:cubicBezTo>
                  <a:cubicBezTo>
                    <a:pt x="2080" y="9767"/>
                    <a:pt x="1922" y="9609"/>
                    <a:pt x="1733" y="9609"/>
                  </a:cubicBezTo>
                  <a:lnTo>
                    <a:pt x="1387" y="9609"/>
                  </a:lnTo>
                  <a:lnTo>
                    <a:pt x="1387" y="8223"/>
                  </a:lnTo>
                  <a:lnTo>
                    <a:pt x="1733" y="8223"/>
                  </a:lnTo>
                  <a:cubicBezTo>
                    <a:pt x="1922" y="8223"/>
                    <a:pt x="2080" y="8065"/>
                    <a:pt x="2080" y="7876"/>
                  </a:cubicBezTo>
                  <a:cubicBezTo>
                    <a:pt x="2080" y="7687"/>
                    <a:pt x="1922" y="7530"/>
                    <a:pt x="1733" y="7530"/>
                  </a:cubicBezTo>
                  <a:lnTo>
                    <a:pt x="1387" y="7530"/>
                  </a:lnTo>
                  <a:lnTo>
                    <a:pt x="1387" y="6143"/>
                  </a:lnTo>
                  <a:lnTo>
                    <a:pt x="1733" y="6143"/>
                  </a:lnTo>
                  <a:cubicBezTo>
                    <a:pt x="1922" y="6143"/>
                    <a:pt x="2080" y="5986"/>
                    <a:pt x="2080" y="5797"/>
                  </a:cubicBezTo>
                  <a:cubicBezTo>
                    <a:pt x="2080" y="5576"/>
                    <a:pt x="1922" y="5419"/>
                    <a:pt x="1733" y="5419"/>
                  </a:cubicBezTo>
                  <a:lnTo>
                    <a:pt x="1387" y="5419"/>
                  </a:lnTo>
                  <a:lnTo>
                    <a:pt x="1387" y="4064"/>
                  </a:lnTo>
                  <a:lnTo>
                    <a:pt x="1733" y="4064"/>
                  </a:lnTo>
                  <a:cubicBezTo>
                    <a:pt x="1922" y="4064"/>
                    <a:pt x="2080" y="3907"/>
                    <a:pt x="2080" y="3686"/>
                  </a:cubicBezTo>
                  <a:cubicBezTo>
                    <a:pt x="2080" y="3497"/>
                    <a:pt x="1922" y="3340"/>
                    <a:pt x="1733" y="3340"/>
                  </a:cubicBezTo>
                  <a:lnTo>
                    <a:pt x="1387" y="3340"/>
                  </a:lnTo>
                  <a:lnTo>
                    <a:pt x="1387" y="1953"/>
                  </a:lnTo>
                  <a:lnTo>
                    <a:pt x="1733" y="1953"/>
                  </a:lnTo>
                  <a:cubicBezTo>
                    <a:pt x="1922" y="1953"/>
                    <a:pt x="2080" y="1796"/>
                    <a:pt x="2080" y="1607"/>
                  </a:cubicBezTo>
                  <a:cubicBezTo>
                    <a:pt x="2080" y="1418"/>
                    <a:pt x="1922" y="1260"/>
                    <a:pt x="1733" y="1260"/>
                  </a:cubicBezTo>
                  <a:lnTo>
                    <a:pt x="1387" y="1260"/>
                  </a:lnTo>
                  <a:lnTo>
                    <a:pt x="1387" y="914"/>
                  </a:lnTo>
                  <a:cubicBezTo>
                    <a:pt x="1387" y="693"/>
                    <a:pt x="1544" y="536"/>
                    <a:pt x="1733" y="536"/>
                  </a:cubicBezTo>
                  <a:close/>
                  <a:moveTo>
                    <a:pt x="9263" y="725"/>
                  </a:moveTo>
                  <a:cubicBezTo>
                    <a:pt x="9452" y="725"/>
                    <a:pt x="9609" y="882"/>
                    <a:pt x="9609" y="1071"/>
                  </a:cubicBezTo>
                  <a:lnTo>
                    <a:pt x="9609" y="10680"/>
                  </a:lnTo>
                  <a:cubicBezTo>
                    <a:pt x="9609" y="10869"/>
                    <a:pt x="9452" y="11027"/>
                    <a:pt x="9263" y="11027"/>
                  </a:cubicBezTo>
                  <a:lnTo>
                    <a:pt x="3371" y="11027"/>
                  </a:lnTo>
                  <a:lnTo>
                    <a:pt x="3371" y="725"/>
                  </a:lnTo>
                  <a:close/>
                  <a:moveTo>
                    <a:pt x="1733" y="0"/>
                  </a:moveTo>
                  <a:cubicBezTo>
                    <a:pt x="1166" y="0"/>
                    <a:pt x="694" y="473"/>
                    <a:pt x="694" y="1040"/>
                  </a:cubicBezTo>
                  <a:lnTo>
                    <a:pt x="694" y="1386"/>
                  </a:lnTo>
                  <a:lnTo>
                    <a:pt x="347" y="1386"/>
                  </a:lnTo>
                  <a:cubicBezTo>
                    <a:pt x="158" y="1386"/>
                    <a:pt x="0" y="1544"/>
                    <a:pt x="0" y="1733"/>
                  </a:cubicBezTo>
                  <a:cubicBezTo>
                    <a:pt x="0" y="1922"/>
                    <a:pt x="158" y="2079"/>
                    <a:pt x="347" y="2079"/>
                  </a:cubicBezTo>
                  <a:lnTo>
                    <a:pt x="694" y="2079"/>
                  </a:lnTo>
                  <a:lnTo>
                    <a:pt x="694" y="3466"/>
                  </a:lnTo>
                  <a:lnTo>
                    <a:pt x="347" y="3466"/>
                  </a:lnTo>
                  <a:cubicBezTo>
                    <a:pt x="158" y="3466"/>
                    <a:pt x="0" y="3623"/>
                    <a:pt x="0" y="3812"/>
                  </a:cubicBezTo>
                  <a:cubicBezTo>
                    <a:pt x="0" y="4033"/>
                    <a:pt x="158" y="4190"/>
                    <a:pt x="347" y="4190"/>
                  </a:cubicBezTo>
                  <a:lnTo>
                    <a:pt x="694" y="4190"/>
                  </a:lnTo>
                  <a:lnTo>
                    <a:pt x="694" y="5545"/>
                  </a:lnTo>
                  <a:lnTo>
                    <a:pt x="347" y="5545"/>
                  </a:lnTo>
                  <a:cubicBezTo>
                    <a:pt x="158" y="5545"/>
                    <a:pt x="0" y="5702"/>
                    <a:pt x="0" y="5923"/>
                  </a:cubicBezTo>
                  <a:cubicBezTo>
                    <a:pt x="0" y="6112"/>
                    <a:pt x="158" y="6269"/>
                    <a:pt x="347" y="6269"/>
                  </a:cubicBezTo>
                  <a:lnTo>
                    <a:pt x="694" y="6269"/>
                  </a:lnTo>
                  <a:lnTo>
                    <a:pt x="694" y="7656"/>
                  </a:lnTo>
                  <a:lnTo>
                    <a:pt x="347" y="7656"/>
                  </a:lnTo>
                  <a:cubicBezTo>
                    <a:pt x="158" y="7656"/>
                    <a:pt x="0" y="7813"/>
                    <a:pt x="0" y="8002"/>
                  </a:cubicBezTo>
                  <a:cubicBezTo>
                    <a:pt x="0" y="8191"/>
                    <a:pt x="158" y="8349"/>
                    <a:pt x="347" y="8349"/>
                  </a:cubicBezTo>
                  <a:lnTo>
                    <a:pt x="694" y="8349"/>
                  </a:lnTo>
                  <a:lnTo>
                    <a:pt x="694" y="9735"/>
                  </a:lnTo>
                  <a:lnTo>
                    <a:pt x="347" y="9735"/>
                  </a:lnTo>
                  <a:cubicBezTo>
                    <a:pt x="158" y="9735"/>
                    <a:pt x="0" y="9893"/>
                    <a:pt x="0" y="10082"/>
                  </a:cubicBezTo>
                  <a:cubicBezTo>
                    <a:pt x="0" y="10271"/>
                    <a:pt x="158" y="10428"/>
                    <a:pt x="347" y="10428"/>
                  </a:cubicBezTo>
                  <a:lnTo>
                    <a:pt x="694" y="10428"/>
                  </a:lnTo>
                  <a:lnTo>
                    <a:pt x="694" y="10806"/>
                  </a:lnTo>
                  <a:cubicBezTo>
                    <a:pt x="694" y="11342"/>
                    <a:pt x="1166" y="11814"/>
                    <a:pt x="1733" y="11814"/>
                  </a:cubicBezTo>
                  <a:lnTo>
                    <a:pt x="9294" y="11814"/>
                  </a:lnTo>
                  <a:cubicBezTo>
                    <a:pt x="9830" y="11814"/>
                    <a:pt x="10303" y="11342"/>
                    <a:pt x="10303" y="10806"/>
                  </a:cubicBezTo>
                  <a:lnTo>
                    <a:pt x="10303" y="8380"/>
                  </a:lnTo>
                  <a:lnTo>
                    <a:pt x="11342" y="8380"/>
                  </a:lnTo>
                  <a:cubicBezTo>
                    <a:pt x="11531" y="8380"/>
                    <a:pt x="11689" y="8223"/>
                    <a:pt x="11689" y="8034"/>
                  </a:cubicBezTo>
                  <a:lnTo>
                    <a:pt x="11689" y="1859"/>
                  </a:lnTo>
                  <a:cubicBezTo>
                    <a:pt x="11689" y="1544"/>
                    <a:pt x="11531" y="1386"/>
                    <a:pt x="11342" y="1386"/>
                  </a:cubicBezTo>
                  <a:lnTo>
                    <a:pt x="10303" y="1386"/>
                  </a:lnTo>
                  <a:lnTo>
                    <a:pt x="10303" y="1040"/>
                  </a:lnTo>
                  <a:cubicBezTo>
                    <a:pt x="10303" y="473"/>
                    <a:pt x="9830" y="0"/>
                    <a:pt x="9294" y="0"/>
                  </a:cubicBezTo>
                  <a:close/>
                </a:path>
              </a:pathLst>
            </a:custGeom>
            <a:grpFill/>
            <a:ln>
              <a:noFill/>
            </a:ln>
          </p:spPr>
          <p:txBody>
            <a:bodyPr spcFirstLastPara="1" wrap="square" lIns="62728" tIns="62728" rIns="62728" bIns="62728" anchor="ctr" anchorCtr="0">
              <a:noAutofit/>
            </a:bodyPr>
            <a:lstStyle/>
            <a:p>
              <a:endParaRPr sz="764"/>
            </a:p>
          </p:txBody>
        </p:sp>
        <p:sp>
          <p:nvSpPr>
            <p:cNvPr id="640" name="Google Shape;6649;p63">
              <a:extLst>
                <a:ext uri="{FF2B5EF4-FFF2-40B4-BE49-F238E27FC236}">
                  <a16:creationId xmlns:a16="http://schemas.microsoft.com/office/drawing/2014/main" id="{29313769-F5C5-4939-8AE8-AA4CA04F5451}"/>
                </a:ext>
              </a:extLst>
            </p:cNvPr>
            <p:cNvSpPr/>
            <p:nvPr/>
          </p:nvSpPr>
          <p:spPr>
            <a:xfrm>
              <a:off x="-32836575" y="1967875"/>
              <a:ext cx="85875" cy="188250"/>
            </a:xfrm>
            <a:custGeom>
              <a:avLst/>
              <a:gdLst/>
              <a:ahLst/>
              <a:cxnLst/>
              <a:rect l="l" t="t" r="r" b="b"/>
              <a:pathLst>
                <a:path w="3435" h="7530" extrusionOk="0">
                  <a:moveTo>
                    <a:pt x="2773" y="693"/>
                  </a:moveTo>
                  <a:lnTo>
                    <a:pt x="2773" y="2048"/>
                  </a:lnTo>
                  <a:lnTo>
                    <a:pt x="1733" y="2048"/>
                  </a:lnTo>
                  <a:cubicBezTo>
                    <a:pt x="1544" y="2048"/>
                    <a:pt x="1386" y="2206"/>
                    <a:pt x="1386" y="2426"/>
                  </a:cubicBezTo>
                  <a:lnTo>
                    <a:pt x="1386" y="5136"/>
                  </a:lnTo>
                  <a:cubicBezTo>
                    <a:pt x="1386" y="5325"/>
                    <a:pt x="1544" y="5482"/>
                    <a:pt x="1733" y="5482"/>
                  </a:cubicBezTo>
                  <a:lnTo>
                    <a:pt x="2773" y="5482"/>
                  </a:lnTo>
                  <a:lnTo>
                    <a:pt x="2773" y="6868"/>
                  </a:lnTo>
                  <a:lnTo>
                    <a:pt x="1733" y="6868"/>
                  </a:lnTo>
                  <a:cubicBezTo>
                    <a:pt x="1197" y="6868"/>
                    <a:pt x="725" y="6396"/>
                    <a:pt x="725" y="5829"/>
                  </a:cubicBezTo>
                  <a:lnTo>
                    <a:pt x="725" y="1733"/>
                  </a:lnTo>
                  <a:cubicBezTo>
                    <a:pt x="725" y="1198"/>
                    <a:pt x="1197" y="693"/>
                    <a:pt x="1733" y="693"/>
                  </a:cubicBezTo>
                  <a:close/>
                  <a:moveTo>
                    <a:pt x="1701" y="0"/>
                  </a:moveTo>
                  <a:cubicBezTo>
                    <a:pt x="756" y="0"/>
                    <a:pt x="0" y="788"/>
                    <a:pt x="0" y="1733"/>
                  </a:cubicBezTo>
                  <a:lnTo>
                    <a:pt x="0" y="5829"/>
                  </a:lnTo>
                  <a:cubicBezTo>
                    <a:pt x="0" y="6774"/>
                    <a:pt x="756" y="7530"/>
                    <a:pt x="1701" y="7530"/>
                  </a:cubicBezTo>
                  <a:lnTo>
                    <a:pt x="3088" y="7530"/>
                  </a:lnTo>
                  <a:cubicBezTo>
                    <a:pt x="3277" y="7530"/>
                    <a:pt x="3434" y="7372"/>
                    <a:pt x="3434" y="7183"/>
                  </a:cubicBezTo>
                  <a:lnTo>
                    <a:pt x="3434" y="5136"/>
                  </a:lnTo>
                  <a:cubicBezTo>
                    <a:pt x="3434" y="4947"/>
                    <a:pt x="3277" y="4789"/>
                    <a:pt x="3088" y="4789"/>
                  </a:cubicBezTo>
                  <a:lnTo>
                    <a:pt x="2048" y="4789"/>
                  </a:lnTo>
                  <a:lnTo>
                    <a:pt x="2048" y="2741"/>
                  </a:lnTo>
                  <a:lnTo>
                    <a:pt x="3088" y="2741"/>
                  </a:lnTo>
                  <a:cubicBezTo>
                    <a:pt x="3277" y="2741"/>
                    <a:pt x="3434" y="2552"/>
                    <a:pt x="3434" y="2363"/>
                  </a:cubicBezTo>
                  <a:lnTo>
                    <a:pt x="3434" y="284"/>
                  </a:lnTo>
                  <a:cubicBezTo>
                    <a:pt x="3434" y="158"/>
                    <a:pt x="3277" y="0"/>
                    <a:pt x="3088" y="0"/>
                  </a:cubicBezTo>
                  <a:close/>
                </a:path>
              </a:pathLst>
            </a:custGeom>
            <a:grpFill/>
            <a:ln>
              <a:noFill/>
            </a:ln>
          </p:spPr>
          <p:txBody>
            <a:bodyPr spcFirstLastPara="1" wrap="square" lIns="62728" tIns="62728" rIns="62728" bIns="62728" anchor="ctr" anchorCtr="0">
              <a:noAutofit/>
            </a:bodyPr>
            <a:lstStyle/>
            <a:p>
              <a:endParaRPr sz="764"/>
            </a:p>
          </p:txBody>
        </p:sp>
      </p:grpSp>
      <p:sp>
        <p:nvSpPr>
          <p:cNvPr id="578" name="Google Shape;6650;p63">
            <a:extLst>
              <a:ext uri="{FF2B5EF4-FFF2-40B4-BE49-F238E27FC236}">
                <a16:creationId xmlns:a16="http://schemas.microsoft.com/office/drawing/2014/main" id="{F1A860BD-1E5C-4AEB-8296-5C5E1C3B44F1}"/>
              </a:ext>
            </a:extLst>
          </p:cNvPr>
          <p:cNvSpPr/>
          <p:nvPr/>
        </p:nvSpPr>
        <p:spPr>
          <a:xfrm>
            <a:off x="8393150" y="3148982"/>
            <a:ext cx="229792" cy="229162"/>
          </a:xfrm>
          <a:custGeom>
            <a:avLst/>
            <a:gdLst/>
            <a:ahLst/>
            <a:cxnLst/>
            <a:rect l="l" t="t" r="r" b="b"/>
            <a:pathLst>
              <a:path w="11689" h="11657" extrusionOk="0">
                <a:moveTo>
                  <a:pt x="5829" y="725"/>
                </a:moveTo>
                <a:cubicBezTo>
                  <a:pt x="6112" y="725"/>
                  <a:pt x="6333" y="882"/>
                  <a:pt x="6427" y="1134"/>
                </a:cubicBezTo>
                <a:lnTo>
                  <a:pt x="6774" y="2080"/>
                </a:lnTo>
                <a:lnTo>
                  <a:pt x="4915" y="2080"/>
                </a:lnTo>
                <a:lnTo>
                  <a:pt x="5262" y="1134"/>
                </a:lnTo>
                <a:cubicBezTo>
                  <a:pt x="5356" y="882"/>
                  <a:pt x="5577" y="725"/>
                  <a:pt x="5829" y="725"/>
                </a:cubicBezTo>
                <a:close/>
                <a:moveTo>
                  <a:pt x="7058" y="2773"/>
                </a:moveTo>
                <a:lnTo>
                  <a:pt x="7782" y="4852"/>
                </a:lnTo>
                <a:lnTo>
                  <a:pt x="3970" y="4852"/>
                </a:lnTo>
                <a:lnTo>
                  <a:pt x="4695" y="2773"/>
                </a:lnTo>
                <a:close/>
                <a:moveTo>
                  <a:pt x="8003" y="5514"/>
                </a:moveTo>
                <a:lnTo>
                  <a:pt x="8759" y="7624"/>
                </a:lnTo>
                <a:lnTo>
                  <a:pt x="2962" y="7624"/>
                </a:lnTo>
                <a:lnTo>
                  <a:pt x="3687" y="5514"/>
                </a:lnTo>
                <a:close/>
                <a:moveTo>
                  <a:pt x="8979" y="8286"/>
                </a:moveTo>
                <a:lnTo>
                  <a:pt x="9452" y="9672"/>
                </a:lnTo>
                <a:lnTo>
                  <a:pt x="2206" y="9672"/>
                </a:lnTo>
                <a:lnTo>
                  <a:pt x="2710" y="8286"/>
                </a:lnTo>
                <a:close/>
                <a:moveTo>
                  <a:pt x="10649" y="10334"/>
                </a:moveTo>
                <a:cubicBezTo>
                  <a:pt x="10838" y="10334"/>
                  <a:pt x="10996" y="10491"/>
                  <a:pt x="10996" y="10680"/>
                </a:cubicBezTo>
                <a:lnTo>
                  <a:pt x="10996" y="10995"/>
                </a:lnTo>
                <a:lnTo>
                  <a:pt x="662" y="10995"/>
                </a:lnTo>
                <a:lnTo>
                  <a:pt x="662" y="10680"/>
                </a:lnTo>
                <a:cubicBezTo>
                  <a:pt x="662" y="10491"/>
                  <a:pt x="820" y="10334"/>
                  <a:pt x="1040" y="10334"/>
                </a:cubicBezTo>
                <a:close/>
                <a:moveTo>
                  <a:pt x="5829" y="0"/>
                </a:moveTo>
                <a:cubicBezTo>
                  <a:pt x="5262" y="0"/>
                  <a:pt x="4758" y="378"/>
                  <a:pt x="4600" y="882"/>
                </a:cubicBezTo>
                <a:cubicBezTo>
                  <a:pt x="4474" y="1260"/>
                  <a:pt x="1670" y="9231"/>
                  <a:pt x="1481" y="9609"/>
                </a:cubicBezTo>
                <a:lnTo>
                  <a:pt x="1040" y="9609"/>
                </a:lnTo>
                <a:cubicBezTo>
                  <a:pt x="473" y="9609"/>
                  <a:pt x="0" y="10082"/>
                  <a:pt x="0" y="10649"/>
                </a:cubicBezTo>
                <a:lnTo>
                  <a:pt x="0" y="11310"/>
                </a:lnTo>
                <a:cubicBezTo>
                  <a:pt x="0" y="11499"/>
                  <a:pt x="158" y="11657"/>
                  <a:pt x="347" y="11657"/>
                </a:cubicBezTo>
                <a:lnTo>
                  <a:pt x="11342" y="11657"/>
                </a:lnTo>
                <a:cubicBezTo>
                  <a:pt x="11531" y="11657"/>
                  <a:pt x="11689" y="11499"/>
                  <a:pt x="11689" y="11310"/>
                </a:cubicBezTo>
                <a:lnTo>
                  <a:pt x="11689" y="10680"/>
                </a:lnTo>
                <a:cubicBezTo>
                  <a:pt x="11689" y="10082"/>
                  <a:pt x="11216" y="9609"/>
                  <a:pt x="10618" y="9609"/>
                </a:cubicBezTo>
                <a:lnTo>
                  <a:pt x="10145" y="9609"/>
                </a:lnTo>
                <a:cubicBezTo>
                  <a:pt x="9988" y="9231"/>
                  <a:pt x="7184" y="1229"/>
                  <a:pt x="7058" y="882"/>
                </a:cubicBezTo>
                <a:cubicBezTo>
                  <a:pt x="6837" y="378"/>
                  <a:pt x="6396" y="0"/>
                  <a:pt x="582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579" name="Google Shape;6651;p63">
            <a:extLst>
              <a:ext uri="{FF2B5EF4-FFF2-40B4-BE49-F238E27FC236}">
                <a16:creationId xmlns:a16="http://schemas.microsoft.com/office/drawing/2014/main" id="{56341D83-A7E7-4629-ABA6-D3DCAA2D3470}"/>
              </a:ext>
            </a:extLst>
          </p:cNvPr>
          <p:cNvSpPr/>
          <p:nvPr/>
        </p:nvSpPr>
        <p:spPr>
          <a:xfrm>
            <a:off x="8392836" y="3419330"/>
            <a:ext cx="230421" cy="229812"/>
          </a:xfrm>
          <a:custGeom>
            <a:avLst/>
            <a:gdLst/>
            <a:ahLst/>
            <a:cxnLst/>
            <a:rect l="l" t="t" r="r" b="b"/>
            <a:pathLst>
              <a:path w="11721" h="11690" extrusionOk="0">
                <a:moveTo>
                  <a:pt x="8980" y="662"/>
                </a:moveTo>
                <a:lnTo>
                  <a:pt x="8980" y="2710"/>
                </a:lnTo>
                <a:lnTo>
                  <a:pt x="7594" y="2710"/>
                </a:lnTo>
                <a:lnTo>
                  <a:pt x="7594" y="1671"/>
                </a:lnTo>
                <a:cubicBezTo>
                  <a:pt x="7594" y="1135"/>
                  <a:pt x="8066" y="662"/>
                  <a:pt x="8602" y="662"/>
                </a:cubicBezTo>
                <a:close/>
                <a:moveTo>
                  <a:pt x="9988" y="662"/>
                </a:moveTo>
                <a:cubicBezTo>
                  <a:pt x="10177" y="662"/>
                  <a:pt x="10366" y="820"/>
                  <a:pt x="10366" y="1009"/>
                </a:cubicBezTo>
                <a:lnTo>
                  <a:pt x="10366" y="2395"/>
                </a:lnTo>
                <a:cubicBezTo>
                  <a:pt x="10366" y="2584"/>
                  <a:pt x="10177" y="2742"/>
                  <a:pt x="9988" y="2742"/>
                </a:cubicBezTo>
                <a:lnTo>
                  <a:pt x="9641" y="2742"/>
                </a:lnTo>
                <a:lnTo>
                  <a:pt x="9641" y="662"/>
                </a:lnTo>
                <a:close/>
                <a:moveTo>
                  <a:pt x="10650" y="4758"/>
                </a:moveTo>
                <a:cubicBezTo>
                  <a:pt x="10870" y="4758"/>
                  <a:pt x="11028" y="4916"/>
                  <a:pt x="11028" y="5105"/>
                </a:cubicBezTo>
                <a:cubicBezTo>
                  <a:pt x="11028" y="5294"/>
                  <a:pt x="10870" y="5451"/>
                  <a:pt x="10650" y="5451"/>
                </a:cubicBezTo>
                <a:lnTo>
                  <a:pt x="9295" y="5451"/>
                </a:lnTo>
                <a:cubicBezTo>
                  <a:pt x="9074" y="5451"/>
                  <a:pt x="8917" y="5294"/>
                  <a:pt x="8917" y="5105"/>
                </a:cubicBezTo>
                <a:cubicBezTo>
                  <a:pt x="8917" y="4916"/>
                  <a:pt x="9074" y="4758"/>
                  <a:pt x="9295" y="4758"/>
                </a:cubicBezTo>
                <a:close/>
                <a:moveTo>
                  <a:pt x="10650" y="6144"/>
                </a:moveTo>
                <a:cubicBezTo>
                  <a:pt x="10870" y="6144"/>
                  <a:pt x="11028" y="6302"/>
                  <a:pt x="11028" y="6491"/>
                </a:cubicBezTo>
                <a:cubicBezTo>
                  <a:pt x="11028" y="6680"/>
                  <a:pt x="10870" y="6837"/>
                  <a:pt x="10650" y="6837"/>
                </a:cubicBezTo>
                <a:lnTo>
                  <a:pt x="9295" y="6837"/>
                </a:lnTo>
                <a:cubicBezTo>
                  <a:pt x="9074" y="6837"/>
                  <a:pt x="8917" y="6680"/>
                  <a:pt x="8917" y="6491"/>
                </a:cubicBezTo>
                <a:cubicBezTo>
                  <a:pt x="8917" y="6302"/>
                  <a:pt x="9074" y="6144"/>
                  <a:pt x="9295" y="6144"/>
                </a:cubicBezTo>
                <a:close/>
                <a:moveTo>
                  <a:pt x="3088" y="3372"/>
                </a:moveTo>
                <a:cubicBezTo>
                  <a:pt x="3309" y="3372"/>
                  <a:pt x="3467" y="3529"/>
                  <a:pt x="3467" y="3718"/>
                </a:cubicBezTo>
                <a:lnTo>
                  <a:pt x="3467" y="7814"/>
                </a:lnTo>
                <a:cubicBezTo>
                  <a:pt x="3467" y="8035"/>
                  <a:pt x="3309" y="8192"/>
                  <a:pt x="3088" y="8192"/>
                </a:cubicBezTo>
                <a:lnTo>
                  <a:pt x="2742" y="8192"/>
                </a:lnTo>
                <a:lnTo>
                  <a:pt x="2742" y="3372"/>
                </a:lnTo>
                <a:close/>
                <a:moveTo>
                  <a:pt x="9988" y="7499"/>
                </a:moveTo>
                <a:cubicBezTo>
                  <a:pt x="10177" y="7499"/>
                  <a:pt x="10335" y="7657"/>
                  <a:pt x="10335" y="7877"/>
                </a:cubicBezTo>
                <a:cubicBezTo>
                  <a:pt x="10335" y="8066"/>
                  <a:pt x="10177" y="8224"/>
                  <a:pt x="9988" y="8224"/>
                </a:cubicBezTo>
                <a:lnTo>
                  <a:pt x="9326" y="8224"/>
                </a:lnTo>
                <a:cubicBezTo>
                  <a:pt x="9137" y="8224"/>
                  <a:pt x="8980" y="8066"/>
                  <a:pt x="8980" y="7877"/>
                </a:cubicBezTo>
                <a:cubicBezTo>
                  <a:pt x="8980" y="7657"/>
                  <a:pt x="9137" y="7499"/>
                  <a:pt x="9326" y="7499"/>
                </a:cubicBezTo>
                <a:close/>
                <a:moveTo>
                  <a:pt x="9988" y="3403"/>
                </a:moveTo>
                <a:cubicBezTo>
                  <a:pt x="10177" y="3403"/>
                  <a:pt x="10335" y="3561"/>
                  <a:pt x="10335" y="3781"/>
                </a:cubicBezTo>
                <a:cubicBezTo>
                  <a:pt x="10335" y="3971"/>
                  <a:pt x="10177" y="4128"/>
                  <a:pt x="9988" y="4128"/>
                </a:cubicBezTo>
                <a:lnTo>
                  <a:pt x="7279" y="4128"/>
                </a:lnTo>
                <a:cubicBezTo>
                  <a:pt x="7090" y="4128"/>
                  <a:pt x="6932" y="4286"/>
                  <a:pt x="6932" y="4475"/>
                </a:cubicBezTo>
                <a:cubicBezTo>
                  <a:pt x="6932" y="5042"/>
                  <a:pt x="6459" y="5514"/>
                  <a:pt x="5892" y="5514"/>
                </a:cubicBezTo>
                <a:cubicBezTo>
                  <a:pt x="5703" y="5514"/>
                  <a:pt x="5546" y="5672"/>
                  <a:pt x="5546" y="5861"/>
                </a:cubicBezTo>
                <a:cubicBezTo>
                  <a:pt x="5546" y="6050"/>
                  <a:pt x="5703" y="6207"/>
                  <a:pt x="5892" y="6207"/>
                </a:cubicBezTo>
                <a:cubicBezTo>
                  <a:pt x="6302" y="6207"/>
                  <a:pt x="6649" y="6081"/>
                  <a:pt x="6932" y="5861"/>
                </a:cubicBezTo>
                <a:lnTo>
                  <a:pt x="6932" y="8255"/>
                </a:lnTo>
                <a:lnTo>
                  <a:pt x="5546" y="8255"/>
                </a:lnTo>
                <a:lnTo>
                  <a:pt x="5546" y="8192"/>
                </a:lnTo>
                <a:cubicBezTo>
                  <a:pt x="5388" y="8192"/>
                  <a:pt x="5231" y="8129"/>
                  <a:pt x="5073" y="8066"/>
                </a:cubicBezTo>
                <a:lnTo>
                  <a:pt x="4128" y="7625"/>
                </a:lnTo>
                <a:lnTo>
                  <a:pt x="4128" y="4097"/>
                </a:lnTo>
                <a:lnTo>
                  <a:pt x="4727" y="4097"/>
                </a:lnTo>
                <a:cubicBezTo>
                  <a:pt x="5105" y="4097"/>
                  <a:pt x="5514" y="3907"/>
                  <a:pt x="5766" y="3655"/>
                </a:cubicBezTo>
                <a:cubicBezTo>
                  <a:pt x="5924" y="3498"/>
                  <a:pt x="6144" y="3403"/>
                  <a:pt x="6365" y="3403"/>
                </a:cubicBezTo>
                <a:close/>
                <a:moveTo>
                  <a:pt x="1734" y="662"/>
                </a:moveTo>
                <a:cubicBezTo>
                  <a:pt x="1923" y="662"/>
                  <a:pt x="2080" y="820"/>
                  <a:pt x="2080" y="1009"/>
                </a:cubicBezTo>
                <a:lnTo>
                  <a:pt x="2080" y="9200"/>
                </a:lnTo>
                <a:cubicBezTo>
                  <a:pt x="2080" y="9389"/>
                  <a:pt x="1923" y="9547"/>
                  <a:pt x="1734" y="9547"/>
                </a:cubicBezTo>
                <a:cubicBezTo>
                  <a:pt x="1513" y="9547"/>
                  <a:pt x="1356" y="9389"/>
                  <a:pt x="1356" y="9200"/>
                </a:cubicBezTo>
                <a:lnTo>
                  <a:pt x="1356" y="1009"/>
                </a:lnTo>
                <a:cubicBezTo>
                  <a:pt x="1356" y="820"/>
                  <a:pt x="1513" y="662"/>
                  <a:pt x="1734" y="662"/>
                </a:cubicBezTo>
                <a:close/>
                <a:moveTo>
                  <a:pt x="8350" y="4790"/>
                </a:moveTo>
                <a:cubicBezTo>
                  <a:pt x="8287" y="4916"/>
                  <a:pt x="8287" y="5042"/>
                  <a:pt x="8287" y="5136"/>
                </a:cubicBezTo>
                <a:cubicBezTo>
                  <a:pt x="8287" y="5420"/>
                  <a:pt x="8413" y="5672"/>
                  <a:pt x="8570" y="5829"/>
                </a:cubicBezTo>
                <a:cubicBezTo>
                  <a:pt x="8413" y="6018"/>
                  <a:pt x="8287" y="6239"/>
                  <a:pt x="8287" y="6491"/>
                </a:cubicBezTo>
                <a:cubicBezTo>
                  <a:pt x="8287" y="6743"/>
                  <a:pt x="8413" y="6995"/>
                  <a:pt x="8570" y="7152"/>
                </a:cubicBezTo>
                <a:cubicBezTo>
                  <a:pt x="8413" y="7342"/>
                  <a:pt x="8287" y="7594"/>
                  <a:pt x="8287" y="7814"/>
                </a:cubicBezTo>
                <a:cubicBezTo>
                  <a:pt x="8287" y="8255"/>
                  <a:pt x="8570" y="8633"/>
                  <a:pt x="8980" y="8791"/>
                </a:cubicBezTo>
                <a:lnTo>
                  <a:pt x="8980" y="10965"/>
                </a:lnTo>
                <a:lnTo>
                  <a:pt x="8602" y="10965"/>
                </a:lnTo>
                <a:cubicBezTo>
                  <a:pt x="8066" y="10965"/>
                  <a:pt x="7594" y="10460"/>
                  <a:pt x="7594" y="9925"/>
                </a:cubicBezTo>
                <a:lnTo>
                  <a:pt x="7594" y="4790"/>
                </a:lnTo>
                <a:close/>
                <a:moveTo>
                  <a:pt x="9988" y="8885"/>
                </a:moveTo>
                <a:cubicBezTo>
                  <a:pt x="10177" y="8885"/>
                  <a:pt x="10335" y="9043"/>
                  <a:pt x="10335" y="9232"/>
                </a:cubicBezTo>
                <a:lnTo>
                  <a:pt x="10335" y="10618"/>
                </a:lnTo>
                <a:cubicBezTo>
                  <a:pt x="10335" y="10807"/>
                  <a:pt x="10177" y="10965"/>
                  <a:pt x="9988" y="10965"/>
                </a:cubicBezTo>
                <a:lnTo>
                  <a:pt x="9641" y="10965"/>
                </a:lnTo>
                <a:lnTo>
                  <a:pt x="9641" y="8885"/>
                </a:lnTo>
                <a:close/>
                <a:moveTo>
                  <a:pt x="1734" y="1"/>
                </a:moveTo>
                <a:cubicBezTo>
                  <a:pt x="1167" y="1"/>
                  <a:pt x="694" y="473"/>
                  <a:pt x="694" y="1009"/>
                </a:cubicBezTo>
                <a:lnTo>
                  <a:pt x="694" y="9200"/>
                </a:lnTo>
                <a:cubicBezTo>
                  <a:pt x="694" y="9641"/>
                  <a:pt x="978" y="10019"/>
                  <a:pt x="1356" y="10177"/>
                </a:cubicBezTo>
                <a:lnTo>
                  <a:pt x="1356" y="10965"/>
                </a:lnTo>
                <a:lnTo>
                  <a:pt x="348" y="10965"/>
                </a:lnTo>
                <a:cubicBezTo>
                  <a:pt x="158" y="10965"/>
                  <a:pt x="1" y="11122"/>
                  <a:pt x="1" y="11343"/>
                </a:cubicBezTo>
                <a:cubicBezTo>
                  <a:pt x="1" y="11532"/>
                  <a:pt x="158" y="11689"/>
                  <a:pt x="348" y="11689"/>
                </a:cubicBezTo>
                <a:lnTo>
                  <a:pt x="3057" y="11689"/>
                </a:lnTo>
                <a:cubicBezTo>
                  <a:pt x="3246" y="11689"/>
                  <a:pt x="3403" y="11532"/>
                  <a:pt x="3403" y="11343"/>
                </a:cubicBezTo>
                <a:cubicBezTo>
                  <a:pt x="3403" y="11122"/>
                  <a:pt x="3246" y="10965"/>
                  <a:pt x="3057" y="10965"/>
                </a:cubicBezTo>
                <a:lnTo>
                  <a:pt x="2049" y="10965"/>
                </a:lnTo>
                <a:lnTo>
                  <a:pt x="2049" y="10177"/>
                </a:lnTo>
                <a:cubicBezTo>
                  <a:pt x="2427" y="10019"/>
                  <a:pt x="2710" y="9673"/>
                  <a:pt x="2710" y="9200"/>
                </a:cubicBezTo>
                <a:lnTo>
                  <a:pt x="2710" y="8885"/>
                </a:lnTo>
                <a:lnTo>
                  <a:pt x="3057" y="8885"/>
                </a:lnTo>
                <a:cubicBezTo>
                  <a:pt x="3467" y="8885"/>
                  <a:pt x="3813" y="8665"/>
                  <a:pt x="3971" y="8350"/>
                </a:cubicBezTo>
                <a:lnTo>
                  <a:pt x="4727" y="8696"/>
                </a:lnTo>
                <a:cubicBezTo>
                  <a:pt x="4947" y="8822"/>
                  <a:pt x="5231" y="8885"/>
                  <a:pt x="5451" y="8885"/>
                </a:cubicBezTo>
                <a:lnTo>
                  <a:pt x="6838" y="8885"/>
                </a:lnTo>
                <a:lnTo>
                  <a:pt x="6838" y="9925"/>
                </a:lnTo>
                <a:cubicBezTo>
                  <a:pt x="6838" y="10870"/>
                  <a:pt x="7594" y="11689"/>
                  <a:pt x="8539" y="11689"/>
                </a:cubicBezTo>
                <a:lnTo>
                  <a:pt x="9925" y="11689"/>
                </a:lnTo>
                <a:cubicBezTo>
                  <a:pt x="10461" y="11689"/>
                  <a:pt x="10933" y="11217"/>
                  <a:pt x="10933" y="10650"/>
                </a:cubicBezTo>
                <a:lnTo>
                  <a:pt x="10933" y="9232"/>
                </a:lnTo>
                <a:cubicBezTo>
                  <a:pt x="10933" y="8980"/>
                  <a:pt x="10807" y="8728"/>
                  <a:pt x="10681" y="8570"/>
                </a:cubicBezTo>
                <a:cubicBezTo>
                  <a:pt x="10839" y="8381"/>
                  <a:pt x="10933" y="8129"/>
                  <a:pt x="10933" y="7909"/>
                </a:cubicBezTo>
                <a:cubicBezTo>
                  <a:pt x="10933" y="7783"/>
                  <a:pt x="10902" y="7625"/>
                  <a:pt x="10870" y="7499"/>
                </a:cubicBezTo>
                <a:cubicBezTo>
                  <a:pt x="11311" y="7405"/>
                  <a:pt x="11626" y="6995"/>
                  <a:pt x="11626" y="6522"/>
                </a:cubicBezTo>
                <a:cubicBezTo>
                  <a:pt x="11626" y="6239"/>
                  <a:pt x="11500" y="6018"/>
                  <a:pt x="11343" y="5861"/>
                </a:cubicBezTo>
                <a:cubicBezTo>
                  <a:pt x="11500" y="5672"/>
                  <a:pt x="11626" y="5420"/>
                  <a:pt x="11626" y="5199"/>
                </a:cubicBezTo>
                <a:cubicBezTo>
                  <a:pt x="11721" y="4632"/>
                  <a:pt x="11374" y="4254"/>
                  <a:pt x="10933" y="4128"/>
                </a:cubicBezTo>
                <a:cubicBezTo>
                  <a:pt x="10965" y="4002"/>
                  <a:pt x="11028" y="3876"/>
                  <a:pt x="11028" y="3718"/>
                </a:cubicBezTo>
                <a:cubicBezTo>
                  <a:pt x="11028" y="3466"/>
                  <a:pt x="10902" y="3214"/>
                  <a:pt x="10744" y="3057"/>
                </a:cubicBezTo>
                <a:cubicBezTo>
                  <a:pt x="10902" y="2868"/>
                  <a:pt x="11028" y="2616"/>
                  <a:pt x="11028" y="2395"/>
                </a:cubicBezTo>
                <a:lnTo>
                  <a:pt x="11028" y="1009"/>
                </a:lnTo>
                <a:cubicBezTo>
                  <a:pt x="11028" y="473"/>
                  <a:pt x="10555" y="1"/>
                  <a:pt x="9988" y="1"/>
                </a:cubicBezTo>
                <a:lnTo>
                  <a:pt x="8602" y="1"/>
                </a:lnTo>
                <a:cubicBezTo>
                  <a:pt x="7657" y="1"/>
                  <a:pt x="6932" y="726"/>
                  <a:pt x="6932" y="1671"/>
                </a:cubicBezTo>
                <a:lnTo>
                  <a:pt x="6932" y="2710"/>
                </a:lnTo>
                <a:lnTo>
                  <a:pt x="6365" y="2710"/>
                </a:lnTo>
                <a:cubicBezTo>
                  <a:pt x="5987" y="2710"/>
                  <a:pt x="5577" y="2868"/>
                  <a:pt x="5294" y="3151"/>
                </a:cubicBezTo>
                <a:cubicBezTo>
                  <a:pt x="5136" y="3309"/>
                  <a:pt x="4947" y="3372"/>
                  <a:pt x="4727" y="3372"/>
                </a:cubicBezTo>
                <a:lnTo>
                  <a:pt x="4097" y="3372"/>
                </a:lnTo>
                <a:cubicBezTo>
                  <a:pt x="3939" y="2994"/>
                  <a:pt x="3561" y="2710"/>
                  <a:pt x="3088" y="2710"/>
                </a:cubicBezTo>
                <a:lnTo>
                  <a:pt x="2742" y="2710"/>
                </a:lnTo>
                <a:lnTo>
                  <a:pt x="2742" y="1009"/>
                </a:lnTo>
                <a:cubicBezTo>
                  <a:pt x="2742" y="473"/>
                  <a:pt x="2269" y="1"/>
                  <a:pt x="173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80" name="Google Shape;6652;p63">
            <a:extLst>
              <a:ext uri="{FF2B5EF4-FFF2-40B4-BE49-F238E27FC236}">
                <a16:creationId xmlns:a16="http://schemas.microsoft.com/office/drawing/2014/main" id="{E2CF8694-F558-456E-98BB-FE6EB64314EE}"/>
              </a:ext>
            </a:extLst>
          </p:cNvPr>
          <p:cNvGrpSpPr/>
          <p:nvPr/>
        </p:nvGrpSpPr>
        <p:grpSpPr>
          <a:xfrm>
            <a:off x="9838084" y="2856575"/>
            <a:ext cx="231030" cy="229162"/>
            <a:chOff x="-31166825" y="1939525"/>
            <a:chExt cx="293800" cy="291425"/>
          </a:xfrm>
          <a:solidFill>
            <a:schemeClr val="tx1"/>
          </a:solidFill>
        </p:grpSpPr>
        <p:sp>
          <p:nvSpPr>
            <p:cNvPr id="628" name="Google Shape;6653;p63">
              <a:extLst>
                <a:ext uri="{FF2B5EF4-FFF2-40B4-BE49-F238E27FC236}">
                  <a16:creationId xmlns:a16="http://schemas.microsoft.com/office/drawing/2014/main" id="{E9093427-F532-4491-9CF4-3AB0C1084577}"/>
                </a:ext>
              </a:extLst>
            </p:cNvPr>
            <p:cNvSpPr/>
            <p:nvPr/>
          </p:nvSpPr>
          <p:spPr>
            <a:xfrm>
              <a:off x="-31166825" y="1939525"/>
              <a:ext cx="224500" cy="291425"/>
            </a:xfrm>
            <a:custGeom>
              <a:avLst/>
              <a:gdLst/>
              <a:ahLst/>
              <a:cxnLst/>
              <a:rect l="l" t="t" r="r" b="b"/>
              <a:pathLst>
                <a:path w="8980" h="11657" extrusionOk="0">
                  <a:moveTo>
                    <a:pt x="5892" y="662"/>
                  </a:moveTo>
                  <a:cubicBezTo>
                    <a:pt x="6081" y="662"/>
                    <a:pt x="6239" y="819"/>
                    <a:pt x="6239" y="1040"/>
                  </a:cubicBezTo>
                  <a:lnTo>
                    <a:pt x="6239" y="1386"/>
                  </a:lnTo>
                  <a:lnTo>
                    <a:pt x="2805" y="1386"/>
                  </a:lnTo>
                  <a:lnTo>
                    <a:pt x="2805" y="1040"/>
                  </a:lnTo>
                  <a:cubicBezTo>
                    <a:pt x="2805" y="819"/>
                    <a:pt x="2962" y="662"/>
                    <a:pt x="3120" y="662"/>
                  </a:cubicBezTo>
                  <a:close/>
                  <a:moveTo>
                    <a:pt x="8035" y="1323"/>
                  </a:moveTo>
                  <a:cubicBezTo>
                    <a:pt x="8255" y="1323"/>
                    <a:pt x="8413" y="1512"/>
                    <a:pt x="8413" y="1701"/>
                  </a:cubicBezTo>
                  <a:lnTo>
                    <a:pt x="8413" y="10617"/>
                  </a:lnTo>
                  <a:cubicBezTo>
                    <a:pt x="8413" y="10838"/>
                    <a:pt x="8255" y="10995"/>
                    <a:pt x="8035" y="10995"/>
                  </a:cubicBezTo>
                  <a:lnTo>
                    <a:pt x="1166" y="10995"/>
                  </a:lnTo>
                  <a:cubicBezTo>
                    <a:pt x="946" y="10995"/>
                    <a:pt x="788" y="10838"/>
                    <a:pt x="788" y="10617"/>
                  </a:cubicBezTo>
                  <a:lnTo>
                    <a:pt x="788" y="1701"/>
                  </a:lnTo>
                  <a:lnTo>
                    <a:pt x="757" y="1701"/>
                  </a:lnTo>
                  <a:cubicBezTo>
                    <a:pt x="757" y="1512"/>
                    <a:pt x="914" y="1323"/>
                    <a:pt x="1103" y="1323"/>
                  </a:cubicBezTo>
                  <a:lnTo>
                    <a:pt x="2143" y="1323"/>
                  </a:lnTo>
                  <a:lnTo>
                    <a:pt x="2143" y="1701"/>
                  </a:lnTo>
                  <a:cubicBezTo>
                    <a:pt x="2143" y="1890"/>
                    <a:pt x="2301" y="2048"/>
                    <a:pt x="2490" y="2048"/>
                  </a:cubicBezTo>
                  <a:lnTo>
                    <a:pt x="6617" y="2048"/>
                  </a:lnTo>
                  <a:cubicBezTo>
                    <a:pt x="6837" y="2048"/>
                    <a:pt x="6995" y="1890"/>
                    <a:pt x="6995" y="1701"/>
                  </a:cubicBezTo>
                  <a:lnTo>
                    <a:pt x="6995" y="1323"/>
                  </a:lnTo>
                  <a:close/>
                  <a:moveTo>
                    <a:pt x="3120" y="0"/>
                  </a:moveTo>
                  <a:cubicBezTo>
                    <a:pt x="2679" y="0"/>
                    <a:pt x="2301" y="284"/>
                    <a:pt x="2143" y="662"/>
                  </a:cubicBezTo>
                  <a:lnTo>
                    <a:pt x="1040" y="662"/>
                  </a:lnTo>
                  <a:cubicBezTo>
                    <a:pt x="473" y="662"/>
                    <a:pt x="1" y="1134"/>
                    <a:pt x="1" y="1701"/>
                  </a:cubicBezTo>
                  <a:lnTo>
                    <a:pt x="1" y="10649"/>
                  </a:lnTo>
                  <a:cubicBezTo>
                    <a:pt x="64" y="11216"/>
                    <a:pt x="536" y="11657"/>
                    <a:pt x="1072" y="11657"/>
                  </a:cubicBezTo>
                  <a:lnTo>
                    <a:pt x="7971" y="11657"/>
                  </a:lnTo>
                  <a:cubicBezTo>
                    <a:pt x="8507" y="11657"/>
                    <a:pt x="8980" y="11184"/>
                    <a:pt x="8980" y="10649"/>
                  </a:cubicBezTo>
                  <a:lnTo>
                    <a:pt x="8980" y="1701"/>
                  </a:lnTo>
                  <a:cubicBezTo>
                    <a:pt x="8980" y="1134"/>
                    <a:pt x="8507" y="662"/>
                    <a:pt x="7971" y="662"/>
                  </a:cubicBezTo>
                  <a:lnTo>
                    <a:pt x="6869" y="662"/>
                  </a:lnTo>
                  <a:cubicBezTo>
                    <a:pt x="6711" y="284"/>
                    <a:pt x="6365" y="0"/>
                    <a:pt x="5892" y="0"/>
                  </a:cubicBezTo>
                  <a:close/>
                </a:path>
              </a:pathLst>
            </a:custGeom>
            <a:grpFill/>
            <a:ln>
              <a:noFill/>
            </a:ln>
          </p:spPr>
          <p:txBody>
            <a:bodyPr spcFirstLastPara="1" wrap="square" lIns="62728" tIns="62728" rIns="62728" bIns="62728" anchor="ctr" anchorCtr="0">
              <a:noAutofit/>
            </a:bodyPr>
            <a:lstStyle/>
            <a:p>
              <a:endParaRPr sz="764"/>
            </a:p>
          </p:txBody>
        </p:sp>
        <p:sp>
          <p:nvSpPr>
            <p:cNvPr id="629" name="Google Shape;6654;p63">
              <a:extLst>
                <a:ext uri="{FF2B5EF4-FFF2-40B4-BE49-F238E27FC236}">
                  <a16:creationId xmlns:a16="http://schemas.microsoft.com/office/drawing/2014/main" id="{94B78B4C-E080-4650-8668-2B9A1D16E1A3}"/>
                </a:ext>
              </a:extLst>
            </p:cNvPr>
            <p:cNvSpPr/>
            <p:nvPr/>
          </p:nvSpPr>
          <p:spPr>
            <a:xfrm>
              <a:off x="-31131375" y="2145075"/>
              <a:ext cx="52800" cy="52800"/>
            </a:xfrm>
            <a:custGeom>
              <a:avLst/>
              <a:gdLst/>
              <a:ahLst/>
              <a:cxnLst/>
              <a:rect l="l" t="t" r="r" b="b"/>
              <a:pathLst>
                <a:path w="2112" h="2112" extrusionOk="0">
                  <a:moveTo>
                    <a:pt x="1355" y="726"/>
                  </a:moveTo>
                  <a:lnTo>
                    <a:pt x="1355" y="1387"/>
                  </a:lnTo>
                  <a:lnTo>
                    <a:pt x="694" y="1387"/>
                  </a:lnTo>
                  <a:lnTo>
                    <a:pt x="694" y="726"/>
                  </a:lnTo>
                  <a:close/>
                  <a:moveTo>
                    <a:pt x="379" y="1"/>
                  </a:moveTo>
                  <a:cubicBezTo>
                    <a:pt x="158" y="1"/>
                    <a:pt x="0" y="158"/>
                    <a:pt x="0" y="379"/>
                  </a:cubicBezTo>
                  <a:lnTo>
                    <a:pt x="0" y="1734"/>
                  </a:lnTo>
                  <a:cubicBezTo>
                    <a:pt x="0" y="1954"/>
                    <a:pt x="158" y="2112"/>
                    <a:pt x="379" y="2112"/>
                  </a:cubicBezTo>
                  <a:lnTo>
                    <a:pt x="1733" y="2112"/>
                  </a:lnTo>
                  <a:cubicBezTo>
                    <a:pt x="1954" y="2112"/>
                    <a:pt x="2111" y="1954"/>
                    <a:pt x="2111" y="1734"/>
                  </a:cubicBezTo>
                  <a:lnTo>
                    <a:pt x="2111" y="379"/>
                  </a:lnTo>
                  <a:cubicBezTo>
                    <a:pt x="2111" y="158"/>
                    <a:pt x="1954" y="1"/>
                    <a:pt x="1733" y="1"/>
                  </a:cubicBezTo>
                  <a:close/>
                </a:path>
              </a:pathLst>
            </a:custGeom>
            <a:grpFill/>
            <a:ln>
              <a:noFill/>
            </a:ln>
          </p:spPr>
          <p:txBody>
            <a:bodyPr spcFirstLastPara="1" wrap="square" lIns="62728" tIns="62728" rIns="62728" bIns="62728" anchor="ctr" anchorCtr="0">
              <a:noAutofit/>
            </a:bodyPr>
            <a:lstStyle/>
            <a:p>
              <a:endParaRPr sz="764"/>
            </a:p>
          </p:txBody>
        </p:sp>
        <p:sp>
          <p:nvSpPr>
            <p:cNvPr id="630" name="Google Shape;6655;p63">
              <a:extLst>
                <a:ext uri="{FF2B5EF4-FFF2-40B4-BE49-F238E27FC236}">
                  <a16:creationId xmlns:a16="http://schemas.microsoft.com/office/drawing/2014/main" id="{14ED1C04-4CFC-4338-B03C-B362B4E84133}"/>
                </a:ext>
              </a:extLst>
            </p:cNvPr>
            <p:cNvSpPr/>
            <p:nvPr/>
          </p:nvSpPr>
          <p:spPr>
            <a:xfrm>
              <a:off x="-31131375" y="2076550"/>
              <a:ext cx="52800" cy="52025"/>
            </a:xfrm>
            <a:custGeom>
              <a:avLst/>
              <a:gdLst/>
              <a:ahLst/>
              <a:cxnLst/>
              <a:rect l="l" t="t" r="r" b="b"/>
              <a:pathLst>
                <a:path w="2112" h="2081" extrusionOk="0">
                  <a:moveTo>
                    <a:pt x="1355" y="694"/>
                  </a:moveTo>
                  <a:lnTo>
                    <a:pt x="1355" y="1356"/>
                  </a:lnTo>
                  <a:lnTo>
                    <a:pt x="694" y="1356"/>
                  </a:lnTo>
                  <a:lnTo>
                    <a:pt x="694" y="694"/>
                  </a:lnTo>
                  <a:close/>
                  <a:moveTo>
                    <a:pt x="379" y="1"/>
                  </a:moveTo>
                  <a:cubicBezTo>
                    <a:pt x="158" y="1"/>
                    <a:pt x="0" y="159"/>
                    <a:pt x="0" y="348"/>
                  </a:cubicBezTo>
                  <a:lnTo>
                    <a:pt x="0" y="1734"/>
                  </a:lnTo>
                  <a:cubicBezTo>
                    <a:pt x="0" y="1923"/>
                    <a:pt x="158" y="2080"/>
                    <a:pt x="379" y="2080"/>
                  </a:cubicBezTo>
                  <a:lnTo>
                    <a:pt x="1733" y="2080"/>
                  </a:lnTo>
                  <a:cubicBezTo>
                    <a:pt x="1954" y="2080"/>
                    <a:pt x="2111" y="1923"/>
                    <a:pt x="2111" y="1734"/>
                  </a:cubicBezTo>
                  <a:lnTo>
                    <a:pt x="2111" y="348"/>
                  </a:lnTo>
                  <a:cubicBezTo>
                    <a:pt x="2111" y="159"/>
                    <a:pt x="1954" y="1"/>
                    <a:pt x="1733" y="1"/>
                  </a:cubicBezTo>
                  <a:close/>
                </a:path>
              </a:pathLst>
            </a:custGeom>
            <a:grpFill/>
            <a:ln>
              <a:noFill/>
            </a:ln>
          </p:spPr>
          <p:txBody>
            <a:bodyPr spcFirstLastPara="1" wrap="square" lIns="62728" tIns="62728" rIns="62728" bIns="62728" anchor="ctr" anchorCtr="0">
              <a:noAutofit/>
            </a:bodyPr>
            <a:lstStyle/>
            <a:p>
              <a:endParaRPr sz="764"/>
            </a:p>
          </p:txBody>
        </p:sp>
        <p:sp>
          <p:nvSpPr>
            <p:cNvPr id="631" name="Google Shape;6656;p63">
              <a:extLst>
                <a:ext uri="{FF2B5EF4-FFF2-40B4-BE49-F238E27FC236}">
                  <a16:creationId xmlns:a16="http://schemas.microsoft.com/office/drawing/2014/main" id="{EB5C3F51-CE1E-4059-B8E9-A6AB7F9A4F4A}"/>
                </a:ext>
              </a:extLst>
            </p:cNvPr>
            <p:cNvSpPr/>
            <p:nvPr/>
          </p:nvSpPr>
          <p:spPr>
            <a:xfrm>
              <a:off x="-31131375" y="2007250"/>
              <a:ext cx="52800" cy="52800"/>
            </a:xfrm>
            <a:custGeom>
              <a:avLst/>
              <a:gdLst/>
              <a:ahLst/>
              <a:cxnLst/>
              <a:rect l="l" t="t" r="r" b="b"/>
              <a:pathLst>
                <a:path w="2112" h="2112" extrusionOk="0">
                  <a:moveTo>
                    <a:pt x="1355" y="725"/>
                  </a:moveTo>
                  <a:lnTo>
                    <a:pt x="1355" y="1387"/>
                  </a:lnTo>
                  <a:lnTo>
                    <a:pt x="694" y="1387"/>
                  </a:lnTo>
                  <a:lnTo>
                    <a:pt x="694" y="725"/>
                  </a:lnTo>
                  <a:close/>
                  <a:moveTo>
                    <a:pt x="379" y="1"/>
                  </a:moveTo>
                  <a:cubicBezTo>
                    <a:pt x="158" y="1"/>
                    <a:pt x="0" y="158"/>
                    <a:pt x="0" y="379"/>
                  </a:cubicBezTo>
                  <a:lnTo>
                    <a:pt x="0" y="1733"/>
                  </a:lnTo>
                  <a:cubicBezTo>
                    <a:pt x="0" y="1954"/>
                    <a:pt x="158" y="2111"/>
                    <a:pt x="379" y="2111"/>
                  </a:cubicBezTo>
                  <a:lnTo>
                    <a:pt x="1733" y="2111"/>
                  </a:lnTo>
                  <a:cubicBezTo>
                    <a:pt x="1954" y="2111"/>
                    <a:pt x="2111" y="1954"/>
                    <a:pt x="2111" y="1733"/>
                  </a:cubicBezTo>
                  <a:lnTo>
                    <a:pt x="2111" y="379"/>
                  </a:lnTo>
                  <a:cubicBezTo>
                    <a:pt x="2111" y="158"/>
                    <a:pt x="1954" y="1"/>
                    <a:pt x="1733" y="1"/>
                  </a:cubicBezTo>
                  <a:close/>
                </a:path>
              </a:pathLst>
            </a:custGeom>
            <a:grpFill/>
            <a:ln>
              <a:noFill/>
            </a:ln>
          </p:spPr>
          <p:txBody>
            <a:bodyPr spcFirstLastPara="1" wrap="square" lIns="62728" tIns="62728" rIns="62728" bIns="62728" anchor="ctr" anchorCtr="0">
              <a:noAutofit/>
            </a:bodyPr>
            <a:lstStyle/>
            <a:p>
              <a:endParaRPr sz="764"/>
            </a:p>
          </p:txBody>
        </p:sp>
        <p:sp>
          <p:nvSpPr>
            <p:cNvPr id="632" name="Google Shape;6657;p63">
              <a:extLst>
                <a:ext uri="{FF2B5EF4-FFF2-40B4-BE49-F238E27FC236}">
                  <a16:creationId xmlns:a16="http://schemas.microsoft.com/office/drawing/2014/main" id="{8ABCA034-D7AD-4304-A637-01D49664438E}"/>
                </a:ext>
              </a:extLst>
            </p:cNvPr>
            <p:cNvSpPr/>
            <p:nvPr/>
          </p:nvSpPr>
          <p:spPr>
            <a:xfrm>
              <a:off x="-31062075" y="2007250"/>
              <a:ext cx="85875" cy="18150"/>
            </a:xfrm>
            <a:custGeom>
              <a:avLst/>
              <a:gdLst/>
              <a:ahLst/>
              <a:cxnLst/>
              <a:rect l="l" t="t" r="r" b="b"/>
              <a:pathLst>
                <a:path w="3435" h="726" extrusionOk="0">
                  <a:moveTo>
                    <a:pt x="347" y="1"/>
                  </a:moveTo>
                  <a:cubicBezTo>
                    <a:pt x="158" y="1"/>
                    <a:pt x="1" y="158"/>
                    <a:pt x="1" y="379"/>
                  </a:cubicBezTo>
                  <a:cubicBezTo>
                    <a:pt x="1" y="568"/>
                    <a:pt x="158" y="725"/>
                    <a:pt x="347" y="725"/>
                  </a:cubicBezTo>
                  <a:lnTo>
                    <a:pt x="3057" y="725"/>
                  </a:lnTo>
                  <a:cubicBezTo>
                    <a:pt x="3277" y="725"/>
                    <a:pt x="3435" y="568"/>
                    <a:pt x="3435" y="379"/>
                  </a:cubicBezTo>
                  <a:cubicBezTo>
                    <a:pt x="3435" y="158"/>
                    <a:pt x="3277" y="1"/>
                    <a:pt x="3057" y="1"/>
                  </a:cubicBezTo>
                  <a:close/>
                </a:path>
              </a:pathLst>
            </a:custGeom>
            <a:grpFill/>
            <a:ln>
              <a:noFill/>
            </a:ln>
          </p:spPr>
          <p:txBody>
            <a:bodyPr spcFirstLastPara="1" wrap="square" lIns="62728" tIns="62728" rIns="62728" bIns="62728" anchor="ctr" anchorCtr="0">
              <a:noAutofit/>
            </a:bodyPr>
            <a:lstStyle/>
            <a:p>
              <a:endParaRPr sz="764"/>
            </a:p>
          </p:txBody>
        </p:sp>
        <p:sp>
          <p:nvSpPr>
            <p:cNvPr id="633" name="Google Shape;6658;p63">
              <a:extLst>
                <a:ext uri="{FF2B5EF4-FFF2-40B4-BE49-F238E27FC236}">
                  <a16:creationId xmlns:a16="http://schemas.microsoft.com/office/drawing/2014/main" id="{B8D5E9B6-3999-46A7-9A6F-C4BF985C08ED}"/>
                </a:ext>
              </a:extLst>
            </p:cNvPr>
            <p:cNvSpPr/>
            <p:nvPr/>
          </p:nvSpPr>
          <p:spPr>
            <a:xfrm>
              <a:off x="-31062075" y="2041900"/>
              <a:ext cx="52025" cy="18150"/>
            </a:xfrm>
            <a:custGeom>
              <a:avLst/>
              <a:gdLst/>
              <a:ahLst/>
              <a:cxnLst/>
              <a:rect l="l" t="t" r="r" b="b"/>
              <a:pathLst>
                <a:path w="2081" h="726" extrusionOk="0">
                  <a:moveTo>
                    <a:pt x="347" y="1"/>
                  </a:moveTo>
                  <a:cubicBezTo>
                    <a:pt x="158" y="1"/>
                    <a:pt x="1" y="158"/>
                    <a:pt x="1" y="347"/>
                  </a:cubicBezTo>
                  <a:cubicBezTo>
                    <a:pt x="1" y="568"/>
                    <a:pt x="158" y="725"/>
                    <a:pt x="347" y="725"/>
                  </a:cubicBezTo>
                  <a:lnTo>
                    <a:pt x="1734" y="725"/>
                  </a:lnTo>
                  <a:cubicBezTo>
                    <a:pt x="1923" y="725"/>
                    <a:pt x="2080" y="568"/>
                    <a:pt x="2080" y="347"/>
                  </a:cubicBezTo>
                  <a:cubicBezTo>
                    <a:pt x="2080" y="158"/>
                    <a:pt x="1923" y="1"/>
                    <a:pt x="1734" y="1"/>
                  </a:cubicBezTo>
                  <a:close/>
                </a:path>
              </a:pathLst>
            </a:custGeom>
            <a:grpFill/>
            <a:ln>
              <a:noFill/>
            </a:ln>
          </p:spPr>
          <p:txBody>
            <a:bodyPr spcFirstLastPara="1" wrap="square" lIns="62728" tIns="62728" rIns="62728" bIns="62728" anchor="ctr" anchorCtr="0">
              <a:noAutofit/>
            </a:bodyPr>
            <a:lstStyle/>
            <a:p>
              <a:endParaRPr sz="764"/>
            </a:p>
          </p:txBody>
        </p:sp>
        <p:sp>
          <p:nvSpPr>
            <p:cNvPr id="634" name="Google Shape;6659;p63">
              <a:extLst>
                <a:ext uri="{FF2B5EF4-FFF2-40B4-BE49-F238E27FC236}">
                  <a16:creationId xmlns:a16="http://schemas.microsoft.com/office/drawing/2014/main" id="{0FCE67DA-2641-42A9-A6BF-1FA89BEAE5B7}"/>
                </a:ext>
              </a:extLst>
            </p:cNvPr>
            <p:cNvSpPr/>
            <p:nvPr/>
          </p:nvSpPr>
          <p:spPr>
            <a:xfrm>
              <a:off x="-31062075" y="2076550"/>
              <a:ext cx="85875" cy="17375"/>
            </a:xfrm>
            <a:custGeom>
              <a:avLst/>
              <a:gdLst/>
              <a:ahLst/>
              <a:cxnLst/>
              <a:rect l="l" t="t" r="r" b="b"/>
              <a:pathLst>
                <a:path w="3435" h="695" extrusionOk="0">
                  <a:moveTo>
                    <a:pt x="347" y="1"/>
                  </a:moveTo>
                  <a:cubicBezTo>
                    <a:pt x="158" y="1"/>
                    <a:pt x="1" y="159"/>
                    <a:pt x="1" y="348"/>
                  </a:cubicBezTo>
                  <a:cubicBezTo>
                    <a:pt x="1" y="537"/>
                    <a:pt x="158" y="694"/>
                    <a:pt x="347" y="694"/>
                  </a:cubicBezTo>
                  <a:lnTo>
                    <a:pt x="3057" y="694"/>
                  </a:lnTo>
                  <a:cubicBezTo>
                    <a:pt x="3277" y="694"/>
                    <a:pt x="3435" y="537"/>
                    <a:pt x="3435" y="348"/>
                  </a:cubicBezTo>
                  <a:cubicBezTo>
                    <a:pt x="3435" y="159"/>
                    <a:pt x="3277" y="1"/>
                    <a:pt x="3057" y="1"/>
                  </a:cubicBezTo>
                  <a:close/>
                </a:path>
              </a:pathLst>
            </a:custGeom>
            <a:grpFill/>
            <a:ln>
              <a:noFill/>
            </a:ln>
          </p:spPr>
          <p:txBody>
            <a:bodyPr spcFirstLastPara="1" wrap="square" lIns="62728" tIns="62728" rIns="62728" bIns="62728" anchor="ctr" anchorCtr="0">
              <a:noAutofit/>
            </a:bodyPr>
            <a:lstStyle/>
            <a:p>
              <a:endParaRPr sz="764"/>
            </a:p>
          </p:txBody>
        </p:sp>
        <p:sp>
          <p:nvSpPr>
            <p:cNvPr id="635" name="Google Shape;6660;p63">
              <a:extLst>
                <a:ext uri="{FF2B5EF4-FFF2-40B4-BE49-F238E27FC236}">
                  <a16:creationId xmlns:a16="http://schemas.microsoft.com/office/drawing/2014/main" id="{AEA32F29-49DC-4C08-99DE-5147ACB4669A}"/>
                </a:ext>
              </a:extLst>
            </p:cNvPr>
            <p:cNvSpPr/>
            <p:nvPr/>
          </p:nvSpPr>
          <p:spPr>
            <a:xfrm>
              <a:off x="-31062075" y="2110425"/>
              <a:ext cx="52025" cy="18150"/>
            </a:xfrm>
            <a:custGeom>
              <a:avLst/>
              <a:gdLst/>
              <a:ahLst/>
              <a:cxnLst/>
              <a:rect l="l" t="t" r="r" b="b"/>
              <a:pathLst>
                <a:path w="2081" h="726" extrusionOk="0">
                  <a:moveTo>
                    <a:pt x="347" y="1"/>
                  </a:moveTo>
                  <a:cubicBezTo>
                    <a:pt x="158" y="1"/>
                    <a:pt x="1" y="190"/>
                    <a:pt x="1" y="379"/>
                  </a:cubicBezTo>
                  <a:cubicBezTo>
                    <a:pt x="1" y="568"/>
                    <a:pt x="158" y="725"/>
                    <a:pt x="347" y="725"/>
                  </a:cubicBezTo>
                  <a:lnTo>
                    <a:pt x="1734" y="725"/>
                  </a:lnTo>
                  <a:cubicBezTo>
                    <a:pt x="1923" y="725"/>
                    <a:pt x="2080" y="568"/>
                    <a:pt x="2080" y="379"/>
                  </a:cubicBezTo>
                  <a:cubicBezTo>
                    <a:pt x="2080" y="190"/>
                    <a:pt x="1923" y="1"/>
                    <a:pt x="1734" y="1"/>
                  </a:cubicBezTo>
                  <a:close/>
                </a:path>
              </a:pathLst>
            </a:custGeom>
            <a:grpFill/>
            <a:ln>
              <a:noFill/>
            </a:ln>
          </p:spPr>
          <p:txBody>
            <a:bodyPr spcFirstLastPara="1" wrap="square" lIns="62728" tIns="62728" rIns="62728" bIns="62728" anchor="ctr" anchorCtr="0">
              <a:noAutofit/>
            </a:bodyPr>
            <a:lstStyle/>
            <a:p>
              <a:endParaRPr sz="764"/>
            </a:p>
          </p:txBody>
        </p:sp>
        <p:sp>
          <p:nvSpPr>
            <p:cNvPr id="636" name="Google Shape;6661;p63">
              <a:extLst>
                <a:ext uri="{FF2B5EF4-FFF2-40B4-BE49-F238E27FC236}">
                  <a16:creationId xmlns:a16="http://schemas.microsoft.com/office/drawing/2014/main" id="{897CC365-DA6E-4FCD-BC6D-EC88B3339B96}"/>
                </a:ext>
              </a:extLst>
            </p:cNvPr>
            <p:cNvSpPr/>
            <p:nvPr/>
          </p:nvSpPr>
          <p:spPr>
            <a:xfrm>
              <a:off x="-31062075" y="2145075"/>
              <a:ext cx="85875" cy="18150"/>
            </a:xfrm>
            <a:custGeom>
              <a:avLst/>
              <a:gdLst/>
              <a:ahLst/>
              <a:cxnLst/>
              <a:rect l="l" t="t" r="r" b="b"/>
              <a:pathLst>
                <a:path w="3435" h="726" extrusionOk="0">
                  <a:moveTo>
                    <a:pt x="347" y="1"/>
                  </a:moveTo>
                  <a:cubicBezTo>
                    <a:pt x="158" y="1"/>
                    <a:pt x="1" y="158"/>
                    <a:pt x="1" y="379"/>
                  </a:cubicBezTo>
                  <a:cubicBezTo>
                    <a:pt x="1" y="568"/>
                    <a:pt x="158" y="726"/>
                    <a:pt x="347" y="726"/>
                  </a:cubicBezTo>
                  <a:lnTo>
                    <a:pt x="3057" y="726"/>
                  </a:lnTo>
                  <a:cubicBezTo>
                    <a:pt x="3277" y="726"/>
                    <a:pt x="3435" y="568"/>
                    <a:pt x="3435" y="379"/>
                  </a:cubicBezTo>
                  <a:cubicBezTo>
                    <a:pt x="3435" y="158"/>
                    <a:pt x="3277" y="1"/>
                    <a:pt x="3057" y="1"/>
                  </a:cubicBezTo>
                  <a:close/>
                </a:path>
              </a:pathLst>
            </a:custGeom>
            <a:grpFill/>
            <a:ln>
              <a:noFill/>
            </a:ln>
          </p:spPr>
          <p:txBody>
            <a:bodyPr spcFirstLastPara="1" wrap="square" lIns="62728" tIns="62728" rIns="62728" bIns="62728" anchor="ctr" anchorCtr="0">
              <a:noAutofit/>
            </a:bodyPr>
            <a:lstStyle/>
            <a:p>
              <a:endParaRPr sz="764"/>
            </a:p>
          </p:txBody>
        </p:sp>
        <p:sp>
          <p:nvSpPr>
            <p:cNvPr id="637" name="Google Shape;6662;p63">
              <a:extLst>
                <a:ext uri="{FF2B5EF4-FFF2-40B4-BE49-F238E27FC236}">
                  <a16:creationId xmlns:a16="http://schemas.microsoft.com/office/drawing/2014/main" id="{87EAF8A1-713D-47EC-8FD6-C320F32EBB44}"/>
                </a:ext>
              </a:extLst>
            </p:cNvPr>
            <p:cNvSpPr/>
            <p:nvPr/>
          </p:nvSpPr>
          <p:spPr>
            <a:xfrm>
              <a:off x="-31062075" y="2179750"/>
              <a:ext cx="52025" cy="18125"/>
            </a:xfrm>
            <a:custGeom>
              <a:avLst/>
              <a:gdLst/>
              <a:ahLst/>
              <a:cxnLst/>
              <a:rect l="l" t="t" r="r" b="b"/>
              <a:pathLst>
                <a:path w="2081" h="725" extrusionOk="0">
                  <a:moveTo>
                    <a:pt x="347" y="0"/>
                  </a:moveTo>
                  <a:cubicBezTo>
                    <a:pt x="158" y="0"/>
                    <a:pt x="1" y="158"/>
                    <a:pt x="1" y="347"/>
                  </a:cubicBezTo>
                  <a:cubicBezTo>
                    <a:pt x="1" y="567"/>
                    <a:pt x="158" y="725"/>
                    <a:pt x="347" y="725"/>
                  </a:cubicBezTo>
                  <a:lnTo>
                    <a:pt x="1734" y="725"/>
                  </a:lnTo>
                  <a:cubicBezTo>
                    <a:pt x="1923" y="725"/>
                    <a:pt x="2080" y="567"/>
                    <a:pt x="2080" y="347"/>
                  </a:cubicBezTo>
                  <a:cubicBezTo>
                    <a:pt x="2080" y="158"/>
                    <a:pt x="1923" y="0"/>
                    <a:pt x="1734" y="0"/>
                  </a:cubicBezTo>
                  <a:close/>
                </a:path>
              </a:pathLst>
            </a:custGeom>
            <a:grpFill/>
            <a:ln>
              <a:noFill/>
            </a:ln>
          </p:spPr>
          <p:txBody>
            <a:bodyPr spcFirstLastPara="1" wrap="square" lIns="62728" tIns="62728" rIns="62728" bIns="62728" anchor="ctr" anchorCtr="0">
              <a:noAutofit/>
            </a:bodyPr>
            <a:lstStyle/>
            <a:p>
              <a:endParaRPr sz="764"/>
            </a:p>
          </p:txBody>
        </p:sp>
        <p:sp>
          <p:nvSpPr>
            <p:cNvPr id="638" name="Google Shape;6663;p63">
              <a:extLst>
                <a:ext uri="{FF2B5EF4-FFF2-40B4-BE49-F238E27FC236}">
                  <a16:creationId xmlns:a16="http://schemas.microsoft.com/office/drawing/2014/main" id="{BB07FBCF-54F4-40E6-8F95-C88D45D32CE5}"/>
                </a:ext>
              </a:extLst>
            </p:cNvPr>
            <p:cNvSpPr/>
            <p:nvPr/>
          </p:nvSpPr>
          <p:spPr>
            <a:xfrm>
              <a:off x="-30924225" y="1974175"/>
              <a:ext cx="51200" cy="240250"/>
            </a:xfrm>
            <a:custGeom>
              <a:avLst/>
              <a:gdLst/>
              <a:ahLst/>
              <a:cxnLst/>
              <a:rect l="l" t="t" r="r" b="b"/>
              <a:pathLst>
                <a:path w="2048" h="9610" extrusionOk="0">
                  <a:moveTo>
                    <a:pt x="1008" y="662"/>
                  </a:moveTo>
                  <a:cubicBezTo>
                    <a:pt x="1229" y="662"/>
                    <a:pt x="1386" y="819"/>
                    <a:pt x="1386" y="1009"/>
                  </a:cubicBezTo>
                  <a:lnTo>
                    <a:pt x="1386" y="2080"/>
                  </a:lnTo>
                  <a:lnTo>
                    <a:pt x="725" y="2080"/>
                  </a:lnTo>
                  <a:lnTo>
                    <a:pt x="725" y="1009"/>
                  </a:lnTo>
                  <a:lnTo>
                    <a:pt x="662" y="1009"/>
                  </a:lnTo>
                  <a:cubicBezTo>
                    <a:pt x="662" y="819"/>
                    <a:pt x="819" y="662"/>
                    <a:pt x="1008" y="662"/>
                  </a:cubicBezTo>
                  <a:close/>
                  <a:moveTo>
                    <a:pt x="1323" y="2741"/>
                  </a:moveTo>
                  <a:lnTo>
                    <a:pt x="1323" y="6900"/>
                  </a:lnTo>
                  <a:lnTo>
                    <a:pt x="662" y="6900"/>
                  </a:lnTo>
                  <a:lnTo>
                    <a:pt x="662" y="2741"/>
                  </a:lnTo>
                  <a:close/>
                  <a:moveTo>
                    <a:pt x="1260" y="7562"/>
                  </a:moveTo>
                  <a:lnTo>
                    <a:pt x="1008" y="8192"/>
                  </a:lnTo>
                  <a:lnTo>
                    <a:pt x="819" y="7562"/>
                  </a:lnTo>
                  <a:close/>
                  <a:moveTo>
                    <a:pt x="1008" y="0"/>
                  </a:moveTo>
                  <a:cubicBezTo>
                    <a:pt x="473" y="0"/>
                    <a:pt x="0" y="473"/>
                    <a:pt x="0" y="1009"/>
                  </a:cubicBezTo>
                  <a:lnTo>
                    <a:pt x="0" y="7215"/>
                  </a:lnTo>
                  <a:lnTo>
                    <a:pt x="0" y="7309"/>
                  </a:lnTo>
                  <a:lnTo>
                    <a:pt x="662" y="9357"/>
                  </a:lnTo>
                  <a:cubicBezTo>
                    <a:pt x="693" y="9515"/>
                    <a:pt x="819" y="9609"/>
                    <a:pt x="977" y="9609"/>
                  </a:cubicBezTo>
                  <a:cubicBezTo>
                    <a:pt x="1134" y="9609"/>
                    <a:pt x="1260" y="9515"/>
                    <a:pt x="1292" y="9357"/>
                  </a:cubicBezTo>
                  <a:lnTo>
                    <a:pt x="1954" y="7309"/>
                  </a:lnTo>
                  <a:lnTo>
                    <a:pt x="1954" y="7215"/>
                  </a:lnTo>
                  <a:lnTo>
                    <a:pt x="1954" y="1009"/>
                  </a:lnTo>
                  <a:cubicBezTo>
                    <a:pt x="2048" y="441"/>
                    <a:pt x="1576" y="0"/>
                    <a:pt x="100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82" name="Google Shape;6668;p63">
            <a:extLst>
              <a:ext uri="{FF2B5EF4-FFF2-40B4-BE49-F238E27FC236}">
                <a16:creationId xmlns:a16="http://schemas.microsoft.com/office/drawing/2014/main" id="{B89458A4-9491-4DF9-B5BC-5ED60341FAEA}"/>
              </a:ext>
            </a:extLst>
          </p:cNvPr>
          <p:cNvGrpSpPr/>
          <p:nvPr/>
        </p:nvGrpSpPr>
        <p:grpSpPr>
          <a:xfrm>
            <a:off x="9839018" y="3419573"/>
            <a:ext cx="229162" cy="229162"/>
            <a:chOff x="-31164450" y="2657050"/>
            <a:chExt cx="291425" cy="291425"/>
          </a:xfrm>
          <a:solidFill>
            <a:schemeClr val="tx1"/>
          </a:solidFill>
        </p:grpSpPr>
        <p:sp>
          <p:nvSpPr>
            <p:cNvPr id="621" name="Google Shape;6669;p63">
              <a:extLst>
                <a:ext uri="{FF2B5EF4-FFF2-40B4-BE49-F238E27FC236}">
                  <a16:creationId xmlns:a16="http://schemas.microsoft.com/office/drawing/2014/main" id="{8703A2BD-9C68-4C8B-BACD-09FCA7E5735D}"/>
                </a:ext>
              </a:extLst>
            </p:cNvPr>
            <p:cNvSpPr/>
            <p:nvPr/>
          </p:nvSpPr>
          <p:spPr>
            <a:xfrm>
              <a:off x="-31028975" y="2761000"/>
              <a:ext cx="18125" cy="17350"/>
            </a:xfrm>
            <a:custGeom>
              <a:avLst/>
              <a:gdLst/>
              <a:ahLst/>
              <a:cxnLst/>
              <a:rect l="l" t="t" r="r" b="b"/>
              <a:pathLst>
                <a:path w="725" h="694" extrusionOk="0">
                  <a:moveTo>
                    <a:pt x="378" y="1"/>
                  </a:moveTo>
                  <a:cubicBezTo>
                    <a:pt x="158" y="1"/>
                    <a:pt x="0" y="158"/>
                    <a:pt x="0" y="347"/>
                  </a:cubicBezTo>
                  <a:cubicBezTo>
                    <a:pt x="63" y="536"/>
                    <a:pt x="221" y="694"/>
                    <a:pt x="378" y="694"/>
                  </a:cubicBezTo>
                  <a:cubicBezTo>
                    <a:pt x="567" y="694"/>
                    <a:pt x="725" y="536"/>
                    <a:pt x="725" y="347"/>
                  </a:cubicBezTo>
                  <a:cubicBezTo>
                    <a:pt x="725" y="158"/>
                    <a:pt x="567" y="1"/>
                    <a:pt x="378" y="1"/>
                  </a:cubicBezTo>
                  <a:close/>
                </a:path>
              </a:pathLst>
            </a:custGeom>
            <a:grpFill/>
            <a:ln>
              <a:noFill/>
            </a:ln>
          </p:spPr>
          <p:txBody>
            <a:bodyPr spcFirstLastPara="1" wrap="square" lIns="62728" tIns="62728" rIns="62728" bIns="62728" anchor="ctr" anchorCtr="0">
              <a:noAutofit/>
            </a:bodyPr>
            <a:lstStyle/>
            <a:p>
              <a:endParaRPr sz="764"/>
            </a:p>
          </p:txBody>
        </p:sp>
        <p:sp>
          <p:nvSpPr>
            <p:cNvPr id="622" name="Google Shape;6670;p63">
              <a:extLst>
                <a:ext uri="{FF2B5EF4-FFF2-40B4-BE49-F238E27FC236}">
                  <a16:creationId xmlns:a16="http://schemas.microsoft.com/office/drawing/2014/main" id="{55C25FA7-15AC-4B60-8682-0A252E98EFE7}"/>
                </a:ext>
              </a:extLst>
            </p:cNvPr>
            <p:cNvSpPr/>
            <p:nvPr/>
          </p:nvSpPr>
          <p:spPr>
            <a:xfrm>
              <a:off x="-31028975" y="2794075"/>
              <a:ext cx="18125" cy="52025"/>
            </a:xfrm>
            <a:custGeom>
              <a:avLst/>
              <a:gdLst/>
              <a:ahLst/>
              <a:cxnLst/>
              <a:rect l="l" t="t" r="r" b="b"/>
              <a:pathLst>
                <a:path w="725" h="2081" extrusionOk="0">
                  <a:moveTo>
                    <a:pt x="378" y="1"/>
                  </a:moveTo>
                  <a:cubicBezTo>
                    <a:pt x="158" y="1"/>
                    <a:pt x="0" y="158"/>
                    <a:pt x="0" y="347"/>
                  </a:cubicBezTo>
                  <a:lnTo>
                    <a:pt x="0" y="1734"/>
                  </a:lnTo>
                  <a:cubicBezTo>
                    <a:pt x="63" y="1923"/>
                    <a:pt x="221" y="2080"/>
                    <a:pt x="378" y="2080"/>
                  </a:cubicBezTo>
                  <a:cubicBezTo>
                    <a:pt x="567" y="2080"/>
                    <a:pt x="725" y="1923"/>
                    <a:pt x="725" y="1734"/>
                  </a:cubicBezTo>
                  <a:lnTo>
                    <a:pt x="725" y="347"/>
                  </a:lnTo>
                  <a:cubicBezTo>
                    <a:pt x="725" y="158"/>
                    <a:pt x="567" y="1"/>
                    <a:pt x="378" y="1"/>
                  </a:cubicBezTo>
                  <a:close/>
                </a:path>
              </a:pathLst>
            </a:custGeom>
            <a:grpFill/>
            <a:ln>
              <a:noFill/>
            </a:ln>
          </p:spPr>
          <p:txBody>
            <a:bodyPr spcFirstLastPara="1" wrap="square" lIns="62728" tIns="62728" rIns="62728" bIns="62728" anchor="ctr" anchorCtr="0">
              <a:noAutofit/>
            </a:bodyPr>
            <a:lstStyle/>
            <a:p>
              <a:endParaRPr sz="764"/>
            </a:p>
          </p:txBody>
        </p:sp>
        <p:sp>
          <p:nvSpPr>
            <p:cNvPr id="623" name="Google Shape;6671;p63">
              <a:extLst>
                <a:ext uri="{FF2B5EF4-FFF2-40B4-BE49-F238E27FC236}">
                  <a16:creationId xmlns:a16="http://schemas.microsoft.com/office/drawing/2014/main" id="{92BAB140-D0DC-4028-A3CA-53A57545CF56}"/>
                </a:ext>
              </a:extLst>
            </p:cNvPr>
            <p:cNvSpPr/>
            <p:nvPr/>
          </p:nvSpPr>
          <p:spPr>
            <a:xfrm>
              <a:off x="-31164450" y="2657050"/>
              <a:ext cx="291425" cy="291425"/>
            </a:xfrm>
            <a:custGeom>
              <a:avLst/>
              <a:gdLst/>
              <a:ahLst/>
              <a:cxnLst/>
              <a:rect l="l" t="t" r="r" b="b"/>
              <a:pathLst>
                <a:path w="11657" h="11657" extrusionOk="0">
                  <a:moveTo>
                    <a:pt x="1323" y="4852"/>
                  </a:moveTo>
                  <a:lnTo>
                    <a:pt x="1323" y="8286"/>
                  </a:lnTo>
                  <a:lnTo>
                    <a:pt x="977" y="8286"/>
                  </a:lnTo>
                  <a:cubicBezTo>
                    <a:pt x="788" y="8286"/>
                    <a:pt x="630" y="8128"/>
                    <a:pt x="630" y="7939"/>
                  </a:cubicBezTo>
                  <a:lnTo>
                    <a:pt x="630" y="5198"/>
                  </a:lnTo>
                  <a:cubicBezTo>
                    <a:pt x="630" y="5009"/>
                    <a:pt x="788" y="4852"/>
                    <a:pt x="977" y="4852"/>
                  </a:cubicBezTo>
                  <a:close/>
                  <a:moveTo>
                    <a:pt x="10554" y="4852"/>
                  </a:moveTo>
                  <a:cubicBezTo>
                    <a:pt x="10743" y="4852"/>
                    <a:pt x="10901" y="5009"/>
                    <a:pt x="10901" y="5198"/>
                  </a:cubicBezTo>
                  <a:lnTo>
                    <a:pt x="10901" y="7939"/>
                  </a:lnTo>
                  <a:lnTo>
                    <a:pt x="10932" y="7939"/>
                  </a:lnTo>
                  <a:cubicBezTo>
                    <a:pt x="10932" y="8128"/>
                    <a:pt x="10775" y="8286"/>
                    <a:pt x="10586" y="8286"/>
                  </a:cubicBezTo>
                  <a:lnTo>
                    <a:pt x="10239" y="8286"/>
                  </a:lnTo>
                  <a:lnTo>
                    <a:pt x="10239" y="4852"/>
                  </a:lnTo>
                  <a:close/>
                  <a:moveTo>
                    <a:pt x="5797" y="10302"/>
                  </a:moveTo>
                  <a:cubicBezTo>
                    <a:pt x="5986" y="10302"/>
                    <a:pt x="6144" y="10460"/>
                    <a:pt x="6144" y="10649"/>
                  </a:cubicBezTo>
                  <a:cubicBezTo>
                    <a:pt x="6144" y="10838"/>
                    <a:pt x="5986" y="10995"/>
                    <a:pt x="5797" y="10995"/>
                  </a:cubicBezTo>
                  <a:cubicBezTo>
                    <a:pt x="5577" y="10995"/>
                    <a:pt x="5419" y="10838"/>
                    <a:pt x="5419" y="10649"/>
                  </a:cubicBezTo>
                  <a:cubicBezTo>
                    <a:pt x="5419" y="10460"/>
                    <a:pt x="5577" y="10302"/>
                    <a:pt x="5797" y="10302"/>
                  </a:cubicBezTo>
                  <a:close/>
                  <a:moveTo>
                    <a:pt x="5829" y="0"/>
                  </a:moveTo>
                  <a:cubicBezTo>
                    <a:pt x="3371" y="0"/>
                    <a:pt x="1260" y="1796"/>
                    <a:pt x="788" y="4190"/>
                  </a:cubicBezTo>
                  <a:cubicBezTo>
                    <a:pt x="347" y="4316"/>
                    <a:pt x="0" y="4694"/>
                    <a:pt x="0" y="5167"/>
                  </a:cubicBezTo>
                  <a:lnTo>
                    <a:pt x="0" y="7876"/>
                  </a:lnTo>
                  <a:cubicBezTo>
                    <a:pt x="0" y="8443"/>
                    <a:pt x="473" y="8916"/>
                    <a:pt x="1008" y="8916"/>
                  </a:cubicBezTo>
                  <a:lnTo>
                    <a:pt x="1702" y="8916"/>
                  </a:lnTo>
                  <a:cubicBezTo>
                    <a:pt x="1891" y="8916"/>
                    <a:pt x="2048" y="8758"/>
                    <a:pt x="2048" y="8569"/>
                  </a:cubicBezTo>
                  <a:lnTo>
                    <a:pt x="2048" y="4474"/>
                  </a:lnTo>
                  <a:cubicBezTo>
                    <a:pt x="2048" y="4253"/>
                    <a:pt x="1891" y="4096"/>
                    <a:pt x="1702" y="4096"/>
                  </a:cubicBezTo>
                  <a:lnTo>
                    <a:pt x="1449" y="4096"/>
                  </a:lnTo>
                  <a:cubicBezTo>
                    <a:pt x="1922" y="2111"/>
                    <a:pt x="3749" y="630"/>
                    <a:pt x="5797" y="630"/>
                  </a:cubicBezTo>
                  <a:cubicBezTo>
                    <a:pt x="7876" y="630"/>
                    <a:pt x="9641" y="2079"/>
                    <a:pt x="10113" y="4096"/>
                  </a:cubicBezTo>
                  <a:lnTo>
                    <a:pt x="9893" y="4096"/>
                  </a:lnTo>
                  <a:cubicBezTo>
                    <a:pt x="9672" y="4096"/>
                    <a:pt x="9515" y="4253"/>
                    <a:pt x="9515" y="4474"/>
                  </a:cubicBezTo>
                  <a:lnTo>
                    <a:pt x="9515" y="8569"/>
                  </a:lnTo>
                  <a:cubicBezTo>
                    <a:pt x="9515" y="8758"/>
                    <a:pt x="9672" y="8916"/>
                    <a:pt x="9893" y="8916"/>
                  </a:cubicBezTo>
                  <a:lnTo>
                    <a:pt x="10208" y="8916"/>
                  </a:lnTo>
                  <a:cubicBezTo>
                    <a:pt x="10050" y="9704"/>
                    <a:pt x="9326" y="10302"/>
                    <a:pt x="8507" y="10302"/>
                  </a:cubicBezTo>
                  <a:lnTo>
                    <a:pt x="6742" y="10302"/>
                  </a:lnTo>
                  <a:cubicBezTo>
                    <a:pt x="6585" y="9893"/>
                    <a:pt x="6207" y="9609"/>
                    <a:pt x="5734" y="9609"/>
                  </a:cubicBezTo>
                  <a:cubicBezTo>
                    <a:pt x="5199" y="9609"/>
                    <a:pt x="4726" y="10082"/>
                    <a:pt x="4726" y="10649"/>
                  </a:cubicBezTo>
                  <a:cubicBezTo>
                    <a:pt x="4726" y="11184"/>
                    <a:pt x="5199" y="11657"/>
                    <a:pt x="5734" y="11657"/>
                  </a:cubicBezTo>
                  <a:cubicBezTo>
                    <a:pt x="6175" y="11657"/>
                    <a:pt x="6585" y="11405"/>
                    <a:pt x="6742" y="10995"/>
                  </a:cubicBezTo>
                  <a:lnTo>
                    <a:pt x="8507" y="10995"/>
                  </a:lnTo>
                  <a:cubicBezTo>
                    <a:pt x="9735" y="10995"/>
                    <a:pt x="10743" y="10082"/>
                    <a:pt x="10869" y="8916"/>
                  </a:cubicBezTo>
                  <a:cubicBezTo>
                    <a:pt x="11248" y="8790"/>
                    <a:pt x="11563" y="8412"/>
                    <a:pt x="11563" y="7939"/>
                  </a:cubicBezTo>
                  <a:lnTo>
                    <a:pt x="11563" y="5198"/>
                  </a:lnTo>
                  <a:cubicBezTo>
                    <a:pt x="11657" y="4694"/>
                    <a:pt x="11311" y="4316"/>
                    <a:pt x="10869" y="4190"/>
                  </a:cubicBezTo>
                  <a:cubicBezTo>
                    <a:pt x="10397" y="1796"/>
                    <a:pt x="8255" y="0"/>
                    <a:pt x="5829" y="0"/>
                  </a:cubicBezTo>
                  <a:close/>
                </a:path>
              </a:pathLst>
            </a:custGeom>
            <a:grpFill/>
            <a:ln>
              <a:noFill/>
            </a:ln>
          </p:spPr>
          <p:txBody>
            <a:bodyPr spcFirstLastPara="1" wrap="square" lIns="62728" tIns="62728" rIns="62728" bIns="62728" anchor="ctr" anchorCtr="0">
              <a:noAutofit/>
            </a:bodyPr>
            <a:lstStyle/>
            <a:p>
              <a:endParaRPr sz="764"/>
            </a:p>
          </p:txBody>
        </p:sp>
        <p:sp>
          <p:nvSpPr>
            <p:cNvPr id="624" name="Google Shape;6672;p63">
              <a:extLst>
                <a:ext uri="{FF2B5EF4-FFF2-40B4-BE49-F238E27FC236}">
                  <a16:creationId xmlns:a16="http://schemas.microsoft.com/office/drawing/2014/main" id="{AF8A9ECB-4BED-4CDB-8C41-03EFF36A6BC0}"/>
                </a:ext>
              </a:extLst>
            </p:cNvPr>
            <p:cNvSpPr/>
            <p:nvPr/>
          </p:nvSpPr>
          <p:spPr>
            <a:xfrm>
              <a:off x="-31097500" y="2727125"/>
              <a:ext cx="156750" cy="153925"/>
            </a:xfrm>
            <a:custGeom>
              <a:avLst/>
              <a:gdLst/>
              <a:ahLst/>
              <a:cxnLst/>
              <a:rect l="l" t="t" r="r" b="b"/>
              <a:pathLst>
                <a:path w="6270" h="6157" extrusionOk="0">
                  <a:moveTo>
                    <a:pt x="3119" y="663"/>
                  </a:moveTo>
                  <a:cubicBezTo>
                    <a:pt x="4442" y="663"/>
                    <a:pt x="5514" y="1734"/>
                    <a:pt x="5514" y="3088"/>
                  </a:cubicBezTo>
                  <a:cubicBezTo>
                    <a:pt x="5514" y="4412"/>
                    <a:pt x="4411" y="5483"/>
                    <a:pt x="3119" y="5483"/>
                  </a:cubicBezTo>
                  <a:cubicBezTo>
                    <a:pt x="2647" y="5483"/>
                    <a:pt x="2206" y="5357"/>
                    <a:pt x="1796" y="5136"/>
                  </a:cubicBezTo>
                  <a:cubicBezTo>
                    <a:pt x="1750" y="5090"/>
                    <a:pt x="1670" y="5061"/>
                    <a:pt x="1606" y="5061"/>
                  </a:cubicBezTo>
                  <a:cubicBezTo>
                    <a:pt x="1582" y="5061"/>
                    <a:pt x="1561" y="5065"/>
                    <a:pt x="1544" y="5073"/>
                  </a:cubicBezTo>
                  <a:lnTo>
                    <a:pt x="914" y="5294"/>
                  </a:lnTo>
                  <a:lnTo>
                    <a:pt x="1103" y="4664"/>
                  </a:lnTo>
                  <a:cubicBezTo>
                    <a:pt x="1134" y="4569"/>
                    <a:pt x="1103" y="4443"/>
                    <a:pt x="1071" y="4380"/>
                  </a:cubicBezTo>
                  <a:cubicBezTo>
                    <a:pt x="819" y="3971"/>
                    <a:pt x="693" y="3561"/>
                    <a:pt x="693" y="3120"/>
                  </a:cubicBezTo>
                  <a:cubicBezTo>
                    <a:pt x="693" y="1734"/>
                    <a:pt x="1796" y="663"/>
                    <a:pt x="3119" y="663"/>
                  </a:cubicBezTo>
                  <a:close/>
                  <a:moveTo>
                    <a:pt x="3151" y="1"/>
                  </a:moveTo>
                  <a:cubicBezTo>
                    <a:pt x="1449" y="1"/>
                    <a:pt x="32" y="1387"/>
                    <a:pt x="32" y="3057"/>
                  </a:cubicBezTo>
                  <a:cubicBezTo>
                    <a:pt x="32" y="3593"/>
                    <a:pt x="158" y="4097"/>
                    <a:pt x="441" y="4569"/>
                  </a:cubicBezTo>
                  <a:lnTo>
                    <a:pt x="32" y="5703"/>
                  </a:lnTo>
                  <a:cubicBezTo>
                    <a:pt x="0" y="5829"/>
                    <a:pt x="32" y="5955"/>
                    <a:pt x="126" y="6081"/>
                  </a:cubicBezTo>
                  <a:cubicBezTo>
                    <a:pt x="172" y="6128"/>
                    <a:pt x="269" y="6157"/>
                    <a:pt x="367" y="6157"/>
                  </a:cubicBezTo>
                  <a:cubicBezTo>
                    <a:pt x="403" y="6157"/>
                    <a:pt x="439" y="6153"/>
                    <a:pt x="473" y="6144"/>
                  </a:cubicBezTo>
                  <a:lnTo>
                    <a:pt x="1607" y="5735"/>
                  </a:lnTo>
                  <a:cubicBezTo>
                    <a:pt x="2080" y="5987"/>
                    <a:pt x="2584" y="6144"/>
                    <a:pt x="3151" y="6144"/>
                  </a:cubicBezTo>
                  <a:cubicBezTo>
                    <a:pt x="4852" y="6144"/>
                    <a:pt x="6270" y="4758"/>
                    <a:pt x="6270" y="3057"/>
                  </a:cubicBezTo>
                  <a:cubicBezTo>
                    <a:pt x="6270" y="1387"/>
                    <a:pt x="4883" y="1"/>
                    <a:pt x="3151" y="1"/>
                  </a:cubicBezTo>
                  <a:close/>
                </a:path>
              </a:pathLst>
            </a:custGeom>
            <a:grpFill/>
            <a:ln>
              <a:noFill/>
            </a:ln>
          </p:spPr>
          <p:txBody>
            <a:bodyPr spcFirstLastPara="1" wrap="square" lIns="62728" tIns="62728" rIns="62728" bIns="62728" anchor="ctr" anchorCtr="0">
              <a:noAutofit/>
            </a:bodyPr>
            <a:lstStyle/>
            <a:p>
              <a:endParaRPr sz="764"/>
            </a:p>
          </p:txBody>
        </p:sp>
      </p:grpSp>
      <p:sp>
        <p:nvSpPr>
          <p:cNvPr id="583" name="Google Shape;6673;p63">
            <a:extLst>
              <a:ext uri="{FF2B5EF4-FFF2-40B4-BE49-F238E27FC236}">
                <a16:creationId xmlns:a16="http://schemas.microsoft.com/office/drawing/2014/main" id="{F44E79D4-4DF9-44E7-B456-C42F3B0ACDE6}"/>
              </a:ext>
            </a:extLst>
          </p:cNvPr>
          <p:cNvSpPr/>
          <p:nvPr/>
        </p:nvSpPr>
        <p:spPr>
          <a:xfrm>
            <a:off x="10709881" y="2856939"/>
            <a:ext cx="230421" cy="228553"/>
          </a:xfrm>
          <a:custGeom>
            <a:avLst/>
            <a:gdLst/>
            <a:ahLst/>
            <a:cxnLst/>
            <a:rect l="l" t="t" r="r" b="b"/>
            <a:pathLst>
              <a:path w="11721" h="11626" extrusionOk="0">
                <a:moveTo>
                  <a:pt x="8570" y="694"/>
                </a:moveTo>
                <a:cubicBezTo>
                  <a:pt x="9106" y="694"/>
                  <a:pt x="9578" y="1166"/>
                  <a:pt x="9578" y="1702"/>
                </a:cubicBezTo>
                <a:cubicBezTo>
                  <a:pt x="9578" y="2269"/>
                  <a:pt x="9106" y="2773"/>
                  <a:pt x="8570" y="2773"/>
                </a:cubicBezTo>
                <a:cubicBezTo>
                  <a:pt x="8003" y="2773"/>
                  <a:pt x="7530" y="2269"/>
                  <a:pt x="7530" y="1702"/>
                </a:cubicBezTo>
                <a:cubicBezTo>
                  <a:pt x="7530" y="1166"/>
                  <a:pt x="8003" y="694"/>
                  <a:pt x="8570" y="694"/>
                </a:cubicBezTo>
                <a:close/>
                <a:moveTo>
                  <a:pt x="8570" y="3403"/>
                </a:moveTo>
                <a:cubicBezTo>
                  <a:pt x="9893" y="3403"/>
                  <a:pt x="10964" y="4474"/>
                  <a:pt x="10964" y="5798"/>
                </a:cubicBezTo>
                <a:lnTo>
                  <a:pt x="10964" y="6144"/>
                </a:lnTo>
                <a:lnTo>
                  <a:pt x="6144" y="6144"/>
                </a:lnTo>
                <a:lnTo>
                  <a:pt x="6144" y="5798"/>
                </a:lnTo>
                <a:cubicBezTo>
                  <a:pt x="6144" y="4443"/>
                  <a:pt x="7215" y="3403"/>
                  <a:pt x="8570" y="3403"/>
                </a:cubicBezTo>
                <a:close/>
                <a:moveTo>
                  <a:pt x="3057" y="5483"/>
                </a:moveTo>
                <a:cubicBezTo>
                  <a:pt x="3592" y="5483"/>
                  <a:pt x="4096" y="5955"/>
                  <a:pt x="4096" y="6491"/>
                </a:cubicBezTo>
                <a:cubicBezTo>
                  <a:pt x="4096" y="7058"/>
                  <a:pt x="3624" y="7530"/>
                  <a:pt x="3057" y="7530"/>
                </a:cubicBezTo>
                <a:cubicBezTo>
                  <a:pt x="2490" y="7530"/>
                  <a:pt x="2017" y="7089"/>
                  <a:pt x="2017" y="6491"/>
                </a:cubicBezTo>
                <a:cubicBezTo>
                  <a:pt x="2017" y="5955"/>
                  <a:pt x="2490" y="5483"/>
                  <a:pt x="3057" y="5483"/>
                </a:cubicBezTo>
                <a:close/>
                <a:moveTo>
                  <a:pt x="10964" y="6869"/>
                </a:moveTo>
                <a:lnTo>
                  <a:pt x="10964" y="7530"/>
                </a:lnTo>
                <a:lnTo>
                  <a:pt x="4411" y="7530"/>
                </a:lnTo>
                <a:cubicBezTo>
                  <a:pt x="4569" y="7341"/>
                  <a:pt x="4695" y="7089"/>
                  <a:pt x="4726" y="6869"/>
                </a:cubicBezTo>
                <a:close/>
                <a:moveTo>
                  <a:pt x="3088" y="8255"/>
                </a:moveTo>
                <a:cubicBezTo>
                  <a:pt x="4411" y="8255"/>
                  <a:pt x="5514" y="9295"/>
                  <a:pt x="5514" y="10649"/>
                </a:cubicBezTo>
                <a:lnTo>
                  <a:pt x="5514" y="10996"/>
                </a:lnTo>
                <a:lnTo>
                  <a:pt x="694" y="10996"/>
                </a:lnTo>
                <a:lnTo>
                  <a:pt x="694" y="10649"/>
                </a:lnTo>
                <a:cubicBezTo>
                  <a:pt x="694" y="9295"/>
                  <a:pt x="1733" y="8255"/>
                  <a:pt x="3088" y="8255"/>
                </a:cubicBezTo>
                <a:close/>
                <a:moveTo>
                  <a:pt x="10933" y="8286"/>
                </a:moveTo>
                <a:lnTo>
                  <a:pt x="10933" y="10996"/>
                </a:lnTo>
                <a:lnTo>
                  <a:pt x="6144" y="10996"/>
                </a:lnTo>
                <a:lnTo>
                  <a:pt x="6144" y="10649"/>
                </a:lnTo>
                <a:cubicBezTo>
                  <a:pt x="6144" y="9830"/>
                  <a:pt x="5829" y="9074"/>
                  <a:pt x="5199" y="8476"/>
                </a:cubicBezTo>
                <a:cubicBezTo>
                  <a:pt x="5136" y="8412"/>
                  <a:pt x="5041" y="8318"/>
                  <a:pt x="4978" y="8286"/>
                </a:cubicBezTo>
                <a:close/>
                <a:moveTo>
                  <a:pt x="8602" y="1"/>
                </a:moveTo>
                <a:cubicBezTo>
                  <a:pt x="7656" y="1"/>
                  <a:pt x="6900" y="757"/>
                  <a:pt x="6900" y="1702"/>
                </a:cubicBezTo>
                <a:cubicBezTo>
                  <a:pt x="6900" y="2175"/>
                  <a:pt x="7058" y="2616"/>
                  <a:pt x="7404" y="2931"/>
                </a:cubicBezTo>
                <a:lnTo>
                  <a:pt x="7467" y="2962"/>
                </a:lnTo>
                <a:cubicBezTo>
                  <a:pt x="6302" y="3435"/>
                  <a:pt x="5514" y="4537"/>
                  <a:pt x="5514" y="5798"/>
                </a:cubicBezTo>
                <a:lnTo>
                  <a:pt x="5514" y="6144"/>
                </a:lnTo>
                <a:lnTo>
                  <a:pt x="4789" y="6144"/>
                </a:lnTo>
                <a:cubicBezTo>
                  <a:pt x="4632" y="5420"/>
                  <a:pt x="3907" y="4789"/>
                  <a:pt x="3088" y="4789"/>
                </a:cubicBezTo>
                <a:cubicBezTo>
                  <a:pt x="2143" y="4789"/>
                  <a:pt x="1387" y="5514"/>
                  <a:pt x="1387" y="6459"/>
                </a:cubicBezTo>
                <a:cubicBezTo>
                  <a:pt x="1387" y="6995"/>
                  <a:pt x="1576" y="7404"/>
                  <a:pt x="1954" y="7719"/>
                </a:cubicBezTo>
                <a:cubicBezTo>
                  <a:pt x="788" y="8192"/>
                  <a:pt x="1" y="9295"/>
                  <a:pt x="1" y="10555"/>
                </a:cubicBezTo>
                <a:lnTo>
                  <a:pt x="1" y="11279"/>
                </a:lnTo>
                <a:cubicBezTo>
                  <a:pt x="1" y="11468"/>
                  <a:pt x="158" y="11626"/>
                  <a:pt x="379" y="11626"/>
                </a:cubicBezTo>
                <a:lnTo>
                  <a:pt x="11342" y="11626"/>
                </a:lnTo>
                <a:cubicBezTo>
                  <a:pt x="11563" y="11626"/>
                  <a:pt x="11721" y="11468"/>
                  <a:pt x="11721" y="11279"/>
                </a:cubicBezTo>
                <a:lnTo>
                  <a:pt x="11721" y="5798"/>
                </a:lnTo>
                <a:cubicBezTo>
                  <a:pt x="11626" y="4537"/>
                  <a:pt x="10838" y="3435"/>
                  <a:pt x="9736" y="2962"/>
                </a:cubicBezTo>
                <a:lnTo>
                  <a:pt x="9767" y="2931"/>
                </a:lnTo>
                <a:cubicBezTo>
                  <a:pt x="10082" y="2616"/>
                  <a:pt x="10303" y="2175"/>
                  <a:pt x="10303" y="1702"/>
                </a:cubicBezTo>
                <a:cubicBezTo>
                  <a:pt x="10303" y="757"/>
                  <a:pt x="9547" y="1"/>
                  <a:pt x="8602"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84" name="Google Shape;6674;p63">
            <a:extLst>
              <a:ext uri="{FF2B5EF4-FFF2-40B4-BE49-F238E27FC236}">
                <a16:creationId xmlns:a16="http://schemas.microsoft.com/office/drawing/2014/main" id="{C1B71176-A781-4105-A91A-BD05750C7D2F}"/>
              </a:ext>
            </a:extLst>
          </p:cNvPr>
          <p:cNvGrpSpPr/>
          <p:nvPr/>
        </p:nvGrpSpPr>
        <p:grpSpPr>
          <a:xfrm>
            <a:off x="7232163" y="2856339"/>
            <a:ext cx="232269" cy="229635"/>
            <a:chOff x="-34421275" y="1912725"/>
            <a:chExt cx="295375" cy="292025"/>
          </a:xfrm>
          <a:solidFill>
            <a:schemeClr val="tx1"/>
          </a:solidFill>
        </p:grpSpPr>
        <p:sp>
          <p:nvSpPr>
            <p:cNvPr id="619" name="Google Shape;6675;p63">
              <a:extLst>
                <a:ext uri="{FF2B5EF4-FFF2-40B4-BE49-F238E27FC236}">
                  <a16:creationId xmlns:a16="http://schemas.microsoft.com/office/drawing/2014/main" id="{F2988861-6A5B-4728-9E49-5A6E9FDC4B05}"/>
                </a:ext>
              </a:extLst>
            </p:cNvPr>
            <p:cNvSpPr/>
            <p:nvPr/>
          </p:nvSpPr>
          <p:spPr>
            <a:xfrm>
              <a:off x="-34421275" y="1974375"/>
              <a:ext cx="236300" cy="230375"/>
            </a:xfrm>
            <a:custGeom>
              <a:avLst/>
              <a:gdLst/>
              <a:ahLst/>
              <a:cxnLst/>
              <a:rect l="l" t="t" r="r" b="b"/>
              <a:pathLst>
                <a:path w="9452" h="9215" extrusionOk="0">
                  <a:moveTo>
                    <a:pt x="2158" y="725"/>
                  </a:moveTo>
                  <a:cubicBezTo>
                    <a:pt x="2245" y="725"/>
                    <a:pt x="2332" y="764"/>
                    <a:pt x="2395" y="843"/>
                  </a:cubicBezTo>
                  <a:lnTo>
                    <a:pt x="3371" y="1851"/>
                  </a:lnTo>
                  <a:cubicBezTo>
                    <a:pt x="3497" y="1946"/>
                    <a:pt x="3497" y="2198"/>
                    <a:pt x="3371" y="2324"/>
                  </a:cubicBezTo>
                  <a:lnTo>
                    <a:pt x="3151" y="2544"/>
                  </a:lnTo>
                  <a:lnTo>
                    <a:pt x="1702" y="1095"/>
                  </a:lnTo>
                  <a:lnTo>
                    <a:pt x="1922" y="843"/>
                  </a:lnTo>
                  <a:cubicBezTo>
                    <a:pt x="1985" y="764"/>
                    <a:pt x="2072" y="725"/>
                    <a:pt x="2158" y="725"/>
                  </a:cubicBezTo>
                  <a:close/>
                  <a:moveTo>
                    <a:pt x="7345" y="5884"/>
                  </a:moveTo>
                  <a:cubicBezTo>
                    <a:pt x="7428" y="5884"/>
                    <a:pt x="7514" y="5915"/>
                    <a:pt x="7593" y="5978"/>
                  </a:cubicBezTo>
                  <a:lnTo>
                    <a:pt x="8570" y="6955"/>
                  </a:lnTo>
                  <a:cubicBezTo>
                    <a:pt x="8696" y="7081"/>
                    <a:pt x="8696" y="7301"/>
                    <a:pt x="8570" y="7428"/>
                  </a:cubicBezTo>
                  <a:lnTo>
                    <a:pt x="8349" y="7648"/>
                  </a:lnTo>
                  <a:lnTo>
                    <a:pt x="6900" y="6199"/>
                  </a:lnTo>
                  <a:lnTo>
                    <a:pt x="7120" y="5978"/>
                  </a:lnTo>
                  <a:cubicBezTo>
                    <a:pt x="7183" y="5915"/>
                    <a:pt x="7262" y="5884"/>
                    <a:pt x="7345" y="5884"/>
                  </a:cubicBezTo>
                  <a:close/>
                  <a:moveTo>
                    <a:pt x="1166" y="1568"/>
                  </a:moveTo>
                  <a:lnTo>
                    <a:pt x="2678" y="3048"/>
                  </a:lnTo>
                  <a:cubicBezTo>
                    <a:pt x="2521" y="3426"/>
                    <a:pt x="2584" y="3867"/>
                    <a:pt x="2867" y="4214"/>
                  </a:cubicBezTo>
                  <a:lnTo>
                    <a:pt x="5104" y="6451"/>
                  </a:lnTo>
                  <a:cubicBezTo>
                    <a:pt x="5301" y="6648"/>
                    <a:pt x="5559" y="6746"/>
                    <a:pt x="5826" y="6746"/>
                  </a:cubicBezTo>
                  <a:cubicBezTo>
                    <a:pt x="5985" y="6746"/>
                    <a:pt x="6148" y="6711"/>
                    <a:pt x="6301" y="6640"/>
                  </a:cubicBezTo>
                  <a:lnTo>
                    <a:pt x="7782" y="8152"/>
                  </a:lnTo>
                  <a:lnTo>
                    <a:pt x="7719" y="8215"/>
                  </a:lnTo>
                  <a:cubicBezTo>
                    <a:pt x="7522" y="8412"/>
                    <a:pt x="7264" y="8510"/>
                    <a:pt x="6997" y="8510"/>
                  </a:cubicBezTo>
                  <a:cubicBezTo>
                    <a:pt x="6838" y="8510"/>
                    <a:pt x="6675" y="8475"/>
                    <a:pt x="6522" y="8404"/>
                  </a:cubicBezTo>
                  <a:cubicBezTo>
                    <a:pt x="4348" y="7301"/>
                    <a:pt x="1891" y="4876"/>
                    <a:pt x="851" y="2796"/>
                  </a:cubicBezTo>
                  <a:cubicBezTo>
                    <a:pt x="693" y="2418"/>
                    <a:pt x="788" y="1946"/>
                    <a:pt x="1103" y="1631"/>
                  </a:cubicBezTo>
                  <a:lnTo>
                    <a:pt x="1166" y="1568"/>
                  </a:lnTo>
                  <a:close/>
                  <a:moveTo>
                    <a:pt x="2190" y="0"/>
                  </a:moveTo>
                  <a:cubicBezTo>
                    <a:pt x="1922" y="0"/>
                    <a:pt x="1654" y="103"/>
                    <a:pt x="1449" y="307"/>
                  </a:cubicBezTo>
                  <a:lnTo>
                    <a:pt x="662" y="1095"/>
                  </a:lnTo>
                  <a:cubicBezTo>
                    <a:pt x="158" y="1599"/>
                    <a:pt x="0" y="2387"/>
                    <a:pt x="315" y="3017"/>
                  </a:cubicBezTo>
                  <a:cubicBezTo>
                    <a:pt x="1386" y="5348"/>
                    <a:pt x="3907" y="7869"/>
                    <a:pt x="6270" y="9034"/>
                  </a:cubicBezTo>
                  <a:cubicBezTo>
                    <a:pt x="6521" y="9154"/>
                    <a:pt x="6789" y="9214"/>
                    <a:pt x="7054" y="9214"/>
                  </a:cubicBezTo>
                  <a:cubicBezTo>
                    <a:pt x="7488" y="9214"/>
                    <a:pt x="7910" y="9052"/>
                    <a:pt x="8223" y="8719"/>
                  </a:cubicBezTo>
                  <a:lnTo>
                    <a:pt x="9042" y="7900"/>
                  </a:lnTo>
                  <a:cubicBezTo>
                    <a:pt x="9452" y="7522"/>
                    <a:pt x="9452" y="6829"/>
                    <a:pt x="9042" y="6451"/>
                  </a:cubicBezTo>
                  <a:lnTo>
                    <a:pt x="8066" y="5474"/>
                  </a:lnTo>
                  <a:cubicBezTo>
                    <a:pt x="7876" y="5269"/>
                    <a:pt x="7609" y="5167"/>
                    <a:pt x="7341" y="5167"/>
                  </a:cubicBezTo>
                  <a:cubicBezTo>
                    <a:pt x="7073" y="5167"/>
                    <a:pt x="6805" y="5269"/>
                    <a:pt x="6616" y="5474"/>
                  </a:cubicBezTo>
                  <a:lnTo>
                    <a:pt x="6144" y="5947"/>
                  </a:lnTo>
                  <a:cubicBezTo>
                    <a:pt x="6081" y="5994"/>
                    <a:pt x="5994" y="6018"/>
                    <a:pt x="5907" y="6018"/>
                  </a:cubicBezTo>
                  <a:cubicBezTo>
                    <a:pt x="5821" y="6018"/>
                    <a:pt x="5734" y="5994"/>
                    <a:pt x="5671" y="5947"/>
                  </a:cubicBezTo>
                  <a:lnTo>
                    <a:pt x="3434" y="3678"/>
                  </a:lnTo>
                  <a:cubicBezTo>
                    <a:pt x="3308" y="3584"/>
                    <a:pt x="3308" y="3332"/>
                    <a:pt x="3434" y="3206"/>
                  </a:cubicBezTo>
                  <a:lnTo>
                    <a:pt x="3907" y="2733"/>
                  </a:lnTo>
                  <a:cubicBezTo>
                    <a:pt x="4285" y="2355"/>
                    <a:pt x="4285" y="1694"/>
                    <a:pt x="3907" y="1284"/>
                  </a:cubicBezTo>
                  <a:lnTo>
                    <a:pt x="2930" y="307"/>
                  </a:lnTo>
                  <a:cubicBezTo>
                    <a:pt x="2725" y="103"/>
                    <a:pt x="2458" y="0"/>
                    <a:pt x="2190" y="0"/>
                  </a:cubicBezTo>
                  <a:close/>
                </a:path>
              </a:pathLst>
            </a:custGeom>
            <a:grpFill/>
            <a:ln>
              <a:noFill/>
            </a:ln>
          </p:spPr>
          <p:txBody>
            <a:bodyPr spcFirstLastPara="1" wrap="square" lIns="62728" tIns="62728" rIns="62728" bIns="62728" anchor="ctr" anchorCtr="0">
              <a:noAutofit/>
            </a:bodyPr>
            <a:lstStyle/>
            <a:p>
              <a:endParaRPr sz="764"/>
            </a:p>
          </p:txBody>
        </p:sp>
        <p:sp>
          <p:nvSpPr>
            <p:cNvPr id="620" name="Google Shape;6676;p63">
              <a:extLst>
                <a:ext uri="{FF2B5EF4-FFF2-40B4-BE49-F238E27FC236}">
                  <a16:creationId xmlns:a16="http://schemas.microsoft.com/office/drawing/2014/main" id="{5E00A660-995F-4168-B68F-BD669A8E6172}"/>
                </a:ext>
              </a:extLst>
            </p:cNvPr>
            <p:cNvSpPr/>
            <p:nvPr/>
          </p:nvSpPr>
          <p:spPr>
            <a:xfrm>
              <a:off x="-34288175" y="1912725"/>
              <a:ext cx="162275" cy="163075"/>
            </a:xfrm>
            <a:custGeom>
              <a:avLst/>
              <a:gdLst/>
              <a:ahLst/>
              <a:cxnLst/>
              <a:rect l="l" t="t" r="r" b="b"/>
              <a:pathLst>
                <a:path w="6491" h="6523" extrusionOk="0">
                  <a:moveTo>
                    <a:pt x="5766" y="726"/>
                  </a:moveTo>
                  <a:lnTo>
                    <a:pt x="5766" y="2458"/>
                  </a:lnTo>
                  <a:lnTo>
                    <a:pt x="5388" y="2049"/>
                  </a:lnTo>
                  <a:cubicBezTo>
                    <a:pt x="5325" y="2002"/>
                    <a:pt x="5238" y="1978"/>
                    <a:pt x="5152" y="1978"/>
                  </a:cubicBezTo>
                  <a:cubicBezTo>
                    <a:pt x="5065" y="1978"/>
                    <a:pt x="4978" y="2002"/>
                    <a:pt x="4915" y="2049"/>
                  </a:cubicBezTo>
                  <a:lnTo>
                    <a:pt x="1985" y="4979"/>
                  </a:lnTo>
                  <a:cubicBezTo>
                    <a:pt x="1922" y="5042"/>
                    <a:pt x="1891" y="5136"/>
                    <a:pt x="1891" y="5199"/>
                  </a:cubicBezTo>
                  <a:cubicBezTo>
                    <a:pt x="1891" y="5294"/>
                    <a:pt x="1922" y="5420"/>
                    <a:pt x="1985" y="5451"/>
                  </a:cubicBezTo>
                  <a:lnTo>
                    <a:pt x="2395" y="5829"/>
                  </a:lnTo>
                  <a:lnTo>
                    <a:pt x="662" y="5829"/>
                  </a:lnTo>
                  <a:lnTo>
                    <a:pt x="662" y="4097"/>
                  </a:lnTo>
                  <a:lnTo>
                    <a:pt x="1040" y="4506"/>
                  </a:lnTo>
                  <a:cubicBezTo>
                    <a:pt x="1103" y="4553"/>
                    <a:pt x="1198" y="4577"/>
                    <a:pt x="1288" y="4577"/>
                  </a:cubicBezTo>
                  <a:cubicBezTo>
                    <a:pt x="1379" y="4577"/>
                    <a:pt x="1466" y="4553"/>
                    <a:pt x="1513" y="4506"/>
                  </a:cubicBezTo>
                  <a:lnTo>
                    <a:pt x="4443" y="1576"/>
                  </a:lnTo>
                  <a:cubicBezTo>
                    <a:pt x="4506" y="1513"/>
                    <a:pt x="4569" y="1419"/>
                    <a:pt x="4569" y="1356"/>
                  </a:cubicBezTo>
                  <a:cubicBezTo>
                    <a:pt x="4569" y="1261"/>
                    <a:pt x="4537" y="1135"/>
                    <a:pt x="4443" y="1104"/>
                  </a:cubicBezTo>
                  <a:lnTo>
                    <a:pt x="4033" y="726"/>
                  </a:lnTo>
                  <a:close/>
                  <a:moveTo>
                    <a:pt x="3214" y="1"/>
                  </a:moveTo>
                  <a:cubicBezTo>
                    <a:pt x="3057" y="1"/>
                    <a:pt x="2931" y="96"/>
                    <a:pt x="2899" y="222"/>
                  </a:cubicBezTo>
                  <a:cubicBezTo>
                    <a:pt x="2868" y="316"/>
                    <a:pt x="2868" y="474"/>
                    <a:pt x="2994" y="568"/>
                  </a:cubicBezTo>
                  <a:lnTo>
                    <a:pt x="3687" y="1261"/>
                  </a:lnTo>
                  <a:lnTo>
                    <a:pt x="1261" y="3719"/>
                  </a:lnTo>
                  <a:lnTo>
                    <a:pt x="536" y="2994"/>
                  </a:lnTo>
                  <a:cubicBezTo>
                    <a:pt x="490" y="2948"/>
                    <a:pt x="393" y="2919"/>
                    <a:pt x="295" y="2919"/>
                  </a:cubicBezTo>
                  <a:cubicBezTo>
                    <a:pt x="259" y="2919"/>
                    <a:pt x="223" y="2922"/>
                    <a:pt x="190" y="2931"/>
                  </a:cubicBezTo>
                  <a:cubicBezTo>
                    <a:pt x="64" y="2962"/>
                    <a:pt x="1" y="3120"/>
                    <a:pt x="1" y="3246"/>
                  </a:cubicBezTo>
                  <a:lnTo>
                    <a:pt x="1" y="6144"/>
                  </a:lnTo>
                  <a:cubicBezTo>
                    <a:pt x="1" y="6365"/>
                    <a:pt x="158" y="6522"/>
                    <a:pt x="347" y="6522"/>
                  </a:cubicBezTo>
                  <a:lnTo>
                    <a:pt x="3246" y="6522"/>
                  </a:lnTo>
                  <a:cubicBezTo>
                    <a:pt x="3403" y="6522"/>
                    <a:pt x="3529" y="6428"/>
                    <a:pt x="3561" y="6302"/>
                  </a:cubicBezTo>
                  <a:cubicBezTo>
                    <a:pt x="3624" y="6207"/>
                    <a:pt x="3624" y="6050"/>
                    <a:pt x="3498" y="5955"/>
                  </a:cubicBezTo>
                  <a:lnTo>
                    <a:pt x="2773" y="5262"/>
                  </a:lnTo>
                  <a:lnTo>
                    <a:pt x="5230" y="2805"/>
                  </a:lnTo>
                  <a:lnTo>
                    <a:pt x="5924" y="3530"/>
                  </a:lnTo>
                  <a:cubicBezTo>
                    <a:pt x="5993" y="3576"/>
                    <a:pt x="6096" y="3605"/>
                    <a:pt x="6195" y="3605"/>
                  </a:cubicBezTo>
                  <a:cubicBezTo>
                    <a:pt x="6232" y="3605"/>
                    <a:pt x="6268" y="3601"/>
                    <a:pt x="6302" y="3593"/>
                  </a:cubicBezTo>
                  <a:cubicBezTo>
                    <a:pt x="6396" y="3561"/>
                    <a:pt x="6491" y="3404"/>
                    <a:pt x="6491" y="3277"/>
                  </a:cubicBezTo>
                  <a:lnTo>
                    <a:pt x="6491" y="379"/>
                  </a:lnTo>
                  <a:cubicBezTo>
                    <a:pt x="6459" y="159"/>
                    <a:pt x="6333" y="1"/>
                    <a:pt x="6144"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85" name="Google Shape;6677;p63">
            <a:extLst>
              <a:ext uri="{FF2B5EF4-FFF2-40B4-BE49-F238E27FC236}">
                <a16:creationId xmlns:a16="http://schemas.microsoft.com/office/drawing/2014/main" id="{A2483478-0C0A-47DA-ACF1-9487FD229EE5}"/>
              </a:ext>
            </a:extLst>
          </p:cNvPr>
          <p:cNvGrpSpPr/>
          <p:nvPr/>
        </p:nvGrpSpPr>
        <p:grpSpPr>
          <a:xfrm>
            <a:off x="7231544" y="3148282"/>
            <a:ext cx="233507" cy="230421"/>
            <a:chOff x="-34418125" y="2271100"/>
            <a:chExt cx="296950" cy="293025"/>
          </a:xfrm>
          <a:solidFill>
            <a:schemeClr val="tx1"/>
          </a:solidFill>
        </p:grpSpPr>
        <p:sp>
          <p:nvSpPr>
            <p:cNvPr id="614" name="Google Shape;6678;p63">
              <a:extLst>
                <a:ext uri="{FF2B5EF4-FFF2-40B4-BE49-F238E27FC236}">
                  <a16:creationId xmlns:a16="http://schemas.microsoft.com/office/drawing/2014/main" id="{4C2929BD-2894-4203-AD8B-519B3EC0A72C}"/>
                </a:ext>
              </a:extLst>
            </p:cNvPr>
            <p:cNvSpPr/>
            <p:nvPr/>
          </p:nvSpPr>
          <p:spPr>
            <a:xfrm>
              <a:off x="-34418125" y="2271100"/>
              <a:ext cx="296950" cy="293025"/>
            </a:xfrm>
            <a:custGeom>
              <a:avLst/>
              <a:gdLst/>
              <a:ahLst/>
              <a:cxnLst/>
              <a:rect l="l" t="t" r="r" b="b"/>
              <a:pathLst>
                <a:path w="11878" h="11721" extrusionOk="0">
                  <a:moveTo>
                    <a:pt x="6207" y="1229"/>
                  </a:moveTo>
                  <a:lnTo>
                    <a:pt x="7089" y="2080"/>
                  </a:lnTo>
                  <a:lnTo>
                    <a:pt x="6207" y="2080"/>
                  </a:lnTo>
                  <a:lnTo>
                    <a:pt x="6207" y="1229"/>
                  </a:lnTo>
                  <a:close/>
                  <a:moveTo>
                    <a:pt x="7561" y="9074"/>
                  </a:moveTo>
                  <a:lnTo>
                    <a:pt x="7561" y="10366"/>
                  </a:lnTo>
                  <a:lnTo>
                    <a:pt x="6238" y="10366"/>
                  </a:lnTo>
                  <a:lnTo>
                    <a:pt x="7561" y="9074"/>
                  </a:lnTo>
                  <a:close/>
                  <a:moveTo>
                    <a:pt x="5514" y="725"/>
                  </a:moveTo>
                  <a:lnTo>
                    <a:pt x="5514" y="2427"/>
                  </a:lnTo>
                  <a:cubicBezTo>
                    <a:pt x="5514" y="2616"/>
                    <a:pt x="5671" y="2773"/>
                    <a:pt x="5860" y="2773"/>
                  </a:cubicBezTo>
                  <a:lnTo>
                    <a:pt x="7561" y="2773"/>
                  </a:lnTo>
                  <a:lnTo>
                    <a:pt x="7561" y="4222"/>
                  </a:lnTo>
                  <a:cubicBezTo>
                    <a:pt x="6837" y="4947"/>
                    <a:pt x="6742" y="5924"/>
                    <a:pt x="6994" y="6711"/>
                  </a:cubicBezTo>
                  <a:lnTo>
                    <a:pt x="4726" y="8980"/>
                  </a:lnTo>
                  <a:lnTo>
                    <a:pt x="1670" y="8980"/>
                  </a:lnTo>
                  <a:cubicBezTo>
                    <a:pt x="1481" y="8980"/>
                    <a:pt x="1323" y="9137"/>
                    <a:pt x="1323" y="9358"/>
                  </a:cubicBezTo>
                  <a:cubicBezTo>
                    <a:pt x="1323" y="9547"/>
                    <a:pt x="1481" y="9704"/>
                    <a:pt x="1670" y="9704"/>
                  </a:cubicBezTo>
                  <a:lnTo>
                    <a:pt x="4033" y="9704"/>
                  </a:lnTo>
                  <a:lnTo>
                    <a:pt x="3718" y="10019"/>
                  </a:lnTo>
                  <a:cubicBezTo>
                    <a:pt x="3623" y="10145"/>
                    <a:pt x="3529" y="10240"/>
                    <a:pt x="3497" y="10397"/>
                  </a:cubicBezTo>
                  <a:lnTo>
                    <a:pt x="662" y="10397"/>
                  </a:lnTo>
                  <a:lnTo>
                    <a:pt x="662" y="725"/>
                  </a:lnTo>
                  <a:close/>
                  <a:moveTo>
                    <a:pt x="9295" y="4211"/>
                  </a:moveTo>
                  <a:cubicBezTo>
                    <a:pt x="9367" y="4211"/>
                    <a:pt x="9441" y="4215"/>
                    <a:pt x="9515" y="4222"/>
                  </a:cubicBezTo>
                  <a:lnTo>
                    <a:pt x="9042" y="4695"/>
                  </a:lnTo>
                  <a:cubicBezTo>
                    <a:pt x="8664" y="5073"/>
                    <a:pt x="8664" y="5766"/>
                    <a:pt x="9042" y="6144"/>
                  </a:cubicBezTo>
                  <a:cubicBezTo>
                    <a:pt x="9247" y="6349"/>
                    <a:pt x="9515" y="6451"/>
                    <a:pt x="9779" y="6451"/>
                  </a:cubicBezTo>
                  <a:cubicBezTo>
                    <a:pt x="10042" y="6451"/>
                    <a:pt x="10302" y="6349"/>
                    <a:pt x="10491" y="6144"/>
                  </a:cubicBezTo>
                  <a:lnTo>
                    <a:pt x="10964" y="5672"/>
                  </a:lnTo>
                  <a:lnTo>
                    <a:pt x="10964" y="5672"/>
                  </a:lnTo>
                  <a:cubicBezTo>
                    <a:pt x="11058" y="6239"/>
                    <a:pt x="10869" y="6743"/>
                    <a:pt x="10491" y="7089"/>
                  </a:cubicBezTo>
                  <a:cubicBezTo>
                    <a:pt x="10183" y="7418"/>
                    <a:pt x="9741" y="7626"/>
                    <a:pt x="9278" y="7626"/>
                  </a:cubicBezTo>
                  <a:cubicBezTo>
                    <a:pt x="9031" y="7626"/>
                    <a:pt x="8779" y="7567"/>
                    <a:pt x="8538" y="7436"/>
                  </a:cubicBezTo>
                  <a:cubicBezTo>
                    <a:pt x="8496" y="7415"/>
                    <a:pt x="8451" y="7404"/>
                    <a:pt x="8404" y="7404"/>
                  </a:cubicBezTo>
                  <a:cubicBezTo>
                    <a:pt x="8311" y="7404"/>
                    <a:pt x="8213" y="7446"/>
                    <a:pt x="8129" y="7530"/>
                  </a:cubicBezTo>
                  <a:lnTo>
                    <a:pt x="4726" y="10964"/>
                  </a:lnTo>
                  <a:cubicBezTo>
                    <a:pt x="4663" y="11012"/>
                    <a:pt x="4568" y="11035"/>
                    <a:pt x="4478" y="11035"/>
                  </a:cubicBezTo>
                  <a:cubicBezTo>
                    <a:pt x="4387" y="11035"/>
                    <a:pt x="4301" y="11012"/>
                    <a:pt x="4253" y="10964"/>
                  </a:cubicBezTo>
                  <a:cubicBezTo>
                    <a:pt x="4127" y="10838"/>
                    <a:pt x="4127" y="10586"/>
                    <a:pt x="4253" y="10492"/>
                  </a:cubicBezTo>
                  <a:lnTo>
                    <a:pt x="7656" y="7058"/>
                  </a:lnTo>
                  <a:cubicBezTo>
                    <a:pt x="7782" y="6932"/>
                    <a:pt x="7782" y="6774"/>
                    <a:pt x="7750" y="6648"/>
                  </a:cubicBezTo>
                  <a:cubicBezTo>
                    <a:pt x="7467" y="6113"/>
                    <a:pt x="7498" y="5356"/>
                    <a:pt x="7971" y="4821"/>
                  </a:cubicBezTo>
                  <a:cubicBezTo>
                    <a:pt x="8330" y="4407"/>
                    <a:pt x="8785" y="4211"/>
                    <a:pt x="9295" y="4211"/>
                  </a:cubicBezTo>
                  <a:close/>
                  <a:moveTo>
                    <a:pt x="378" y="1"/>
                  </a:moveTo>
                  <a:cubicBezTo>
                    <a:pt x="189" y="1"/>
                    <a:pt x="32" y="158"/>
                    <a:pt x="32" y="347"/>
                  </a:cubicBezTo>
                  <a:lnTo>
                    <a:pt x="32" y="10681"/>
                  </a:lnTo>
                  <a:cubicBezTo>
                    <a:pt x="0" y="10870"/>
                    <a:pt x="158" y="11027"/>
                    <a:pt x="347" y="11027"/>
                  </a:cubicBezTo>
                  <a:lnTo>
                    <a:pt x="3529" y="11027"/>
                  </a:lnTo>
                  <a:cubicBezTo>
                    <a:pt x="3560" y="11185"/>
                    <a:pt x="3655" y="11311"/>
                    <a:pt x="3781" y="11437"/>
                  </a:cubicBezTo>
                  <a:cubicBezTo>
                    <a:pt x="3970" y="11626"/>
                    <a:pt x="4230" y="11720"/>
                    <a:pt x="4494" y="11720"/>
                  </a:cubicBezTo>
                  <a:cubicBezTo>
                    <a:pt x="4758" y="11720"/>
                    <a:pt x="5025" y="11626"/>
                    <a:pt x="5230" y="11437"/>
                  </a:cubicBezTo>
                  <a:lnTo>
                    <a:pt x="5608" y="11027"/>
                  </a:lnTo>
                  <a:lnTo>
                    <a:pt x="7940" y="11027"/>
                  </a:lnTo>
                  <a:cubicBezTo>
                    <a:pt x="8129" y="11027"/>
                    <a:pt x="8286" y="10870"/>
                    <a:pt x="8286" y="10681"/>
                  </a:cubicBezTo>
                  <a:lnTo>
                    <a:pt x="8286" y="8349"/>
                  </a:lnTo>
                  <a:lnTo>
                    <a:pt x="8538" y="8129"/>
                  </a:lnTo>
                  <a:cubicBezTo>
                    <a:pt x="8792" y="8220"/>
                    <a:pt x="9065" y="8269"/>
                    <a:pt x="9344" y="8269"/>
                  </a:cubicBezTo>
                  <a:cubicBezTo>
                    <a:pt x="9929" y="8269"/>
                    <a:pt x="10536" y="8053"/>
                    <a:pt x="11027" y="7562"/>
                  </a:cubicBezTo>
                  <a:cubicBezTo>
                    <a:pt x="11752" y="6806"/>
                    <a:pt x="11878" y="5735"/>
                    <a:pt x="11500" y="4852"/>
                  </a:cubicBezTo>
                  <a:cubicBezTo>
                    <a:pt x="11437" y="4726"/>
                    <a:pt x="11342" y="4695"/>
                    <a:pt x="11248" y="4663"/>
                  </a:cubicBezTo>
                  <a:cubicBezTo>
                    <a:pt x="11122" y="4663"/>
                    <a:pt x="11027" y="4663"/>
                    <a:pt x="10932" y="4726"/>
                  </a:cubicBezTo>
                  <a:lnTo>
                    <a:pt x="10082" y="5609"/>
                  </a:lnTo>
                  <a:cubicBezTo>
                    <a:pt x="10019" y="5656"/>
                    <a:pt x="9924" y="5679"/>
                    <a:pt x="9834" y="5679"/>
                  </a:cubicBezTo>
                  <a:cubicBezTo>
                    <a:pt x="9743" y="5679"/>
                    <a:pt x="9657" y="5656"/>
                    <a:pt x="9609" y="5609"/>
                  </a:cubicBezTo>
                  <a:cubicBezTo>
                    <a:pt x="9483" y="5483"/>
                    <a:pt x="9483" y="5230"/>
                    <a:pt x="9609" y="5136"/>
                  </a:cubicBezTo>
                  <a:lnTo>
                    <a:pt x="10460" y="4254"/>
                  </a:lnTo>
                  <a:cubicBezTo>
                    <a:pt x="10554" y="4191"/>
                    <a:pt x="10586" y="4065"/>
                    <a:pt x="10554" y="3939"/>
                  </a:cubicBezTo>
                  <a:cubicBezTo>
                    <a:pt x="10554" y="3813"/>
                    <a:pt x="10460" y="3750"/>
                    <a:pt x="10334" y="3718"/>
                  </a:cubicBezTo>
                  <a:cubicBezTo>
                    <a:pt x="10003" y="3561"/>
                    <a:pt x="9649" y="3482"/>
                    <a:pt x="9298" y="3482"/>
                  </a:cubicBezTo>
                  <a:cubicBezTo>
                    <a:pt x="8948" y="3482"/>
                    <a:pt x="8601" y="3561"/>
                    <a:pt x="8286" y="3718"/>
                  </a:cubicBezTo>
                  <a:lnTo>
                    <a:pt x="8286" y="2395"/>
                  </a:lnTo>
                  <a:cubicBezTo>
                    <a:pt x="8286" y="2332"/>
                    <a:pt x="8255" y="2206"/>
                    <a:pt x="8192" y="2175"/>
                  </a:cubicBezTo>
                  <a:lnTo>
                    <a:pt x="6144" y="127"/>
                  </a:lnTo>
                  <a:cubicBezTo>
                    <a:pt x="6049" y="64"/>
                    <a:pt x="5986" y="1"/>
                    <a:pt x="5892" y="1"/>
                  </a:cubicBezTo>
                  <a:close/>
                </a:path>
              </a:pathLst>
            </a:custGeom>
            <a:grpFill/>
            <a:ln>
              <a:noFill/>
            </a:ln>
          </p:spPr>
          <p:txBody>
            <a:bodyPr spcFirstLastPara="1" wrap="square" lIns="62728" tIns="62728" rIns="62728" bIns="62728" anchor="ctr" anchorCtr="0">
              <a:noAutofit/>
            </a:bodyPr>
            <a:lstStyle/>
            <a:p>
              <a:endParaRPr sz="764"/>
            </a:p>
          </p:txBody>
        </p:sp>
        <p:sp>
          <p:nvSpPr>
            <p:cNvPr id="615" name="Google Shape;6679;p63">
              <a:extLst>
                <a:ext uri="{FF2B5EF4-FFF2-40B4-BE49-F238E27FC236}">
                  <a16:creationId xmlns:a16="http://schemas.microsoft.com/office/drawing/2014/main" id="{C929BC0C-CAF9-43CF-A58D-2BFEA0C4B702}"/>
                </a:ext>
              </a:extLst>
            </p:cNvPr>
            <p:cNvSpPr/>
            <p:nvPr/>
          </p:nvSpPr>
          <p:spPr>
            <a:xfrm>
              <a:off x="-34331500" y="2305750"/>
              <a:ext cx="17350" cy="18150"/>
            </a:xfrm>
            <a:custGeom>
              <a:avLst/>
              <a:gdLst/>
              <a:ahLst/>
              <a:cxnLst/>
              <a:rect l="l" t="t" r="r" b="b"/>
              <a:pathLst>
                <a:path w="694" h="726" extrusionOk="0">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616" name="Google Shape;6680;p63">
              <a:extLst>
                <a:ext uri="{FF2B5EF4-FFF2-40B4-BE49-F238E27FC236}">
                  <a16:creationId xmlns:a16="http://schemas.microsoft.com/office/drawing/2014/main" id="{52901EE2-CA64-4192-8441-CBB78E7CF651}"/>
                </a:ext>
              </a:extLst>
            </p:cNvPr>
            <p:cNvSpPr/>
            <p:nvPr/>
          </p:nvSpPr>
          <p:spPr>
            <a:xfrm>
              <a:off x="-34331500" y="2341200"/>
              <a:ext cx="17350" cy="69350"/>
            </a:xfrm>
            <a:custGeom>
              <a:avLst/>
              <a:gdLst/>
              <a:ahLst/>
              <a:cxnLst/>
              <a:rect l="l" t="t" r="r" b="b"/>
              <a:pathLst>
                <a:path w="694" h="2774" extrusionOk="0">
                  <a:moveTo>
                    <a:pt x="347" y="1"/>
                  </a:moveTo>
                  <a:cubicBezTo>
                    <a:pt x="158" y="1"/>
                    <a:pt x="1" y="158"/>
                    <a:pt x="1" y="347"/>
                  </a:cubicBezTo>
                  <a:lnTo>
                    <a:pt x="1" y="2395"/>
                  </a:lnTo>
                  <a:cubicBezTo>
                    <a:pt x="1" y="2584"/>
                    <a:pt x="158" y="2773"/>
                    <a:pt x="347" y="2773"/>
                  </a:cubicBezTo>
                  <a:cubicBezTo>
                    <a:pt x="536" y="2773"/>
                    <a:pt x="694" y="2584"/>
                    <a:pt x="694" y="2395"/>
                  </a:cubicBezTo>
                  <a:lnTo>
                    <a:pt x="694" y="347"/>
                  </a:ln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617" name="Google Shape;6681;p63">
              <a:extLst>
                <a:ext uri="{FF2B5EF4-FFF2-40B4-BE49-F238E27FC236}">
                  <a16:creationId xmlns:a16="http://schemas.microsoft.com/office/drawing/2014/main" id="{CF0C84BD-E7FA-4E31-A1C8-B45A6E253B5A}"/>
                </a:ext>
              </a:extLst>
            </p:cNvPr>
            <p:cNvSpPr/>
            <p:nvPr/>
          </p:nvSpPr>
          <p:spPr>
            <a:xfrm>
              <a:off x="-34384275" y="2427050"/>
              <a:ext cx="121325" cy="17350"/>
            </a:xfrm>
            <a:custGeom>
              <a:avLst/>
              <a:gdLst/>
              <a:ahLst/>
              <a:cxnLst/>
              <a:rect l="l" t="t" r="r" b="b"/>
              <a:pathLst>
                <a:path w="4853" h="694" extrusionOk="0">
                  <a:moveTo>
                    <a:pt x="379" y="1"/>
                  </a:moveTo>
                  <a:cubicBezTo>
                    <a:pt x="158" y="1"/>
                    <a:pt x="1" y="158"/>
                    <a:pt x="1" y="347"/>
                  </a:cubicBezTo>
                  <a:cubicBezTo>
                    <a:pt x="1" y="536"/>
                    <a:pt x="158" y="694"/>
                    <a:pt x="379" y="694"/>
                  </a:cubicBezTo>
                  <a:lnTo>
                    <a:pt x="4506" y="694"/>
                  </a:lnTo>
                  <a:cubicBezTo>
                    <a:pt x="4695" y="694"/>
                    <a:pt x="4853" y="536"/>
                    <a:pt x="4853" y="347"/>
                  </a:cubicBezTo>
                  <a:cubicBezTo>
                    <a:pt x="4853" y="158"/>
                    <a:pt x="4695" y="1"/>
                    <a:pt x="4506" y="1"/>
                  </a:cubicBezTo>
                  <a:close/>
                </a:path>
              </a:pathLst>
            </a:custGeom>
            <a:grpFill/>
            <a:ln>
              <a:noFill/>
            </a:ln>
          </p:spPr>
          <p:txBody>
            <a:bodyPr spcFirstLastPara="1" wrap="square" lIns="62728" tIns="62728" rIns="62728" bIns="62728" anchor="ctr" anchorCtr="0">
              <a:noAutofit/>
            </a:bodyPr>
            <a:lstStyle/>
            <a:p>
              <a:endParaRPr sz="764"/>
            </a:p>
          </p:txBody>
        </p:sp>
        <p:sp>
          <p:nvSpPr>
            <p:cNvPr id="618" name="Google Shape;6682;p63">
              <a:extLst>
                <a:ext uri="{FF2B5EF4-FFF2-40B4-BE49-F238E27FC236}">
                  <a16:creationId xmlns:a16="http://schemas.microsoft.com/office/drawing/2014/main" id="{DB5F42D2-AF3B-438A-B6CE-B908B1D4CAA8}"/>
                </a:ext>
              </a:extLst>
            </p:cNvPr>
            <p:cNvSpPr/>
            <p:nvPr/>
          </p:nvSpPr>
          <p:spPr>
            <a:xfrm>
              <a:off x="-34384275" y="2460125"/>
              <a:ext cx="88250" cy="18150"/>
            </a:xfrm>
            <a:custGeom>
              <a:avLst/>
              <a:gdLst/>
              <a:ahLst/>
              <a:cxnLst/>
              <a:rect l="l" t="t" r="r" b="b"/>
              <a:pathLst>
                <a:path w="3530" h="726" extrusionOk="0">
                  <a:moveTo>
                    <a:pt x="379" y="1"/>
                  </a:moveTo>
                  <a:cubicBezTo>
                    <a:pt x="158" y="1"/>
                    <a:pt x="1" y="158"/>
                    <a:pt x="1" y="379"/>
                  </a:cubicBezTo>
                  <a:cubicBezTo>
                    <a:pt x="1" y="599"/>
                    <a:pt x="158" y="725"/>
                    <a:pt x="379" y="725"/>
                  </a:cubicBezTo>
                  <a:lnTo>
                    <a:pt x="3151" y="725"/>
                  </a:lnTo>
                  <a:cubicBezTo>
                    <a:pt x="3372" y="725"/>
                    <a:pt x="3530" y="568"/>
                    <a:pt x="3530" y="379"/>
                  </a:cubicBezTo>
                  <a:cubicBezTo>
                    <a:pt x="3530" y="158"/>
                    <a:pt x="3372" y="1"/>
                    <a:pt x="315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86" name="Google Shape;6683;p63">
            <a:extLst>
              <a:ext uri="{FF2B5EF4-FFF2-40B4-BE49-F238E27FC236}">
                <a16:creationId xmlns:a16="http://schemas.microsoft.com/office/drawing/2014/main" id="{C176090C-012D-4DFB-B29F-E3F8B66362A3}"/>
              </a:ext>
            </a:extLst>
          </p:cNvPr>
          <p:cNvGrpSpPr/>
          <p:nvPr/>
        </p:nvGrpSpPr>
        <p:grpSpPr>
          <a:xfrm>
            <a:off x="7232163" y="3419564"/>
            <a:ext cx="232269" cy="229182"/>
            <a:chOff x="-34421275" y="2631050"/>
            <a:chExt cx="295375" cy="291450"/>
          </a:xfrm>
          <a:solidFill>
            <a:schemeClr val="tx1"/>
          </a:solidFill>
        </p:grpSpPr>
        <p:sp>
          <p:nvSpPr>
            <p:cNvPr id="610" name="Google Shape;6684;p63">
              <a:extLst>
                <a:ext uri="{FF2B5EF4-FFF2-40B4-BE49-F238E27FC236}">
                  <a16:creationId xmlns:a16="http://schemas.microsoft.com/office/drawing/2014/main" id="{8C84BA23-B6D2-4052-9A8D-A5AC92899EF2}"/>
                </a:ext>
              </a:extLst>
            </p:cNvPr>
            <p:cNvSpPr/>
            <p:nvPr/>
          </p:nvSpPr>
          <p:spPr>
            <a:xfrm>
              <a:off x="-34421275" y="2639125"/>
              <a:ext cx="288275" cy="283375"/>
            </a:xfrm>
            <a:custGeom>
              <a:avLst/>
              <a:gdLst/>
              <a:ahLst/>
              <a:cxnLst/>
              <a:rect l="l" t="t" r="r" b="b"/>
              <a:pathLst>
                <a:path w="11531" h="11335" extrusionOk="0">
                  <a:moveTo>
                    <a:pt x="5592" y="717"/>
                  </a:moveTo>
                  <a:cubicBezTo>
                    <a:pt x="5679" y="717"/>
                    <a:pt x="5766" y="749"/>
                    <a:pt x="5829" y="812"/>
                  </a:cubicBezTo>
                  <a:lnTo>
                    <a:pt x="10680" y="5663"/>
                  </a:lnTo>
                  <a:cubicBezTo>
                    <a:pt x="10775" y="5758"/>
                    <a:pt x="10775" y="6010"/>
                    <a:pt x="10680" y="6136"/>
                  </a:cubicBezTo>
                  <a:cubicBezTo>
                    <a:pt x="10617" y="6183"/>
                    <a:pt x="10523" y="6207"/>
                    <a:pt x="10432" y="6207"/>
                  </a:cubicBezTo>
                  <a:cubicBezTo>
                    <a:pt x="10342" y="6207"/>
                    <a:pt x="10255" y="6183"/>
                    <a:pt x="10208" y="6136"/>
                  </a:cubicBezTo>
                  <a:lnTo>
                    <a:pt x="5356" y="1284"/>
                  </a:lnTo>
                  <a:cubicBezTo>
                    <a:pt x="5230" y="1158"/>
                    <a:pt x="5230" y="938"/>
                    <a:pt x="5356" y="812"/>
                  </a:cubicBezTo>
                  <a:cubicBezTo>
                    <a:pt x="5419" y="749"/>
                    <a:pt x="5506" y="717"/>
                    <a:pt x="5592" y="717"/>
                  </a:cubicBezTo>
                  <a:close/>
                  <a:moveTo>
                    <a:pt x="8444" y="7239"/>
                  </a:moveTo>
                  <a:lnTo>
                    <a:pt x="8538" y="7396"/>
                  </a:lnTo>
                  <a:cubicBezTo>
                    <a:pt x="8696" y="7554"/>
                    <a:pt x="8664" y="7806"/>
                    <a:pt x="8475" y="7932"/>
                  </a:cubicBezTo>
                  <a:lnTo>
                    <a:pt x="5923" y="9223"/>
                  </a:lnTo>
                  <a:cubicBezTo>
                    <a:pt x="5873" y="9261"/>
                    <a:pt x="5819" y="9278"/>
                    <a:pt x="5763" y="9278"/>
                  </a:cubicBezTo>
                  <a:cubicBezTo>
                    <a:pt x="5678" y="9278"/>
                    <a:pt x="5590" y="9237"/>
                    <a:pt x="5514" y="9160"/>
                  </a:cubicBezTo>
                  <a:lnTo>
                    <a:pt x="5230" y="8877"/>
                  </a:lnTo>
                  <a:cubicBezTo>
                    <a:pt x="6301" y="8089"/>
                    <a:pt x="7341" y="7617"/>
                    <a:pt x="8444" y="7239"/>
                  </a:cubicBezTo>
                  <a:close/>
                  <a:moveTo>
                    <a:pt x="5230" y="2198"/>
                  </a:moveTo>
                  <a:lnTo>
                    <a:pt x="9294" y="6230"/>
                  </a:lnTo>
                  <a:cubicBezTo>
                    <a:pt x="7908" y="6703"/>
                    <a:pt x="5797" y="7270"/>
                    <a:pt x="3560" y="9381"/>
                  </a:cubicBezTo>
                  <a:lnTo>
                    <a:pt x="2080" y="7932"/>
                  </a:lnTo>
                  <a:cubicBezTo>
                    <a:pt x="3340" y="6608"/>
                    <a:pt x="4285" y="5033"/>
                    <a:pt x="4852" y="3395"/>
                  </a:cubicBezTo>
                  <a:lnTo>
                    <a:pt x="5230" y="2198"/>
                  </a:lnTo>
                  <a:close/>
                  <a:moveTo>
                    <a:pt x="1138" y="8089"/>
                  </a:moveTo>
                  <a:cubicBezTo>
                    <a:pt x="1229" y="8089"/>
                    <a:pt x="1323" y="8121"/>
                    <a:pt x="1386" y="8184"/>
                  </a:cubicBezTo>
                  <a:lnTo>
                    <a:pt x="3308" y="10105"/>
                  </a:lnTo>
                  <a:cubicBezTo>
                    <a:pt x="3434" y="10231"/>
                    <a:pt x="3434" y="10452"/>
                    <a:pt x="3308" y="10578"/>
                  </a:cubicBezTo>
                  <a:cubicBezTo>
                    <a:pt x="3245" y="10641"/>
                    <a:pt x="3159" y="10673"/>
                    <a:pt x="3072" y="10673"/>
                  </a:cubicBezTo>
                  <a:cubicBezTo>
                    <a:pt x="2985" y="10673"/>
                    <a:pt x="2899" y="10641"/>
                    <a:pt x="2836" y="10578"/>
                  </a:cubicBezTo>
                  <a:lnTo>
                    <a:pt x="914" y="8656"/>
                  </a:lnTo>
                  <a:cubicBezTo>
                    <a:pt x="788" y="8530"/>
                    <a:pt x="788" y="8278"/>
                    <a:pt x="914" y="8184"/>
                  </a:cubicBezTo>
                  <a:cubicBezTo>
                    <a:pt x="961" y="8121"/>
                    <a:pt x="1048" y="8089"/>
                    <a:pt x="1138" y="8089"/>
                  </a:cubicBezTo>
                  <a:close/>
                  <a:moveTo>
                    <a:pt x="5565" y="0"/>
                  </a:moveTo>
                  <a:cubicBezTo>
                    <a:pt x="5301" y="0"/>
                    <a:pt x="5041" y="103"/>
                    <a:pt x="4852" y="307"/>
                  </a:cubicBezTo>
                  <a:cubicBezTo>
                    <a:pt x="4474" y="654"/>
                    <a:pt x="4442" y="1158"/>
                    <a:pt x="4694" y="1568"/>
                  </a:cubicBezTo>
                  <a:lnTo>
                    <a:pt x="4159" y="3143"/>
                  </a:lnTo>
                  <a:cubicBezTo>
                    <a:pt x="3655" y="4655"/>
                    <a:pt x="2710" y="6199"/>
                    <a:pt x="1575" y="7428"/>
                  </a:cubicBezTo>
                  <a:cubicBezTo>
                    <a:pt x="1422" y="7357"/>
                    <a:pt x="1259" y="7321"/>
                    <a:pt x="1100" y="7321"/>
                  </a:cubicBezTo>
                  <a:cubicBezTo>
                    <a:pt x="834" y="7321"/>
                    <a:pt x="575" y="7420"/>
                    <a:pt x="378" y="7617"/>
                  </a:cubicBezTo>
                  <a:cubicBezTo>
                    <a:pt x="0" y="8026"/>
                    <a:pt x="0" y="8688"/>
                    <a:pt x="378" y="9066"/>
                  </a:cubicBezTo>
                  <a:lnTo>
                    <a:pt x="2363" y="11051"/>
                  </a:lnTo>
                  <a:cubicBezTo>
                    <a:pt x="2552" y="11240"/>
                    <a:pt x="2820" y="11334"/>
                    <a:pt x="3088" y="11334"/>
                  </a:cubicBezTo>
                  <a:cubicBezTo>
                    <a:pt x="3356" y="11334"/>
                    <a:pt x="3623" y="11240"/>
                    <a:pt x="3812" y="11051"/>
                  </a:cubicBezTo>
                  <a:cubicBezTo>
                    <a:pt x="4127" y="10736"/>
                    <a:pt x="4222" y="10263"/>
                    <a:pt x="4001" y="9853"/>
                  </a:cubicBezTo>
                  <a:cubicBezTo>
                    <a:pt x="4222" y="9664"/>
                    <a:pt x="4442" y="9475"/>
                    <a:pt x="4694" y="9286"/>
                  </a:cubicBezTo>
                  <a:lnTo>
                    <a:pt x="5041" y="9633"/>
                  </a:lnTo>
                  <a:cubicBezTo>
                    <a:pt x="5238" y="9830"/>
                    <a:pt x="5496" y="9928"/>
                    <a:pt x="5755" y="9928"/>
                  </a:cubicBezTo>
                  <a:cubicBezTo>
                    <a:pt x="5910" y="9928"/>
                    <a:pt x="6065" y="9893"/>
                    <a:pt x="6207" y="9822"/>
                  </a:cubicBezTo>
                  <a:lnTo>
                    <a:pt x="8790" y="8530"/>
                  </a:lnTo>
                  <a:cubicBezTo>
                    <a:pt x="9357" y="8215"/>
                    <a:pt x="9515" y="7459"/>
                    <a:pt x="9137" y="6986"/>
                  </a:cubicBezTo>
                  <a:lnTo>
                    <a:pt x="9893" y="6766"/>
                  </a:lnTo>
                  <a:cubicBezTo>
                    <a:pt x="10050" y="6858"/>
                    <a:pt x="10229" y="6906"/>
                    <a:pt x="10412" y="6906"/>
                  </a:cubicBezTo>
                  <a:cubicBezTo>
                    <a:pt x="10668" y="6906"/>
                    <a:pt x="10932" y="6811"/>
                    <a:pt x="11153" y="6608"/>
                  </a:cubicBezTo>
                  <a:cubicBezTo>
                    <a:pt x="11531" y="6199"/>
                    <a:pt x="11531" y="5537"/>
                    <a:pt x="11153" y="5128"/>
                  </a:cubicBezTo>
                  <a:lnTo>
                    <a:pt x="6301" y="307"/>
                  </a:lnTo>
                  <a:cubicBezTo>
                    <a:pt x="6096" y="103"/>
                    <a:pt x="5829" y="0"/>
                    <a:pt x="5565" y="0"/>
                  </a:cubicBezTo>
                  <a:close/>
                </a:path>
              </a:pathLst>
            </a:custGeom>
            <a:grpFill/>
            <a:ln>
              <a:noFill/>
            </a:ln>
          </p:spPr>
          <p:txBody>
            <a:bodyPr spcFirstLastPara="1" wrap="square" lIns="62728" tIns="62728" rIns="62728" bIns="62728" anchor="ctr" anchorCtr="0">
              <a:noAutofit/>
            </a:bodyPr>
            <a:lstStyle/>
            <a:p>
              <a:endParaRPr sz="764"/>
            </a:p>
          </p:txBody>
        </p:sp>
        <p:sp>
          <p:nvSpPr>
            <p:cNvPr id="611" name="Google Shape;6685;p63">
              <a:extLst>
                <a:ext uri="{FF2B5EF4-FFF2-40B4-BE49-F238E27FC236}">
                  <a16:creationId xmlns:a16="http://schemas.microsoft.com/office/drawing/2014/main" id="{C36309C8-4AF1-43B7-A705-6C6EAD3A74B7}"/>
                </a:ext>
              </a:extLst>
            </p:cNvPr>
            <p:cNvSpPr/>
            <p:nvPr/>
          </p:nvSpPr>
          <p:spPr>
            <a:xfrm>
              <a:off x="-34181850" y="2644625"/>
              <a:ext cx="41775" cy="41575"/>
            </a:xfrm>
            <a:custGeom>
              <a:avLst/>
              <a:gdLst/>
              <a:ahLst/>
              <a:cxnLst/>
              <a:rect l="l" t="t" r="r" b="b"/>
              <a:pathLst>
                <a:path w="1671" h="1663" extrusionOk="0">
                  <a:moveTo>
                    <a:pt x="1328" y="1"/>
                  </a:moveTo>
                  <a:cubicBezTo>
                    <a:pt x="1237" y="1"/>
                    <a:pt x="1151" y="40"/>
                    <a:pt x="1103" y="119"/>
                  </a:cubicBezTo>
                  <a:lnTo>
                    <a:pt x="95" y="1096"/>
                  </a:lnTo>
                  <a:cubicBezTo>
                    <a:pt x="1" y="1222"/>
                    <a:pt x="1" y="1442"/>
                    <a:pt x="95" y="1568"/>
                  </a:cubicBezTo>
                  <a:cubicBezTo>
                    <a:pt x="158" y="1631"/>
                    <a:pt x="253" y="1663"/>
                    <a:pt x="343" y="1663"/>
                  </a:cubicBezTo>
                  <a:cubicBezTo>
                    <a:pt x="434" y="1663"/>
                    <a:pt x="521" y="1631"/>
                    <a:pt x="568" y="1568"/>
                  </a:cubicBezTo>
                  <a:lnTo>
                    <a:pt x="1576" y="592"/>
                  </a:lnTo>
                  <a:cubicBezTo>
                    <a:pt x="1671" y="466"/>
                    <a:pt x="1671" y="213"/>
                    <a:pt x="1576" y="119"/>
                  </a:cubicBezTo>
                  <a:cubicBezTo>
                    <a:pt x="1513" y="40"/>
                    <a:pt x="1418" y="1"/>
                    <a:pt x="1328" y="1"/>
                  </a:cubicBezTo>
                  <a:close/>
                </a:path>
              </a:pathLst>
            </a:custGeom>
            <a:grpFill/>
            <a:ln>
              <a:noFill/>
            </a:ln>
          </p:spPr>
          <p:txBody>
            <a:bodyPr spcFirstLastPara="1" wrap="square" lIns="62728" tIns="62728" rIns="62728" bIns="62728" anchor="ctr" anchorCtr="0">
              <a:noAutofit/>
            </a:bodyPr>
            <a:lstStyle/>
            <a:p>
              <a:endParaRPr sz="764"/>
            </a:p>
          </p:txBody>
        </p:sp>
        <p:sp>
          <p:nvSpPr>
            <p:cNvPr id="612" name="Google Shape;6686;p63">
              <a:extLst>
                <a:ext uri="{FF2B5EF4-FFF2-40B4-BE49-F238E27FC236}">
                  <a16:creationId xmlns:a16="http://schemas.microsoft.com/office/drawing/2014/main" id="{8ADE2A75-19F4-43B3-AFC3-0D7C11F760C4}"/>
                </a:ext>
              </a:extLst>
            </p:cNvPr>
            <p:cNvSpPr/>
            <p:nvPr/>
          </p:nvSpPr>
          <p:spPr>
            <a:xfrm>
              <a:off x="-34217275" y="2631050"/>
              <a:ext cx="17350" cy="41775"/>
            </a:xfrm>
            <a:custGeom>
              <a:avLst/>
              <a:gdLst/>
              <a:ahLst/>
              <a:cxnLst/>
              <a:rect l="l" t="t" r="r" b="b"/>
              <a:pathLst>
                <a:path w="694" h="1671" extrusionOk="0">
                  <a:moveTo>
                    <a:pt x="347" y="0"/>
                  </a:moveTo>
                  <a:cubicBezTo>
                    <a:pt x="158" y="0"/>
                    <a:pt x="0" y="158"/>
                    <a:pt x="0" y="347"/>
                  </a:cubicBezTo>
                  <a:lnTo>
                    <a:pt x="0" y="1324"/>
                  </a:lnTo>
                  <a:cubicBezTo>
                    <a:pt x="0" y="1513"/>
                    <a:pt x="158" y="1670"/>
                    <a:pt x="347" y="1670"/>
                  </a:cubicBezTo>
                  <a:cubicBezTo>
                    <a:pt x="536" y="1670"/>
                    <a:pt x="693" y="1513"/>
                    <a:pt x="693" y="1324"/>
                  </a:cubicBezTo>
                  <a:lnTo>
                    <a:pt x="693" y="347"/>
                  </a:ln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613" name="Google Shape;6687;p63">
              <a:extLst>
                <a:ext uri="{FF2B5EF4-FFF2-40B4-BE49-F238E27FC236}">
                  <a16:creationId xmlns:a16="http://schemas.microsoft.com/office/drawing/2014/main" id="{8E50FD07-D3FD-45B5-8C2A-71E84BAAC75A}"/>
                </a:ext>
              </a:extLst>
            </p:cNvPr>
            <p:cNvSpPr/>
            <p:nvPr/>
          </p:nvSpPr>
          <p:spPr>
            <a:xfrm>
              <a:off x="-34168450" y="2704300"/>
              <a:ext cx="42550" cy="18125"/>
            </a:xfrm>
            <a:custGeom>
              <a:avLst/>
              <a:gdLst/>
              <a:ahLst/>
              <a:cxnLst/>
              <a:rect l="l" t="t" r="r" b="b"/>
              <a:pathLst>
                <a:path w="1702" h="725" extrusionOk="0">
                  <a:moveTo>
                    <a:pt x="347" y="0"/>
                  </a:moveTo>
                  <a:cubicBezTo>
                    <a:pt x="158" y="0"/>
                    <a:pt x="0" y="158"/>
                    <a:pt x="0" y="378"/>
                  </a:cubicBezTo>
                  <a:cubicBezTo>
                    <a:pt x="0" y="567"/>
                    <a:pt x="158" y="725"/>
                    <a:pt x="347" y="725"/>
                  </a:cubicBezTo>
                  <a:lnTo>
                    <a:pt x="1355" y="725"/>
                  </a:lnTo>
                  <a:cubicBezTo>
                    <a:pt x="1544" y="725"/>
                    <a:pt x="1702" y="567"/>
                    <a:pt x="1702" y="378"/>
                  </a:cubicBezTo>
                  <a:cubicBezTo>
                    <a:pt x="1670" y="158"/>
                    <a:pt x="1544" y="0"/>
                    <a:pt x="1355" y="0"/>
                  </a:cubicBezTo>
                  <a:close/>
                </a:path>
              </a:pathLst>
            </a:custGeom>
            <a:grpFill/>
            <a:ln>
              <a:noFill/>
            </a:ln>
          </p:spPr>
          <p:txBody>
            <a:bodyPr spcFirstLastPara="1" wrap="square" lIns="62728" tIns="62728" rIns="62728" bIns="62728" anchor="ctr" anchorCtr="0">
              <a:noAutofit/>
            </a:bodyPr>
            <a:lstStyle/>
            <a:p>
              <a:endParaRPr sz="764"/>
            </a:p>
          </p:txBody>
        </p:sp>
      </p:grpSp>
      <p:sp>
        <p:nvSpPr>
          <p:cNvPr id="588" name="Google Shape;6689;p63">
            <a:extLst>
              <a:ext uri="{FF2B5EF4-FFF2-40B4-BE49-F238E27FC236}">
                <a16:creationId xmlns:a16="http://schemas.microsoft.com/office/drawing/2014/main" id="{1DD7EC04-4F24-4585-B8FF-490B7C4D46B7}"/>
              </a:ext>
            </a:extLst>
          </p:cNvPr>
          <p:cNvSpPr/>
          <p:nvPr/>
        </p:nvSpPr>
        <p:spPr>
          <a:xfrm>
            <a:off x="8683848" y="3148982"/>
            <a:ext cx="229182" cy="229162"/>
          </a:xfrm>
          <a:custGeom>
            <a:avLst/>
            <a:gdLst/>
            <a:ahLst/>
            <a:cxnLst/>
            <a:rect l="l" t="t" r="r" b="b"/>
            <a:pathLst>
              <a:path w="11658" h="11657" extrusionOk="0">
                <a:moveTo>
                  <a:pt x="5829" y="662"/>
                </a:moveTo>
                <a:cubicBezTo>
                  <a:pt x="6396" y="662"/>
                  <a:pt x="6869" y="1134"/>
                  <a:pt x="6869" y="1670"/>
                </a:cubicBezTo>
                <a:cubicBezTo>
                  <a:pt x="6869" y="2237"/>
                  <a:pt x="6396" y="2741"/>
                  <a:pt x="5829" y="2741"/>
                </a:cubicBezTo>
                <a:cubicBezTo>
                  <a:pt x="5294" y="2710"/>
                  <a:pt x="4821" y="2237"/>
                  <a:pt x="4821" y="1670"/>
                </a:cubicBezTo>
                <a:cubicBezTo>
                  <a:pt x="4821" y="1134"/>
                  <a:pt x="5294" y="662"/>
                  <a:pt x="5829" y="662"/>
                </a:cubicBezTo>
                <a:close/>
                <a:moveTo>
                  <a:pt x="5829" y="3403"/>
                </a:moveTo>
                <a:cubicBezTo>
                  <a:pt x="7058" y="3403"/>
                  <a:pt x="8034" y="4316"/>
                  <a:pt x="8192" y="5451"/>
                </a:cubicBezTo>
                <a:lnTo>
                  <a:pt x="3466" y="5451"/>
                </a:lnTo>
                <a:cubicBezTo>
                  <a:pt x="3624" y="4285"/>
                  <a:pt x="4600" y="3403"/>
                  <a:pt x="5829" y="3403"/>
                </a:cubicBezTo>
                <a:close/>
                <a:moveTo>
                  <a:pt x="1702" y="8885"/>
                </a:moveTo>
                <a:cubicBezTo>
                  <a:pt x="2269" y="8885"/>
                  <a:pt x="2710" y="9357"/>
                  <a:pt x="2710" y="9924"/>
                </a:cubicBezTo>
                <a:cubicBezTo>
                  <a:pt x="2710" y="10460"/>
                  <a:pt x="2269" y="10932"/>
                  <a:pt x="1702" y="10932"/>
                </a:cubicBezTo>
                <a:cubicBezTo>
                  <a:pt x="1135" y="10932"/>
                  <a:pt x="694" y="10460"/>
                  <a:pt x="694" y="9924"/>
                </a:cubicBezTo>
                <a:cubicBezTo>
                  <a:pt x="694" y="9357"/>
                  <a:pt x="1135" y="8885"/>
                  <a:pt x="1702" y="8885"/>
                </a:cubicBezTo>
                <a:close/>
                <a:moveTo>
                  <a:pt x="5829" y="8885"/>
                </a:moveTo>
                <a:cubicBezTo>
                  <a:pt x="6396" y="8885"/>
                  <a:pt x="6869" y="9357"/>
                  <a:pt x="6869" y="9924"/>
                </a:cubicBezTo>
                <a:cubicBezTo>
                  <a:pt x="6869" y="10460"/>
                  <a:pt x="6396" y="10932"/>
                  <a:pt x="5829" y="10932"/>
                </a:cubicBezTo>
                <a:cubicBezTo>
                  <a:pt x="5294" y="10932"/>
                  <a:pt x="4821" y="10460"/>
                  <a:pt x="4821" y="9924"/>
                </a:cubicBezTo>
                <a:cubicBezTo>
                  <a:pt x="4821" y="9357"/>
                  <a:pt x="5294" y="8885"/>
                  <a:pt x="5829" y="8885"/>
                </a:cubicBezTo>
                <a:close/>
                <a:moveTo>
                  <a:pt x="9956" y="8885"/>
                </a:moveTo>
                <a:cubicBezTo>
                  <a:pt x="10523" y="8885"/>
                  <a:pt x="10996" y="9357"/>
                  <a:pt x="10996" y="9924"/>
                </a:cubicBezTo>
                <a:cubicBezTo>
                  <a:pt x="10996" y="10460"/>
                  <a:pt x="10523" y="10932"/>
                  <a:pt x="9956" y="10932"/>
                </a:cubicBezTo>
                <a:cubicBezTo>
                  <a:pt x="9421" y="10932"/>
                  <a:pt x="8948" y="10460"/>
                  <a:pt x="8948" y="9924"/>
                </a:cubicBezTo>
                <a:cubicBezTo>
                  <a:pt x="8948" y="9357"/>
                  <a:pt x="9421" y="8885"/>
                  <a:pt x="9956" y="8885"/>
                </a:cubicBezTo>
                <a:close/>
                <a:moveTo>
                  <a:pt x="5829" y="0"/>
                </a:moveTo>
                <a:cubicBezTo>
                  <a:pt x="4884" y="0"/>
                  <a:pt x="4128" y="725"/>
                  <a:pt x="4128" y="1670"/>
                </a:cubicBezTo>
                <a:cubicBezTo>
                  <a:pt x="4128" y="2143"/>
                  <a:pt x="4285" y="2584"/>
                  <a:pt x="4663" y="2899"/>
                </a:cubicBezTo>
                <a:lnTo>
                  <a:pt x="4695" y="2930"/>
                </a:lnTo>
                <a:cubicBezTo>
                  <a:pt x="3561" y="3403"/>
                  <a:pt x="2773" y="4505"/>
                  <a:pt x="2773" y="5766"/>
                </a:cubicBezTo>
                <a:cubicBezTo>
                  <a:pt x="2773" y="5955"/>
                  <a:pt x="2931" y="6144"/>
                  <a:pt x="3120" y="6144"/>
                </a:cubicBezTo>
                <a:lnTo>
                  <a:pt x="5514" y="6144"/>
                </a:lnTo>
                <a:lnTo>
                  <a:pt x="5514" y="6837"/>
                </a:lnTo>
                <a:lnTo>
                  <a:pt x="2395" y="6837"/>
                </a:lnTo>
                <a:cubicBezTo>
                  <a:pt x="1860" y="6837"/>
                  <a:pt x="1387" y="7309"/>
                  <a:pt x="1387" y="7876"/>
                </a:cubicBezTo>
                <a:lnTo>
                  <a:pt x="1387" y="8254"/>
                </a:lnTo>
                <a:cubicBezTo>
                  <a:pt x="599" y="8412"/>
                  <a:pt x="1" y="9137"/>
                  <a:pt x="1" y="9956"/>
                </a:cubicBezTo>
                <a:cubicBezTo>
                  <a:pt x="1" y="10901"/>
                  <a:pt x="757" y="11657"/>
                  <a:pt x="1702" y="11657"/>
                </a:cubicBezTo>
                <a:cubicBezTo>
                  <a:pt x="2647" y="11657"/>
                  <a:pt x="3403" y="10901"/>
                  <a:pt x="3403" y="9956"/>
                </a:cubicBezTo>
                <a:cubicBezTo>
                  <a:pt x="3403" y="9137"/>
                  <a:pt x="2805" y="8412"/>
                  <a:pt x="2017" y="8254"/>
                </a:cubicBezTo>
                <a:lnTo>
                  <a:pt x="2017" y="7876"/>
                </a:lnTo>
                <a:cubicBezTo>
                  <a:pt x="2017" y="7656"/>
                  <a:pt x="2175" y="7498"/>
                  <a:pt x="2364" y="7498"/>
                </a:cubicBezTo>
                <a:lnTo>
                  <a:pt x="5483" y="7498"/>
                </a:lnTo>
                <a:lnTo>
                  <a:pt x="5483" y="8223"/>
                </a:lnTo>
                <a:cubicBezTo>
                  <a:pt x="4695" y="8380"/>
                  <a:pt x="4096" y="9074"/>
                  <a:pt x="4096" y="9924"/>
                </a:cubicBezTo>
                <a:cubicBezTo>
                  <a:pt x="4096" y="10869"/>
                  <a:pt x="4852" y="11594"/>
                  <a:pt x="5798" y="11594"/>
                </a:cubicBezTo>
                <a:cubicBezTo>
                  <a:pt x="6743" y="11594"/>
                  <a:pt x="7499" y="10869"/>
                  <a:pt x="7499" y="9924"/>
                </a:cubicBezTo>
                <a:cubicBezTo>
                  <a:pt x="7499" y="9074"/>
                  <a:pt x="6900" y="8380"/>
                  <a:pt x="6113" y="8223"/>
                </a:cubicBezTo>
                <a:lnTo>
                  <a:pt x="6113" y="7498"/>
                </a:lnTo>
                <a:lnTo>
                  <a:pt x="9232" y="7498"/>
                </a:lnTo>
                <a:cubicBezTo>
                  <a:pt x="9421" y="7498"/>
                  <a:pt x="9578" y="7656"/>
                  <a:pt x="9578" y="7876"/>
                </a:cubicBezTo>
                <a:lnTo>
                  <a:pt x="9578" y="8254"/>
                </a:lnTo>
                <a:cubicBezTo>
                  <a:pt x="8791" y="8412"/>
                  <a:pt x="8192" y="9137"/>
                  <a:pt x="8192" y="9956"/>
                </a:cubicBezTo>
                <a:cubicBezTo>
                  <a:pt x="8192" y="10901"/>
                  <a:pt x="8948" y="11657"/>
                  <a:pt x="9893" y="11657"/>
                </a:cubicBezTo>
                <a:cubicBezTo>
                  <a:pt x="10838" y="11657"/>
                  <a:pt x="11595" y="10901"/>
                  <a:pt x="11595" y="9956"/>
                </a:cubicBezTo>
                <a:cubicBezTo>
                  <a:pt x="11658" y="9074"/>
                  <a:pt x="11059" y="8412"/>
                  <a:pt x="10271" y="8254"/>
                </a:cubicBezTo>
                <a:lnTo>
                  <a:pt x="10271" y="7876"/>
                </a:lnTo>
                <a:cubicBezTo>
                  <a:pt x="10271" y="7309"/>
                  <a:pt x="9799" y="6837"/>
                  <a:pt x="9263" y="6837"/>
                </a:cubicBezTo>
                <a:lnTo>
                  <a:pt x="6144" y="6837"/>
                </a:lnTo>
                <a:lnTo>
                  <a:pt x="6144" y="6144"/>
                </a:lnTo>
                <a:lnTo>
                  <a:pt x="8539" y="6144"/>
                </a:lnTo>
                <a:cubicBezTo>
                  <a:pt x="8759" y="6144"/>
                  <a:pt x="8917" y="5955"/>
                  <a:pt x="8917" y="5766"/>
                </a:cubicBezTo>
                <a:cubicBezTo>
                  <a:pt x="8917" y="4474"/>
                  <a:pt x="8129" y="3371"/>
                  <a:pt x="6963" y="2930"/>
                </a:cubicBezTo>
                <a:lnTo>
                  <a:pt x="7026" y="2899"/>
                </a:lnTo>
                <a:cubicBezTo>
                  <a:pt x="7341" y="2584"/>
                  <a:pt x="7530" y="2143"/>
                  <a:pt x="7530" y="1670"/>
                </a:cubicBezTo>
                <a:cubicBezTo>
                  <a:pt x="7530" y="725"/>
                  <a:pt x="6774" y="0"/>
                  <a:pt x="582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589" name="Google Shape;6690;p63">
            <a:extLst>
              <a:ext uri="{FF2B5EF4-FFF2-40B4-BE49-F238E27FC236}">
                <a16:creationId xmlns:a16="http://schemas.microsoft.com/office/drawing/2014/main" id="{EF44CA68-EFEB-4D75-AF88-C7FA8EF33BE9}"/>
              </a:ext>
            </a:extLst>
          </p:cNvPr>
          <p:cNvSpPr/>
          <p:nvPr/>
        </p:nvSpPr>
        <p:spPr>
          <a:xfrm>
            <a:off x="8677970" y="3419419"/>
            <a:ext cx="240938" cy="229635"/>
          </a:xfrm>
          <a:custGeom>
            <a:avLst/>
            <a:gdLst/>
            <a:ahLst/>
            <a:cxnLst/>
            <a:rect l="l" t="t" r="r" b="b"/>
            <a:pathLst>
              <a:path w="12256" h="11681" extrusionOk="0">
                <a:moveTo>
                  <a:pt x="8853" y="2072"/>
                </a:moveTo>
                <a:cubicBezTo>
                  <a:pt x="9121" y="2072"/>
                  <a:pt x="9389" y="2174"/>
                  <a:pt x="9578" y="2379"/>
                </a:cubicBezTo>
                <a:cubicBezTo>
                  <a:pt x="9987" y="2757"/>
                  <a:pt x="9987" y="3418"/>
                  <a:pt x="9578" y="3828"/>
                </a:cubicBezTo>
                <a:lnTo>
                  <a:pt x="8601" y="4805"/>
                </a:lnTo>
                <a:cubicBezTo>
                  <a:pt x="8444" y="4490"/>
                  <a:pt x="8254" y="4206"/>
                  <a:pt x="8002" y="3954"/>
                </a:cubicBezTo>
                <a:cubicBezTo>
                  <a:pt x="7782" y="3702"/>
                  <a:pt x="7467" y="3481"/>
                  <a:pt x="7152" y="3355"/>
                </a:cubicBezTo>
                <a:lnTo>
                  <a:pt x="8128" y="2379"/>
                </a:lnTo>
                <a:cubicBezTo>
                  <a:pt x="8317" y="2174"/>
                  <a:pt x="8585" y="2072"/>
                  <a:pt x="8853" y="2072"/>
                </a:cubicBezTo>
                <a:close/>
                <a:moveTo>
                  <a:pt x="5794" y="5110"/>
                </a:moveTo>
                <a:cubicBezTo>
                  <a:pt x="6066" y="5110"/>
                  <a:pt x="6350" y="5200"/>
                  <a:pt x="6553" y="5403"/>
                </a:cubicBezTo>
                <a:cubicBezTo>
                  <a:pt x="6837" y="5687"/>
                  <a:pt x="6900" y="6096"/>
                  <a:pt x="6774" y="6474"/>
                </a:cubicBezTo>
                <a:cubicBezTo>
                  <a:pt x="6675" y="6501"/>
                  <a:pt x="6569" y="6515"/>
                  <a:pt x="6462" y="6515"/>
                </a:cubicBezTo>
                <a:cubicBezTo>
                  <a:pt x="6192" y="6515"/>
                  <a:pt x="5915" y="6425"/>
                  <a:pt x="5734" y="6222"/>
                </a:cubicBezTo>
                <a:cubicBezTo>
                  <a:pt x="5451" y="5939"/>
                  <a:pt x="5356" y="5529"/>
                  <a:pt x="5482" y="5151"/>
                </a:cubicBezTo>
                <a:cubicBezTo>
                  <a:pt x="5580" y="5124"/>
                  <a:pt x="5686" y="5110"/>
                  <a:pt x="5794" y="5110"/>
                </a:cubicBezTo>
                <a:close/>
                <a:moveTo>
                  <a:pt x="8869" y="662"/>
                </a:moveTo>
                <a:cubicBezTo>
                  <a:pt x="9475" y="662"/>
                  <a:pt x="10082" y="898"/>
                  <a:pt x="10554" y="1371"/>
                </a:cubicBezTo>
                <a:cubicBezTo>
                  <a:pt x="11499" y="2316"/>
                  <a:pt x="11499" y="3828"/>
                  <a:pt x="10554" y="4773"/>
                </a:cubicBezTo>
                <a:lnTo>
                  <a:pt x="8160" y="7167"/>
                </a:lnTo>
                <a:cubicBezTo>
                  <a:pt x="7687" y="7640"/>
                  <a:pt x="7081" y="7876"/>
                  <a:pt x="6474" y="7876"/>
                </a:cubicBezTo>
                <a:cubicBezTo>
                  <a:pt x="5868" y="7876"/>
                  <a:pt x="5262" y="7640"/>
                  <a:pt x="4789" y="7167"/>
                </a:cubicBezTo>
                <a:cubicBezTo>
                  <a:pt x="4537" y="6947"/>
                  <a:pt x="4348" y="6632"/>
                  <a:pt x="4222" y="6254"/>
                </a:cubicBezTo>
                <a:lnTo>
                  <a:pt x="4789" y="5718"/>
                </a:lnTo>
                <a:cubicBezTo>
                  <a:pt x="4820" y="6065"/>
                  <a:pt x="4978" y="6411"/>
                  <a:pt x="5262" y="6695"/>
                </a:cubicBezTo>
                <a:cubicBezTo>
                  <a:pt x="5592" y="7026"/>
                  <a:pt x="6026" y="7191"/>
                  <a:pt x="6459" y="7191"/>
                </a:cubicBezTo>
                <a:cubicBezTo>
                  <a:pt x="6892" y="7191"/>
                  <a:pt x="7325" y="7026"/>
                  <a:pt x="7656" y="6695"/>
                </a:cubicBezTo>
                <a:lnTo>
                  <a:pt x="10050" y="4301"/>
                </a:lnTo>
                <a:cubicBezTo>
                  <a:pt x="10712" y="3639"/>
                  <a:pt x="10712" y="2568"/>
                  <a:pt x="10050" y="1906"/>
                </a:cubicBezTo>
                <a:cubicBezTo>
                  <a:pt x="9719" y="1560"/>
                  <a:pt x="9286" y="1386"/>
                  <a:pt x="8853" y="1386"/>
                </a:cubicBezTo>
                <a:cubicBezTo>
                  <a:pt x="8420" y="1386"/>
                  <a:pt x="7987" y="1560"/>
                  <a:pt x="7656" y="1906"/>
                </a:cubicBezTo>
                <a:lnTo>
                  <a:pt x="6427" y="3103"/>
                </a:lnTo>
                <a:cubicBezTo>
                  <a:pt x="6243" y="3066"/>
                  <a:pt x="6058" y="3051"/>
                  <a:pt x="5874" y="3051"/>
                </a:cubicBezTo>
                <a:cubicBezTo>
                  <a:pt x="5743" y="3051"/>
                  <a:pt x="5613" y="3059"/>
                  <a:pt x="5482" y="3072"/>
                </a:cubicBezTo>
                <a:lnTo>
                  <a:pt x="7183" y="1371"/>
                </a:lnTo>
                <a:cubicBezTo>
                  <a:pt x="7656" y="898"/>
                  <a:pt x="8262" y="662"/>
                  <a:pt x="8869" y="662"/>
                </a:cubicBezTo>
                <a:close/>
                <a:moveTo>
                  <a:pt x="3686" y="6821"/>
                </a:moveTo>
                <a:cubicBezTo>
                  <a:pt x="3844" y="7136"/>
                  <a:pt x="4033" y="7420"/>
                  <a:pt x="4253" y="7672"/>
                </a:cubicBezTo>
                <a:cubicBezTo>
                  <a:pt x="4505" y="7924"/>
                  <a:pt x="4820" y="8144"/>
                  <a:pt x="5135" y="8270"/>
                </a:cubicBezTo>
                <a:lnTo>
                  <a:pt x="4096" y="9278"/>
                </a:lnTo>
                <a:cubicBezTo>
                  <a:pt x="3907" y="9483"/>
                  <a:pt x="3647" y="9585"/>
                  <a:pt x="3383" y="9585"/>
                </a:cubicBezTo>
                <a:cubicBezTo>
                  <a:pt x="3119" y="9585"/>
                  <a:pt x="2851" y="9483"/>
                  <a:pt x="2647" y="9278"/>
                </a:cubicBezTo>
                <a:cubicBezTo>
                  <a:pt x="2269" y="8900"/>
                  <a:pt x="2269" y="8239"/>
                  <a:pt x="2647" y="7829"/>
                </a:cubicBezTo>
                <a:lnTo>
                  <a:pt x="3686" y="6821"/>
                </a:lnTo>
                <a:close/>
                <a:moveTo>
                  <a:pt x="5844" y="3718"/>
                </a:moveTo>
                <a:cubicBezTo>
                  <a:pt x="6451" y="3718"/>
                  <a:pt x="7057" y="3954"/>
                  <a:pt x="7530" y="4427"/>
                </a:cubicBezTo>
                <a:cubicBezTo>
                  <a:pt x="7782" y="4647"/>
                  <a:pt x="7971" y="4962"/>
                  <a:pt x="8097" y="5309"/>
                </a:cubicBezTo>
                <a:lnTo>
                  <a:pt x="7530" y="5876"/>
                </a:lnTo>
                <a:cubicBezTo>
                  <a:pt x="7498" y="5529"/>
                  <a:pt x="7341" y="5151"/>
                  <a:pt x="7057" y="4899"/>
                </a:cubicBezTo>
                <a:cubicBezTo>
                  <a:pt x="6726" y="4553"/>
                  <a:pt x="6293" y="4379"/>
                  <a:pt x="5860" y="4379"/>
                </a:cubicBezTo>
                <a:cubicBezTo>
                  <a:pt x="5427" y="4379"/>
                  <a:pt x="4994" y="4553"/>
                  <a:pt x="4663" y="4899"/>
                </a:cubicBezTo>
                <a:lnTo>
                  <a:pt x="2174" y="7357"/>
                </a:lnTo>
                <a:cubicBezTo>
                  <a:pt x="1512" y="8050"/>
                  <a:pt x="1512" y="9089"/>
                  <a:pt x="2174" y="9782"/>
                </a:cubicBezTo>
                <a:cubicBezTo>
                  <a:pt x="2505" y="10113"/>
                  <a:pt x="2938" y="10279"/>
                  <a:pt x="3371" y="10279"/>
                </a:cubicBezTo>
                <a:cubicBezTo>
                  <a:pt x="3804" y="10279"/>
                  <a:pt x="4238" y="10113"/>
                  <a:pt x="4568" y="9782"/>
                </a:cubicBezTo>
                <a:lnTo>
                  <a:pt x="5892" y="8459"/>
                </a:lnTo>
                <a:cubicBezTo>
                  <a:pt x="6122" y="8505"/>
                  <a:pt x="6336" y="8535"/>
                  <a:pt x="6570" y="8535"/>
                </a:cubicBezTo>
                <a:cubicBezTo>
                  <a:pt x="6656" y="8535"/>
                  <a:pt x="6744" y="8531"/>
                  <a:pt x="6837" y="8522"/>
                </a:cubicBezTo>
                <a:lnTo>
                  <a:pt x="6837" y="8522"/>
                </a:lnTo>
                <a:lnTo>
                  <a:pt x="5041" y="10286"/>
                </a:lnTo>
                <a:cubicBezTo>
                  <a:pt x="4568" y="10759"/>
                  <a:pt x="3962" y="10995"/>
                  <a:pt x="3355" y="10995"/>
                </a:cubicBezTo>
                <a:cubicBezTo>
                  <a:pt x="2749" y="10995"/>
                  <a:pt x="2143" y="10759"/>
                  <a:pt x="1670" y="10286"/>
                </a:cubicBezTo>
                <a:cubicBezTo>
                  <a:pt x="725" y="9341"/>
                  <a:pt x="725" y="7829"/>
                  <a:pt x="1670" y="6884"/>
                </a:cubicBezTo>
                <a:lnTo>
                  <a:pt x="4159" y="4427"/>
                </a:lnTo>
                <a:cubicBezTo>
                  <a:pt x="4631" y="3954"/>
                  <a:pt x="5238" y="3718"/>
                  <a:pt x="5844" y="3718"/>
                </a:cubicBezTo>
                <a:close/>
                <a:moveTo>
                  <a:pt x="8869" y="0"/>
                </a:moveTo>
                <a:cubicBezTo>
                  <a:pt x="8081" y="0"/>
                  <a:pt x="7294" y="299"/>
                  <a:pt x="6711" y="898"/>
                </a:cubicBezTo>
                <a:lnTo>
                  <a:pt x="1197" y="6411"/>
                </a:lnTo>
                <a:cubicBezTo>
                  <a:pt x="0" y="7609"/>
                  <a:pt x="0" y="9562"/>
                  <a:pt x="1197" y="10759"/>
                </a:cubicBezTo>
                <a:cubicBezTo>
                  <a:pt x="1812" y="11373"/>
                  <a:pt x="2599" y="11681"/>
                  <a:pt x="3379" y="11681"/>
                </a:cubicBezTo>
                <a:cubicBezTo>
                  <a:pt x="4159" y="11681"/>
                  <a:pt x="4931" y="11373"/>
                  <a:pt x="5514" y="10759"/>
                </a:cubicBezTo>
                <a:lnTo>
                  <a:pt x="11027" y="5246"/>
                </a:lnTo>
                <a:cubicBezTo>
                  <a:pt x="12256" y="4017"/>
                  <a:pt x="12256" y="2095"/>
                  <a:pt x="11027" y="898"/>
                </a:cubicBezTo>
                <a:cubicBezTo>
                  <a:pt x="10444" y="299"/>
                  <a:pt x="9656" y="0"/>
                  <a:pt x="886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590" name="Google Shape;6691;p63">
            <a:extLst>
              <a:ext uri="{FF2B5EF4-FFF2-40B4-BE49-F238E27FC236}">
                <a16:creationId xmlns:a16="http://schemas.microsoft.com/office/drawing/2014/main" id="{8022E3EC-4075-481C-9461-F8888B306F07}"/>
              </a:ext>
            </a:extLst>
          </p:cNvPr>
          <p:cNvGrpSpPr/>
          <p:nvPr/>
        </p:nvGrpSpPr>
        <p:grpSpPr>
          <a:xfrm>
            <a:off x="10133982" y="2856879"/>
            <a:ext cx="229182" cy="228553"/>
            <a:chOff x="-30805300" y="1938725"/>
            <a:chExt cx="291450" cy="290650"/>
          </a:xfrm>
          <a:solidFill>
            <a:schemeClr val="tx1"/>
          </a:solidFill>
        </p:grpSpPr>
        <p:sp>
          <p:nvSpPr>
            <p:cNvPr id="608" name="Google Shape;6692;p63">
              <a:extLst>
                <a:ext uri="{FF2B5EF4-FFF2-40B4-BE49-F238E27FC236}">
                  <a16:creationId xmlns:a16="http://schemas.microsoft.com/office/drawing/2014/main" id="{43194CCE-7F59-4773-9BF2-79CA3DF7F606}"/>
                </a:ext>
              </a:extLst>
            </p:cNvPr>
            <p:cNvSpPr/>
            <p:nvPr/>
          </p:nvSpPr>
          <p:spPr>
            <a:xfrm>
              <a:off x="-30805300" y="1938725"/>
              <a:ext cx="291450" cy="290650"/>
            </a:xfrm>
            <a:custGeom>
              <a:avLst/>
              <a:gdLst/>
              <a:ahLst/>
              <a:cxnLst/>
              <a:rect l="l" t="t" r="r" b="b"/>
              <a:pathLst>
                <a:path w="11658" h="11626" extrusionOk="0">
                  <a:moveTo>
                    <a:pt x="6806" y="694"/>
                  </a:moveTo>
                  <a:lnTo>
                    <a:pt x="6806" y="1450"/>
                  </a:lnTo>
                  <a:lnTo>
                    <a:pt x="6112" y="1450"/>
                  </a:lnTo>
                  <a:lnTo>
                    <a:pt x="6112" y="694"/>
                  </a:lnTo>
                  <a:close/>
                  <a:moveTo>
                    <a:pt x="10586" y="4821"/>
                  </a:moveTo>
                  <a:cubicBezTo>
                    <a:pt x="10807" y="4821"/>
                    <a:pt x="10964" y="5010"/>
                    <a:pt x="10964" y="5199"/>
                  </a:cubicBezTo>
                  <a:cubicBezTo>
                    <a:pt x="10964" y="5388"/>
                    <a:pt x="10807" y="5545"/>
                    <a:pt x="10586" y="5545"/>
                  </a:cubicBezTo>
                  <a:lnTo>
                    <a:pt x="8570" y="5545"/>
                  </a:lnTo>
                  <a:cubicBezTo>
                    <a:pt x="8349" y="5545"/>
                    <a:pt x="8192" y="5388"/>
                    <a:pt x="8192" y="5199"/>
                  </a:cubicBezTo>
                  <a:cubicBezTo>
                    <a:pt x="8192" y="5010"/>
                    <a:pt x="8349" y="4821"/>
                    <a:pt x="8570" y="4821"/>
                  </a:cubicBezTo>
                  <a:close/>
                  <a:moveTo>
                    <a:pt x="6459" y="3529"/>
                  </a:moveTo>
                  <a:cubicBezTo>
                    <a:pt x="7089" y="3529"/>
                    <a:pt x="7656" y="3844"/>
                    <a:pt x="7971" y="4411"/>
                  </a:cubicBezTo>
                  <a:cubicBezTo>
                    <a:pt x="7688" y="4600"/>
                    <a:pt x="7499" y="4915"/>
                    <a:pt x="7499" y="5262"/>
                  </a:cubicBezTo>
                  <a:cubicBezTo>
                    <a:pt x="7499" y="5388"/>
                    <a:pt x="7530" y="5545"/>
                    <a:pt x="7562" y="5672"/>
                  </a:cubicBezTo>
                  <a:cubicBezTo>
                    <a:pt x="7121" y="5703"/>
                    <a:pt x="6806" y="6113"/>
                    <a:pt x="6806" y="6585"/>
                  </a:cubicBezTo>
                  <a:cubicBezTo>
                    <a:pt x="6806" y="6680"/>
                    <a:pt x="6806" y="6774"/>
                    <a:pt x="6869" y="6900"/>
                  </a:cubicBezTo>
                  <a:cubicBezTo>
                    <a:pt x="6743" y="6932"/>
                    <a:pt x="6617" y="6932"/>
                    <a:pt x="6459" y="6932"/>
                  </a:cubicBezTo>
                  <a:cubicBezTo>
                    <a:pt x="5514" y="6932"/>
                    <a:pt x="4758" y="6176"/>
                    <a:pt x="4758" y="5230"/>
                  </a:cubicBezTo>
                  <a:cubicBezTo>
                    <a:pt x="4758" y="4285"/>
                    <a:pt x="5514" y="3529"/>
                    <a:pt x="6459" y="3529"/>
                  </a:cubicBezTo>
                  <a:close/>
                  <a:moveTo>
                    <a:pt x="9893" y="6207"/>
                  </a:moveTo>
                  <a:cubicBezTo>
                    <a:pt x="10082" y="6207"/>
                    <a:pt x="10240" y="6365"/>
                    <a:pt x="10240" y="6585"/>
                  </a:cubicBezTo>
                  <a:cubicBezTo>
                    <a:pt x="10240" y="6774"/>
                    <a:pt x="10082" y="6932"/>
                    <a:pt x="9893" y="6932"/>
                  </a:cubicBezTo>
                  <a:lnTo>
                    <a:pt x="7845" y="6932"/>
                  </a:lnTo>
                  <a:cubicBezTo>
                    <a:pt x="7656" y="6932"/>
                    <a:pt x="7499" y="6774"/>
                    <a:pt x="7499" y="6585"/>
                  </a:cubicBezTo>
                  <a:cubicBezTo>
                    <a:pt x="7499" y="6365"/>
                    <a:pt x="7656" y="6207"/>
                    <a:pt x="7845" y="6207"/>
                  </a:cubicBezTo>
                  <a:close/>
                  <a:moveTo>
                    <a:pt x="9231" y="7562"/>
                  </a:moveTo>
                  <a:cubicBezTo>
                    <a:pt x="9420" y="7562"/>
                    <a:pt x="9578" y="7719"/>
                    <a:pt x="9578" y="7908"/>
                  </a:cubicBezTo>
                  <a:cubicBezTo>
                    <a:pt x="9578" y="8097"/>
                    <a:pt x="9420" y="8255"/>
                    <a:pt x="9231" y="8255"/>
                  </a:cubicBezTo>
                  <a:lnTo>
                    <a:pt x="7845" y="8255"/>
                  </a:lnTo>
                  <a:cubicBezTo>
                    <a:pt x="7656" y="8255"/>
                    <a:pt x="7499" y="8097"/>
                    <a:pt x="7499" y="7908"/>
                  </a:cubicBezTo>
                  <a:cubicBezTo>
                    <a:pt x="7499" y="7719"/>
                    <a:pt x="7656" y="7562"/>
                    <a:pt x="7845" y="7562"/>
                  </a:cubicBezTo>
                  <a:close/>
                  <a:moveTo>
                    <a:pt x="6595" y="2171"/>
                  </a:moveTo>
                  <a:cubicBezTo>
                    <a:pt x="7889" y="2171"/>
                    <a:pt x="8963" y="3033"/>
                    <a:pt x="9389" y="4159"/>
                  </a:cubicBezTo>
                  <a:lnTo>
                    <a:pt x="8633" y="4159"/>
                  </a:lnTo>
                  <a:cubicBezTo>
                    <a:pt x="8223" y="3340"/>
                    <a:pt x="7404" y="2805"/>
                    <a:pt x="6459" y="2805"/>
                  </a:cubicBezTo>
                  <a:cubicBezTo>
                    <a:pt x="5136" y="2805"/>
                    <a:pt x="4065" y="3844"/>
                    <a:pt x="4065" y="5199"/>
                  </a:cubicBezTo>
                  <a:cubicBezTo>
                    <a:pt x="4065" y="6522"/>
                    <a:pt x="5136" y="7593"/>
                    <a:pt x="6459" y="7593"/>
                  </a:cubicBezTo>
                  <a:cubicBezTo>
                    <a:pt x="6617" y="7593"/>
                    <a:pt x="6743" y="7593"/>
                    <a:pt x="6900" y="7562"/>
                  </a:cubicBezTo>
                  <a:lnTo>
                    <a:pt x="6900" y="7562"/>
                  </a:lnTo>
                  <a:cubicBezTo>
                    <a:pt x="6869" y="7688"/>
                    <a:pt x="6806" y="7782"/>
                    <a:pt x="6806" y="7940"/>
                  </a:cubicBezTo>
                  <a:cubicBezTo>
                    <a:pt x="6806" y="8066"/>
                    <a:pt x="6806" y="8192"/>
                    <a:pt x="6869" y="8255"/>
                  </a:cubicBezTo>
                  <a:cubicBezTo>
                    <a:pt x="6743" y="8255"/>
                    <a:pt x="6585" y="8318"/>
                    <a:pt x="6459" y="8318"/>
                  </a:cubicBezTo>
                  <a:cubicBezTo>
                    <a:pt x="4758" y="8318"/>
                    <a:pt x="3403" y="6932"/>
                    <a:pt x="3403" y="5230"/>
                  </a:cubicBezTo>
                  <a:cubicBezTo>
                    <a:pt x="3403" y="3529"/>
                    <a:pt x="4758" y="2174"/>
                    <a:pt x="6459" y="2174"/>
                  </a:cubicBezTo>
                  <a:cubicBezTo>
                    <a:pt x="6505" y="2172"/>
                    <a:pt x="6550" y="2171"/>
                    <a:pt x="6595" y="2171"/>
                  </a:cubicBezTo>
                  <a:close/>
                  <a:moveTo>
                    <a:pt x="8538" y="8917"/>
                  </a:moveTo>
                  <a:cubicBezTo>
                    <a:pt x="8759" y="8917"/>
                    <a:pt x="8916" y="9074"/>
                    <a:pt x="8916" y="9295"/>
                  </a:cubicBezTo>
                  <a:cubicBezTo>
                    <a:pt x="8853" y="9484"/>
                    <a:pt x="8696" y="9641"/>
                    <a:pt x="8538" y="9641"/>
                  </a:cubicBezTo>
                  <a:lnTo>
                    <a:pt x="7877" y="9641"/>
                  </a:lnTo>
                  <a:cubicBezTo>
                    <a:pt x="7688" y="9641"/>
                    <a:pt x="7530" y="9484"/>
                    <a:pt x="7530" y="9295"/>
                  </a:cubicBezTo>
                  <a:cubicBezTo>
                    <a:pt x="7530" y="9074"/>
                    <a:pt x="7688" y="8917"/>
                    <a:pt x="7877" y="8917"/>
                  </a:cubicBezTo>
                  <a:close/>
                  <a:moveTo>
                    <a:pt x="3592" y="1765"/>
                  </a:moveTo>
                  <a:cubicBezTo>
                    <a:pt x="3655" y="2111"/>
                    <a:pt x="3655" y="2427"/>
                    <a:pt x="3592" y="2805"/>
                  </a:cubicBezTo>
                  <a:cubicBezTo>
                    <a:pt x="3025" y="3466"/>
                    <a:pt x="2710" y="4285"/>
                    <a:pt x="2710" y="5199"/>
                  </a:cubicBezTo>
                  <a:cubicBezTo>
                    <a:pt x="2710" y="7278"/>
                    <a:pt x="4411" y="8917"/>
                    <a:pt x="6459" y="8917"/>
                  </a:cubicBezTo>
                  <a:cubicBezTo>
                    <a:pt x="6585" y="8917"/>
                    <a:pt x="6743" y="8917"/>
                    <a:pt x="6869" y="8885"/>
                  </a:cubicBezTo>
                  <a:lnTo>
                    <a:pt x="6869" y="8885"/>
                  </a:lnTo>
                  <a:cubicBezTo>
                    <a:pt x="6806" y="9011"/>
                    <a:pt x="6774" y="9137"/>
                    <a:pt x="6774" y="9232"/>
                  </a:cubicBezTo>
                  <a:cubicBezTo>
                    <a:pt x="6774" y="9358"/>
                    <a:pt x="6806" y="9484"/>
                    <a:pt x="6806" y="9610"/>
                  </a:cubicBezTo>
                  <a:lnTo>
                    <a:pt x="4915" y="9610"/>
                  </a:lnTo>
                  <a:cubicBezTo>
                    <a:pt x="4537" y="9641"/>
                    <a:pt x="4096" y="9830"/>
                    <a:pt x="3781" y="10145"/>
                  </a:cubicBezTo>
                  <a:lnTo>
                    <a:pt x="3088" y="10870"/>
                  </a:lnTo>
                  <a:lnTo>
                    <a:pt x="788" y="8633"/>
                  </a:lnTo>
                  <a:lnTo>
                    <a:pt x="1544" y="7908"/>
                  </a:lnTo>
                  <a:cubicBezTo>
                    <a:pt x="1859" y="7593"/>
                    <a:pt x="2048" y="7152"/>
                    <a:pt x="2048" y="6680"/>
                  </a:cubicBezTo>
                  <a:lnTo>
                    <a:pt x="2048" y="3655"/>
                  </a:lnTo>
                  <a:cubicBezTo>
                    <a:pt x="2048" y="3592"/>
                    <a:pt x="2080" y="3498"/>
                    <a:pt x="2143" y="3435"/>
                  </a:cubicBezTo>
                  <a:lnTo>
                    <a:pt x="3592" y="1765"/>
                  </a:lnTo>
                  <a:close/>
                  <a:moveTo>
                    <a:pt x="5167" y="1"/>
                  </a:moveTo>
                  <a:cubicBezTo>
                    <a:pt x="4978" y="1"/>
                    <a:pt x="4821" y="158"/>
                    <a:pt x="4821" y="347"/>
                  </a:cubicBezTo>
                  <a:cubicBezTo>
                    <a:pt x="4821" y="536"/>
                    <a:pt x="4978" y="694"/>
                    <a:pt x="5167" y="694"/>
                  </a:cubicBezTo>
                  <a:lnTo>
                    <a:pt x="5514" y="694"/>
                  </a:lnTo>
                  <a:lnTo>
                    <a:pt x="5514" y="1576"/>
                  </a:lnTo>
                  <a:cubicBezTo>
                    <a:pt x="5136" y="1702"/>
                    <a:pt x="4726" y="1891"/>
                    <a:pt x="4380" y="2111"/>
                  </a:cubicBezTo>
                  <a:cubicBezTo>
                    <a:pt x="4380" y="1796"/>
                    <a:pt x="4317" y="1481"/>
                    <a:pt x="4222" y="1229"/>
                  </a:cubicBezTo>
                  <a:lnTo>
                    <a:pt x="4159" y="977"/>
                  </a:lnTo>
                  <a:cubicBezTo>
                    <a:pt x="4096" y="851"/>
                    <a:pt x="4033" y="788"/>
                    <a:pt x="3907" y="757"/>
                  </a:cubicBezTo>
                  <a:cubicBezTo>
                    <a:pt x="3872" y="739"/>
                    <a:pt x="3839" y="731"/>
                    <a:pt x="3808" y="731"/>
                  </a:cubicBezTo>
                  <a:cubicBezTo>
                    <a:pt x="3728" y="731"/>
                    <a:pt x="3660" y="783"/>
                    <a:pt x="3592" y="851"/>
                  </a:cubicBezTo>
                  <a:lnTo>
                    <a:pt x="1702" y="2962"/>
                  </a:lnTo>
                  <a:cubicBezTo>
                    <a:pt x="1544" y="3151"/>
                    <a:pt x="1418" y="3372"/>
                    <a:pt x="1418" y="3624"/>
                  </a:cubicBezTo>
                  <a:lnTo>
                    <a:pt x="1418" y="6648"/>
                  </a:lnTo>
                  <a:cubicBezTo>
                    <a:pt x="1418" y="6932"/>
                    <a:pt x="1292" y="7152"/>
                    <a:pt x="1103" y="7373"/>
                  </a:cubicBezTo>
                  <a:lnTo>
                    <a:pt x="127" y="8349"/>
                  </a:lnTo>
                  <a:cubicBezTo>
                    <a:pt x="64" y="8412"/>
                    <a:pt x="1" y="8507"/>
                    <a:pt x="1" y="8570"/>
                  </a:cubicBezTo>
                  <a:cubicBezTo>
                    <a:pt x="1" y="8664"/>
                    <a:pt x="32" y="8790"/>
                    <a:pt x="127" y="8822"/>
                  </a:cubicBezTo>
                  <a:lnTo>
                    <a:pt x="2867" y="11531"/>
                  </a:lnTo>
                  <a:cubicBezTo>
                    <a:pt x="2930" y="11594"/>
                    <a:pt x="3025" y="11626"/>
                    <a:pt x="3116" y="11626"/>
                  </a:cubicBezTo>
                  <a:cubicBezTo>
                    <a:pt x="3206" y="11626"/>
                    <a:pt x="3293" y="11594"/>
                    <a:pt x="3340" y="11531"/>
                  </a:cubicBezTo>
                  <a:lnTo>
                    <a:pt x="4348" y="10555"/>
                  </a:lnTo>
                  <a:cubicBezTo>
                    <a:pt x="4537" y="10366"/>
                    <a:pt x="4758" y="10240"/>
                    <a:pt x="5041" y="10240"/>
                  </a:cubicBezTo>
                  <a:lnTo>
                    <a:pt x="8601" y="10240"/>
                  </a:lnTo>
                  <a:cubicBezTo>
                    <a:pt x="9137" y="10240"/>
                    <a:pt x="9610" y="9767"/>
                    <a:pt x="9610" y="9200"/>
                  </a:cubicBezTo>
                  <a:cubicBezTo>
                    <a:pt x="9610" y="9106"/>
                    <a:pt x="9578" y="8948"/>
                    <a:pt x="9547" y="8822"/>
                  </a:cubicBezTo>
                  <a:cubicBezTo>
                    <a:pt x="9956" y="8696"/>
                    <a:pt x="10303" y="8318"/>
                    <a:pt x="10303" y="7845"/>
                  </a:cubicBezTo>
                  <a:cubicBezTo>
                    <a:pt x="10303" y="7719"/>
                    <a:pt x="10240" y="7562"/>
                    <a:pt x="10208" y="7436"/>
                  </a:cubicBezTo>
                  <a:cubicBezTo>
                    <a:pt x="10649" y="7310"/>
                    <a:pt x="10964" y="6932"/>
                    <a:pt x="10964" y="6459"/>
                  </a:cubicBezTo>
                  <a:cubicBezTo>
                    <a:pt x="10964" y="6333"/>
                    <a:pt x="10933" y="6176"/>
                    <a:pt x="10870" y="6050"/>
                  </a:cubicBezTo>
                  <a:cubicBezTo>
                    <a:pt x="11027" y="6018"/>
                    <a:pt x="11185" y="5955"/>
                    <a:pt x="11342" y="5798"/>
                  </a:cubicBezTo>
                  <a:cubicBezTo>
                    <a:pt x="11563" y="5577"/>
                    <a:pt x="11657" y="5325"/>
                    <a:pt x="11657" y="5041"/>
                  </a:cubicBezTo>
                  <a:cubicBezTo>
                    <a:pt x="11657" y="4758"/>
                    <a:pt x="11563" y="4474"/>
                    <a:pt x="11342" y="4285"/>
                  </a:cubicBezTo>
                  <a:cubicBezTo>
                    <a:pt x="11122" y="4285"/>
                    <a:pt x="10870" y="4159"/>
                    <a:pt x="10586" y="4159"/>
                  </a:cubicBezTo>
                  <a:lnTo>
                    <a:pt x="10145" y="4159"/>
                  </a:lnTo>
                  <a:cubicBezTo>
                    <a:pt x="9767" y="2899"/>
                    <a:pt x="8790" y="1922"/>
                    <a:pt x="7530" y="1576"/>
                  </a:cubicBezTo>
                  <a:lnTo>
                    <a:pt x="7530" y="694"/>
                  </a:lnTo>
                  <a:lnTo>
                    <a:pt x="7877" y="694"/>
                  </a:lnTo>
                  <a:cubicBezTo>
                    <a:pt x="8097" y="694"/>
                    <a:pt x="8255" y="536"/>
                    <a:pt x="8255" y="347"/>
                  </a:cubicBezTo>
                  <a:cubicBezTo>
                    <a:pt x="8255" y="158"/>
                    <a:pt x="8097" y="1"/>
                    <a:pt x="7877" y="1"/>
                  </a:cubicBezTo>
                  <a:close/>
                </a:path>
              </a:pathLst>
            </a:custGeom>
            <a:grpFill/>
            <a:ln>
              <a:noFill/>
            </a:ln>
          </p:spPr>
          <p:txBody>
            <a:bodyPr spcFirstLastPara="1" wrap="square" lIns="62728" tIns="62728" rIns="62728" bIns="62728" anchor="ctr" anchorCtr="0">
              <a:noAutofit/>
            </a:bodyPr>
            <a:lstStyle/>
            <a:p>
              <a:endParaRPr sz="764"/>
            </a:p>
          </p:txBody>
        </p:sp>
        <p:sp>
          <p:nvSpPr>
            <p:cNvPr id="609" name="Google Shape;6693;p63">
              <a:extLst>
                <a:ext uri="{FF2B5EF4-FFF2-40B4-BE49-F238E27FC236}">
                  <a16:creationId xmlns:a16="http://schemas.microsoft.com/office/drawing/2014/main" id="{E4F7FD45-9EE6-4C79-919E-85852D72CBA1}"/>
                </a:ext>
              </a:extLst>
            </p:cNvPr>
            <p:cNvSpPr/>
            <p:nvPr/>
          </p:nvSpPr>
          <p:spPr>
            <a:xfrm>
              <a:off x="-30670625" y="2042700"/>
              <a:ext cx="35475" cy="35450"/>
            </a:xfrm>
            <a:custGeom>
              <a:avLst/>
              <a:gdLst/>
              <a:ahLst/>
              <a:cxnLst/>
              <a:rect l="l" t="t" r="r" b="b"/>
              <a:pathLst>
                <a:path w="1419" h="1418" extrusionOk="0">
                  <a:moveTo>
                    <a:pt x="1072" y="0"/>
                  </a:moveTo>
                  <a:cubicBezTo>
                    <a:pt x="883" y="0"/>
                    <a:pt x="725" y="158"/>
                    <a:pt x="725" y="378"/>
                  </a:cubicBezTo>
                  <a:lnTo>
                    <a:pt x="725" y="725"/>
                  </a:lnTo>
                  <a:lnTo>
                    <a:pt x="379" y="725"/>
                  </a:lnTo>
                  <a:cubicBezTo>
                    <a:pt x="158" y="725"/>
                    <a:pt x="1" y="882"/>
                    <a:pt x="1" y="1071"/>
                  </a:cubicBezTo>
                  <a:cubicBezTo>
                    <a:pt x="1" y="1260"/>
                    <a:pt x="158" y="1418"/>
                    <a:pt x="379" y="1418"/>
                  </a:cubicBezTo>
                  <a:lnTo>
                    <a:pt x="1041" y="1418"/>
                  </a:lnTo>
                  <a:cubicBezTo>
                    <a:pt x="1230" y="1418"/>
                    <a:pt x="1387" y="1260"/>
                    <a:pt x="1387" y="1071"/>
                  </a:cubicBezTo>
                  <a:lnTo>
                    <a:pt x="1387" y="410"/>
                  </a:lnTo>
                  <a:cubicBezTo>
                    <a:pt x="1419" y="158"/>
                    <a:pt x="1261" y="0"/>
                    <a:pt x="107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91" name="Google Shape;6694;p63">
            <a:extLst>
              <a:ext uri="{FF2B5EF4-FFF2-40B4-BE49-F238E27FC236}">
                <a16:creationId xmlns:a16="http://schemas.microsoft.com/office/drawing/2014/main" id="{4D520608-FBF0-4550-901C-54BF4F20ED8B}"/>
              </a:ext>
            </a:extLst>
          </p:cNvPr>
          <p:cNvGrpSpPr/>
          <p:nvPr/>
        </p:nvGrpSpPr>
        <p:grpSpPr>
          <a:xfrm>
            <a:off x="10134296" y="3149029"/>
            <a:ext cx="228553" cy="228926"/>
            <a:chOff x="-30805300" y="2298675"/>
            <a:chExt cx="290650" cy="291125"/>
          </a:xfrm>
          <a:solidFill>
            <a:schemeClr val="tx1"/>
          </a:solidFill>
        </p:grpSpPr>
        <p:sp>
          <p:nvSpPr>
            <p:cNvPr id="604" name="Google Shape;6695;p63">
              <a:extLst>
                <a:ext uri="{FF2B5EF4-FFF2-40B4-BE49-F238E27FC236}">
                  <a16:creationId xmlns:a16="http://schemas.microsoft.com/office/drawing/2014/main" id="{3B820579-E6D2-44D3-8103-23152624E8C7}"/>
                </a:ext>
              </a:extLst>
            </p:cNvPr>
            <p:cNvSpPr/>
            <p:nvPr/>
          </p:nvSpPr>
          <p:spPr>
            <a:xfrm>
              <a:off x="-30720225" y="2419175"/>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605" name="Google Shape;6696;p63">
              <a:extLst>
                <a:ext uri="{FF2B5EF4-FFF2-40B4-BE49-F238E27FC236}">
                  <a16:creationId xmlns:a16="http://schemas.microsoft.com/office/drawing/2014/main" id="{D26B765A-715E-4B90-B987-5FA6216B3EAE}"/>
                </a:ext>
              </a:extLst>
            </p:cNvPr>
            <p:cNvSpPr/>
            <p:nvPr/>
          </p:nvSpPr>
          <p:spPr>
            <a:xfrm>
              <a:off x="-30635175" y="2453250"/>
              <a:ext cx="87450" cy="69125"/>
            </a:xfrm>
            <a:custGeom>
              <a:avLst/>
              <a:gdLst/>
              <a:ahLst/>
              <a:cxnLst/>
              <a:rect l="l" t="t" r="r" b="b"/>
              <a:pathLst>
                <a:path w="3498" h="2765" extrusionOk="0">
                  <a:moveTo>
                    <a:pt x="3124" y="0"/>
                  </a:moveTo>
                  <a:cubicBezTo>
                    <a:pt x="3033" y="0"/>
                    <a:pt x="2946" y="40"/>
                    <a:pt x="2899" y="118"/>
                  </a:cubicBezTo>
                  <a:lnTo>
                    <a:pt x="1040" y="1946"/>
                  </a:lnTo>
                  <a:lnTo>
                    <a:pt x="599" y="1505"/>
                  </a:lnTo>
                  <a:cubicBezTo>
                    <a:pt x="536" y="1442"/>
                    <a:pt x="450" y="1410"/>
                    <a:pt x="363" y="1410"/>
                  </a:cubicBezTo>
                  <a:cubicBezTo>
                    <a:pt x="276" y="1410"/>
                    <a:pt x="190" y="1442"/>
                    <a:pt x="127" y="1505"/>
                  </a:cubicBezTo>
                  <a:cubicBezTo>
                    <a:pt x="1" y="1631"/>
                    <a:pt x="1" y="1851"/>
                    <a:pt x="127" y="1977"/>
                  </a:cubicBezTo>
                  <a:lnTo>
                    <a:pt x="788" y="2639"/>
                  </a:lnTo>
                  <a:cubicBezTo>
                    <a:pt x="883" y="2733"/>
                    <a:pt x="977" y="2765"/>
                    <a:pt x="1040" y="2765"/>
                  </a:cubicBezTo>
                  <a:cubicBezTo>
                    <a:pt x="1103" y="2765"/>
                    <a:pt x="1198" y="2733"/>
                    <a:pt x="1261" y="2639"/>
                  </a:cubicBezTo>
                  <a:lnTo>
                    <a:pt x="3372" y="591"/>
                  </a:lnTo>
                  <a:cubicBezTo>
                    <a:pt x="3498" y="496"/>
                    <a:pt x="3498" y="244"/>
                    <a:pt x="3372" y="118"/>
                  </a:cubicBezTo>
                  <a:cubicBezTo>
                    <a:pt x="3309" y="40"/>
                    <a:pt x="3214" y="0"/>
                    <a:pt x="3124" y="0"/>
                  </a:cubicBezTo>
                  <a:close/>
                </a:path>
              </a:pathLst>
            </a:custGeom>
            <a:grpFill/>
            <a:ln>
              <a:noFill/>
            </a:ln>
          </p:spPr>
          <p:txBody>
            <a:bodyPr spcFirstLastPara="1" wrap="square" lIns="62728" tIns="62728" rIns="62728" bIns="62728" anchor="ctr" anchorCtr="0">
              <a:noAutofit/>
            </a:bodyPr>
            <a:lstStyle/>
            <a:p>
              <a:endParaRPr sz="764"/>
            </a:p>
          </p:txBody>
        </p:sp>
        <p:sp>
          <p:nvSpPr>
            <p:cNvPr id="606" name="Google Shape;6697;p63">
              <a:extLst>
                <a:ext uri="{FF2B5EF4-FFF2-40B4-BE49-F238E27FC236}">
                  <a16:creationId xmlns:a16="http://schemas.microsoft.com/office/drawing/2014/main" id="{FC7F5C5F-66E8-4DEE-8452-4E7E14E243AF}"/>
                </a:ext>
              </a:extLst>
            </p:cNvPr>
            <p:cNvSpPr/>
            <p:nvPr/>
          </p:nvSpPr>
          <p:spPr>
            <a:xfrm>
              <a:off x="-30805300" y="2298675"/>
              <a:ext cx="290650" cy="291125"/>
            </a:xfrm>
            <a:custGeom>
              <a:avLst/>
              <a:gdLst/>
              <a:ahLst/>
              <a:cxnLst/>
              <a:rect l="l" t="t" r="r" b="b"/>
              <a:pathLst>
                <a:path w="11626" h="11645" extrusionOk="0">
                  <a:moveTo>
                    <a:pt x="5797" y="630"/>
                  </a:moveTo>
                  <a:cubicBezTo>
                    <a:pt x="6333" y="630"/>
                    <a:pt x="6806" y="1103"/>
                    <a:pt x="6806" y="1670"/>
                  </a:cubicBezTo>
                  <a:lnTo>
                    <a:pt x="6806" y="4096"/>
                  </a:lnTo>
                  <a:lnTo>
                    <a:pt x="6459" y="4096"/>
                  </a:lnTo>
                  <a:cubicBezTo>
                    <a:pt x="5514" y="4096"/>
                    <a:pt x="4758" y="4852"/>
                    <a:pt x="4758" y="5797"/>
                  </a:cubicBezTo>
                  <a:lnTo>
                    <a:pt x="4758" y="6144"/>
                  </a:lnTo>
                  <a:lnTo>
                    <a:pt x="3088" y="6144"/>
                  </a:lnTo>
                  <a:lnTo>
                    <a:pt x="3088" y="6207"/>
                  </a:lnTo>
                  <a:cubicBezTo>
                    <a:pt x="2993" y="6207"/>
                    <a:pt x="2930" y="6238"/>
                    <a:pt x="2836" y="6270"/>
                  </a:cubicBezTo>
                  <a:lnTo>
                    <a:pt x="2017" y="7057"/>
                  </a:lnTo>
                  <a:lnTo>
                    <a:pt x="2017" y="6490"/>
                  </a:lnTo>
                  <a:cubicBezTo>
                    <a:pt x="2017" y="6301"/>
                    <a:pt x="1859" y="6144"/>
                    <a:pt x="1670" y="6144"/>
                  </a:cubicBezTo>
                  <a:cubicBezTo>
                    <a:pt x="1103" y="6144"/>
                    <a:pt x="631" y="5671"/>
                    <a:pt x="631" y="5136"/>
                  </a:cubicBezTo>
                  <a:lnTo>
                    <a:pt x="631" y="1670"/>
                  </a:lnTo>
                  <a:cubicBezTo>
                    <a:pt x="631" y="1103"/>
                    <a:pt x="1103" y="630"/>
                    <a:pt x="1670" y="630"/>
                  </a:cubicBezTo>
                  <a:close/>
                  <a:moveTo>
                    <a:pt x="9925" y="4852"/>
                  </a:moveTo>
                  <a:cubicBezTo>
                    <a:pt x="10492" y="4852"/>
                    <a:pt x="10964" y="5325"/>
                    <a:pt x="10964" y="5860"/>
                  </a:cubicBezTo>
                  <a:lnTo>
                    <a:pt x="10964" y="8601"/>
                  </a:lnTo>
                  <a:cubicBezTo>
                    <a:pt x="10964" y="9137"/>
                    <a:pt x="10492" y="9609"/>
                    <a:pt x="9925" y="9609"/>
                  </a:cubicBezTo>
                  <a:lnTo>
                    <a:pt x="8538" y="9609"/>
                  </a:lnTo>
                  <a:cubicBezTo>
                    <a:pt x="8475" y="9609"/>
                    <a:pt x="8349" y="9672"/>
                    <a:pt x="8318" y="9735"/>
                  </a:cubicBezTo>
                  <a:lnTo>
                    <a:pt x="7530" y="10523"/>
                  </a:lnTo>
                  <a:lnTo>
                    <a:pt x="7530" y="9987"/>
                  </a:lnTo>
                  <a:cubicBezTo>
                    <a:pt x="7530" y="9767"/>
                    <a:pt x="7373" y="9609"/>
                    <a:pt x="7184" y="9609"/>
                  </a:cubicBezTo>
                  <a:lnTo>
                    <a:pt x="6491" y="9609"/>
                  </a:lnTo>
                  <a:cubicBezTo>
                    <a:pt x="5955" y="9609"/>
                    <a:pt x="5482" y="9137"/>
                    <a:pt x="5482" y="8601"/>
                  </a:cubicBezTo>
                  <a:lnTo>
                    <a:pt x="5482" y="5860"/>
                  </a:lnTo>
                  <a:cubicBezTo>
                    <a:pt x="5482" y="5325"/>
                    <a:pt x="5955" y="4852"/>
                    <a:pt x="6491" y="4852"/>
                  </a:cubicBezTo>
                  <a:close/>
                  <a:moveTo>
                    <a:pt x="1702" y="0"/>
                  </a:moveTo>
                  <a:cubicBezTo>
                    <a:pt x="757" y="0"/>
                    <a:pt x="1" y="756"/>
                    <a:pt x="1" y="1702"/>
                  </a:cubicBezTo>
                  <a:lnTo>
                    <a:pt x="1" y="5167"/>
                  </a:lnTo>
                  <a:cubicBezTo>
                    <a:pt x="1" y="5986"/>
                    <a:pt x="599" y="6711"/>
                    <a:pt x="1387" y="6868"/>
                  </a:cubicBezTo>
                  <a:lnTo>
                    <a:pt x="1387" y="7940"/>
                  </a:lnTo>
                  <a:cubicBezTo>
                    <a:pt x="1387" y="8034"/>
                    <a:pt x="1450" y="8192"/>
                    <a:pt x="1576" y="8255"/>
                  </a:cubicBezTo>
                  <a:cubicBezTo>
                    <a:pt x="1618" y="8265"/>
                    <a:pt x="1663" y="8272"/>
                    <a:pt x="1708" y="8272"/>
                  </a:cubicBezTo>
                  <a:cubicBezTo>
                    <a:pt x="1796" y="8272"/>
                    <a:pt x="1880" y="8244"/>
                    <a:pt x="1922" y="8160"/>
                  </a:cubicBezTo>
                  <a:lnTo>
                    <a:pt x="3246" y="6900"/>
                  </a:lnTo>
                  <a:lnTo>
                    <a:pt x="4821" y="6900"/>
                  </a:lnTo>
                  <a:lnTo>
                    <a:pt x="4821" y="8601"/>
                  </a:lnTo>
                  <a:cubicBezTo>
                    <a:pt x="4821" y="9546"/>
                    <a:pt x="5545" y="10302"/>
                    <a:pt x="6491" y="10302"/>
                  </a:cubicBezTo>
                  <a:lnTo>
                    <a:pt x="6869" y="10302"/>
                  </a:lnTo>
                  <a:lnTo>
                    <a:pt x="6869" y="11311"/>
                  </a:lnTo>
                  <a:cubicBezTo>
                    <a:pt x="6869" y="11468"/>
                    <a:pt x="6932" y="11594"/>
                    <a:pt x="7058" y="11626"/>
                  </a:cubicBezTo>
                  <a:cubicBezTo>
                    <a:pt x="7104" y="11637"/>
                    <a:pt x="7154" y="11644"/>
                    <a:pt x="7202" y="11644"/>
                  </a:cubicBezTo>
                  <a:cubicBezTo>
                    <a:pt x="7286" y="11644"/>
                    <a:pt x="7364" y="11623"/>
                    <a:pt x="7404" y="11563"/>
                  </a:cubicBezTo>
                  <a:lnTo>
                    <a:pt x="8664" y="10302"/>
                  </a:lnTo>
                  <a:lnTo>
                    <a:pt x="9925" y="10302"/>
                  </a:lnTo>
                  <a:cubicBezTo>
                    <a:pt x="10870" y="10302"/>
                    <a:pt x="11626" y="9546"/>
                    <a:pt x="11626" y="8601"/>
                  </a:cubicBezTo>
                  <a:lnTo>
                    <a:pt x="11626" y="5892"/>
                  </a:lnTo>
                  <a:cubicBezTo>
                    <a:pt x="11626" y="4884"/>
                    <a:pt x="10870" y="4159"/>
                    <a:pt x="9925" y="4159"/>
                  </a:cubicBezTo>
                  <a:lnTo>
                    <a:pt x="7530" y="4159"/>
                  </a:lnTo>
                  <a:lnTo>
                    <a:pt x="7530" y="1702"/>
                  </a:lnTo>
                  <a:cubicBezTo>
                    <a:pt x="7530" y="756"/>
                    <a:pt x="6774" y="0"/>
                    <a:pt x="5829" y="0"/>
                  </a:cubicBezTo>
                  <a:close/>
                </a:path>
              </a:pathLst>
            </a:custGeom>
            <a:grpFill/>
            <a:ln>
              <a:noFill/>
            </a:ln>
          </p:spPr>
          <p:txBody>
            <a:bodyPr spcFirstLastPara="1" wrap="square" lIns="62728" tIns="62728" rIns="62728" bIns="62728" anchor="ctr" anchorCtr="0">
              <a:noAutofit/>
            </a:bodyPr>
            <a:lstStyle/>
            <a:p>
              <a:endParaRPr sz="764"/>
            </a:p>
          </p:txBody>
        </p:sp>
        <p:sp>
          <p:nvSpPr>
            <p:cNvPr id="607" name="Google Shape;6698;p63">
              <a:extLst>
                <a:ext uri="{FF2B5EF4-FFF2-40B4-BE49-F238E27FC236}">
                  <a16:creationId xmlns:a16="http://schemas.microsoft.com/office/drawing/2014/main" id="{53F03552-D565-436A-BFAC-ABE9FD1FE5CD}"/>
                </a:ext>
              </a:extLst>
            </p:cNvPr>
            <p:cNvSpPr/>
            <p:nvPr/>
          </p:nvSpPr>
          <p:spPr>
            <a:xfrm>
              <a:off x="-30737575" y="2332550"/>
              <a:ext cx="53600" cy="69325"/>
            </a:xfrm>
            <a:custGeom>
              <a:avLst/>
              <a:gdLst/>
              <a:ahLst/>
              <a:cxnLst/>
              <a:rect l="l" t="t" r="r" b="b"/>
              <a:pathLst>
                <a:path w="2144" h="2773" extrusionOk="0">
                  <a:moveTo>
                    <a:pt x="1041" y="0"/>
                  </a:moveTo>
                  <a:cubicBezTo>
                    <a:pt x="474" y="0"/>
                    <a:pt x="1" y="473"/>
                    <a:pt x="1" y="1008"/>
                  </a:cubicBezTo>
                  <a:cubicBezTo>
                    <a:pt x="1" y="1197"/>
                    <a:pt x="158" y="1355"/>
                    <a:pt x="379" y="1355"/>
                  </a:cubicBezTo>
                  <a:cubicBezTo>
                    <a:pt x="568" y="1355"/>
                    <a:pt x="726" y="1197"/>
                    <a:pt x="726" y="1008"/>
                  </a:cubicBezTo>
                  <a:cubicBezTo>
                    <a:pt x="726" y="819"/>
                    <a:pt x="883" y="662"/>
                    <a:pt x="1072" y="662"/>
                  </a:cubicBezTo>
                  <a:cubicBezTo>
                    <a:pt x="1293" y="662"/>
                    <a:pt x="1450" y="819"/>
                    <a:pt x="1450" y="1008"/>
                  </a:cubicBezTo>
                  <a:cubicBezTo>
                    <a:pt x="1450" y="1103"/>
                    <a:pt x="1324" y="1292"/>
                    <a:pt x="1198" y="1323"/>
                  </a:cubicBezTo>
                  <a:cubicBezTo>
                    <a:pt x="915" y="1449"/>
                    <a:pt x="757" y="1701"/>
                    <a:pt x="757" y="1953"/>
                  </a:cubicBezTo>
                  <a:lnTo>
                    <a:pt x="757" y="2426"/>
                  </a:lnTo>
                  <a:cubicBezTo>
                    <a:pt x="757" y="2615"/>
                    <a:pt x="915" y="2772"/>
                    <a:pt x="1135" y="2772"/>
                  </a:cubicBezTo>
                  <a:cubicBezTo>
                    <a:pt x="1324" y="2772"/>
                    <a:pt x="1482" y="2615"/>
                    <a:pt x="1482" y="2426"/>
                  </a:cubicBezTo>
                  <a:lnTo>
                    <a:pt x="1482" y="1953"/>
                  </a:lnTo>
                  <a:cubicBezTo>
                    <a:pt x="1860" y="1796"/>
                    <a:pt x="2143" y="1418"/>
                    <a:pt x="2143" y="1008"/>
                  </a:cubicBezTo>
                  <a:cubicBezTo>
                    <a:pt x="2049" y="473"/>
                    <a:pt x="1576" y="0"/>
                    <a:pt x="104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92" name="Google Shape;6699;p63">
            <a:extLst>
              <a:ext uri="{FF2B5EF4-FFF2-40B4-BE49-F238E27FC236}">
                <a16:creationId xmlns:a16="http://schemas.microsoft.com/office/drawing/2014/main" id="{EAC52AAC-D538-4E37-924A-5BDEF2410CAF}"/>
              </a:ext>
            </a:extLst>
          </p:cNvPr>
          <p:cNvGrpSpPr/>
          <p:nvPr/>
        </p:nvGrpSpPr>
        <p:grpSpPr>
          <a:xfrm>
            <a:off x="9849664" y="3149129"/>
            <a:ext cx="229162" cy="229162"/>
            <a:chOff x="-30806075" y="2657050"/>
            <a:chExt cx="291425" cy="291425"/>
          </a:xfrm>
          <a:solidFill>
            <a:schemeClr val="tx1"/>
          </a:solidFill>
        </p:grpSpPr>
        <p:sp>
          <p:nvSpPr>
            <p:cNvPr id="601" name="Google Shape;6700;p63">
              <a:extLst>
                <a:ext uri="{FF2B5EF4-FFF2-40B4-BE49-F238E27FC236}">
                  <a16:creationId xmlns:a16="http://schemas.microsoft.com/office/drawing/2014/main" id="{61E28268-225D-47AF-BF49-6041A3B754ED}"/>
                </a:ext>
              </a:extLst>
            </p:cNvPr>
            <p:cNvSpPr/>
            <p:nvPr/>
          </p:nvSpPr>
          <p:spPr>
            <a:xfrm>
              <a:off x="-30806075" y="2657050"/>
              <a:ext cx="291425" cy="291425"/>
            </a:xfrm>
            <a:custGeom>
              <a:avLst/>
              <a:gdLst/>
              <a:ahLst/>
              <a:cxnLst/>
              <a:rect l="l" t="t" r="r" b="b"/>
              <a:pathLst>
                <a:path w="11657" h="11657" extrusionOk="0">
                  <a:moveTo>
                    <a:pt x="5828" y="693"/>
                  </a:moveTo>
                  <a:cubicBezTo>
                    <a:pt x="8664" y="693"/>
                    <a:pt x="10995" y="2993"/>
                    <a:pt x="10995" y="5828"/>
                  </a:cubicBezTo>
                  <a:cubicBezTo>
                    <a:pt x="10995" y="8664"/>
                    <a:pt x="8664" y="10995"/>
                    <a:pt x="5828" y="10995"/>
                  </a:cubicBezTo>
                  <a:cubicBezTo>
                    <a:pt x="2993" y="10995"/>
                    <a:pt x="662" y="8664"/>
                    <a:pt x="662" y="5828"/>
                  </a:cubicBezTo>
                  <a:cubicBezTo>
                    <a:pt x="662" y="2993"/>
                    <a:pt x="2993" y="693"/>
                    <a:pt x="5828" y="693"/>
                  </a:cubicBezTo>
                  <a:close/>
                  <a:moveTo>
                    <a:pt x="5828" y="0"/>
                  </a:moveTo>
                  <a:cubicBezTo>
                    <a:pt x="2583" y="0"/>
                    <a:pt x="0" y="2646"/>
                    <a:pt x="0" y="5828"/>
                  </a:cubicBezTo>
                  <a:cubicBezTo>
                    <a:pt x="0" y="9073"/>
                    <a:pt x="2646" y="11657"/>
                    <a:pt x="5828" y="11657"/>
                  </a:cubicBezTo>
                  <a:cubicBezTo>
                    <a:pt x="9042" y="11657"/>
                    <a:pt x="11657" y="9042"/>
                    <a:pt x="11657" y="5828"/>
                  </a:cubicBezTo>
                  <a:cubicBezTo>
                    <a:pt x="11657" y="2646"/>
                    <a:pt x="9042" y="0"/>
                    <a:pt x="5828" y="0"/>
                  </a:cubicBezTo>
                  <a:close/>
                </a:path>
              </a:pathLst>
            </a:custGeom>
            <a:grpFill/>
            <a:ln>
              <a:noFill/>
            </a:ln>
          </p:spPr>
          <p:txBody>
            <a:bodyPr spcFirstLastPara="1" wrap="square" lIns="62728" tIns="62728" rIns="62728" bIns="62728" anchor="ctr" anchorCtr="0">
              <a:noAutofit/>
            </a:bodyPr>
            <a:lstStyle/>
            <a:p>
              <a:endParaRPr sz="764"/>
            </a:p>
          </p:txBody>
        </p:sp>
        <p:sp>
          <p:nvSpPr>
            <p:cNvPr id="602" name="Google Shape;6701;p63">
              <a:extLst>
                <a:ext uri="{FF2B5EF4-FFF2-40B4-BE49-F238E27FC236}">
                  <a16:creationId xmlns:a16="http://schemas.microsoft.com/office/drawing/2014/main" id="{70C3CF04-F278-4C90-B3BC-38A6385EC068}"/>
                </a:ext>
              </a:extLst>
            </p:cNvPr>
            <p:cNvSpPr/>
            <p:nvPr/>
          </p:nvSpPr>
          <p:spPr>
            <a:xfrm>
              <a:off x="-30771425" y="2692475"/>
              <a:ext cx="222125" cy="222925"/>
            </a:xfrm>
            <a:custGeom>
              <a:avLst/>
              <a:gdLst/>
              <a:ahLst/>
              <a:cxnLst/>
              <a:rect l="l" t="t" r="r" b="b"/>
              <a:pathLst>
                <a:path w="8885" h="8917" extrusionOk="0">
                  <a:moveTo>
                    <a:pt x="4442" y="725"/>
                  </a:moveTo>
                  <a:cubicBezTo>
                    <a:pt x="6522" y="725"/>
                    <a:pt x="8192" y="2427"/>
                    <a:pt x="8192" y="4474"/>
                  </a:cubicBezTo>
                  <a:cubicBezTo>
                    <a:pt x="8192" y="6522"/>
                    <a:pt x="6522" y="8192"/>
                    <a:pt x="4442" y="8192"/>
                  </a:cubicBezTo>
                  <a:cubicBezTo>
                    <a:pt x="2363" y="8192"/>
                    <a:pt x="693" y="6522"/>
                    <a:pt x="693" y="4474"/>
                  </a:cubicBezTo>
                  <a:cubicBezTo>
                    <a:pt x="693" y="2427"/>
                    <a:pt x="2395" y="725"/>
                    <a:pt x="4442" y="725"/>
                  </a:cubicBezTo>
                  <a:close/>
                  <a:moveTo>
                    <a:pt x="4442" y="1"/>
                  </a:moveTo>
                  <a:cubicBezTo>
                    <a:pt x="1985" y="1"/>
                    <a:pt x="0" y="2017"/>
                    <a:pt x="0" y="4474"/>
                  </a:cubicBezTo>
                  <a:cubicBezTo>
                    <a:pt x="0" y="6900"/>
                    <a:pt x="1985" y="8917"/>
                    <a:pt x="4442" y="8917"/>
                  </a:cubicBezTo>
                  <a:cubicBezTo>
                    <a:pt x="6868" y="8917"/>
                    <a:pt x="8885" y="6900"/>
                    <a:pt x="8885" y="4474"/>
                  </a:cubicBezTo>
                  <a:cubicBezTo>
                    <a:pt x="8885" y="2017"/>
                    <a:pt x="6868" y="1"/>
                    <a:pt x="4442" y="1"/>
                  </a:cubicBezTo>
                  <a:close/>
                </a:path>
              </a:pathLst>
            </a:custGeom>
            <a:grpFill/>
            <a:ln>
              <a:noFill/>
            </a:ln>
          </p:spPr>
          <p:txBody>
            <a:bodyPr spcFirstLastPara="1" wrap="square" lIns="62728" tIns="62728" rIns="62728" bIns="62728" anchor="ctr" anchorCtr="0">
              <a:noAutofit/>
            </a:bodyPr>
            <a:lstStyle/>
            <a:p>
              <a:endParaRPr sz="764"/>
            </a:p>
          </p:txBody>
        </p:sp>
        <p:sp>
          <p:nvSpPr>
            <p:cNvPr id="603" name="Google Shape;6702;p63">
              <a:extLst>
                <a:ext uri="{FF2B5EF4-FFF2-40B4-BE49-F238E27FC236}">
                  <a16:creationId xmlns:a16="http://schemas.microsoft.com/office/drawing/2014/main" id="{E7AF84DB-944D-4812-BC55-14CA68387742}"/>
                </a:ext>
              </a:extLst>
            </p:cNvPr>
            <p:cNvSpPr/>
            <p:nvPr/>
          </p:nvSpPr>
          <p:spPr>
            <a:xfrm>
              <a:off x="-30669050" y="2726350"/>
              <a:ext cx="52025" cy="119150"/>
            </a:xfrm>
            <a:custGeom>
              <a:avLst/>
              <a:gdLst/>
              <a:ahLst/>
              <a:cxnLst/>
              <a:rect l="l" t="t" r="r" b="b"/>
              <a:pathLst>
                <a:path w="2081" h="4766" extrusionOk="0">
                  <a:moveTo>
                    <a:pt x="347" y="0"/>
                  </a:moveTo>
                  <a:cubicBezTo>
                    <a:pt x="158" y="0"/>
                    <a:pt x="1" y="158"/>
                    <a:pt x="1" y="347"/>
                  </a:cubicBezTo>
                  <a:lnTo>
                    <a:pt x="1" y="3056"/>
                  </a:lnTo>
                  <a:cubicBezTo>
                    <a:pt x="1" y="3151"/>
                    <a:pt x="32" y="3277"/>
                    <a:pt x="95" y="3308"/>
                  </a:cubicBezTo>
                  <a:lnTo>
                    <a:pt x="1482" y="4695"/>
                  </a:lnTo>
                  <a:cubicBezTo>
                    <a:pt x="1545" y="4742"/>
                    <a:pt x="1631" y="4766"/>
                    <a:pt x="1718" y="4766"/>
                  </a:cubicBezTo>
                  <a:cubicBezTo>
                    <a:pt x="1805" y="4766"/>
                    <a:pt x="1891" y="4742"/>
                    <a:pt x="1954" y="4695"/>
                  </a:cubicBezTo>
                  <a:cubicBezTo>
                    <a:pt x="2080" y="4569"/>
                    <a:pt x="2080" y="4317"/>
                    <a:pt x="1954" y="4222"/>
                  </a:cubicBezTo>
                  <a:lnTo>
                    <a:pt x="694" y="2962"/>
                  </a:lnTo>
                  <a:lnTo>
                    <a:pt x="694" y="347"/>
                  </a:lnTo>
                  <a:cubicBezTo>
                    <a:pt x="694" y="158"/>
                    <a:pt x="536" y="0"/>
                    <a:pt x="34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93" name="Google Shape;6703;p63">
            <a:extLst>
              <a:ext uri="{FF2B5EF4-FFF2-40B4-BE49-F238E27FC236}">
                <a16:creationId xmlns:a16="http://schemas.microsoft.com/office/drawing/2014/main" id="{4707D415-2537-4FB8-B63C-50836B44AFC0}"/>
              </a:ext>
            </a:extLst>
          </p:cNvPr>
          <p:cNvGrpSpPr/>
          <p:nvPr/>
        </p:nvGrpSpPr>
        <p:grpSpPr>
          <a:xfrm>
            <a:off x="10711575" y="3148910"/>
            <a:ext cx="229162" cy="229162"/>
            <a:chOff x="-30064925" y="2332550"/>
            <a:chExt cx="291425" cy="291425"/>
          </a:xfrm>
          <a:solidFill>
            <a:schemeClr val="tx1"/>
          </a:solidFill>
        </p:grpSpPr>
        <p:sp>
          <p:nvSpPr>
            <p:cNvPr id="598" name="Google Shape;6704;p63">
              <a:extLst>
                <a:ext uri="{FF2B5EF4-FFF2-40B4-BE49-F238E27FC236}">
                  <a16:creationId xmlns:a16="http://schemas.microsoft.com/office/drawing/2014/main" id="{492B4914-E578-4B82-A9F7-A1008D5463E4}"/>
                </a:ext>
              </a:extLst>
            </p:cNvPr>
            <p:cNvSpPr/>
            <p:nvPr/>
          </p:nvSpPr>
          <p:spPr>
            <a:xfrm>
              <a:off x="-30064925" y="2332550"/>
              <a:ext cx="291425" cy="291425"/>
            </a:xfrm>
            <a:custGeom>
              <a:avLst/>
              <a:gdLst/>
              <a:ahLst/>
              <a:cxnLst/>
              <a:rect l="l" t="t" r="r" b="b"/>
              <a:pathLst>
                <a:path w="11657" h="11657" extrusionOk="0">
                  <a:moveTo>
                    <a:pt x="5829" y="662"/>
                  </a:moveTo>
                  <a:cubicBezTo>
                    <a:pt x="8664" y="662"/>
                    <a:pt x="10995" y="2993"/>
                    <a:pt x="10995" y="5828"/>
                  </a:cubicBezTo>
                  <a:cubicBezTo>
                    <a:pt x="10995" y="8695"/>
                    <a:pt x="8664" y="10995"/>
                    <a:pt x="5829" y="10995"/>
                  </a:cubicBezTo>
                  <a:cubicBezTo>
                    <a:pt x="2993" y="10995"/>
                    <a:pt x="662" y="8664"/>
                    <a:pt x="662" y="5828"/>
                  </a:cubicBezTo>
                  <a:cubicBezTo>
                    <a:pt x="662" y="2993"/>
                    <a:pt x="2993" y="662"/>
                    <a:pt x="5829" y="662"/>
                  </a:cubicBezTo>
                  <a:close/>
                  <a:moveTo>
                    <a:pt x="5829" y="0"/>
                  </a:moveTo>
                  <a:cubicBezTo>
                    <a:pt x="2615" y="0"/>
                    <a:pt x="0" y="2615"/>
                    <a:pt x="0" y="5828"/>
                  </a:cubicBezTo>
                  <a:cubicBezTo>
                    <a:pt x="0" y="9042"/>
                    <a:pt x="2647" y="11657"/>
                    <a:pt x="5829" y="11657"/>
                  </a:cubicBezTo>
                  <a:cubicBezTo>
                    <a:pt x="9074" y="11657"/>
                    <a:pt x="11657" y="9010"/>
                    <a:pt x="11657" y="5828"/>
                  </a:cubicBezTo>
                  <a:cubicBezTo>
                    <a:pt x="11657" y="2646"/>
                    <a:pt x="9074" y="0"/>
                    <a:pt x="5829" y="0"/>
                  </a:cubicBezTo>
                  <a:close/>
                </a:path>
              </a:pathLst>
            </a:custGeom>
            <a:grpFill/>
            <a:ln>
              <a:noFill/>
            </a:ln>
          </p:spPr>
          <p:txBody>
            <a:bodyPr spcFirstLastPara="1" wrap="square" lIns="62728" tIns="62728" rIns="62728" bIns="62728" anchor="ctr" anchorCtr="0">
              <a:noAutofit/>
            </a:bodyPr>
            <a:lstStyle/>
            <a:p>
              <a:endParaRPr sz="764"/>
            </a:p>
          </p:txBody>
        </p:sp>
        <p:sp>
          <p:nvSpPr>
            <p:cNvPr id="599" name="Google Shape;6705;p63">
              <a:extLst>
                <a:ext uri="{FF2B5EF4-FFF2-40B4-BE49-F238E27FC236}">
                  <a16:creationId xmlns:a16="http://schemas.microsoft.com/office/drawing/2014/main" id="{5A024CA9-3453-43BE-95A4-48EC60FC3012}"/>
                </a:ext>
              </a:extLst>
            </p:cNvPr>
            <p:cNvSpPr/>
            <p:nvPr/>
          </p:nvSpPr>
          <p:spPr>
            <a:xfrm>
              <a:off x="-29944425" y="2384525"/>
              <a:ext cx="51225" cy="51225"/>
            </a:xfrm>
            <a:custGeom>
              <a:avLst/>
              <a:gdLst/>
              <a:ahLst/>
              <a:cxnLst/>
              <a:rect l="l" t="t" r="r" b="b"/>
              <a:pathLst>
                <a:path w="2049" h="2049" extrusionOk="0">
                  <a:moveTo>
                    <a:pt x="1009" y="662"/>
                  </a:moveTo>
                  <a:cubicBezTo>
                    <a:pt x="1198" y="662"/>
                    <a:pt x="1355" y="819"/>
                    <a:pt x="1355" y="1040"/>
                  </a:cubicBezTo>
                  <a:cubicBezTo>
                    <a:pt x="1355" y="1229"/>
                    <a:pt x="1198" y="1387"/>
                    <a:pt x="1009" y="1387"/>
                  </a:cubicBezTo>
                  <a:cubicBezTo>
                    <a:pt x="820" y="1387"/>
                    <a:pt x="662" y="1229"/>
                    <a:pt x="662" y="1040"/>
                  </a:cubicBezTo>
                  <a:cubicBezTo>
                    <a:pt x="662" y="819"/>
                    <a:pt x="820" y="662"/>
                    <a:pt x="1009" y="662"/>
                  </a:cubicBezTo>
                  <a:close/>
                  <a:moveTo>
                    <a:pt x="1009" y="0"/>
                  </a:moveTo>
                  <a:cubicBezTo>
                    <a:pt x="473" y="0"/>
                    <a:pt x="0" y="473"/>
                    <a:pt x="0" y="1040"/>
                  </a:cubicBezTo>
                  <a:cubicBezTo>
                    <a:pt x="0" y="1576"/>
                    <a:pt x="473" y="2048"/>
                    <a:pt x="1009" y="2048"/>
                  </a:cubicBezTo>
                  <a:cubicBezTo>
                    <a:pt x="1576" y="2048"/>
                    <a:pt x="2048" y="1576"/>
                    <a:pt x="2048" y="1040"/>
                  </a:cubicBezTo>
                  <a:cubicBezTo>
                    <a:pt x="2048" y="473"/>
                    <a:pt x="1607" y="0"/>
                    <a:pt x="1009" y="0"/>
                  </a:cubicBezTo>
                  <a:close/>
                </a:path>
              </a:pathLst>
            </a:custGeom>
            <a:grpFill/>
            <a:ln>
              <a:noFill/>
            </a:ln>
          </p:spPr>
          <p:txBody>
            <a:bodyPr spcFirstLastPara="1" wrap="square" lIns="62728" tIns="62728" rIns="62728" bIns="62728" anchor="ctr" anchorCtr="0">
              <a:noAutofit/>
            </a:bodyPr>
            <a:lstStyle/>
            <a:p>
              <a:endParaRPr sz="764"/>
            </a:p>
          </p:txBody>
        </p:sp>
        <p:sp>
          <p:nvSpPr>
            <p:cNvPr id="600" name="Google Shape;6706;p63">
              <a:extLst>
                <a:ext uri="{FF2B5EF4-FFF2-40B4-BE49-F238E27FC236}">
                  <a16:creationId xmlns:a16="http://schemas.microsoft.com/office/drawing/2014/main" id="{2B02C984-D790-4CFB-AA21-04400F92609F}"/>
                </a:ext>
              </a:extLst>
            </p:cNvPr>
            <p:cNvSpPr/>
            <p:nvPr/>
          </p:nvSpPr>
          <p:spPr>
            <a:xfrm>
              <a:off x="-29944425" y="2452250"/>
              <a:ext cx="51225" cy="119750"/>
            </a:xfrm>
            <a:custGeom>
              <a:avLst/>
              <a:gdLst/>
              <a:ahLst/>
              <a:cxnLst/>
              <a:rect l="l" t="t" r="r" b="b"/>
              <a:pathLst>
                <a:path w="2049" h="4790" extrusionOk="0">
                  <a:moveTo>
                    <a:pt x="1009" y="725"/>
                  </a:moveTo>
                  <a:cubicBezTo>
                    <a:pt x="1198" y="725"/>
                    <a:pt x="1355" y="883"/>
                    <a:pt x="1355" y="1072"/>
                  </a:cubicBezTo>
                  <a:lnTo>
                    <a:pt x="1355" y="3781"/>
                  </a:lnTo>
                  <a:cubicBezTo>
                    <a:pt x="1355" y="4002"/>
                    <a:pt x="1198" y="4159"/>
                    <a:pt x="1009" y="4159"/>
                  </a:cubicBezTo>
                  <a:cubicBezTo>
                    <a:pt x="820" y="4159"/>
                    <a:pt x="662" y="4002"/>
                    <a:pt x="662" y="3781"/>
                  </a:cubicBezTo>
                  <a:lnTo>
                    <a:pt x="662" y="1072"/>
                  </a:lnTo>
                  <a:cubicBezTo>
                    <a:pt x="662" y="883"/>
                    <a:pt x="820" y="725"/>
                    <a:pt x="1009" y="725"/>
                  </a:cubicBezTo>
                  <a:close/>
                  <a:moveTo>
                    <a:pt x="1009" y="1"/>
                  </a:moveTo>
                  <a:cubicBezTo>
                    <a:pt x="473" y="1"/>
                    <a:pt x="0" y="473"/>
                    <a:pt x="0" y="1040"/>
                  </a:cubicBezTo>
                  <a:lnTo>
                    <a:pt x="0" y="3750"/>
                  </a:lnTo>
                  <a:cubicBezTo>
                    <a:pt x="0" y="4317"/>
                    <a:pt x="473" y="4790"/>
                    <a:pt x="1009" y="4790"/>
                  </a:cubicBezTo>
                  <a:cubicBezTo>
                    <a:pt x="1576" y="4790"/>
                    <a:pt x="2048" y="4317"/>
                    <a:pt x="2048" y="3750"/>
                  </a:cubicBezTo>
                  <a:lnTo>
                    <a:pt x="2048" y="1040"/>
                  </a:lnTo>
                  <a:cubicBezTo>
                    <a:pt x="2048" y="473"/>
                    <a:pt x="1607" y="1"/>
                    <a:pt x="100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594" name="Google Shape;6969;p63">
            <a:extLst>
              <a:ext uri="{FF2B5EF4-FFF2-40B4-BE49-F238E27FC236}">
                <a16:creationId xmlns:a16="http://schemas.microsoft.com/office/drawing/2014/main" id="{02966741-10FA-4CD4-ABA9-EE867393FAF6}"/>
              </a:ext>
            </a:extLst>
          </p:cNvPr>
          <p:cNvGrpSpPr/>
          <p:nvPr/>
        </p:nvGrpSpPr>
        <p:grpSpPr>
          <a:xfrm>
            <a:off x="10423324" y="2853776"/>
            <a:ext cx="226100" cy="225468"/>
            <a:chOff x="2821450" y="2957850"/>
            <a:chExt cx="259275" cy="258550"/>
          </a:xfrm>
          <a:solidFill>
            <a:schemeClr val="tx1"/>
          </a:solidFill>
        </p:grpSpPr>
        <p:sp>
          <p:nvSpPr>
            <p:cNvPr id="595" name="Google Shape;6970;p63">
              <a:extLst>
                <a:ext uri="{FF2B5EF4-FFF2-40B4-BE49-F238E27FC236}">
                  <a16:creationId xmlns:a16="http://schemas.microsoft.com/office/drawing/2014/main" id="{9C473FB4-524A-4893-98C0-0B87E3F5EA14}"/>
                </a:ext>
              </a:extLst>
            </p:cNvPr>
            <p:cNvSpPr/>
            <p:nvPr/>
          </p:nvSpPr>
          <p:spPr>
            <a:xfrm>
              <a:off x="2821450" y="3080500"/>
              <a:ext cx="259275" cy="135900"/>
            </a:xfrm>
            <a:custGeom>
              <a:avLst/>
              <a:gdLst/>
              <a:ahLst/>
              <a:cxnLst/>
              <a:rect l="l" t="t" r="r" b="b"/>
              <a:pathLst>
                <a:path w="10371" h="5436" extrusionOk="0">
                  <a:moveTo>
                    <a:pt x="2677" y="585"/>
                  </a:moveTo>
                  <a:cubicBezTo>
                    <a:pt x="3151" y="585"/>
                    <a:pt x="3569" y="1004"/>
                    <a:pt x="3569" y="1505"/>
                  </a:cubicBezTo>
                  <a:cubicBezTo>
                    <a:pt x="3569" y="1979"/>
                    <a:pt x="3151" y="2397"/>
                    <a:pt x="2677" y="2397"/>
                  </a:cubicBezTo>
                  <a:cubicBezTo>
                    <a:pt x="2147" y="2397"/>
                    <a:pt x="1757" y="1979"/>
                    <a:pt x="1757" y="1505"/>
                  </a:cubicBezTo>
                  <a:cubicBezTo>
                    <a:pt x="1757" y="1004"/>
                    <a:pt x="2175" y="585"/>
                    <a:pt x="2677" y="585"/>
                  </a:cubicBezTo>
                  <a:close/>
                  <a:moveTo>
                    <a:pt x="7555" y="585"/>
                  </a:moveTo>
                  <a:cubicBezTo>
                    <a:pt x="8029" y="585"/>
                    <a:pt x="8447" y="1004"/>
                    <a:pt x="8447" y="1505"/>
                  </a:cubicBezTo>
                  <a:cubicBezTo>
                    <a:pt x="8447" y="1979"/>
                    <a:pt x="8029" y="2397"/>
                    <a:pt x="7555" y="2397"/>
                  </a:cubicBezTo>
                  <a:cubicBezTo>
                    <a:pt x="7025" y="2397"/>
                    <a:pt x="6635" y="1979"/>
                    <a:pt x="6635" y="1505"/>
                  </a:cubicBezTo>
                  <a:cubicBezTo>
                    <a:pt x="6635" y="1004"/>
                    <a:pt x="7053" y="585"/>
                    <a:pt x="7555" y="585"/>
                  </a:cubicBezTo>
                  <a:close/>
                  <a:moveTo>
                    <a:pt x="2677" y="2983"/>
                  </a:moveTo>
                  <a:cubicBezTo>
                    <a:pt x="3736" y="2983"/>
                    <a:pt x="4628" y="3791"/>
                    <a:pt x="4795" y="4795"/>
                  </a:cubicBezTo>
                  <a:lnTo>
                    <a:pt x="586" y="4795"/>
                  </a:lnTo>
                  <a:cubicBezTo>
                    <a:pt x="698" y="3791"/>
                    <a:pt x="1618" y="2983"/>
                    <a:pt x="2677" y="2983"/>
                  </a:cubicBezTo>
                  <a:close/>
                  <a:moveTo>
                    <a:pt x="7555" y="2983"/>
                  </a:moveTo>
                  <a:cubicBezTo>
                    <a:pt x="8614" y="2983"/>
                    <a:pt x="9506" y="3791"/>
                    <a:pt x="9646" y="4795"/>
                  </a:cubicBezTo>
                  <a:lnTo>
                    <a:pt x="5409" y="4795"/>
                  </a:lnTo>
                  <a:cubicBezTo>
                    <a:pt x="5548" y="3791"/>
                    <a:pt x="6468" y="2983"/>
                    <a:pt x="7555" y="2983"/>
                  </a:cubicBezTo>
                  <a:close/>
                  <a:moveTo>
                    <a:pt x="2733" y="0"/>
                  </a:moveTo>
                  <a:cubicBezTo>
                    <a:pt x="1896" y="0"/>
                    <a:pt x="1227" y="669"/>
                    <a:pt x="1227" y="1505"/>
                  </a:cubicBezTo>
                  <a:cubicBezTo>
                    <a:pt x="1227" y="1951"/>
                    <a:pt x="1395" y="2342"/>
                    <a:pt x="1729" y="2620"/>
                  </a:cubicBezTo>
                  <a:cubicBezTo>
                    <a:pt x="698" y="3039"/>
                    <a:pt x="1" y="4014"/>
                    <a:pt x="1" y="5129"/>
                  </a:cubicBezTo>
                  <a:cubicBezTo>
                    <a:pt x="1" y="5296"/>
                    <a:pt x="140" y="5436"/>
                    <a:pt x="335" y="5436"/>
                  </a:cubicBezTo>
                  <a:lnTo>
                    <a:pt x="10036" y="5436"/>
                  </a:lnTo>
                  <a:cubicBezTo>
                    <a:pt x="10231" y="5436"/>
                    <a:pt x="10370" y="5296"/>
                    <a:pt x="10370" y="5129"/>
                  </a:cubicBezTo>
                  <a:cubicBezTo>
                    <a:pt x="10259" y="3958"/>
                    <a:pt x="9562" y="2983"/>
                    <a:pt x="8559" y="2620"/>
                  </a:cubicBezTo>
                  <a:cubicBezTo>
                    <a:pt x="8865" y="2342"/>
                    <a:pt x="9032" y="1951"/>
                    <a:pt x="9032" y="1505"/>
                  </a:cubicBezTo>
                  <a:cubicBezTo>
                    <a:pt x="9032" y="669"/>
                    <a:pt x="8391" y="0"/>
                    <a:pt x="7555" y="0"/>
                  </a:cubicBezTo>
                  <a:cubicBezTo>
                    <a:pt x="6719" y="0"/>
                    <a:pt x="6050" y="669"/>
                    <a:pt x="6050" y="1505"/>
                  </a:cubicBezTo>
                  <a:cubicBezTo>
                    <a:pt x="6050" y="1951"/>
                    <a:pt x="6217" y="2342"/>
                    <a:pt x="6524" y="2620"/>
                  </a:cubicBezTo>
                  <a:cubicBezTo>
                    <a:pt x="5910" y="2843"/>
                    <a:pt x="5409" y="3317"/>
                    <a:pt x="5130" y="3903"/>
                  </a:cubicBezTo>
                  <a:cubicBezTo>
                    <a:pt x="4823" y="3317"/>
                    <a:pt x="4322" y="2843"/>
                    <a:pt x="3736" y="2620"/>
                  </a:cubicBezTo>
                  <a:cubicBezTo>
                    <a:pt x="4043" y="2342"/>
                    <a:pt x="4238" y="1951"/>
                    <a:pt x="4238" y="1505"/>
                  </a:cubicBezTo>
                  <a:cubicBezTo>
                    <a:pt x="4238" y="669"/>
                    <a:pt x="3569" y="0"/>
                    <a:pt x="2733" y="0"/>
                  </a:cubicBezTo>
                  <a:close/>
                </a:path>
              </a:pathLst>
            </a:custGeom>
            <a:grpFill/>
            <a:ln>
              <a:noFill/>
            </a:ln>
          </p:spPr>
          <p:txBody>
            <a:bodyPr spcFirstLastPara="1" wrap="square" lIns="62728" tIns="62728" rIns="62728" bIns="62728" anchor="ctr" anchorCtr="0">
              <a:noAutofit/>
            </a:bodyPr>
            <a:lstStyle/>
            <a:p>
              <a:endParaRPr sz="764"/>
            </a:p>
          </p:txBody>
        </p:sp>
        <p:sp>
          <p:nvSpPr>
            <p:cNvPr id="596" name="Google Shape;6971;p63">
              <a:extLst>
                <a:ext uri="{FF2B5EF4-FFF2-40B4-BE49-F238E27FC236}">
                  <a16:creationId xmlns:a16="http://schemas.microsoft.com/office/drawing/2014/main" id="{56BE3923-DA3E-43E3-9A7F-12DCC2084255}"/>
                </a:ext>
              </a:extLst>
            </p:cNvPr>
            <p:cNvSpPr/>
            <p:nvPr/>
          </p:nvSpPr>
          <p:spPr>
            <a:xfrm>
              <a:off x="2831900" y="2957850"/>
              <a:ext cx="228625" cy="106350"/>
            </a:xfrm>
            <a:custGeom>
              <a:avLst/>
              <a:gdLst/>
              <a:ahLst/>
              <a:cxnLst/>
              <a:rect l="l" t="t" r="r" b="b"/>
              <a:pathLst>
                <a:path w="9145" h="4254" extrusionOk="0">
                  <a:moveTo>
                    <a:pt x="8336" y="585"/>
                  </a:moveTo>
                  <a:cubicBezTo>
                    <a:pt x="8531" y="585"/>
                    <a:pt x="8642" y="725"/>
                    <a:pt x="8642" y="892"/>
                  </a:cubicBezTo>
                  <a:lnTo>
                    <a:pt x="8642" y="2119"/>
                  </a:lnTo>
                  <a:cubicBezTo>
                    <a:pt x="8642" y="2286"/>
                    <a:pt x="8531" y="2425"/>
                    <a:pt x="8336" y="2425"/>
                  </a:cubicBezTo>
                  <a:lnTo>
                    <a:pt x="7137" y="2425"/>
                  </a:lnTo>
                  <a:cubicBezTo>
                    <a:pt x="6942" y="2425"/>
                    <a:pt x="6803" y="2565"/>
                    <a:pt x="6803" y="2732"/>
                  </a:cubicBezTo>
                  <a:lnTo>
                    <a:pt x="6803" y="3234"/>
                  </a:lnTo>
                  <a:lnTo>
                    <a:pt x="6106" y="2537"/>
                  </a:lnTo>
                  <a:cubicBezTo>
                    <a:pt x="6050" y="2453"/>
                    <a:pt x="5966" y="2425"/>
                    <a:pt x="5911" y="2425"/>
                  </a:cubicBezTo>
                  <a:lnTo>
                    <a:pt x="3430" y="2425"/>
                  </a:lnTo>
                  <a:cubicBezTo>
                    <a:pt x="3346" y="2425"/>
                    <a:pt x="3262" y="2453"/>
                    <a:pt x="3207" y="2537"/>
                  </a:cubicBezTo>
                  <a:lnTo>
                    <a:pt x="2510" y="3234"/>
                  </a:lnTo>
                  <a:lnTo>
                    <a:pt x="2510" y="2732"/>
                  </a:lnTo>
                  <a:cubicBezTo>
                    <a:pt x="2510" y="2565"/>
                    <a:pt x="2370" y="2425"/>
                    <a:pt x="2203" y="2425"/>
                  </a:cubicBezTo>
                  <a:lnTo>
                    <a:pt x="1032" y="2425"/>
                  </a:lnTo>
                  <a:cubicBezTo>
                    <a:pt x="865" y="2425"/>
                    <a:pt x="726" y="2286"/>
                    <a:pt x="726" y="2119"/>
                  </a:cubicBezTo>
                  <a:lnTo>
                    <a:pt x="726" y="892"/>
                  </a:lnTo>
                  <a:cubicBezTo>
                    <a:pt x="726" y="725"/>
                    <a:pt x="865" y="585"/>
                    <a:pt x="1032" y="585"/>
                  </a:cubicBezTo>
                  <a:close/>
                  <a:moveTo>
                    <a:pt x="921" y="0"/>
                  </a:moveTo>
                  <a:cubicBezTo>
                    <a:pt x="447" y="0"/>
                    <a:pt x="1" y="418"/>
                    <a:pt x="1" y="892"/>
                  </a:cubicBezTo>
                  <a:lnTo>
                    <a:pt x="1" y="2119"/>
                  </a:lnTo>
                  <a:cubicBezTo>
                    <a:pt x="1" y="2592"/>
                    <a:pt x="419" y="3011"/>
                    <a:pt x="921" y="3011"/>
                  </a:cubicBezTo>
                  <a:lnTo>
                    <a:pt x="1841" y="3011"/>
                  </a:lnTo>
                  <a:lnTo>
                    <a:pt x="1841" y="3958"/>
                  </a:lnTo>
                  <a:cubicBezTo>
                    <a:pt x="1924" y="4098"/>
                    <a:pt x="2008" y="4209"/>
                    <a:pt x="2120" y="4237"/>
                  </a:cubicBezTo>
                  <a:cubicBezTo>
                    <a:pt x="2150" y="4247"/>
                    <a:pt x="2188" y="4254"/>
                    <a:pt x="2228" y="4254"/>
                  </a:cubicBezTo>
                  <a:cubicBezTo>
                    <a:pt x="2298" y="4254"/>
                    <a:pt x="2373" y="4234"/>
                    <a:pt x="2426" y="4181"/>
                  </a:cubicBezTo>
                  <a:lnTo>
                    <a:pt x="3541" y="3011"/>
                  </a:lnTo>
                  <a:lnTo>
                    <a:pt x="5743" y="3011"/>
                  </a:lnTo>
                  <a:lnTo>
                    <a:pt x="6830" y="4181"/>
                  </a:lnTo>
                  <a:cubicBezTo>
                    <a:pt x="6883" y="4234"/>
                    <a:pt x="6959" y="4254"/>
                    <a:pt x="7035" y="4254"/>
                  </a:cubicBezTo>
                  <a:cubicBezTo>
                    <a:pt x="7080" y="4254"/>
                    <a:pt x="7124" y="4247"/>
                    <a:pt x="7165" y="4237"/>
                  </a:cubicBezTo>
                  <a:cubicBezTo>
                    <a:pt x="7249" y="4209"/>
                    <a:pt x="7332" y="4070"/>
                    <a:pt x="7332" y="3958"/>
                  </a:cubicBezTo>
                  <a:lnTo>
                    <a:pt x="7332" y="3011"/>
                  </a:lnTo>
                  <a:lnTo>
                    <a:pt x="8224" y="3011"/>
                  </a:lnTo>
                  <a:cubicBezTo>
                    <a:pt x="8726" y="3011"/>
                    <a:pt x="9144" y="2592"/>
                    <a:pt x="9144" y="2119"/>
                  </a:cubicBezTo>
                  <a:lnTo>
                    <a:pt x="9144" y="892"/>
                  </a:lnTo>
                  <a:cubicBezTo>
                    <a:pt x="9144" y="418"/>
                    <a:pt x="8726" y="0"/>
                    <a:pt x="8224" y="0"/>
                  </a:cubicBezTo>
                  <a:close/>
                </a:path>
              </a:pathLst>
            </a:custGeom>
            <a:grpFill/>
            <a:ln>
              <a:noFill/>
            </a:ln>
          </p:spPr>
          <p:txBody>
            <a:bodyPr spcFirstLastPara="1" wrap="square" lIns="62728" tIns="62728" rIns="62728" bIns="62728" anchor="ctr" anchorCtr="0">
              <a:noAutofit/>
            </a:bodyPr>
            <a:lstStyle/>
            <a:p>
              <a:endParaRPr sz="764"/>
            </a:p>
          </p:txBody>
        </p:sp>
        <p:sp>
          <p:nvSpPr>
            <p:cNvPr id="597" name="Google Shape;6972;p63">
              <a:extLst>
                <a:ext uri="{FF2B5EF4-FFF2-40B4-BE49-F238E27FC236}">
                  <a16:creationId xmlns:a16="http://schemas.microsoft.com/office/drawing/2014/main" id="{048C074C-1C66-4CEC-BA06-D5989363D09C}"/>
                </a:ext>
              </a:extLst>
            </p:cNvPr>
            <p:cNvSpPr/>
            <p:nvPr/>
          </p:nvSpPr>
          <p:spPr>
            <a:xfrm>
              <a:off x="3024600" y="2966925"/>
              <a:ext cx="29875" cy="58497"/>
            </a:xfrm>
            <a:custGeom>
              <a:avLst/>
              <a:gdLst/>
              <a:ahLst/>
              <a:cxnLst/>
              <a:rect l="l" t="t" r="r" b="b"/>
              <a:pathLst>
                <a:path w="1195" h="2376" extrusionOk="0">
                  <a:moveTo>
                    <a:pt x="159" y="2269"/>
                  </a:moveTo>
                  <a:cubicBezTo>
                    <a:pt x="131" y="2225"/>
                    <a:pt x="349" y="2178"/>
                    <a:pt x="444" y="2102"/>
                  </a:cubicBezTo>
                  <a:cubicBezTo>
                    <a:pt x="539" y="2027"/>
                    <a:pt x="682" y="2090"/>
                    <a:pt x="730" y="1816"/>
                  </a:cubicBezTo>
                  <a:cubicBezTo>
                    <a:pt x="778" y="1542"/>
                    <a:pt x="774" y="725"/>
                    <a:pt x="730" y="459"/>
                  </a:cubicBezTo>
                  <a:cubicBezTo>
                    <a:pt x="686" y="193"/>
                    <a:pt x="587" y="273"/>
                    <a:pt x="468" y="221"/>
                  </a:cubicBezTo>
                  <a:cubicBezTo>
                    <a:pt x="349" y="169"/>
                    <a:pt x="-16" y="185"/>
                    <a:pt x="16" y="149"/>
                  </a:cubicBezTo>
                  <a:cubicBezTo>
                    <a:pt x="48" y="113"/>
                    <a:pt x="473" y="-21"/>
                    <a:pt x="659" y="7"/>
                  </a:cubicBezTo>
                  <a:cubicBezTo>
                    <a:pt x="846" y="35"/>
                    <a:pt x="1048" y="54"/>
                    <a:pt x="1135" y="316"/>
                  </a:cubicBezTo>
                  <a:cubicBezTo>
                    <a:pt x="1222" y="578"/>
                    <a:pt x="1183" y="1276"/>
                    <a:pt x="1183" y="1578"/>
                  </a:cubicBezTo>
                  <a:cubicBezTo>
                    <a:pt x="1183" y="1880"/>
                    <a:pt x="1230" y="1995"/>
                    <a:pt x="1135" y="2126"/>
                  </a:cubicBezTo>
                  <a:cubicBezTo>
                    <a:pt x="1040" y="2257"/>
                    <a:pt x="774" y="2340"/>
                    <a:pt x="611" y="2364"/>
                  </a:cubicBezTo>
                  <a:cubicBezTo>
                    <a:pt x="448" y="2388"/>
                    <a:pt x="187" y="2313"/>
                    <a:pt x="159" y="2269"/>
                  </a:cubicBezTo>
                  <a:close/>
                </a:path>
              </a:pathLst>
            </a:custGeom>
            <a:grpFill/>
            <a:ln>
              <a:noFill/>
            </a:ln>
          </p:spPr>
        </p:sp>
      </p:grpSp>
      <p:grpSp>
        <p:nvGrpSpPr>
          <p:cNvPr id="722" name="Google Shape;5719;p61">
            <a:extLst>
              <a:ext uri="{FF2B5EF4-FFF2-40B4-BE49-F238E27FC236}">
                <a16:creationId xmlns:a16="http://schemas.microsoft.com/office/drawing/2014/main" id="{13FDEF1D-0E00-49A5-A4A3-D894FC4C8994}"/>
              </a:ext>
            </a:extLst>
          </p:cNvPr>
          <p:cNvGrpSpPr/>
          <p:nvPr/>
        </p:nvGrpSpPr>
        <p:grpSpPr>
          <a:xfrm>
            <a:off x="6073980" y="4138800"/>
            <a:ext cx="227078" cy="227666"/>
            <a:chOff x="-50523475" y="2316000"/>
            <a:chExt cx="299325" cy="300100"/>
          </a:xfrm>
          <a:solidFill>
            <a:schemeClr val="tx1"/>
          </a:solidFill>
        </p:grpSpPr>
        <p:sp>
          <p:nvSpPr>
            <p:cNvPr id="920" name="Google Shape;5720;p61">
              <a:extLst>
                <a:ext uri="{FF2B5EF4-FFF2-40B4-BE49-F238E27FC236}">
                  <a16:creationId xmlns:a16="http://schemas.microsoft.com/office/drawing/2014/main" id="{1107069C-9B77-499A-93E5-4FC0BC102798}"/>
                </a:ext>
              </a:extLst>
            </p:cNvPr>
            <p:cNvSpPr/>
            <p:nvPr/>
          </p:nvSpPr>
          <p:spPr>
            <a:xfrm>
              <a:off x="-50453375" y="2387675"/>
              <a:ext cx="158350" cy="228425"/>
            </a:xfrm>
            <a:custGeom>
              <a:avLst/>
              <a:gdLst/>
              <a:ahLst/>
              <a:cxnLst/>
              <a:rect l="l" t="t" r="r" b="b"/>
              <a:pathLst>
                <a:path w="6334" h="9137" extrusionOk="0">
                  <a:moveTo>
                    <a:pt x="3183" y="4222"/>
                  </a:moveTo>
                  <a:cubicBezTo>
                    <a:pt x="3372" y="4222"/>
                    <a:pt x="3529" y="4380"/>
                    <a:pt x="3529" y="4569"/>
                  </a:cubicBezTo>
                  <a:cubicBezTo>
                    <a:pt x="3529" y="4758"/>
                    <a:pt x="3372" y="4915"/>
                    <a:pt x="3183" y="4915"/>
                  </a:cubicBezTo>
                  <a:cubicBezTo>
                    <a:pt x="2994" y="4915"/>
                    <a:pt x="2836" y="4758"/>
                    <a:pt x="2836" y="4569"/>
                  </a:cubicBezTo>
                  <a:cubicBezTo>
                    <a:pt x="2836" y="4380"/>
                    <a:pt x="2994" y="4222"/>
                    <a:pt x="3183" y="4222"/>
                  </a:cubicBezTo>
                  <a:close/>
                  <a:moveTo>
                    <a:pt x="3183" y="1009"/>
                  </a:moveTo>
                  <a:lnTo>
                    <a:pt x="5609" y="5230"/>
                  </a:lnTo>
                  <a:lnTo>
                    <a:pt x="4411" y="6994"/>
                  </a:lnTo>
                  <a:lnTo>
                    <a:pt x="3529" y="6994"/>
                  </a:lnTo>
                  <a:lnTo>
                    <a:pt x="3529" y="5545"/>
                  </a:lnTo>
                  <a:cubicBezTo>
                    <a:pt x="3939" y="5388"/>
                    <a:pt x="4254" y="5010"/>
                    <a:pt x="4254" y="4569"/>
                  </a:cubicBezTo>
                  <a:cubicBezTo>
                    <a:pt x="4254" y="3970"/>
                    <a:pt x="3781" y="3497"/>
                    <a:pt x="3183" y="3497"/>
                  </a:cubicBezTo>
                  <a:cubicBezTo>
                    <a:pt x="2584" y="3497"/>
                    <a:pt x="2143" y="3970"/>
                    <a:pt x="2143" y="4569"/>
                  </a:cubicBezTo>
                  <a:cubicBezTo>
                    <a:pt x="2143" y="5041"/>
                    <a:pt x="2395" y="5419"/>
                    <a:pt x="2836" y="5545"/>
                  </a:cubicBezTo>
                  <a:lnTo>
                    <a:pt x="2836" y="6994"/>
                  </a:lnTo>
                  <a:lnTo>
                    <a:pt x="1986" y="6994"/>
                  </a:lnTo>
                  <a:lnTo>
                    <a:pt x="788" y="5230"/>
                  </a:lnTo>
                  <a:lnTo>
                    <a:pt x="3183" y="1009"/>
                  </a:lnTo>
                  <a:close/>
                  <a:moveTo>
                    <a:pt x="4600" y="7688"/>
                  </a:moveTo>
                  <a:cubicBezTo>
                    <a:pt x="4821" y="7688"/>
                    <a:pt x="4947" y="7845"/>
                    <a:pt x="4947" y="8034"/>
                  </a:cubicBezTo>
                  <a:lnTo>
                    <a:pt x="4947" y="8412"/>
                  </a:lnTo>
                  <a:lnTo>
                    <a:pt x="1450" y="8412"/>
                  </a:lnTo>
                  <a:lnTo>
                    <a:pt x="1450" y="8034"/>
                  </a:lnTo>
                  <a:cubicBezTo>
                    <a:pt x="1450" y="7845"/>
                    <a:pt x="1607" y="7688"/>
                    <a:pt x="1797" y="7688"/>
                  </a:cubicBezTo>
                  <a:close/>
                  <a:moveTo>
                    <a:pt x="3183" y="0"/>
                  </a:moveTo>
                  <a:cubicBezTo>
                    <a:pt x="3057" y="0"/>
                    <a:pt x="2962" y="63"/>
                    <a:pt x="2868" y="158"/>
                  </a:cubicBezTo>
                  <a:lnTo>
                    <a:pt x="64" y="5073"/>
                  </a:lnTo>
                  <a:cubicBezTo>
                    <a:pt x="1" y="5199"/>
                    <a:pt x="1" y="5356"/>
                    <a:pt x="64" y="5419"/>
                  </a:cubicBezTo>
                  <a:lnTo>
                    <a:pt x="1229" y="7152"/>
                  </a:lnTo>
                  <a:cubicBezTo>
                    <a:pt x="914" y="7373"/>
                    <a:pt x="694" y="7688"/>
                    <a:pt x="694" y="8066"/>
                  </a:cubicBezTo>
                  <a:lnTo>
                    <a:pt x="694" y="8790"/>
                  </a:lnTo>
                  <a:cubicBezTo>
                    <a:pt x="694" y="8979"/>
                    <a:pt x="851" y="9137"/>
                    <a:pt x="1072" y="9137"/>
                  </a:cubicBezTo>
                  <a:lnTo>
                    <a:pt x="5262" y="9137"/>
                  </a:lnTo>
                  <a:cubicBezTo>
                    <a:pt x="5483" y="9137"/>
                    <a:pt x="5640" y="8979"/>
                    <a:pt x="5640" y="8790"/>
                  </a:cubicBezTo>
                  <a:lnTo>
                    <a:pt x="5640" y="8066"/>
                  </a:lnTo>
                  <a:cubicBezTo>
                    <a:pt x="5640" y="7688"/>
                    <a:pt x="5420" y="7373"/>
                    <a:pt x="5105" y="7152"/>
                  </a:cubicBezTo>
                  <a:lnTo>
                    <a:pt x="6270" y="5419"/>
                  </a:lnTo>
                  <a:cubicBezTo>
                    <a:pt x="6333" y="5325"/>
                    <a:pt x="6333" y="5199"/>
                    <a:pt x="6270" y="5073"/>
                  </a:cubicBezTo>
                  <a:lnTo>
                    <a:pt x="3498" y="158"/>
                  </a:lnTo>
                  <a:cubicBezTo>
                    <a:pt x="3435" y="32"/>
                    <a:pt x="3309" y="0"/>
                    <a:pt x="3183" y="0"/>
                  </a:cubicBezTo>
                  <a:close/>
                </a:path>
              </a:pathLst>
            </a:custGeom>
            <a:grpFill/>
            <a:ln>
              <a:noFill/>
            </a:ln>
          </p:spPr>
          <p:txBody>
            <a:bodyPr spcFirstLastPara="1" wrap="square" lIns="62728" tIns="62728" rIns="62728" bIns="62728" anchor="ctr" anchorCtr="0">
              <a:noAutofit/>
            </a:bodyPr>
            <a:lstStyle/>
            <a:p>
              <a:endParaRPr sz="764"/>
            </a:p>
          </p:txBody>
        </p:sp>
        <p:sp>
          <p:nvSpPr>
            <p:cNvPr id="921" name="Google Shape;5721;p61">
              <a:extLst>
                <a:ext uri="{FF2B5EF4-FFF2-40B4-BE49-F238E27FC236}">
                  <a16:creationId xmlns:a16="http://schemas.microsoft.com/office/drawing/2014/main" id="{B954F3DC-FAE3-4A59-95E0-17E401B7FE9E}"/>
                </a:ext>
              </a:extLst>
            </p:cNvPr>
            <p:cNvSpPr/>
            <p:nvPr/>
          </p:nvSpPr>
          <p:spPr>
            <a:xfrm>
              <a:off x="-50523475" y="2316000"/>
              <a:ext cx="299325" cy="178025"/>
            </a:xfrm>
            <a:custGeom>
              <a:avLst/>
              <a:gdLst/>
              <a:ahLst/>
              <a:cxnLst/>
              <a:rect l="l" t="t" r="r" b="b"/>
              <a:pathLst>
                <a:path w="11973" h="7121" extrusionOk="0">
                  <a:moveTo>
                    <a:pt x="1072" y="694"/>
                  </a:moveTo>
                  <a:cubicBezTo>
                    <a:pt x="1261" y="694"/>
                    <a:pt x="1419" y="851"/>
                    <a:pt x="1419" y="1040"/>
                  </a:cubicBezTo>
                  <a:cubicBezTo>
                    <a:pt x="1419" y="1229"/>
                    <a:pt x="1261" y="1418"/>
                    <a:pt x="1072" y="1418"/>
                  </a:cubicBezTo>
                  <a:cubicBezTo>
                    <a:pt x="883" y="1418"/>
                    <a:pt x="725" y="1229"/>
                    <a:pt x="725" y="1040"/>
                  </a:cubicBezTo>
                  <a:cubicBezTo>
                    <a:pt x="725" y="851"/>
                    <a:pt x="883" y="694"/>
                    <a:pt x="1072" y="694"/>
                  </a:cubicBezTo>
                  <a:close/>
                  <a:moveTo>
                    <a:pt x="6333" y="694"/>
                  </a:moveTo>
                  <a:lnTo>
                    <a:pt x="6333" y="1418"/>
                  </a:lnTo>
                  <a:lnTo>
                    <a:pt x="5640" y="1418"/>
                  </a:lnTo>
                  <a:lnTo>
                    <a:pt x="5640" y="694"/>
                  </a:lnTo>
                  <a:close/>
                  <a:moveTo>
                    <a:pt x="10902" y="725"/>
                  </a:moveTo>
                  <a:cubicBezTo>
                    <a:pt x="11122" y="725"/>
                    <a:pt x="11280" y="883"/>
                    <a:pt x="11280" y="1103"/>
                  </a:cubicBezTo>
                  <a:cubicBezTo>
                    <a:pt x="11280" y="1292"/>
                    <a:pt x="11122" y="1450"/>
                    <a:pt x="10902" y="1450"/>
                  </a:cubicBezTo>
                  <a:cubicBezTo>
                    <a:pt x="10712" y="1450"/>
                    <a:pt x="10555" y="1292"/>
                    <a:pt x="10555" y="1103"/>
                  </a:cubicBezTo>
                  <a:cubicBezTo>
                    <a:pt x="10586" y="883"/>
                    <a:pt x="10744" y="725"/>
                    <a:pt x="10902" y="725"/>
                  </a:cubicBezTo>
                  <a:close/>
                  <a:moveTo>
                    <a:pt x="2143" y="5640"/>
                  </a:moveTo>
                  <a:lnTo>
                    <a:pt x="2143" y="6364"/>
                  </a:lnTo>
                  <a:lnTo>
                    <a:pt x="1419" y="6364"/>
                  </a:lnTo>
                  <a:lnTo>
                    <a:pt x="1419" y="5640"/>
                  </a:lnTo>
                  <a:close/>
                  <a:moveTo>
                    <a:pt x="10555" y="5640"/>
                  </a:moveTo>
                  <a:lnTo>
                    <a:pt x="10555" y="6364"/>
                  </a:lnTo>
                  <a:lnTo>
                    <a:pt x="9862" y="6364"/>
                  </a:lnTo>
                  <a:lnTo>
                    <a:pt x="9862" y="5640"/>
                  </a:lnTo>
                  <a:close/>
                  <a:moveTo>
                    <a:pt x="10902" y="0"/>
                  </a:moveTo>
                  <a:cubicBezTo>
                    <a:pt x="10460" y="0"/>
                    <a:pt x="10051" y="252"/>
                    <a:pt x="9925" y="694"/>
                  </a:cubicBezTo>
                  <a:lnTo>
                    <a:pt x="7058" y="694"/>
                  </a:lnTo>
                  <a:lnTo>
                    <a:pt x="7058" y="379"/>
                  </a:lnTo>
                  <a:cubicBezTo>
                    <a:pt x="7058" y="189"/>
                    <a:pt x="6900" y="32"/>
                    <a:pt x="6711" y="32"/>
                  </a:cubicBezTo>
                  <a:lnTo>
                    <a:pt x="5294" y="32"/>
                  </a:lnTo>
                  <a:cubicBezTo>
                    <a:pt x="5073" y="32"/>
                    <a:pt x="4947" y="189"/>
                    <a:pt x="4947" y="379"/>
                  </a:cubicBezTo>
                  <a:lnTo>
                    <a:pt x="4947" y="725"/>
                  </a:lnTo>
                  <a:lnTo>
                    <a:pt x="2049" y="725"/>
                  </a:lnTo>
                  <a:cubicBezTo>
                    <a:pt x="1891" y="347"/>
                    <a:pt x="1513" y="32"/>
                    <a:pt x="1072" y="32"/>
                  </a:cubicBezTo>
                  <a:cubicBezTo>
                    <a:pt x="473" y="32"/>
                    <a:pt x="1" y="505"/>
                    <a:pt x="1" y="1072"/>
                  </a:cubicBezTo>
                  <a:cubicBezTo>
                    <a:pt x="1" y="1670"/>
                    <a:pt x="473" y="2143"/>
                    <a:pt x="1072" y="2143"/>
                  </a:cubicBezTo>
                  <a:cubicBezTo>
                    <a:pt x="1545" y="2143"/>
                    <a:pt x="1923" y="1828"/>
                    <a:pt x="2049" y="1450"/>
                  </a:cubicBezTo>
                  <a:lnTo>
                    <a:pt x="3592" y="1450"/>
                  </a:lnTo>
                  <a:cubicBezTo>
                    <a:pt x="3183" y="1670"/>
                    <a:pt x="2836" y="1985"/>
                    <a:pt x="2521" y="2332"/>
                  </a:cubicBezTo>
                  <a:cubicBezTo>
                    <a:pt x="1891" y="3088"/>
                    <a:pt x="1545" y="4002"/>
                    <a:pt x="1450" y="4978"/>
                  </a:cubicBezTo>
                  <a:lnTo>
                    <a:pt x="1103" y="4978"/>
                  </a:lnTo>
                  <a:cubicBezTo>
                    <a:pt x="914" y="4978"/>
                    <a:pt x="757" y="5136"/>
                    <a:pt x="757" y="5325"/>
                  </a:cubicBezTo>
                  <a:lnTo>
                    <a:pt x="757" y="6742"/>
                  </a:lnTo>
                  <a:cubicBezTo>
                    <a:pt x="757" y="6963"/>
                    <a:pt x="914" y="7121"/>
                    <a:pt x="1103" y="7121"/>
                  </a:cubicBezTo>
                  <a:lnTo>
                    <a:pt x="2521" y="7121"/>
                  </a:lnTo>
                  <a:cubicBezTo>
                    <a:pt x="2742" y="7121"/>
                    <a:pt x="2899" y="6963"/>
                    <a:pt x="2899" y="6742"/>
                  </a:cubicBezTo>
                  <a:lnTo>
                    <a:pt x="2899" y="5325"/>
                  </a:lnTo>
                  <a:cubicBezTo>
                    <a:pt x="2899" y="5136"/>
                    <a:pt x="2742" y="4978"/>
                    <a:pt x="2521" y="4978"/>
                  </a:cubicBezTo>
                  <a:lnTo>
                    <a:pt x="2175" y="4978"/>
                  </a:lnTo>
                  <a:cubicBezTo>
                    <a:pt x="2332" y="3403"/>
                    <a:pt x="3435" y="2017"/>
                    <a:pt x="4979" y="1607"/>
                  </a:cubicBezTo>
                  <a:lnTo>
                    <a:pt x="4979" y="1796"/>
                  </a:lnTo>
                  <a:cubicBezTo>
                    <a:pt x="4979" y="1985"/>
                    <a:pt x="5136" y="2143"/>
                    <a:pt x="5325" y="2143"/>
                  </a:cubicBezTo>
                  <a:lnTo>
                    <a:pt x="6743" y="2143"/>
                  </a:lnTo>
                  <a:cubicBezTo>
                    <a:pt x="6932" y="2143"/>
                    <a:pt x="7089" y="1985"/>
                    <a:pt x="7089" y="1796"/>
                  </a:cubicBezTo>
                  <a:lnTo>
                    <a:pt x="7089" y="1576"/>
                  </a:lnTo>
                  <a:cubicBezTo>
                    <a:pt x="8633" y="1985"/>
                    <a:pt x="9736" y="3371"/>
                    <a:pt x="9893" y="4947"/>
                  </a:cubicBezTo>
                  <a:lnTo>
                    <a:pt x="9547" y="4947"/>
                  </a:lnTo>
                  <a:cubicBezTo>
                    <a:pt x="9358" y="4947"/>
                    <a:pt x="9200" y="5104"/>
                    <a:pt x="9200" y="5293"/>
                  </a:cubicBezTo>
                  <a:lnTo>
                    <a:pt x="9200" y="6711"/>
                  </a:lnTo>
                  <a:cubicBezTo>
                    <a:pt x="9200" y="6932"/>
                    <a:pt x="9358" y="7089"/>
                    <a:pt x="9547" y="7089"/>
                  </a:cubicBezTo>
                  <a:lnTo>
                    <a:pt x="10965" y="7089"/>
                  </a:lnTo>
                  <a:cubicBezTo>
                    <a:pt x="11154" y="7089"/>
                    <a:pt x="11311" y="6932"/>
                    <a:pt x="11311" y="6711"/>
                  </a:cubicBezTo>
                  <a:lnTo>
                    <a:pt x="11311" y="5293"/>
                  </a:lnTo>
                  <a:cubicBezTo>
                    <a:pt x="11311" y="5104"/>
                    <a:pt x="11154" y="4947"/>
                    <a:pt x="10965" y="4947"/>
                  </a:cubicBezTo>
                  <a:lnTo>
                    <a:pt x="10618" y="4947"/>
                  </a:lnTo>
                  <a:cubicBezTo>
                    <a:pt x="10523" y="4002"/>
                    <a:pt x="10177" y="3056"/>
                    <a:pt x="9547" y="2300"/>
                  </a:cubicBezTo>
                  <a:cubicBezTo>
                    <a:pt x="9232" y="1954"/>
                    <a:pt x="8885" y="1639"/>
                    <a:pt x="8476" y="1418"/>
                  </a:cubicBezTo>
                  <a:lnTo>
                    <a:pt x="10019" y="1418"/>
                  </a:lnTo>
                  <a:cubicBezTo>
                    <a:pt x="10082" y="1828"/>
                    <a:pt x="10492" y="2111"/>
                    <a:pt x="10902" y="2111"/>
                  </a:cubicBezTo>
                  <a:cubicBezTo>
                    <a:pt x="11500" y="2111"/>
                    <a:pt x="11973" y="1639"/>
                    <a:pt x="11973" y="1040"/>
                  </a:cubicBezTo>
                  <a:cubicBezTo>
                    <a:pt x="11973" y="473"/>
                    <a:pt x="11500" y="0"/>
                    <a:pt x="1090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23" name="Google Shape;5722;p61">
            <a:extLst>
              <a:ext uri="{FF2B5EF4-FFF2-40B4-BE49-F238E27FC236}">
                <a16:creationId xmlns:a16="http://schemas.microsoft.com/office/drawing/2014/main" id="{04A96F76-A37F-4445-8C74-A5A2CC340E6A}"/>
              </a:ext>
            </a:extLst>
          </p:cNvPr>
          <p:cNvGrpSpPr/>
          <p:nvPr/>
        </p:nvGrpSpPr>
        <p:grpSpPr>
          <a:xfrm>
            <a:off x="10368711" y="4452930"/>
            <a:ext cx="228861" cy="227097"/>
            <a:chOff x="-50524250" y="2686150"/>
            <a:chExt cx="301675" cy="299350"/>
          </a:xfrm>
          <a:solidFill>
            <a:schemeClr val="tx1"/>
          </a:solidFill>
        </p:grpSpPr>
        <p:sp>
          <p:nvSpPr>
            <p:cNvPr id="914" name="Google Shape;5723;p61">
              <a:extLst>
                <a:ext uri="{FF2B5EF4-FFF2-40B4-BE49-F238E27FC236}">
                  <a16:creationId xmlns:a16="http://schemas.microsoft.com/office/drawing/2014/main" id="{2F88A404-0194-462D-8D24-D85007821E89}"/>
                </a:ext>
              </a:extLst>
            </p:cNvPr>
            <p:cNvSpPr/>
            <p:nvPr/>
          </p:nvSpPr>
          <p:spPr>
            <a:xfrm>
              <a:off x="-50488025" y="2792500"/>
              <a:ext cx="18150" cy="52800"/>
            </a:xfrm>
            <a:custGeom>
              <a:avLst/>
              <a:gdLst/>
              <a:ahLst/>
              <a:cxnLst/>
              <a:rect l="l" t="t" r="r" b="b"/>
              <a:pathLst>
                <a:path w="726" h="2112" extrusionOk="0">
                  <a:moveTo>
                    <a:pt x="379" y="1"/>
                  </a:moveTo>
                  <a:cubicBezTo>
                    <a:pt x="158" y="1"/>
                    <a:pt x="1" y="158"/>
                    <a:pt x="1" y="347"/>
                  </a:cubicBezTo>
                  <a:lnTo>
                    <a:pt x="1" y="1765"/>
                  </a:lnTo>
                  <a:cubicBezTo>
                    <a:pt x="1" y="1954"/>
                    <a:pt x="158" y="2112"/>
                    <a:pt x="379" y="2112"/>
                  </a:cubicBezTo>
                  <a:cubicBezTo>
                    <a:pt x="568" y="2112"/>
                    <a:pt x="725" y="1954"/>
                    <a:pt x="725" y="1765"/>
                  </a:cubicBezTo>
                  <a:lnTo>
                    <a:pt x="725" y="347"/>
                  </a:lnTo>
                  <a:cubicBezTo>
                    <a:pt x="725" y="158"/>
                    <a:pt x="568" y="1"/>
                    <a:pt x="379" y="1"/>
                  </a:cubicBezTo>
                  <a:close/>
                </a:path>
              </a:pathLst>
            </a:custGeom>
            <a:grpFill/>
            <a:ln>
              <a:noFill/>
            </a:ln>
          </p:spPr>
          <p:txBody>
            <a:bodyPr spcFirstLastPara="1" wrap="square" lIns="62728" tIns="62728" rIns="62728" bIns="62728" anchor="ctr" anchorCtr="0">
              <a:noAutofit/>
            </a:bodyPr>
            <a:lstStyle/>
            <a:p>
              <a:endParaRPr sz="764"/>
            </a:p>
          </p:txBody>
        </p:sp>
        <p:sp>
          <p:nvSpPr>
            <p:cNvPr id="915" name="Google Shape;5724;p61">
              <a:extLst>
                <a:ext uri="{FF2B5EF4-FFF2-40B4-BE49-F238E27FC236}">
                  <a16:creationId xmlns:a16="http://schemas.microsoft.com/office/drawing/2014/main" id="{243D6ECB-2FBC-4A9D-A04E-2CE32F1F714E}"/>
                </a:ext>
              </a:extLst>
            </p:cNvPr>
            <p:cNvSpPr/>
            <p:nvPr/>
          </p:nvSpPr>
          <p:spPr>
            <a:xfrm>
              <a:off x="-50488025" y="2897250"/>
              <a:ext cx="18150" cy="53600"/>
            </a:xfrm>
            <a:custGeom>
              <a:avLst/>
              <a:gdLst/>
              <a:ahLst/>
              <a:cxnLst/>
              <a:rect l="l" t="t" r="r" b="b"/>
              <a:pathLst>
                <a:path w="726" h="2144" extrusionOk="0">
                  <a:moveTo>
                    <a:pt x="379" y="1"/>
                  </a:moveTo>
                  <a:cubicBezTo>
                    <a:pt x="158" y="1"/>
                    <a:pt x="1" y="159"/>
                    <a:pt x="1" y="379"/>
                  </a:cubicBezTo>
                  <a:lnTo>
                    <a:pt x="1" y="1797"/>
                  </a:lnTo>
                  <a:cubicBezTo>
                    <a:pt x="1" y="1986"/>
                    <a:pt x="158" y="2143"/>
                    <a:pt x="379" y="2143"/>
                  </a:cubicBezTo>
                  <a:cubicBezTo>
                    <a:pt x="568" y="2143"/>
                    <a:pt x="725" y="1986"/>
                    <a:pt x="725" y="1797"/>
                  </a:cubicBezTo>
                  <a:lnTo>
                    <a:pt x="725" y="379"/>
                  </a:lnTo>
                  <a:cubicBezTo>
                    <a:pt x="725" y="159"/>
                    <a:pt x="568" y="1"/>
                    <a:pt x="379" y="1"/>
                  </a:cubicBezTo>
                  <a:close/>
                </a:path>
              </a:pathLst>
            </a:custGeom>
            <a:grpFill/>
            <a:ln>
              <a:noFill/>
            </a:ln>
          </p:spPr>
          <p:txBody>
            <a:bodyPr spcFirstLastPara="1" wrap="square" lIns="62728" tIns="62728" rIns="62728" bIns="62728" anchor="ctr" anchorCtr="0">
              <a:noAutofit/>
            </a:bodyPr>
            <a:lstStyle/>
            <a:p>
              <a:endParaRPr sz="764"/>
            </a:p>
          </p:txBody>
        </p:sp>
        <p:sp>
          <p:nvSpPr>
            <p:cNvPr id="916" name="Google Shape;5725;p61">
              <a:extLst>
                <a:ext uri="{FF2B5EF4-FFF2-40B4-BE49-F238E27FC236}">
                  <a16:creationId xmlns:a16="http://schemas.microsoft.com/office/drawing/2014/main" id="{6D262061-9277-4895-A631-3172F2590CAA}"/>
                </a:ext>
              </a:extLst>
            </p:cNvPr>
            <p:cNvSpPr/>
            <p:nvPr/>
          </p:nvSpPr>
          <p:spPr>
            <a:xfrm>
              <a:off x="-50488025" y="2861825"/>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grpFill/>
            <a:ln>
              <a:noFill/>
            </a:ln>
          </p:spPr>
          <p:txBody>
            <a:bodyPr spcFirstLastPara="1" wrap="square" lIns="62728" tIns="62728" rIns="62728" bIns="62728" anchor="ctr" anchorCtr="0">
              <a:noAutofit/>
            </a:bodyPr>
            <a:lstStyle/>
            <a:p>
              <a:endParaRPr sz="764"/>
            </a:p>
          </p:txBody>
        </p:sp>
        <p:sp>
          <p:nvSpPr>
            <p:cNvPr id="917" name="Google Shape;5726;p61">
              <a:extLst>
                <a:ext uri="{FF2B5EF4-FFF2-40B4-BE49-F238E27FC236}">
                  <a16:creationId xmlns:a16="http://schemas.microsoft.com/office/drawing/2014/main" id="{B5A47C71-A1A2-49B1-B093-63942316F310}"/>
                </a:ext>
              </a:extLst>
            </p:cNvPr>
            <p:cNvSpPr/>
            <p:nvPr/>
          </p:nvSpPr>
          <p:spPr>
            <a:xfrm>
              <a:off x="-50524250" y="2686150"/>
              <a:ext cx="301675" cy="52825"/>
            </a:xfrm>
            <a:custGeom>
              <a:avLst/>
              <a:gdLst/>
              <a:ahLst/>
              <a:cxnLst/>
              <a:rect l="l" t="t" r="r" b="b"/>
              <a:pathLst>
                <a:path w="12067" h="2113" extrusionOk="0">
                  <a:moveTo>
                    <a:pt x="2143" y="695"/>
                  </a:moveTo>
                  <a:lnTo>
                    <a:pt x="2143" y="1419"/>
                  </a:lnTo>
                  <a:lnTo>
                    <a:pt x="1891" y="1419"/>
                  </a:lnTo>
                  <a:lnTo>
                    <a:pt x="1166" y="1041"/>
                  </a:lnTo>
                  <a:lnTo>
                    <a:pt x="1891" y="695"/>
                  </a:lnTo>
                  <a:close/>
                  <a:moveTo>
                    <a:pt x="9924" y="695"/>
                  </a:moveTo>
                  <a:lnTo>
                    <a:pt x="9924" y="1419"/>
                  </a:lnTo>
                  <a:lnTo>
                    <a:pt x="2836" y="1419"/>
                  </a:lnTo>
                  <a:lnTo>
                    <a:pt x="2836" y="695"/>
                  </a:lnTo>
                  <a:close/>
                  <a:moveTo>
                    <a:pt x="10996" y="695"/>
                  </a:moveTo>
                  <a:cubicBezTo>
                    <a:pt x="11185" y="695"/>
                    <a:pt x="11342" y="852"/>
                    <a:pt x="11342" y="1041"/>
                  </a:cubicBezTo>
                  <a:cubicBezTo>
                    <a:pt x="11342" y="1262"/>
                    <a:pt x="11185" y="1419"/>
                    <a:pt x="10996" y="1419"/>
                  </a:cubicBezTo>
                  <a:lnTo>
                    <a:pt x="10649" y="1419"/>
                  </a:lnTo>
                  <a:lnTo>
                    <a:pt x="10649" y="695"/>
                  </a:lnTo>
                  <a:close/>
                  <a:moveTo>
                    <a:pt x="1782" y="1"/>
                  </a:moveTo>
                  <a:cubicBezTo>
                    <a:pt x="1689" y="1"/>
                    <a:pt x="1556" y="47"/>
                    <a:pt x="252" y="726"/>
                  </a:cubicBezTo>
                  <a:cubicBezTo>
                    <a:pt x="0" y="852"/>
                    <a:pt x="0" y="1199"/>
                    <a:pt x="252" y="1356"/>
                  </a:cubicBezTo>
                  <a:cubicBezTo>
                    <a:pt x="1765" y="2113"/>
                    <a:pt x="1702" y="2113"/>
                    <a:pt x="1828" y="2113"/>
                  </a:cubicBezTo>
                  <a:lnTo>
                    <a:pt x="10996" y="2113"/>
                  </a:lnTo>
                  <a:cubicBezTo>
                    <a:pt x="11594" y="2113"/>
                    <a:pt x="12067" y="1640"/>
                    <a:pt x="12067" y="1041"/>
                  </a:cubicBezTo>
                  <a:cubicBezTo>
                    <a:pt x="12067" y="474"/>
                    <a:pt x="11594" y="2"/>
                    <a:pt x="10996" y="2"/>
                  </a:cubicBezTo>
                  <a:lnTo>
                    <a:pt x="1828" y="2"/>
                  </a:lnTo>
                  <a:cubicBezTo>
                    <a:pt x="1810" y="2"/>
                    <a:pt x="1796" y="1"/>
                    <a:pt x="1782" y="1"/>
                  </a:cubicBezTo>
                  <a:close/>
                </a:path>
              </a:pathLst>
            </a:custGeom>
            <a:grpFill/>
            <a:ln>
              <a:noFill/>
            </a:ln>
          </p:spPr>
          <p:txBody>
            <a:bodyPr spcFirstLastPara="1" wrap="square" lIns="62728" tIns="62728" rIns="62728" bIns="62728" anchor="ctr" anchorCtr="0">
              <a:noAutofit/>
            </a:bodyPr>
            <a:lstStyle/>
            <a:p>
              <a:endParaRPr sz="764"/>
            </a:p>
          </p:txBody>
        </p:sp>
        <p:sp>
          <p:nvSpPr>
            <p:cNvPr id="918" name="Google Shape;5727;p61">
              <a:extLst>
                <a:ext uri="{FF2B5EF4-FFF2-40B4-BE49-F238E27FC236}">
                  <a16:creationId xmlns:a16="http://schemas.microsoft.com/office/drawing/2014/main" id="{E4EADD79-7F27-42AE-9A6F-F673A9A17558}"/>
                </a:ext>
              </a:extLst>
            </p:cNvPr>
            <p:cNvSpPr/>
            <p:nvPr/>
          </p:nvSpPr>
          <p:spPr>
            <a:xfrm>
              <a:off x="-50523475" y="2757075"/>
              <a:ext cx="300900" cy="228425"/>
            </a:xfrm>
            <a:custGeom>
              <a:avLst/>
              <a:gdLst/>
              <a:ahLst/>
              <a:cxnLst/>
              <a:rect l="l" t="t" r="r" b="b"/>
              <a:pathLst>
                <a:path w="12036" h="9137" extrusionOk="0">
                  <a:moveTo>
                    <a:pt x="10965" y="725"/>
                  </a:moveTo>
                  <a:cubicBezTo>
                    <a:pt x="11154" y="725"/>
                    <a:pt x="11311" y="882"/>
                    <a:pt x="11311" y="1103"/>
                  </a:cubicBezTo>
                  <a:lnTo>
                    <a:pt x="11311" y="8097"/>
                  </a:lnTo>
                  <a:cubicBezTo>
                    <a:pt x="11311" y="8286"/>
                    <a:pt x="11154" y="8443"/>
                    <a:pt x="10965" y="8443"/>
                  </a:cubicBezTo>
                  <a:lnTo>
                    <a:pt x="1072" y="8443"/>
                  </a:lnTo>
                  <a:cubicBezTo>
                    <a:pt x="883" y="8443"/>
                    <a:pt x="725" y="8286"/>
                    <a:pt x="725" y="8097"/>
                  </a:cubicBezTo>
                  <a:lnTo>
                    <a:pt x="725" y="1103"/>
                  </a:lnTo>
                  <a:cubicBezTo>
                    <a:pt x="725" y="882"/>
                    <a:pt x="883" y="725"/>
                    <a:pt x="1072" y="725"/>
                  </a:cubicBezTo>
                  <a:close/>
                  <a:moveTo>
                    <a:pt x="1072" y="0"/>
                  </a:moveTo>
                  <a:cubicBezTo>
                    <a:pt x="473" y="0"/>
                    <a:pt x="1" y="473"/>
                    <a:pt x="1" y="1040"/>
                  </a:cubicBezTo>
                  <a:lnTo>
                    <a:pt x="1" y="8065"/>
                  </a:lnTo>
                  <a:cubicBezTo>
                    <a:pt x="1" y="8664"/>
                    <a:pt x="473" y="9137"/>
                    <a:pt x="1072" y="9137"/>
                  </a:cubicBezTo>
                  <a:lnTo>
                    <a:pt x="10965" y="9137"/>
                  </a:lnTo>
                  <a:cubicBezTo>
                    <a:pt x="11532" y="9137"/>
                    <a:pt x="12004" y="8664"/>
                    <a:pt x="12004" y="8065"/>
                  </a:cubicBezTo>
                  <a:lnTo>
                    <a:pt x="12004" y="1040"/>
                  </a:lnTo>
                  <a:cubicBezTo>
                    <a:pt x="12036" y="473"/>
                    <a:pt x="11532" y="0"/>
                    <a:pt x="10965" y="0"/>
                  </a:cubicBezTo>
                  <a:close/>
                </a:path>
              </a:pathLst>
            </a:custGeom>
            <a:grpFill/>
            <a:ln>
              <a:noFill/>
            </a:ln>
          </p:spPr>
          <p:txBody>
            <a:bodyPr spcFirstLastPara="1" wrap="square" lIns="62728" tIns="62728" rIns="62728" bIns="62728" anchor="ctr" anchorCtr="0">
              <a:noAutofit/>
            </a:bodyPr>
            <a:lstStyle/>
            <a:p>
              <a:endParaRPr sz="764"/>
            </a:p>
          </p:txBody>
        </p:sp>
        <p:sp>
          <p:nvSpPr>
            <p:cNvPr id="919" name="Google Shape;5728;p61">
              <a:extLst>
                <a:ext uri="{FF2B5EF4-FFF2-40B4-BE49-F238E27FC236}">
                  <a16:creationId xmlns:a16="http://schemas.microsoft.com/office/drawing/2014/main" id="{E01FCD47-A314-4A61-BDA7-CDF71C9F2AF4}"/>
                </a:ext>
              </a:extLst>
            </p:cNvPr>
            <p:cNvSpPr/>
            <p:nvPr/>
          </p:nvSpPr>
          <p:spPr>
            <a:xfrm>
              <a:off x="-50453375" y="2792500"/>
              <a:ext cx="194575" cy="158350"/>
            </a:xfrm>
            <a:custGeom>
              <a:avLst/>
              <a:gdLst/>
              <a:ahLst/>
              <a:cxnLst/>
              <a:rect l="l" t="t" r="r" b="b"/>
              <a:pathLst>
                <a:path w="7783" h="6334" extrusionOk="0">
                  <a:moveTo>
                    <a:pt x="7089" y="694"/>
                  </a:moveTo>
                  <a:lnTo>
                    <a:pt x="7089" y="5609"/>
                  </a:lnTo>
                  <a:lnTo>
                    <a:pt x="694" y="5609"/>
                  </a:lnTo>
                  <a:lnTo>
                    <a:pt x="694" y="694"/>
                  </a:lnTo>
                  <a:close/>
                  <a:moveTo>
                    <a:pt x="347" y="1"/>
                  </a:moveTo>
                  <a:cubicBezTo>
                    <a:pt x="158" y="1"/>
                    <a:pt x="1" y="158"/>
                    <a:pt x="1" y="347"/>
                  </a:cubicBezTo>
                  <a:lnTo>
                    <a:pt x="1" y="5987"/>
                  </a:lnTo>
                  <a:cubicBezTo>
                    <a:pt x="1" y="6176"/>
                    <a:pt x="158" y="6333"/>
                    <a:pt x="347" y="6333"/>
                  </a:cubicBezTo>
                  <a:lnTo>
                    <a:pt x="7436" y="6333"/>
                  </a:lnTo>
                  <a:cubicBezTo>
                    <a:pt x="7656" y="6333"/>
                    <a:pt x="7782" y="6176"/>
                    <a:pt x="7782" y="5987"/>
                  </a:cubicBezTo>
                  <a:lnTo>
                    <a:pt x="7782" y="347"/>
                  </a:lnTo>
                  <a:cubicBezTo>
                    <a:pt x="7782" y="158"/>
                    <a:pt x="7656" y="1"/>
                    <a:pt x="7436"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25" name="Google Shape;5732;p61">
            <a:extLst>
              <a:ext uri="{FF2B5EF4-FFF2-40B4-BE49-F238E27FC236}">
                <a16:creationId xmlns:a16="http://schemas.microsoft.com/office/drawing/2014/main" id="{6B747476-AF7F-4BE6-A543-430C8680D9BF}"/>
              </a:ext>
            </a:extLst>
          </p:cNvPr>
          <p:cNvGrpSpPr/>
          <p:nvPr/>
        </p:nvGrpSpPr>
        <p:grpSpPr>
          <a:xfrm>
            <a:off x="7489566" y="4442807"/>
            <a:ext cx="228273" cy="229449"/>
            <a:chOff x="-48634750" y="2342000"/>
            <a:chExt cx="300900" cy="302450"/>
          </a:xfrm>
          <a:solidFill>
            <a:schemeClr val="tx1"/>
          </a:solidFill>
        </p:grpSpPr>
        <p:sp>
          <p:nvSpPr>
            <p:cNvPr id="904" name="Google Shape;5733;p61">
              <a:extLst>
                <a:ext uri="{FF2B5EF4-FFF2-40B4-BE49-F238E27FC236}">
                  <a16:creationId xmlns:a16="http://schemas.microsoft.com/office/drawing/2014/main" id="{BA428A11-10FF-4E36-A114-E072EF9EE041}"/>
                </a:ext>
              </a:extLst>
            </p:cNvPr>
            <p:cNvSpPr/>
            <p:nvPr/>
          </p:nvSpPr>
          <p:spPr>
            <a:xfrm>
              <a:off x="-48545750" y="2342000"/>
              <a:ext cx="211900" cy="300875"/>
            </a:xfrm>
            <a:custGeom>
              <a:avLst/>
              <a:gdLst/>
              <a:ahLst/>
              <a:cxnLst/>
              <a:rect l="l" t="t" r="r" b="b"/>
              <a:pathLst>
                <a:path w="8476" h="12035" extrusionOk="0">
                  <a:moveTo>
                    <a:pt x="6711" y="725"/>
                  </a:moveTo>
                  <a:cubicBezTo>
                    <a:pt x="7310" y="725"/>
                    <a:pt x="7782" y="1197"/>
                    <a:pt x="7782" y="1764"/>
                  </a:cubicBezTo>
                  <a:lnTo>
                    <a:pt x="7782" y="10239"/>
                  </a:lnTo>
                  <a:cubicBezTo>
                    <a:pt x="7782" y="10838"/>
                    <a:pt x="7310" y="11310"/>
                    <a:pt x="6711" y="11310"/>
                  </a:cubicBezTo>
                  <a:lnTo>
                    <a:pt x="1797" y="11310"/>
                  </a:lnTo>
                  <a:cubicBezTo>
                    <a:pt x="1198" y="11310"/>
                    <a:pt x="725" y="10838"/>
                    <a:pt x="725" y="10239"/>
                  </a:cubicBezTo>
                  <a:lnTo>
                    <a:pt x="725" y="1764"/>
                  </a:lnTo>
                  <a:cubicBezTo>
                    <a:pt x="725" y="1197"/>
                    <a:pt x="1198" y="725"/>
                    <a:pt x="1797" y="725"/>
                  </a:cubicBezTo>
                  <a:close/>
                  <a:moveTo>
                    <a:pt x="1797" y="0"/>
                  </a:moveTo>
                  <a:cubicBezTo>
                    <a:pt x="788" y="0"/>
                    <a:pt x="1" y="788"/>
                    <a:pt x="1" y="1764"/>
                  </a:cubicBezTo>
                  <a:lnTo>
                    <a:pt x="1" y="10239"/>
                  </a:lnTo>
                  <a:cubicBezTo>
                    <a:pt x="1" y="11247"/>
                    <a:pt x="788" y="12035"/>
                    <a:pt x="1797" y="12035"/>
                  </a:cubicBezTo>
                  <a:lnTo>
                    <a:pt x="6711" y="12035"/>
                  </a:lnTo>
                  <a:cubicBezTo>
                    <a:pt x="7688" y="12035"/>
                    <a:pt x="8476" y="11247"/>
                    <a:pt x="8476" y="10239"/>
                  </a:cubicBezTo>
                  <a:lnTo>
                    <a:pt x="8476" y="1764"/>
                  </a:lnTo>
                  <a:cubicBezTo>
                    <a:pt x="8476" y="788"/>
                    <a:pt x="7688" y="0"/>
                    <a:pt x="6711" y="0"/>
                  </a:cubicBezTo>
                  <a:close/>
                </a:path>
              </a:pathLst>
            </a:custGeom>
            <a:grpFill/>
            <a:ln>
              <a:noFill/>
            </a:ln>
          </p:spPr>
          <p:txBody>
            <a:bodyPr spcFirstLastPara="1" wrap="square" lIns="62728" tIns="62728" rIns="62728" bIns="62728" anchor="ctr" anchorCtr="0">
              <a:noAutofit/>
            </a:bodyPr>
            <a:lstStyle/>
            <a:p>
              <a:endParaRPr sz="764"/>
            </a:p>
          </p:txBody>
        </p:sp>
        <p:sp>
          <p:nvSpPr>
            <p:cNvPr id="905" name="Google Shape;5734;p61">
              <a:extLst>
                <a:ext uri="{FF2B5EF4-FFF2-40B4-BE49-F238E27FC236}">
                  <a16:creationId xmlns:a16="http://schemas.microsoft.com/office/drawing/2014/main" id="{EF7817B4-1C88-4F34-8456-F23A49D8D736}"/>
                </a:ext>
              </a:extLst>
            </p:cNvPr>
            <p:cNvSpPr/>
            <p:nvPr/>
          </p:nvSpPr>
          <p:spPr>
            <a:xfrm>
              <a:off x="-48509525" y="2395550"/>
              <a:ext cx="52800" cy="52800"/>
            </a:xfrm>
            <a:custGeom>
              <a:avLst/>
              <a:gdLst/>
              <a:ahLst/>
              <a:cxnLst/>
              <a:rect l="l" t="t" r="r" b="b"/>
              <a:pathLst>
                <a:path w="2112" h="2112" extrusionOk="0">
                  <a:moveTo>
                    <a:pt x="1041" y="694"/>
                  </a:moveTo>
                  <a:cubicBezTo>
                    <a:pt x="1230" y="694"/>
                    <a:pt x="1387" y="851"/>
                    <a:pt x="1387" y="1040"/>
                  </a:cubicBezTo>
                  <a:cubicBezTo>
                    <a:pt x="1387" y="1261"/>
                    <a:pt x="1230" y="1418"/>
                    <a:pt x="1041" y="1418"/>
                  </a:cubicBezTo>
                  <a:cubicBezTo>
                    <a:pt x="852" y="1418"/>
                    <a:pt x="694" y="1261"/>
                    <a:pt x="694" y="1040"/>
                  </a:cubicBezTo>
                  <a:cubicBezTo>
                    <a:pt x="694" y="851"/>
                    <a:pt x="852" y="694"/>
                    <a:pt x="1041" y="694"/>
                  </a:cubicBezTo>
                  <a:close/>
                  <a:moveTo>
                    <a:pt x="1041" y="0"/>
                  </a:moveTo>
                  <a:cubicBezTo>
                    <a:pt x="442" y="0"/>
                    <a:pt x="1" y="473"/>
                    <a:pt x="1" y="1040"/>
                  </a:cubicBezTo>
                  <a:cubicBezTo>
                    <a:pt x="1" y="1639"/>
                    <a:pt x="442" y="2111"/>
                    <a:pt x="1041" y="2111"/>
                  </a:cubicBezTo>
                  <a:cubicBezTo>
                    <a:pt x="1639" y="2111"/>
                    <a:pt x="2112" y="1639"/>
                    <a:pt x="2112" y="1040"/>
                  </a:cubicBezTo>
                  <a:cubicBezTo>
                    <a:pt x="2112" y="473"/>
                    <a:pt x="1639" y="0"/>
                    <a:pt x="1041" y="0"/>
                  </a:cubicBezTo>
                  <a:close/>
                </a:path>
              </a:pathLst>
            </a:custGeom>
            <a:grpFill/>
            <a:ln>
              <a:noFill/>
            </a:ln>
          </p:spPr>
          <p:txBody>
            <a:bodyPr spcFirstLastPara="1" wrap="square" lIns="62728" tIns="62728" rIns="62728" bIns="62728" anchor="ctr" anchorCtr="0">
              <a:noAutofit/>
            </a:bodyPr>
            <a:lstStyle/>
            <a:p>
              <a:endParaRPr sz="764"/>
            </a:p>
          </p:txBody>
        </p:sp>
        <p:sp>
          <p:nvSpPr>
            <p:cNvPr id="906" name="Google Shape;5735;p61">
              <a:extLst>
                <a:ext uri="{FF2B5EF4-FFF2-40B4-BE49-F238E27FC236}">
                  <a16:creationId xmlns:a16="http://schemas.microsoft.com/office/drawing/2014/main" id="{108BCA6C-AC83-4D69-BA62-85276F602159}"/>
                </a:ext>
              </a:extLst>
            </p:cNvPr>
            <p:cNvSpPr/>
            <p:nvPr/>
          </p:nvSpPr>
          <p:spPr>
            <a:xfrm>
              <a:off x="-48509525" y="2466425"/>
              <a:ext cx="52800" cy="52800"/>
            </a:xfrm>
            <a:custGeom>
              <a:avLst/>
              <a:gdLst/>
              <a:ahLst/>
              <a:cxnLst/>
              <a:rect l="l" t="t" r="r" b="b"/>
              <a:pathLst>
                <a:path w="2112" h="2112" extrusionOk="0">
                  <a:moveTo>
                    <a:pt x="1041" y="694"/>
                  </a:moveTo>
                  <a:cubicBezTo>
                    <a:pt x="1230" y="694"/>
                    <a:pt x="1387" y="851"/>
                    <a:pt x="1387" y="1072"/>
                  </a:cubicBezTo>
                  <a:cubicBezTo>
                    <a:pt x="1387" y="1261"/>
                    <a:pt x="1230" y="1419"/>
                    <a:pt x="1041" y="1419"/>
                  </a:cubicBezTo>
                  <a:cubicBezTo>
                    <a:pt x="852" y="1419"/>
                    <a:pt x="694" y="1261"/>
                    <a:pt x="694" y="1072"/>
                  </a:cubicBezTo>
                  <a:cubicBezTo>
                    <a:pt x="694" y="851"/>
                    <a:pt x="852" y="694"/>
                    <a:pt x="1041" y="694"/>
                  </a:cubicBezTo>
                  <a:close/>
                  <a:moveTo>
                    <a:pt x="1041" y="1"/>
                  </a:moveTo>
                  <a:cubicBezTo>
                    <a:pt x="442" y="1"/>
                    <a:pt x="1" y="473"/>
                    <a:pt x="1" y="1072"/>
                  </a:cubicBezTo>
                  <a:cubicBezTo>
                    <a:pt x="1" y="1639"/>
                    <a:pt x="442" y="2112"/>
                    <a:pt x="1041" y="2112"/>
                  </a:cubicBezTo>
                  <a:cubicBezTo>
                    <a:pt x="1639" y="2112"/>
                    <a:pt x="2112" y="1639"/>
                    <a:pt x="2112" y="1072"/>
                  </a:cubicBezTo>
                  <a:cubicBezTo>
                    <a:pt x="2112" y="473"/>
                    <a:pt x="1639" y="1"/>
                    <a:pt x="1041" y="1"/>
                  </a:cubicBezTo>
                  <a:close/>
                </a:path>
              </a:pathLst>
            </a:custGeom>
            <a:grpFill/>
            <a:ln>
              <a:noFill/>
            </a:ln>
          </p:spPr>
          <p:txBody>
            <a:bodyPr spcFirstLastPara="1" wrap="square" lIns="62728" tIns="62728" rIns="62728" bIns="62728" anchor="ctr" anchorCtr="0">
              <a:noAutofit/>
            </a:bodyPr>
            <a:lstStyle/>
            <a:p>
              <a:endParaRPr sz="764"/>
            </a:p>
          </p:txBody>
        </p:sp>
        <p:sp>
          <p:nvSpPr>
            <p:cNvPr id="907" name="Google Shape;5736;p61">
              <a:extLst>
                <a:ext uri="{FF2B5EF4-FFF2-40B4-BE49-F238E27FC236}">
                  <a16:creationId xmlns:a16="http://schemas.microsoft.com/office/drawing/2014/main" id="{18D72174-2E26-4D9E-AFB5-C915B40E97EB}"/>
                </a:ext>
              </a:extLst>
            </p:cNvPr>
            <p:cNvSpPr/>
            <p:nvPr/>
          </p:nvSpPr>
          <p:spPr>
            <a:xfrm>
              <a:off x="-48509525" y="2537325"/>
              <a:ext cx="52800" cy="52800"/>
            </a:xfrm>
            <a:custGeom>
              <a:avLst/>
              <a:gdLst/>
              <a:ahLst/>
              <a:cxnLst/>
              <a:rect l="l" t="t" r="r" b="b"/>
              <a:pathLst>
                <a:path w="2112" h="2112" extrusionOk="0">
                  <a:moveTo>
                    <a:pt x="1041" y="693"/>
                  </a:moveTo>
                  <a:cubicBezTo>
                    <a:pt x="1230" y="693"/>
                    <a:pt x="1387" y="851"/>
                    <a:pt x="1387" y="1071"/>
                  </a:cubicBezTo>
                  <a:cubicBezTo>
                    <a:pt x="1387" y="1260"/>
                    <a:pt x="1230" y="1418"/>
                    <a:pt x="1041" y="1418"/>
                  </a:cubicBezTo>
                  <a:cubicBezTo>
                    <a:pt x="852" y="1418"/>
                    <a:pt x="694" y="1260"/>
                    <a:pt x="694" y="1071"/>
                  </a:cubicBezTo>
                  <a:cubicBezTo>
                    <a:pt x="694" y="851"/>
                    <a:pt x="852" y="693"/>
                    <a:pt x="1041" y="693"/>
                  </a:cubicBezTo>
                  <a:close/>
                  <a:moveTo>
                    <a:pt x="1041" y="0"/>
                  </a:moveTo>
                  <a:cubicBezTo>
                    <a:pt x="442" y="0"/>
                    <a:pt x="1" y="473"/>
                    <a:pt x="1" y="1071"/>
                  </a:cubicBezTo>
                  <a:cubicBezTo>
                    <a:pt x="1" y="1639"/>
                    <a:pt x="442" y="2111"/>
                    <a:pt x="1041" y="2111"/>
                  </a:cubicBezTo>
                  <a:cubicBezTo>
                    <a:pt x="1639" y="2111"/>
                    <a:pt x="2112" y="1639"/>
                    <a:pt x="2112" y="1071"/>
                  </a:cubicBezTo>
                  <a:cubicBezTo>
                    <a:pt x="2112" y="473"/>
                    <a:pt x="1639" y="0"/>
                    <a:pt x="1041" y="0"/>
                  </a:cubicBezTo>
                  <a:close/>
                </a:path>
              </a:pathLst>
            </a:custGeom>
            <a:grpFill/>
            <a:ln>
              <a:noFill/>
            </a:ln>
          </p:spPr>
          <p:txBody>
            <a:bodyPr spcFirstLastPara="1" wrap="square" lIns="62728" tIns="62728" rIns="62728" bIns="62728" anchor="ctr" anchorCtr="0">
              <a:noAutofit/>
            </a:bodyPr>
            <a:lstStyle/>
            <a:p>
              <a:endParaRPr sz="764"/>
            </a:p>
          </p:txBody>
        </p:sp>
        <p:sp>
          <p:nvSpPr>
            <p:cNvPr id="908" name="Google Shape;5737;p61">
              <a:extLst>
                <a:ext uri="{FF2B5EF4-FFF2-40B4-BE49-F238E27FC236}">
                  <a16:creationId xmlns:a16="http://schemas.microsoft.com/office/drawing/2014/main" id="{58F11746-959C-4BCD-B079-0B85D67CA880}"/>
                </a:ext>
              </a:extLst>
            </p:cNvPr>
            <p:cNvSpPr/>
            <p:nvPr/>
          </p:nvSpPr>
          <p:spPr>
            <a:xfrm>
              <a:off x="-48421300" y="2395550"/>
              <a:ext cx="52800" cy="52800"/>
            </a:xfrm>
            <a:custGeom>
              <a:avLst/>
              <a:gdLst/>
              <a:ahLst/>
              <a:cxnLst/>
              <a:rect l="l" t="t" r="r" b="b"/>
              <a:pathLst>
                <a:path w="2112" h="2112" extrusionOk="0">
                  <a:moveTo>
                    <a:pt x="1072" y="694"/>
                  </a:moveTo>
                  <a:cubicBezTo>
                    <a:pt x="1261" y="694"/>
                    <a:pt x="1418" y="851"/>
                    <a:pt x="1418" y="1040"/>
                  </a:cubicBezTo>
                  <a:cubicBezTo>
                    <a:pt x="1387" y="1261"/>
                    <a:pt x="1229" y="1418"/>
                    <a:pt x="1072" y="1418"/>
                  </a:cubicBezTo>
                  <a:cubicBezTo>
                    <a:pt x="851" y="1418"/>
                    <a:pt x="725" y="1261"/>
                    <a:pt x="725" y="1040"/>
                  </a:cubicBezTo>
                  <a:cubicBezTo>
                    <a:pt x="725" y="851"/>
                    <a:pt x="851" y="694"/>
                    <a:pt x="1072" y="694"/>
                  </a:cubicBezTo>
                  <a:close/>
                  <a:moveTo>
                    <a:pt x="1072" y="0"/>
                  </a:moveTo>
                  <a:cubicBezTo>
                    <a:pt x="473" y="0"/>
                    <a:pt x="1" y="473"/>
                    <a:pt x="1" y="1040"/>
                  </a:cubicBezTo>
                  <a:cubicBezTo>
                    <a:pt x="1" y="1639"/>
                    <a:pt x="473" y="2111"/>
                    <a:pt x="1072" y="2111"/>
                  </a:cubicBezTo>
                  <a:cubicBezTo>
                    <a:pt x="1639" y="2111"/>
                    <a:pt x="2111" y="1639"/>
                    <a:pt x="2111" y="1040"/>
                  </a:cubicBezTo>
                  <a:cubicBezTo>
                    <a:pt x="2080" y="473"/>
                    <a:pt x="1607"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909" name="Google Shape;5738;p61">
              <a:extLst>
                <a:ext uri="{FF2B5EF4-FFF2-40B4-BE49-F238E27FC236}">
                  <a16:creationId xmlns:a16="http://schemas.microsoft.com/office/drawing/2014/main" id="{CEA09AAC-E6F7-40A1-A501-8212D1A8278B}"/>
                </a:ext>
              </a:extLst>
            </p:cNvPr>
            <p:cNvSpPr/>
            <p:nvPr/>
          </p:nvSpPr>
          <p:spPr>
            <a:xfrm>
              <a:off x="-48421300" y="2466425"/>
              <a:ext cx="52800" cy="52800"/>
            </a:xfrm>
            <a:custGeom>
              <a:avLst/>
              <a:gdLst/>
              <a:ahLst/>
              <a:cxnLst/>
              <a:rect l="l" t="t" r="r" b="b"/>
              <a:pathLst>
                <a:path w="2112" h="2112" extrusionOk="0">
                  <a:moveTo>
                    <a:pt x="1072" y="694"/>
                  </a:moveTo>
                  <a:cubicBezTo>
                    <a:pt x="1261" y="694"/>
                    <a:pt x="1418" y="851"/>
                    <a:pt x="1418" y="1072"/>
                  </a:cubicBezTo>
                  <a:cubicBezTo>
                    <a:pt x="1387" y="1261"/>
                    <a:pt x="1229" y="1419"/>
                    <a:pt x="1072" y="1419"/>
                  </a:cubicBezTo>
                  <a:cubicBezTo>
                    <a:pt x="851" y="1419"/>
                    <a:pt x="725" y="1261"/>
                    <a:pt x="725" y="1072"/>
                  </a:cubicBezTo>
                  <a:cubicBezTo>
                    <a:pt x="725" y="851"/>
                    <a:pt x="851" y="694"/>
                    <a:pt x="1072" y="694"/>
                  </a:cubicBezTo>
                  <a:close/>
                  <a:moveTo>
                    <a:pt x="1072" y="1"/>
                  </a:moveTo>
                  <a:cubicBezTo>
                    <a:pt x="473" y="1"/>
                    <a:pt x="1" y="473"/>
                    <a:pt x="1" y="1072"/>
                  </a:cubicBezTo>
                  <a:cubicBezTo>
                    <a:pt x="1" y="1639"/>
                    <a:pt x="473" y="2112"/>
                    <a:pt x="1072" y="2112"/>
                  </a:cubicBezTo>
                  <a:cubicBezTo>
                    <a:pt x="1639" y="2112"/>
                    <a:pt x="2111" y="1639"/>
                    <a:pt x="2111" y="1072"/>
                  </a:cubicBezTo>
                  <a:cubicBezTo>
                    <a:pt x="2080" y="473"/>
                    <a:pt x="1607" y="1"/>
                    <a:pt x="1072" y="1"/>
                  </a:cubicBezTo>
                  <a:close/>
                </a:path>
              </a:pathLst>
            </a:custGeom>
            <a:grpFill/>
            <a:ln>
              <a:noFill/>
            </a:ln>
          </p:spPr>
          <p:txBody>
            <a:bodyPr spcFirstLastPara="1" wrap="square" lIns="62728" tIns="62728" rIns="62728" bIns="62728" anchor="ctr" anchorCtr="0">
              <a:noAutofit/>
            </a:bodyPr>
            <a:lstStyle/>
            <a:p>
              <a:endParaRPr sz="764"/>
            </a:p>
          </p:txBody>
        </p:sp>
        <p:sp>
          <p:nvSpPr>
            <p:cNvPr id="910" name="Google Shape;5739;p61">
              <a:extLst>
                <a:ext uri="{FF2B5EF4-FFF2-40B4-BE49-F238E27FC236}">
                  <a16:creationId xmlns:a16="http://schemas.microsoft.com/office/drawing/2014/main" id="{E6315704-C579-44B2-B789-17C80836DAC5}"/>
                </a:ext>
              </a:extLst>
            </p:cNvPr>
            <p:cNvSpPr/>
            <p:nvPr/>
          </p:nvSpPr>
          <p:spPr>
            <a:xfrm>
              <a:off x="-48421300" y="2537325"/>
              <a:ext cx="52800" cy="52800"/>
            </a:xfrm>
            <a:custGeom>
              <a:avLst/>
              <a:gdLst/>
              <a:ahLst/>
              <a:cxnLst/>
              <a:rect l="l" t="t" r="r" b="b"/>
              <a:pathLst>
                <a:path w="2112" h="2112" extrusionOk="0">
                  <a:moveTo>
                    <a:pt x="1072" y="693"/>
                  </a:moveTo>
                  <a:cubicBezTo>
                    <a:pt x="1261" y="693"/>
                    <a:pt x="1418" y="851"/>
                    <a:pt x="1418" y="1071"/>
                  </a:cubicBezTo>
                  <a:cubicBezTo>
                    <a:pt x="1418" y="1260"/>
                    <a:pt x="1229" y="1418"/>
                    <a:pt x="1072" y="1418"/>
                  </a:cubicBezTo>
                  <a:cubicBezTo>
                    <a:pt x="851" y="1418"/>
                    <a:pt x="725" y="1260"/>
                    <a:pt x="725" y="1071"/>
                  </a:cubicBezTo>
                  <a:cubicBezTo>
                    <a:pt x="725" y="851"/>
                    <a:pt x="851" y="693"/>
                    <a:pt x="1072" y="693"/>
                  </a:cubicBezTo>
                  <a:close/>
                  <a:moveTo>
                    <a:pt x="1072" y="0"/>
                  </a:moveTo>
                  <a:cubicBezTo>
                    <a:pt x="473" y="0"/>
                    <a:pt x="1" y="473"/>
                    <a:pt x="1" y="1071"/>
                  </a:cubicBezTo>
                  <a:cubicBezTo>
                    <a:pt x="1" y="1639"/>
                    <a:pt x="473" y="2111"/>
                    <a:pt x="1072" y="2111"/>
                  </a:cubicBezTo>
                  <a:cubicBezTo>
                    <a:pt x="1639" y="2111"/>
                    <a:pt x="2111" y="1639"/>
                    <a:pt x="2111" y="1071"/>
                  </a:cubicBezTo>
                  <a:cubicBezTo>
                    <a:pt x="2080" y="473"/>
                    <a:pt x="1607"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911" name="Google Shape;5740;p61">
              <a:extLst>
                <a:ext uri="{FF2B5EF4-FFF2-40B4-BE49-F238E27FC236}">
                  <a16:creationId xmlns:a16="http://schemas.microsoft.com/office/drawing/2014/main" id="{DF999603-8BE3-4E11-AE81-2BC883396BE0}"/>
                </a:ext>
              </a:extLst>
            </p:cNvPr>
            <p:cNvSpPr/>
            <p:nvPr/>
          </p:nvSpPr>
          <p:spPr>
            <a:xfrm>
              <a:off x="-48634750" y="2342775"/>
              <a:ext cx="71700" cy="301675"/>
            </a:xfrm>
            <a:custGeom>
              <a:avLst/>
              <a:gdLst/>
              <a:ahLst/>
              <a:cxnLst/>
              <a:rect l="l" t="t" r="r" b="b"/>
              <a:pathLst>
                <a:path w="2868" h="12067" extrusionOk="0">
                  <a:moveTo>
                    <a:pt x="1891" y="725"/>
                  </a:moveTo>
                  <a:lnTo>
                    <a:pt x="1891" y="725"/>
                  </a:lnTo>
                  <a:cubicBezTo>
                    <a:pt x="1828" y="851"/>
                    <a:pt x="1796" y="946"/>
                    <a:pt x="1796" y="1072"/>
                  </a:cubicBezTo>
                  <a:cubicBezTo>
                    <a:pt x="1765" y="1450"/>
                    <a:pt x="1859" y="1796"/>
                    <a:pt x="2112" y="2143"/>
                  </a:cubicBezTo>
                  <a:cubicBezTo>
                    <a:pt x="2175" y="2174"/>
                    <a:pt x="2206" y="2269"/>
                    <a:pt x="2175" y="2332"/>
                  </a:cubicBezTo>
                  <a:cubicBezTo>
                    <a:pt x="2049" y="2616"/>
                    <a:pt x="1796" y="2805"/>
                    <a:pt x="1481" y="2805"/>
                  </a:cubicBezTo>
                  <a:cubicBezTo>
                    <a:pt x="1103" y="2805"/>
                    <a:pt x="788" y="2489"/>
                    <a:pt x="788" y="2111"/>
                  </a:cubicBezTo>
                  <a:cubicBezTo>
                    <a:pt x="725" y="1702"/>
                    <a:pt x="883" y="1355"/>
                    <a:pt x="1166" y="1135"/>
                  </a:cubicBezTo>
                  <a:cubicBezTo>
                    <a:pt x="1418" y="883"/>
                    <a:pt x="1607" y="788"/>
                    <a:pt x="1891" y="725"/>
                  </a:cubicBezTo>
                  <a:close/>
                  <a:moveTo>
                    <a:pt x="1481" y="3529"/>
                  </a:moveTo>
                  <a:cubicBezTo>
                    <a:pt x="1733" y="3750"/>
                    <a:pt x="1891" y="4600"/>
                    <a:pt x="1954" y="4947"/>
                  </a:cubicBezTo>
                  <a:lnTo>
                    <a:pt x="977" y="4947"/>
                  </a:lnTo>
                  <a:cubicBezTo>
                    <a:pt x="1040" y="4600"/>
                    <a:pt x="1198" y="3750"/>
                    <a:pt x="1481" y="3529"/>
                  </a:cubicBezTo>
                  <a:close/>
                  <a:moveTo>
                    <a:pt x="2049" y="5608"/>
                  </a:moveTo>
                  <a:cubicBezTo>
                    <a:pt x="2112" y="6176"/>
                    <a:pt x="2112" y="6743"/>
                    <a:pt x="2112" y="7373"/>
                  </a:cubicBezTo>
                  <a:cubicBezTo>
                    <a:pt x="2143" y="9421"/>
                    <a:pt x="1796" y="10933"/>
                    <a:pt x="1450" y="11279"/>
                  </a:cubicBezTo>
                  <a:cubicBezTo>
                    <a:pt x="1387" y="11216"/>
                    <a:pt x="1166" y="10964"/>
                    <a:pt x="1009" y="10145"/>
                  </a:cubicBezTo>
                  <a:cubicBezTo>
                    <a:pt x="851" y="9389"/>
                    <a:pt x="725" y="8412"/>
                    <a:pt x="725" y="7373"/>
                  </a:cubicBezTo>
                  <a:cubicBezTo>
                    <a:pt x="725" y="6743"/>
                    <a:pt x="788" y="6176"/>
                    <a:pt x="820" y="5608"/>
                  </a:cubicBezTo>
                  <a:close/>
                  <a:moveTo>
                    <a:pt x="2458" y="1"/>
                  </a:moveTo>
                  <a:cubicBezTo>
                    <a:pt x="1765" y="1"/>
                    <a:pt x="1198" y="64"/>
                    <a:pt x="631" y="631"/>
                  </a:cubicBezTo>
                  <a:cubicBezTo>
                    <a:pt x="221" y="1040"/>
                    <a:pt x="1" y="1576"/>
                    <a:pt x="1" y="2143"/>
                  </a:cubicBezTo>
                  <a:cubicBezTo>
                    <a:pt x="1" y="2647"/>
                    <a:pt x="253" y="3120"/>
                    <a:pt x="694" y="3372"/>
                  </a:cubicBezTo>
                  <a:cubicBezTo>
                    <a:pt x="158" y="4317"/>
                    <a:pt x="1" y="6333"/>
                    <a:pt x="1" y="7467"/>
                  </a:cubicBezTo>
                  <a:cubicBezTo>
                    <a:pt x="1" y="8570"/>
                    <a:pt x="95" y="10586"/>
                    <a:pt x="694" y="11563"/>
                  </a:cubicBezTo>
                  <a:cubicBezTo>
                    <a:pt x="883" y="11909"/>
                    <a:pt x="1135" y="12067"/>
                    <a:pt x="1418" y="12067"/>
                  </a:cubicBezTo>
                  <a:cubicBezTo>
                    <a:pt x="1670" y="12067"/>
                    <a:pt x="1923" y="11909"/>
                    <a:pt x="2112" y="11563"/>
                  </a:cubicBezTo>
                  <a:cubicBezTo>
                    <a:pt x="2679" y="10618"/>
                    <a:pt x="2836" y="8601"/>
                    <a:pt x="2836" y="7467"/>
                  </a:cubicBezTo>
                  <a:cubicBezTo>
                    <a:pt x="2868" y="6270"/>
                    <a:pt x="2742" y="4285"/>
                    <a:pt x="2143" y="3309"/>
                  </a:cubicBezTo>
                  <a:cubicBezTo>
                    <a:pt x="2427" y="3151"/>
                    <a:pt x="2679" y="2899"/>
                    <a:pt x="2742" y="2584"/>
                  </a:cubicBezTo>
                  <a:cubicBezTo>
                    <a:pt x="2868" y="2269"/>
                    <a:pt x="2773" y="1954"/>
                    <a:pt x="2584" y="1702"/>
                  </a:cubicBezTo>
                  <a:cubicBezTo>
                    <a:pt x="2395" y="1481"/>
                    <a:pt x="2269" y="1166"/>
                    <a:pt x="2742" y="568"/>
                  </a:cubicBezTo>
                  <a:cubicBezTo>
                    <a:pt x="2836" y="442"/>
                    <a:pt x="2868" y="347"/>
                    <a:pt x="2773" y="221"/>
                  </a:cubicBezTo>
                  <a:cubicBezTo>
                    <a:pt x="2742" y="95"/>
                    <a:pt x="2584" y="1"/>
                    <a:pt x="245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26" name="Google Shape;5741;p61">
            <a:extLst>
              <a:ext uri="{FF2B5EF4-FFF2-40B4-BE49-F238E27FC236}">
                <a16:creationId xmlns:a16="http://schemas.microsoft.com/office/drawing/2014/main" id="{C809A558-F6E9-49BD-BB22-3713CFDB1D5A}"/>
              </a:ext>
            </a:extLst>
          </p:cNvPr>
          <p:cNvGrpSpPr/>
          <p:nvPr/>
        </p:nvGrpSpPr>
        <p:grpSpPr>
          <a:xfrm>
            <a:off x="6914810" y="4733228"/>
            <a:ext cx="227078" cy="227078"/>
            <a:chOff x="-48633175" y="2711375"/>
            <a:chExt cx="299325" cy="299325"/>
          </a:xfrm>
          <a:solidFill>
            <a:schemeClr val="tx1"/>
          </a:solidFill>
        </p:grpSpPr>
        <p:sp>
          <p:nvSpPr>
            <p:cNvPr id="902" name="Google Shape;5742;p61">
              <a:extLst>
                <a:ext uri="{FF2B5EF4-FFF2-40B4-BE49-F238E27FC236}">
                  <a16:creationId xmlns:a16="http://schemas.microsoft.com/office/drawing/2014/main" id="{3AEE5B69-8DC3-4EA1-ADD0-83FE64F0B390}"/>
                </a:ext>
              </a:extLst>
            </p:cNvPr>
            <p:cNvSpPr/>
            <p:nvPr/>
          </p:nvSpPr>
          <p:spPr>
            <a:xfrm>
              <a:off x="-48633175" y="2711375"/>
              <a:ext cx="299325" cy="299325"/>
            </a:xfrm>
            <a:custGeom>
              <a:avLst/>
              <a:gdLst/>
              <a:ahLst/>
              <a:cxnLst/>
              <a:rect l="l" t="t" r="r" b="b"/>
              <a:pathLst>
                <a:path w="11973" h="11973" extrusionOk="0">
                  <a:moveTo>
                    <a:pt x="6459" y="662"/>
                  </a:moveTo>
                  <a:lnTo>
                    <a:pt x="6774" y="1356"/>
                  </a:lnTo>
                  <a:cubicBezTo>
                    <a:pt x="6837" y="1419"/>
                    <a:pt x="6900" y="1513"/>
                    <a:pt x="7026" y="1545"/>
                  </a:cubicBezTo>
                  <a:cubicBezTo>
                    <a:pt x="7499" y="1671"/>
                    <a:pt x="7971" y="1860"/>
                    <a:pt x="8413" y="2080"/>
                  </a:cubicBezTo>
                  <a:cubicBezTo>
                    <a:pt x="8459" y="2126"/>
                    <a:pt x="8539" y="2156"/>
                    <a:pt x="8627" y="2156"/>
                  </a:cubicBezTo>
                  <a:cubicBezTo>
                    <a:pt x="8660" y="2156"/>
                    <a:pt x="8694" y="2152"/>
                    <a:pt x="8728" y="2143"/>
                  </a:cubicBezTo>
                  <a:lnTo>
                    <a:pt x="9389" y="1891"/>
                  </a:lnTo>
                  <a:lnTo>
                    <a:pt x="10051" y="2553"/>
                  </a:lnTo>
                  <a:lnTo>
                    <a:pt x="9799" y="3214"/>
                  </a:lnTo>
                  <a:cubicBezTo>
                    <a:pt x="9767" y="3340"/>
                    <a:pt x="9767" y="3435"/>
                    <a:pt x="9862" y="3561"/>
                  </a:cubicBezTo>
                  <a:cubicBezTo>
                    <a:pt x="10114" y="3970"/>
                    <a:pt x="10334" y="4412"/>
                    <a:pt x="10397" y="4916"/>
                  </a:cubicBezTo>
                  <a:cubicBezTo>
                    <a:pt x="10460" y="5042"/>
                    <a:pt x="10492" y="5136"/>
                    <a:pt x="10586" y="5168"/>
                  </a:cubicBezTo>
                  <a:lnTo>
                    <a:pt x="11279" y="5483"/>
                  </a:lnTo>
                  <a:lnTo>
                    <a:pt x="11279" y="6459"/>
                  </a:lnTo>
                  <a:lnTo>
                    <a:pt x="10586" y="6774"/>
                  </a:lnTo>
                  <a:cubicBezTo>
                    <a:pt x="10523" y="6806"/>
                    <a:pt x="10460" y="6900"/>
                    <a:pt x="10397" y="7026"/>
                  </a:cubicBezTo>
                  <a:cubicBezTo>
                    <a:pt x="10271" y="7499"/>
                    <a:pt x="10082" y="7972"/>
                    <a:pt x="9862" y="8381"/>
                  </a:cubicBezTo>
                  <a:cubicBezTo>
                    <a:pt x="9799" y="8476"/>
                    <a:pt x="9767" y="8602"/>
                    <a:pt x="9799" y="8696"/>
                  </a:cubicBezTo>
                  <a:lnTo>
                    <a:pt x="10051" y="9389"/>
                  </a:lnTo>
                  <a:lnTo>
                    <a:pt x="9389" y="10051"/>
                  </a:lnTo>
                  <a:lnTo>
                    <a:pt x="8728" y="9799"/>
                  </a:lnTo>
                  <a:cubicBezTo>
                    <a:pt x="8681" y="9787"/>
                    <a:pt x="8640" y="9780"/>
                    <a:pt x="8600" y="9780"/>
                  </a:cubicBezTo>
                  <a:cubicBezTo>
                    <a:pt x="8532" y="9780"/>
                    <a:pt x="8472" y="9802"/>
                    <a:pt x="8413" y="9862"/>
                  </a:cubicBezTo>
                  <a:cubicBezTo>
                    <a:pt x="7971" y="10114"/>
                    <a:pt x="7530" y="10303"/>
                    <a:pt x="7026" y="10397"/>
                  </a:cubicBezTo>
                  <a:cubicBezTo>
                    <a:pt x="6900" y="10429"/>
                    <a:pt x="6837" y="10492"/>
                    <a:pt x="6774" y="10586"/>
                  </a:cubicBezTo>
                  <a:lnTo>
                    <a:pt x="6459" y="11280"/>
                  </a:lnTo>
                  <a:lnTo>
                    <a:pt x="5483" y="11280"/>
                  </a:lnTo>
                  <a:lnTo>
                    <a:pt x="5168" y="10586"/>
                  </a:lnTo>
                  <a:cubicBezTo>
                    <a:pt x="5136" y="10523"/>
                    <a:pt x="5042" y="10429"/>
                    <a:pt x="4915" y="10397"/>
                  </a:cubicBezTo>
                  <a:cubicBezTo>
                    <a:pt x="4443" y="10271"/>
                    <a:pt x="3970" y="10082"/>
                    <a:pt x="3561" y="9862"/>
                  </a:cubicBezTo>
                  <a:cubicBezTo>
                    <a:pt x="3492" y="9816"/>
                    <a:pt x="3406" y="9786"/>
                    <a:pt x="3327" y="9786"/>
                  </a:cubicBezTo>
                  <a:cubicBezTo>
                    <a:pt x="3299" y="9786"/>
                    <a:pt x="3271" y="9790"/>
                    <a:pt x="3246" y="9799"/>
                  </a:cubicBezTo>
                  <a:lnTo>
                    <a:pt x="2553" y="10051"/>
                  </a:lnTo>
                  <a:lnTo>
                    <a:pt x="1891" y="9389"/>
                  </a:lnTo>
                  <a:lnTo>
                    <a:pt x="2143" y="8696"/>
                  </a:lnTo>
                  <a:cubicBezTo>
                    <a:pt x="2175" y="8602"/>
                    <a:pt x="2175" y="8507"/>
                    <a:pt x="2080" y="8381"/>
                  </a:cubicBezTo>
                  <a:cubicBezTo>
                    <a:pt x="1828" y="7972"/>
                    <a:pt x="1607" y="7531"/>
                    <a:pt x="1544" y="7026"/>
                  </a:cubicBezTo>
                  <a:cubicBezTo>
                    <a:pt x="1513" y="6900"/>
                    <a:pt x="1450" y="6806"/>
                    <a:pt x="1355" y="6774"/>
                  </a:cubicBezTo>
                  <a:lnTo>
                    <a:pt x="662" y="6459"/>
                  </a:lnTo>
                  <a:lnTo>
                    <a:pt x="662" y="5483"/>
                  </a:lnTo>
                  <a:lnTo>
                    <a:pt x="1355" y="5168"/>
                  </a:lnTo>
                  <a:cubicBezTo>
                    <a:pt x="1418" y="5136"/>
                    <a:pt x="1513" y="5042"/>
                    <a:pt x="1544" y="4916"/>
                  </a:cubicBezTo>
                  <a:cubicBezTo>
                    <a:pt x="1670" y="4443"/>
                    <a:pt x="1860" y="3970"/>
                    <a:pt x="2080" y="3561"/>
                  </a:cubicBezTo>
                  <a:cubicBezTo>
                    <a:pt x="2143" y="3466"/>
                    <a:pt x="2175" y="3340"/>
                    <a:pt x="2143" y="3214"/>
                  </a:cubicBezTo>
                  <a:lnTo>
                    <a:pt x="1891" y="2553"/>
                  </a:lnTo>
                  <a:lnTo>
                    <a:pt x="2553" y="1891"/>
                  </a:lnTo>
                  <a:lnTo>
                    <a:pt x="3246" y="2143"/>
                  </a:lnTo>
                  <a:cubicBezTo>
                    <a:pt x="3280" y="2155"/>
                    <a:pt x="3315" y="2162"/>
                    <a:pt x="3351" y="2162"/>
                  </a:cubicBezTo>
                  <a:cubicBezTo>
                    <a:pt x="3414" y="2162"/>
                    <a:pt x="3481" y="2140"/>
                    <a:pt x="3561" y="2080"/>
                  </a:cubicBezTo>
                  <a:cubicBezTo>
                    <a:pt x="3970" y="1828"/>
                    <a:pt x="4411" y="1608"/>
                    <a:pt x="4915" y="1545"/>
                  </a:cubicBezTo>
                  <a:cubicBezTo>
                    <a:pt x="5042" y="1513"/>
                    <a:pt x="5136" y="1450"/>
                    <a:pt x="5168" y="1356"/>
                  </a:cubicBezTo>
                  <a:lnTo>
                    <a:pt x="5483" y="662"/>
                  </a:lnTo>
                  <a:close/>
                  <a:moveTo>
                    <a:pt x="5294" y="1"/>
                  </a:moveTo>
                  <a:cubicBezTo>
                    <a:pt x="5168" y="1"/>
                    <a:pt x="5010" y="64"/>
                    <a:pt x="4978" y="190"/>
                  </a:cubicBezTo>
                  <a:lnTo>
                    <a:pt x="4632" y="915"/>
                  </a:lnTo>
                  <a:cubicBezTo>
                    <a:pt x="4191" y="1041"/>
                    <a:pt x="3750" y="1198"/>
                    <a:pt x="3372" y="1419"/>
                  </a:cubicBezTo>
                  <a:lnTo>
                    <a:pt x="2616" y="1198"/>
                  </a:lnTo>
                  <a:cubicBezTo>
                    <a:pt x="2579" y="1180"/>
                    <a:pt x="2539" y="1172"/>
                    <a:pt x="2500" y="1172"/>
                  </a:cubicBezTo>
                  <a:cubicBezTo>
                    <a:pt x="2405" y="1172"/>
                    <a:pt x="2314" y="1217"/>
                    <a:pt x="2269" y="1261"/>
                  </a:cubicBezTo>
                  <a:lnTo>
                    <a:pt x="1261" y="2238"/>
                  </a:lnTo>
                  <a:cubicBezTo>
                    <a:pt x="1198" y="2332"/>
                    <a:pt x="1166" y="2490"/>
                    <a:pt x="1198" y="2616"/>
                  </a:cubicBezTo>
                  <a:lnTo>
                    <a:pt x="1418" y="3340"/>
                  </a:lnTo>
                  <a:cubicBezTo>
                    <a:pt x="1198" y="3750"/>
                    <a:pt x="1040" y="4191"/>
                    <a:pt x="914" y="4601"/>
                  </a:cubicBezTo>
                  <a:lnTo>
                    <a:pt x="221" y="4979"/>
                  </a:lnTo>
                  <a:cubicBezTo>
                    <a:pt x="95" y="5010"/>
                    <a:pt x="1" y="5168"/>
                    <a:pt x="1" y="5294"/>
                  </a:cubicBezTo>
                  <a:lnTo>
                    <a:pt x="1" y="6711"/>
                  </a:lnTo>
                  <a:cubicBezTo>
                    <a:pt x="1" y="6806"/>
                    <a:pt x="95" y="6963"/>
                    <a:pt x="221" y="7026"/>
                  </a:cubicBezTo>
                  <a:lnTo>
                    <a:pt x="914" y="7373"/>
                  </a:lnTo>
                  <a:cubicBezTo>
                    <a:pt x="1040" y="7814"/>
                    <a:pt x="1198" y="8224"/>
                    <a:pt x="1418" y="8633"/>
                  </a:cubicBezTo>
                  <a:lnTo>
                    <a:pt x="1198" y="9389"/>
                  </a:lnTo>
                  <a:cubicBezTo>
                    <a:pt x="1166" y="9484"/>
                    <a:pt x="1198" y="9641"/>
                    <a:pt x="1261" y="9736"/>
                  </a:cubicBezTo>
                  <a:lnTo>
                    <a:pt x="2269" y="10712"/>
                  </a:lnTo>
                  <a:cubicBezTo>
                    <a:pt x="2316" y="10783"/>
                    <a:pt x="2417" y="10819"/>
                    <a:pt x="2517" y="10819"/>
                  </a:cubicBezTo>
                  <a:cubicBezTo>
                    <a:pt x="2551" y="10819"/>
                    <a:pt x="2584" y="10815"/>
                    <a:pt x="2616" y="10807"/>
                  </a:cubicBezTo>
                  <a:lnTo>
                    <a:pt x="3372" y="10555"/>
                  </a:lnTo>
                  <a:cubicBezTo>
                    <a:pt x="3750" y="10807"/>
                    <a:pt x="4191" y="10965"/>
                    <a:pt x="4632" y="11059"/>
                  </a:cubicBezTo>
                  <a:lnTo>
                    <a:pt x="4978" y="11784"/>
                  </a:lnTo>
                  <a:cubicBezTo>
                    <a:pt x="5010" y="11910"/>
                    <a:pt x="5168" y="11973"/>
                    <a:pt x="5294" y="11973"/>
                  </a:cubicBezTo>
                  <a:lnTo>
                    <a:pt x="6711" y="11973"/>
                  </a:lnTo>
                  <a:cubicBezTo>
                    <a:pt x="6837" y="11973"/>
                    <a:pt x="6995" y="11910"/>
                    <a:pt x="7026" y="11784"/>
                  </a:cubicBezTo>
                  <a:lnTo>
                    <a:pt x="7373" y="11059"/>
                  </a:lnTo>
                  <a:cubicBezTo>
                    <a:pt x="7814" y="10965"/>
                    <a:pt x="8255" y="10807"/>
                    <a:pt x="8633" y="10555"/>
                  </a:cubicBezTo>
                  <a:lnTo>
                    <a:pt x="9389" y="10807"/>
                  </a:lnTo>
                  <a:cubicBezTo>
                    <a:pt x="9421" y="10815"/>
                    <a:pt x="9454" y="10819"/>
                    <a:pt x="9488" y="10819"/>
                  </a:cubicBezTo>
                  <a:cubicBezTo>
                    <a:pt x="9588" y="10819"/>
                    <a:pt x="9688" y="10783"/>
                    <a:pt x="9736" y="10712"/>
                  </a:cubicBezTo>
                  <a:lnTo>
                    <a:pt x="10712" y="9736"/>
                  </a:lnTo>
                  <a:cubicBezTo>
                    <a:pt x="10807" y="9641"/>
                    <a:pt x="10838" y="9484"/>
                    <a:pt x="10807" y="9389"/>
                  </a:cubicBezTo>
                  <a:lnTo>
                    <a:pt x="10555" y="8633"/>
                  </a:lnTo>
                  <a:cubicBezTo>
                    <a:pt x="10807" y="8224"/>
                    <a:pt x="10964" y="7814"/>
                    <a:pt x="11059" y="7373"/>
                  </a:cubicBezTo>
                  <a:lnTo>
                    <a:pt x="11784" y="7026"/>
                  </a:lnTo>
                  <a:cubicBezTo>
                    <a:pt x="11910" y="6963"/>
                    <a:pt x="11973" y="6806"/>
                    <a:pt x="11973" y="6711"/>
                  </a:cubicBezTo>
                  <a:lnTo>
                    <a:pt x="11973" y="5294"/>
                  </a:lnTo>
                  <a:cubicBezTo>
                    <a:pt x="11973" y="5168"/>
                    <a:pt x="11910" y="5042"/>
                    <a:pt x="11784" y="4979"/>
                  </a:cubicBezTo>
                  <a:lnTo>
                    <a:pt x="11059" y="4601"/>
                  </a:lnTo>
                  <a:cubicBezTo>
                    <a:pt x="10964" y="4191"/>
                    <a:pt x="10807" y="3750"/>
                    <a:pt x="10555" y="3340"/>
                  </a:cubicBezTo>
                  <a:lnTo>
                    <a:pt x="10807" y="2616"/>
                  </a:lnTo>
                  <a:cubicBezTo>
                    <a:pt x="10838" y="2490"/>
                    <a:pt x="10807" y="2332"/>
                    <a:pt x="10712" y="2238"/>
                  </a:cubicBezTo>
                  <a:lnTo>
                    <a:pt x="9736" y="1261"/>
                  </a:lnTo>
                  <a:cubicBezTo>
                    <a:pt x="9691" y="1217"/>
                    <a:pt x="9584" y="1172"/>
                    <a:pt x="9491" y="1172"/>
                  </a:cubicBezTo>
                  <a:cubicBezTo>
                    <a:pt x="9453" y="1172"/>
                    <a:pt x="9417" y="1180"/>
                    <a:pt x="9389" y="1198"/>
                  </a:cubicBezTo>
                  <a:lnTo>
                    <a:pt x="8633" y="1419"/>
                  </a:lnTo>
                  <a:cubicBezTo>
                    <a:pt x="8255" y="1198"/>
                    <a:pt x="7814" y="1041"/>
                    <a:pt x="7373" y="915"/>
                  </a:cubicBezTo>
                  <a:lnTo>
                    <a:pt x="7026" y="190"/>
                  </a:lnTo>
                  <a:cubicBezTo>
                    <a:pt x="6995" y="64"/>
                    <a:pt x="6837" y="1"/>
                    <a:pt x="6711" y="1"/>
                  </a:cubicBezTo>
                  <a:close/>
                </a:path>
              </a:pathLst>
            </a:custGeom>
            <a:grpFill/>
            <a:ln>
              <a:noFill/>
            </a:ln>
          </p:spPr>
          <p:txBody>
            <a:bodyPr spcFirstLastPara="1" wrap="square" lIns="62728" tIns="62728" rIns="62728" bIns="62728" anchor="ctr" anchorCtr="0">
              <a:noAutofit/>
            </a:bodyPr>
            <a:lstStyle/>
            <a:p>
              <a:endParaRPr sz="764"/>
            </a:p>
          </p:txBody>
        </p:sp>
        <p:sp>
          <p:nvSpPr>
            <p:cNvPr id="903" name="Google Shape;5743;p61">
              <a:extLst>
                <a:ext uri="{FF2B5EF4-FFF2-40B4-BE49-F238E27FC236}">
                  <a16:creationId xmlns:a16="http://schemas.microsoft.com/office/drawing/2014/main" id="{A135A045-7559-4908-B302-395E9DEEDB4F}"/>
                </a:ext>
              </a:extLst>
            </p:cNvPr>
            <p:cNvSpPr/>
            <p:nvPr/>
          </p:nvSpPr>
          <p:spPr>
            <a:xfrm>
              <a:off x="-48579600" y="2764950"/>
              <a:ext cx="192975" cy="191400"/>
            </a:xfrm>
            <a:custGeom>
              <a:avLst/>
              <a:gdLst/>
              <a:ahLst/>
              <a:cxnLst/>
              <a:rect l="l" t="t" r="r" b="b"/>
              <a:pathLst>
                <a:path w="7719" h="7656" extrusionOk="0">
                  <a:moveTo>
                    <a:pt x="3844" y="3214"/>
                  </a:moveTo>
                  <a:lnTo>
                    <a:pt x="4442" y="4411"/>
                  </a:lnTo>
                  <a:cubicBezTo>
                    <a:pt x="4237" y="4490"/>
                    <a:pt x="4033" y="4529"/>
                    <a:pt x="3832" y="4529"/>
                  </a:cubicBezTo>
                  <a:cubicBezTo>
                    <a:pt x="3631" y="4529"/>
                    <a:pt x="3434" y="4490"/>
                    <a:pt x="3245" y="4411"/>
                  </a:cubicBezTo>
                  <a:lnTo>
                    <a:pt x="3844" y="3214"/>
                  </a:lnTo>
                  <a:close/>
                  <a:moveTo>
                    <a:pt x="3781" y="693"/>
                  </a:moveTo>
                  <a:cubicBezTo>
                    <a:pt x="5513" y="693"/>
                    <a:pt x="6931" y="2111"/>
                    <a:pt x="6931" y="3844"/>
                  </a:cubicBezTo>
                  <a:cubicBezTo>
                    <a:pt x="6994" y="5104"/>
                    <a:pt x="6301" y="6175"/>
                    <a:pt x="5230" y="6679"/>
                  </a:cubicBezTo>
                  <a:lnTo>
                    <a:pt x="5230" y="4568"/>
                  </a:lnTo>
                  <a:cubicBezTo>
                    <a:pt x="5230" y="4411"/>
                    <a:pt x="5230" y="4442"/>
                    <a:pt x="4127" y="2300"/>
                  </a:cubicBezTo>
                  <a:cubicBezTo>
                    <a:pt x="4033" y="2206"/>
                    <a:pt x="3938" y="2111"/>
                    <a:pt x="3812" y="2111"/>
                  </a:cubicBezTo>
                  <a:cubicBezTo>
                    <a:pt x="3686" y="2111"/>
                    <a:pt x="3560" y="2206"/>
                    <a:pt x="3497" y="2300"/>
                  </a:cubicBezTo>
                  <a:cubicBezTo>
                    <a:pt x="2363" y="4600"/>
                    <a:pt x="2394" y="4442"/>
                    <a:pt x="2394" y="4568"/>
                  </a:cubicBezTo>
                  <a:lnTo>
                    <a:pt x="2394" y="6679"/>
                  </a:lnTo>
                  <a:cubicBezTo>
                    <a:pt x="1355" y="6175"/>
                    <a:pt x="630" y="5104"/>
                    <a:pt x="630" y="3844"/>
                  </a:cubicBezTo>
                  <a:cubicBezTo>
                    <a:pt x="630" y="2111"/>
                    <a:pt x="2048" y="693"/>
                    <a:pt x="3781" y="693"/>
                  </a:cubicBezTo>
                  <a:close/>
                  <a:moveTo>
                    <a:pt x="4568" y="5104"/>
                  </a:moveTo>
                  <a:lnTo>
                    <a:pt x="4568" y="6931"/>
                  </a:lnTo>
                  <a:cubicBezTo>
                    <a:pt x="4316" y="6963"/>
                    <a:pt x="4096" y="6994"/>
                    <a:pt x="3844" y="6994"/>
                  </a:cubicBezTo>
                  <a:cubicBezTo>
                    <a:pt x="3623" y="6994"/>
                    <a:pt x="3371" y="6994"/>
                    <a:pt x="3151" y="6931"/>
                  </a:cubicBezTo>
                  <a:lnTo>
                    <a:pt x="3151" y="5104"/>
                  </a:lnTo>
                  <a:cubicBezTo>
                    <a:pt x="3371" y="5198"/>
                    <a:pt x="3623" y="5230"/>
                    <a:pt x="3844" y="5230"/>
                  </a:cubicBezTo>
                  <a:cubicBezTo>
                    <a:pt x="4096" y="5230"/>
                    <a:pt x="4316" y="5198"/>
                    <a:pt x="4568" y="5104"/>
                  </a:cubicBezTo>
                  <a:close/>
                  <a:moveTo>
                    <a:pt x="3844" y="0"/>
                  </a:moveTo>
                  <a:cubicBezTo>
                    <a:pt x="1733" y="0"/>
                    <a:pt x="0" y="1733"/>
                    <a:pt x="0" y="3844"/>
                  </a:cubicBezTo>
                  <a:cubicBezTo>
                    <a:pt x="0" y="5577"/>
                    <a:pt x="1134" y="7026"/>
                    <a:pt x="2678" y="7498"/>
                  </a:cubicBezTo>
                  <a:lnTo>
                    <a:pt x="2709" y="7498"/>
                  </a:lnTo>
                  <a:cubicBezTo>
                    <a:pt x="3056" y="7624"/>
                    <a:pt x="3466" y="7656"/>
                    <a:pt x="3844" y="7656"/>
                  </a:cubicBezTo>
                  <a:cubicBezTo>
                    <a:pt x="4253" y="7656"/>
                    <a:pt x="4631" y="7593"/>
                    <a:pt x="4978" y="7498"/>
                  </a:cubicBezTo>
                  <a:lnTo>
                    <a:pt x="5041" y="7498"/>
                  </a:lnTo>
                  <a:cubicBezTo>
                    <a:pt x="6616" y="6994"/>
                    <a:pt x="7719" y="5545"/>
                    <a:pt x="7719" y="3844"/>
                  </a:cubicBezTo>
                  <a:cubicBezTo>
                    <a:pt x="7719" y="1733"/>
                    <a:pt x="5986" y="0"/>
                    <a:pt x="3844"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27" name="Google Shape;5744;p61">
            <a:extLst>
              <a:ext uri="{FF2B5EF4-FFF2-40B4-BE49-F238E27FC236}">
                <a16:creationId xmlns:a16="http://schemas.microsoft.com/office/drawing/2014/main" id="{ED3283D8-C25A-4D22-80A9-B05CC6C85871}"/>
              </a:ext>
            </a:extLst>
          </p:cNvPr>
          <p:cNvGrpSpPr/>
          <p:nvPr/>
        </p:nvGrpSpPr>
        <p:grpSpPr>
          <a:xfrm>
            <a:off x="8919919" y="4157182"/>
            <a:ext cx="199577" cy="227685"/>
            <a:chOff x="-46753100" y="1965500"/>
            <a:chExt cx="263075" cy="300125"/>
          </a:xfrm>
          <a:solidFill>
            <a:schemeClr val="tx1"/>
          </a:solidFill>
        </p:grpSpPr>
        <p:sp>
          <p:nvSpPr>
            <p:cNvPr id="900" name="Google Shape;5745;p61">
              <a:extLst>
                <a:ext uri="{FF2B5EF4-FFF2-40B4-BE49-F238E27FC236}">
                  <a16:creationId xmlns:a16="http://schemas.microsoft.com/office/drawing/2014/main" id="{010AA144-F12E-4CD1-A260-C62873B42524}"/>
                </a:ext>
              </a:extLst>
            </p:cNvPr>
            <p:cNvSpPr/>
            <p:nvPr/>
          </p:nvSpPr>
          <p:spPr>
            <a:xfrm>
              <a:off x="-46647575" y="2034825"/>
              <a:ext cx="53575" cy="53575"/>
            </a:xfrm>
            <a:custGeom>
              <a:avLst/>
              <a:gdLst/>
              <a:ahLst/>
              <a:cxnLst/>
              <a:rect l="l" t="t" r="r" b="b"/>
              <a:pathLst>
                <a:path w="2143" h="2143" extrusionOk="0">
                  <a:moveTo>
                    <a:pt x="1072" y="756"/>
                  </a:moveTo>
                  <a:cubicBezTo>
                    <a:pt x="1261" y="756"/>
                    <a:pt x="1418" y="914"/>
                    <a:pt x="1418" y="1103"/>
                  </a:cubicBezTo>
                  <a:cubicBezTo>
                    <a:pt x="1418" y="1323"/>
                    <a:pt x="1261" y="1481"/>
                    <a:pt x="1072" y="1481"/>
                  </a:cubicBezTo>
                  <a:cubicBezTo>
                    <a:pt x="883" y="1481"/>
                    <a:pt x="725" y="1323"/>
                    <a:pt x="725" y="1103"/>
                  </a:cubicBezTo>
                  <a:cubicBezTo>
                    <a:pt x="725" y="914"/>
                    <a:pt x="883" y="756"/>
                    <a:pt x="1072" y="756"/>
                  </a:cubicBezTo>
                  <a:close/>
                  <a:moveTo>
                    <a:pt x="1072" y="0"/>
                  </a:moveTo>
                  <a:cubicBezTo>
                    <a:pt x="473" y="0"/>
                    <a:pt x="1" y="473"/>
                    <a:pt x="1" y="1071"/>
                  </a:cubicBezTo>
                  <a:cubicBezTo>
                    <a:pt x="1" y="1670"/>
                    <a:pt x="473" y="2143"/>
                    <a:pt x="1072" y="2143"/>
                  </a:cubicBezTo>
                  <a:cubicBezTo>
                    <a:pt x="1670" y="2143"/>
                    <a:pt x="2143" y="1670"/>
                    <a:pt x="2143" y="1071"/>
                  </a:cubicBezTo>
                  <a:cubicBezTo>
                    <a:pt x="2143" y="473"/>
                    <a:pt x="1670"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901" name="Google Shape;5746;p61">
              <a:extLst>
                <a:ext uri="{FF2B5EF4-FFF2-40B4-BE49-F238E27FC236}">
                  <a16:creationId xmlns:a16="http://schemas.microsoft.com/office/drawing/2014/main" id="{014A8B8E-8A2E-4EEC-8222-A8B61A21F9E0}"/>
                </a:ext>
              </a:extLst>
            </p:cNvPr>
            <p:cNvSpPr/>
            <p:nvPr/>
          </p:nvSpPr>
          <p:spPr>
            <a:xfrm>
              <a:off x="-46753100" y="1965500"/>
              <a:ext cx="263075" cy="300125"/>
            </a:xfrm>
            <a:custGeom>
              <a:avLst/>
              <a:gdLst/>
              <a:ahLst/>
              <a:cxnLst/>
              <a:rect l="l" t="t" r="r" b="b"/>
              <a:pathLst>
                <a:path w="10523" h="12005" extrusionOk="0">
                  <a:moveTo>
                    <a:pt x="5293" y="694"/>
                  </a:moveTo>
                  <a:cubicBezTo>
                    <a:pt x="5765" y="694"/>
                    <a:pt x="6175" y="977"/>
                    <a:pt x="6270" y="1419"/>
                  </a:cubicBezTo>
                  <a:lnTo>
                    <a:pt x="4316" y="1419"/>
                  </a:lnTo>
                  <a:cubicBezTo>
                    <a:pt x="4442" y="977"/>
                    <a:pt x="4820" y="694"/>
                    <a:pt x="5293" y="694"/>
                  </a:cubicBezTo>
                  <a:close/>
                  <a:moveTo>
                    <a:pt x="3875" y="5766"/>
                  </a:moveTo>
                  <a:lnTo>
                    <a:pt x="5135" y="7026"/>
                  </a:lnTo>
                  <a:lnTo>
                    <a:pt x="2615" y="7026"/>
                  </a:lnTo>
                  <a:lnTo>
                    <a:pt x="3875" y="5766"/>
                  </a:lnTo>
                  <a:close/>
                  <a:moveTo>
                    <a:pt x="6679" y="5766"/>
                  </a:moveTo>
                  <a:lnTo>
                    <a:pt x="7939" y="7026"/>
                  </a:lnTo>
                  <a:lnTo>
                    <a:pt x="6144" y="7026"/>
                  </a:lnTo>
                  <a:lnTo>
                    <a:pt x="5797" y="6711"/>
                  </a:lnTo>
                  <a:lnTo>
                    <a:pt x="6679" y="5766"/>
                  </a:lnTo>
                  <a:close/>
                  <a:moveTo>
                    <a:pt x="8758" y="2112"/>
                  </a:moveTo>
                  <a:cubicBezTo>
                    <a:pt x="8947" y="2112"/>
                    <a:pt x="9105" y="2269"/>
                    <a:pt x="9105" y="2458"/>
                  </a:cubicBezTo>
                  <a:lnTo>
                    <a:pt x="9105" y="7089"/>
                  </a:lnTo>
                  <a:lnTo>
                    <a:pt x="8916" y="7089"/>
                  </a:lnTo>
                  <a:lnTo>
                    <a:pt x="6900" y="5073"/>
                  </a:lnTo>
                  <a:cubicBezTo>
                    <a:pt x="6825" y="4999"/>
                    <a:pt x="6744" y="4966"/>
                    <a:pt x="6662" y="4966"/>
                  </a:cubicBezTo>
                  <a:cubicBezTo>
                    <a:pt x="6571" y="4966"/>
                    <a:pt x="6479" y="5007"/>
                    <a:pt x="6396" y="5073"/>
                  </a:cubicBezTo>
                  <a:lnTo>
                    <a:pt x="5293" y="6239"/>
                  </a:lnTo>
                  <a:lnTo>
                    <a:pt x="4127" y="5073"/>
                  </a:lnTo>
                  <a:cubicBezTo>
                    <a:pt x="4064" y="5010"/>
                    <a:pt x="3970" y="4979"/>
                    <a:pt x="3871" y="4979"/>
                  </a:cubicBezTo>
                  <a:cubicBezTo>
                    <a:pt x="3773" y="4979"/>
                    <a:pt x="3670" y="5010"/>
                    <a:pt x="3592" y="5073"/>
                  </a:cubicBezTo>
                  <a:lnTo>
                    <a:pt x="1607" y="7089"/>
                  </a:lnTo>
                  <a:lnTo>
                    <a:pt x="1386" y="7089"/>
                  </a:lnTo>
                  <a:lnTo>
                    <a:pt x="1386" y="2458"/>
                  </a:lnTo>
                  <a:cubicBezTo>
                    <a:pt x="1449" y="2269"/>
                    <a:pt x="1607" y="2112"/>
                    <a:pt x="1764" y="2112"/>
                  </a:cubicBezTo>
                  <a:close/>
                  <a:moveTo>
                    <a:pt x="9168" y="7751"/>
                  </a:moveTo>
                  <a:lnTo>
                    <a:pt x="9168" y="8444"/>
                  </a:lnTo>
                  <a:lnTo>
                    <a:pt x="1449" y="8444"/>
                  </a:lnTo>
                  <a:lnTo>
                    <a:pt x="1449" y="7751"/>
                  </a:lnTo>
                  <a:close/>
                  <a:moveTo>
                    <a:pt x="7782" y="9137"/>
                  </a:moveTo>
                  <a:lnTo>
                    <a:pt x="7971" y="9830"/>
                  </a:lnTo>
                  <a:lnTo>
                    <a:pt x="2552" y="9830"/>
                  </a:lnTo>
                  <a:lnTo>
                    <a:pt x="2709" y="9137"/>
                  </a:lnTo>
                  <a:close/>
                  <a:moveTo>
                    <a:pt x="5261" y="1"/>
                  </a:moveTo>
                  <a:cubicBezTo>
                    <a:pt x="4411" y="1"/>
                    <a:pt x="3686" y="568"/>
                    <a:pt x="3529" y="1419"/>
                  </a:cubicBezTo>
                  <a:lnTo>
                    <a:pt x="1764" y="1419"/>
                  </a:lnTo>
                  <a:cubicBezTo>
                    <a:pt x="1166" y="1419"/>
                    <a:pt x="693" y="1891"/>
                    <a:pt x="693" y="2458"/>
                  </a:cubicBezTo>
                  <a:lnTo>
                    <a:pt x="693" y="8444"/>
                  </a:lnTo>
                  <a:lnTo>
                    <a:pt x="347" y="8444"/>
                  </a:lnTo>
                  <a:cubicBezTo>
                    <a:pt x="158" y="8444"/>
                    <a:pt x="0" y="8602"/>
                    <a:pt x="0" y="8822"/>
                  </a:cubicBezTo>
                  <a:cubicBezTo>
                    <a:pt x="0" y="9011"/>
                    <a:pt x="158" y="9169"/>
                    <a:pt x="347" y="9169"/>
                  </a:cubicBezTo>
                  <a:lnTo>
                    <a:pt x="1985" y="9169"/>
                  </a:lnTo>
                  <a:cubicBezTo>
                    <a:pt x="1922" y="9484"/>
                    <a:pt x="1481" y="11217"/>
                    <a:pt x="1418" y="11563"/>
                  </a:cubicBezTo>
                  <a:cubicBezTo>
                    <a:pt x="1355" y="11752"/>
                    <a:pt x="1481" y="11973"/>
                    <a:pt x="1670" y="12004"/>
                  </a:cubicBezTo>
                  <a:lnTo>
                    <a:pt x="1764" y="12004"/>
                  </a:lnTo>
                  <a:cubicBezTo>
                    <a:pt x="1922" y="12004"/>
                    <a:pt x="2079" y="11878"/>
                    <a:pt x="2111" y="11721"/>
                  </a:cubicBezTo>
                  <a:lnTo>
                    <a:pt x="2394" y="10586"/>
                  </a:lnTo>
                  <a:lnTo>
                    <a:pt x="8128" y="10586"/>
                  </a:lnTo>
                  <a:lnTo>
                    <a:pt x="8412" y="11721"/>
                  </a:lnTo>
                  <a:cubicBezTo>
                    <a:pt x="8443" y="11878"/>
                    <a:pt x="8601" y="12004"/>
                    <a:pt x="8758" y="12004"/>
                  </a:cubicBezTo>
                  <a:lnTo>
                    <a:pt x="8853" y="12004"/>
                  </a:lnTo>
                  <a:cubicBezTo>
                    <a:pt x="9042" y="11973"/>
                    <a:pt x="9168" y="11752"/>
                    <a:pt x="9105" y="11563"/>
                  </a:cubicBezTo>
                  <a:cubicBezTo>
                    <a:pt x="9042" y="11217"/>
                    <a:pt x="8601" y="9484"/>
                    <a:pt x="8538" y="9169"/>
                  </a:cubicBezTo>
                  <a:lnTo>
                    <a:pt x="10176" y="9169"/>
                  </a:lnTo>
                  <a:cubicBezTo>
                    <a:pt x="10365" y="9169"/>
                    <a:pt x="10523" y="9011"/>
                    <a:pt x="10523" y="8822"/>
                  </a:cubicBezTo>
                  <a:cubicBezTo>
                    <a:pt x="10523" y="8602"/>
                    <a:pt x="10365" y="8444"/>
                    <a:pt x="10176" y="8444"/>
                  </a:cubicBezTo>
                  <a:lnTo>
                    <a:pt x="9830" y="8444"/>
                  </a:lnTo>
                  <a:lnTo>
                    <a:pt x="9830" y="2458"/>
                  </a:lnTo>
                  <a:cubicBezTo>
                    <a:pt x="9830" y="1891"/>
                    <a:pt x="9357" y="1419"/>
                    <a:pt x="8758" y="1419"/>
                  </a:cubicBezTo>
                  <a:lnTo>
                    <a:pt x="6994" y="1419"/>
                  </a:lnTo>
                  <a:cubicBezTo>
                    <a:pt x="6837" y="631"/>
                    <a:pt x="6144" y="1"/>
                    <a:pt x="526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28" name="Google Shape;5747;p61">
            <a:extLst>
              <a:ext uri="{FF2B5EF4-FFF2-40B4-BE49-F238E27FC236}">
                <a16:creationId xmlns:a16="http://schemas.microsoft.com/office/drawing/2014/main" id="{2AFADE9E-364D-44FE-BA16-56E0567DFDCA}"/>
              </a:ext>
            </a:extLst>
          </p:cNvPr>
          <p:cNvGrpSpPr/>
          <p:nvPr/>
        </p:nvGrpSpPr>
        <p:grpSpPr>
          <a:xfrm>
            <a:off x="8905571" y="4449370"/>
            <a:ext cx="228273" cy="200791"/>
            <a:chOff x="-46772025" y="2350650"/>
            <a:chExt cx="300900" cy="264675"/>
          </a:xfrm>
          <a:solidFill>
            <a:schemeClr val="tx1"/>
          </a:solidFill>
        </p:grpSpPr>
        <p:sp>
          <p:nvSpPr>
            <p:cNvPr id="898" name="Google Shape;5748;p61">
              <a:extLst>
                <a:ext uri="{FF2B5EF4-FFF2-40B4-BE49-F238E27FC236}">
                  <a16:creationId xmlns:a16="http://schemas.microsoft.com/office/drawing/2014/main" id="{4891F1E5-2DA7-4C25-B55F-BC758322D065}"/>
                </a:ext>
              </a:extLst>
            </p:cNvPr>
            <p:cNvSpPr/>
            <p:nvPr/>
          </p:nvSpPr>
          <p:spPr>
            <a:xfrm>
              <a:off x="-46772025" y="2350650"/>
              <a:ext cx="300900" cy="264675"/>
            </a:xfrm>
            <a:custGeom>
              <a:avLst/>
              <a:gdLst/>
              <a:ahLst/>
              <a:cxnLst/>
              <a:rect l="l" t="t" r="r" b="b"/>
              <a:pathLst>
                <a:path w="12036" h="10587" extrusionOk="0">
                  <a:moveTo>
                    <a:pt x="6050" y="820"/>
                  </a:moveTo>
                  <a:cubicBezTo>
                    <a:pt x="7184" y="820"/>
                    <a:pt x="8287" y="1229"/>
                    <a:pt x="9169" y="1985"/>
                  </a:cubicBezTo>
                  <a:cubicBezTo>
                    <a:pt x="9326" y="2111"/>
                    <a:pt x="9326" y="2332"/>
                    <a:pt x="9169" y="2458"/>
                  </a:cubicBezTo>
                  <a:lnTo>
                    <a:pt x="9137" y="2490"/>
                  </a:lnTo>
                  <a:cubicBezTo>
                    <a:pt x="9064" y="2533"/>
                    <a:pt x="8978" y="2557"/>
                    <a:pt x="8896" y="2557"/>
                  </a:cubicBezTo>
                  <a:cubicBezTo>
                    <a:pt x="8802" y="2557"/>
                    <a:pt x="8715" y="2526"/>
                    <a:pt x="8665" y="2458"/>
                  </a:cubicBezTo>
                  <a:cubicBezTo>
                    <a:pt x="7940" y="1828"/>
                    <a:pt x="7027" y="1481"/>
                    <a:pt x="6050" y="1481"/>
                  </a:cubicBezTo>
                  <a:cubicBezTo>
                    <a:pt x="5073" y="1481"/>
                    <a:pt x="4160" y="1828"/>
                    <a:pt x="3466" y="2458"/>
                  </a:cubicBezTo>
                  <a:cubicBezTo>
                    <a:pt x="3378" y="2529"/>
                    <a:pt x="3270" y="2570"/>
                    <a:pt x="3175" y="2570"/>
                  </a:cubicBezTo>
                  <a:cubicBezTo>
                    <a:pt x="3101" y="2570"/>
                    <a:pt x="3035" y="2545"/>
                    <a:pt x="2994" y="2490"/>
                  </a:cubicBezTo>
                  <a:lnTo>
                    <a:pt x="2931" y="2458"/>
                  </a:lnTo>
                  <a:cubicBezTo>
                    <a:pt x="2836" y="2301"/>
                    <a:pt x="2836" y="2111"/>
                    <a:pt x="2931" y="1985"/>
                  </a:cubicBezTo>
                  <a:cubicBezTo>
                    <a:pt x="3782" y="1198"/>
                    <a:pt x="4884" y="820"/>
                    <a:pt x="6050" y="820"/>
                  </a:cubicBezTo>
                  <a:close/>
                  <a:moveTo>
                    <a:pt x="1450" y="7152"/>
                  </a:moveTo>
                  <a:lnTo>
                    <a:pt x="1450" y="9106"/>
                  </a:lnTo>
                  <a:cubicBezTo>
                    <a:pt x="1041" y="9011"/>
                    <a:pt x="726" y="8601"/>
                    <a:pt x="726" y="8129"/>
                  </a:cubicBezTo>
                  <a:cubicBezTo>
                    <a:pt x="726" y="7656"/>
                    <a:pt x="1009" y="7278"/>
                    <a:pt x="1450" y="7152"/>
                  </a:cubicBezTo>
                  <a:close/>
                  <a:moveTo>
                    <a:pt x="10618" y="7152"/>
                  </a:moveTo>
                  <a:cubicBezTo>
                    <a:pt x="11028" y="7310"/>
                    <a:pt x="11343" y="7688"/>
                    <a:pt x="11343" y="8129"/>
                  </a:cubicBezTo>
                  <a:cubicBezTo>
                    <a:pt x="11343" y="8601"/>
                    <a:pt x="11059" y="9011"/>
                    <a:pt x="10618" y="9106"/>
                  </a:cubicBezTo>
                  <a:lnTo>
                    <a:pt x="10618" y="7152"/>
                  </a:lnTo>
                  <a:close/>
                  <a:moveTo>
                    <a:pt x="2521" y="6396"/>
                  </a:moveTo>
                  <a:cubicBezTo>
                    <a:pt x="2710" y="6396"/>
                    <a:pt x="2868" y="6554"/>
                    <a:pt x="2868" y="6743"/>
                  </a:cubicBezTo>
                  <a:lnTo>
                    <a:pt x="2868" y="9547"/>
                  </a:lnTo>
                  <a:cubicBezTo>
                    <a:pt x="2868" y="9736"/>
                    <a:pt x="2710" y="9893"/>
                    <a:pt x="2521" y="9893"/>
                  </a:cubicBezTo>
                  <a:cubicBezTo>
                    <a:pt x="2301" y="9893"/>
                    <a:pt x="2175" y="9736"/>
                    <a:pt x="2175" y="9547"/>
                  </a:cubicBezTo>
                  <a:lnTo>
                    <a:pt x="2175" y="6743"/>
                  </a:lnTo>
                  <a:cubicBezTo>
                    <a:pt x="2175" y="6554"/>
                    <a:pt x="2301" y="6396"/>
                    <a:pt x="2521" y="6396"/>
                  </a:cubicBezTo>
                  <a:close/>
                  <a:moveTo>
                    <a:pt x="9547" y="6396"/>
                  </a:moveTo>
                  <a:cubicBezTo>
                    <a:pt x="9767" y="6396"/>
                    <a:pt x="9925" y="6554"/>
                    <a:pt x="9925" y="6743"/>
                  </a:cubicBezTo>
                  <a:lnTo>
                    <a:pt x="9925" y="9547"/>
                  </a:lnTo>
                  <a:cubicBezTo>
                    <a:pt x="9925" y="9736"/>
                    <a:pt x="9767" y="9893"/>
                    <a:pt x="9547" y="9893"/>
                  </a:cubicBezTo>
                  <a:cubicBezTo>
                    <a:pt x="9358" y="9893"/>
                    <a:pt x="9200" y="9736"/>
                    <a:pt x="9200" y="9547"/>
                  </a:cubicBezTo>
                  <a:lnTo>
                    <a:pt x="9200" y="6743"/>
                  </a:lnTo>
                  <a:cubicBezTo>
                    <a:pt x="9200" y="6554"/>
                    <a:pt x="9358" y="6396"/>
                    <a:pt x="9547" y="6396"/>
                  </a:cubicBezTo>
                  <a:close/>
                  <a:moveTo>
                    <a:pt x="6018" y="1"/>
                  </a:moveTo>
                  <a:cubicBezTo>
                    <a:pt x="4664" y="1"/>
                    <a:pt x="3403" y="473"/>
                    <a:pt x="2427" y="1387"/>
                  </a:cubicBezTo>
                  <a:cubicBezTo>
                    <a:pt x="2080" y="1733"/>
                    <a:pt x="1986" y="2269"/>
                    <a:pt x="2238" y="2679"/>
                  </a:cubicBezTo>
                  <a:cubicBezTo>
                    <a:pt x="1671" y="3435"/>
                    <a:pt x="1419" y="4348"/>
                    <a:pt x="1419" y="5293"/>
                  </a:cubicBezTo>
                  <a:lnTo>
                    <a:pt x="1419" y="6396"/>
                  </a:lnTo>
                  <a:cubicBezTo>
                    <a:pt x="631" y="6554"/>
                    <a:pt x="1" y="7247"/>
                    <a:pt x="1" y="8129"/>
                  </a:cubicBezTo>
                  <a:cubicBezTo>
                    <a:pt x="1" y="8980"/>
                    <a:pt x="631" y="9704"/>
                    <a:pt x="1450" y="9862"/>
                  </a:cubicBezTo>
                  <a:cubicBezTo>
                    <a:pt x="1576" y="10303"/>
                    <a:pt x="1986" y="10586"/>
                    <a:pt x="2427" y="10586"/>
                  </a:cubicBezTo>
                  <a:cubicBezTo>
                    <a:pt x="3025" y="10586"/>
                    <a:pt x="3498" y="10114"/>
                    <a:pt x="3498" y="9515"/>
                  </a:cubicBezTo>
                  <a:lnTo>
                    <a:pt x="3498" y="6711"/>
                  </a:lnTo>
                  <a:cubicBezTo>
                    <a:pt x="3498" y="6113"/>
                    <a:pt x="3025" y="5640"/>
                    <a:pt x="2427" y="5640"/>
                  </a:cubicBezTo>
                  <a:cubicBezTo>
                    <a:pt x="2301" y="5640"/>
                    <a:pt x="2206" y="5703"/>
                    <a:pt x="2080" y="5735"/>
                  </a:cubicBezTo>
                  <a:lnTo>
                    <a:pt x="2080" y="5325"/>
                  </a:lnTo>
                  <a:cubicBezTo>
                    <a:pt x="2080" y="4537"/>
                    <a:pt x="2301" y="3844"/>
                    <a:pt x="2710" y="3214"/>
                  </a:cubicBezTo>
                  <a:cubicBezTo>
                    <a:pt x="2827" y="3263"/>
                    <a:pt x="2948" y="3285"/>
                    <a:pt x="3067" y="3285"/>
                  </a:cubicBezTo>
                  <a:cubicBezTo>
                    <a:pt x="3333" y="3285"/>
                    <a:pt x="3596" y="3177"/>
                    <a:pt x="3813" y="3025"/>
                  </a:cubicBezTo>
                  <a:cubicBezTo>
                    <a:pt x="4412" y="2490"/>
                    <a:pt x="5136" y="2238"/>
                    <a:pt x="5924" y="2238"/>
                  </a:cubicBezTo>
                  <a:cubicBezTo>
                    <a:pt x="6711" y="2238"/>
                    <a:pt x="7499" y="2490"/>
                    <a:pt x="8066" y="3025"/>
                  </a:cubicBezTo>
                  <a:cubicBezTo>
                    <a:pt x="8276" y="3193"/>
                    <a:pt x="8542" y="3291"/>
                    <a:pt x="8799" y="3291"/>
                  </a:cubicBezTo>
                  <a:cubicBezTo>
                    <a:pt x="8927" y="3291"/>
                    <a:pt x="9053" y="3267"/>
                    <a:pt x="9169" y="3214"/>
                  </a:cubicBezTo>
                  <a:cubicBezTo>
                    <a:pt x="9610" y="3844"/>
                    <a:pt x="9799" y="4600"/>
                    <a:pt x="9799" y="5325"/>
                  </a:cubicBezTo>
                  <a:lnTo>
                    <a:pt x="9799" y="5735"/>
                  </a:lnTo>
                  <a:cubicBezTo>
                    <a:pt x="9673" y="5703"/>
                    <a:pt x="9547" y="5640"/>
                    <a:pt x="9452" y="5640"/>
                  </a:cubicBezTo>
                  <a:cubicBezTo>
                    <a:pt x="8854" y="5640"/>
                    <a:pt x="8381" y="6113"/>
                    <a:pt x="8381" y="6711"/>
                  </a:cubicBezTo>
                  <a:lnTo>
                    <a:pt x="8381" y="9515"/>
                  </a:lnTo>
                  <a:cubicBezTo>
                    <a:pt x="8381" y="10114"/>
                    <a:pt x="8854" y="10586"/>
                    <a:pt x="9452" y="10586"/>
                  </a:cubicBezTo>
                  <a:cubicBezTo>
                    <a:pt x="9925" y="10586"/>
                    <a:pt x="10303" y="10271"/>
                    <a:pt x="10429" y="9862"/>
                  </a:cubicBezTo>
                  <a:cubicBezTo>
                    <a:pt x="11406" y="9704"/>
                    <a:pt x="12036" y="9011"/>
                    <a:pt x="12036" y="8129"/>
                  </a:cubicBezTo>
                  <a:cubicBezTo>
                    <a:pt x="12036" y="7278"/>
                    <a:pt x="11437" y="6554"/>
                    <a:pt x="10618" y="6396"/>
                  </a:cubicBezTo>
                  <a:lnTo>
                    <a:pt x="10618" y="5293"/>
                  </a:lnTo>
                  <a:cubicBezTo>
                    <a:pt x="10618" y="4348"/>
                    <a:pt x="10335" y="3435"/>
                    <a:pt x="9799" y="2679"/>
                  </a:cubicBezTo>
                  <a:cubicBezTo>
                    <a:pt x="10020" y="2269"/>
                    <a:pt x="9957" y="1733"/>
                    <a:pt x="9610" y="1387"/>
                  </a:cubicBezTo>
                  <a:cubicBezTo>
                    <a:pt x="8602" y="473"/>
                    <a:pt x="7342" y="1"/>
                    <a:pt x="6018" y="1"/>
                  </a:cubicBezTo>
                  <a:close/>
                </a:path>
              </a:pathLst>
            </a:custGeom>
            <a:grpFill/>
            <a:ln>
              <a:noFill/>
            </a:ln>
          </p:spPr>
          <p:txBody>
            <a:bodyPr spcFirstLastPara="1" wrap="square" lIns="62728" tIns="62728" rIns="62728" bIns="62728" anchor="ctr" anchorCtr="0">
              <a:noAutofit/>
            </a:bodyPr>
            <a:lstStyle/>
            <a:p>
              <a:endParaRPr sz="764"/>
            </a:p>
          </p:txBody>
        </p:sp>
        <p:sp>
          <p:nvSpPr>
            <p:cNvPr id="899" name="Google Shape;5749;p61">
              <a:extLst>
                <a:ext uri="{FF2B5EF4-FFF2-40B4-BE49-F238E27FC236}">
                  <a16:creationId xmlns:a16="http://schemas.microsoft.com/office/drawing/2014/main" id="{C754804C-A7E5-4098-B9DD-B530FEB6D258}"/>
                </a:ext>
              </a:extLst>
            </p:cNvPr>
            <p:cNvSpPr/>
            <p:nvPr/>
          </p:nvSpPr>
          <p:spPr>
            <a:xfrm>
              <a:off x="-46664900" y="2475100"/>
              <a:ext cx="92175" cy="122900"/>
            </a:xfrm>
            <a:custGeom>
              <a:avLst/>
              <a:gdLst/>
              <a:ahLst/>
              <a:cxnLst/>
              <a:rect l="l" t="t" r="r" b="b"/>
              <a:pathLst>
                <a:path w="3687" h="4916" extrusionOk="0">
                  <a:moveTo>
                    <a:pt x="1072" y="3497"/>
                  </a:moveTo>
                  <a:cubicBezTo>
                    <a:pt x="1261" y="3497"/>
                    <a:pt x="1418" y="3655"/>
                    <a:pt x="1418" y="3876"/>
                  </a:cubicBezTo>
                  <a:cubicBezTo>
                    <a:pt x="1418" y="4065"/>
                    <a:pt x="1261" y="4222"/>
                    <a:pt x="1072" y="4222"/>
                  </a:cubicBezTo>
                  <a:cubicBezTo>
                    <a:pt x="851" y="4222"/>
                    <a:pt x="694" y="4065"/>
                    <a:pt x="694" y="3876"/>
                  </a:cubicBezTo>
                  <a:cubicBezTo>
                    <a:pt x="694" y="3655"/>
                    <a:pt x="851" y="3497"/>
                    <a:pt x="1072" y="3497"/>
                  </a:cubicBezTo>
                  <a:close/>
                  <a:moveTo>
                    <a:pt x="1765" y="0"/>
                  </a:moveTo>
                  <a:cubicBezTo>
                    <a:pt x="1576" y="0"/>
                    <a:pt x="1418" y="158"/>
                    <a:pt x="1418" y="347"/>
                  </a:cubicBezTo>
                  <a:lnTo>
                    <a:pt x="1418" y="2867"/>
                  </a:lnTo>
                  <a:cubicBezTo>
                    <a:pt x="1292" y="2836"/>
                    <a:pt x="1166" y="2804"/>
                    <a:pt x="1072" y="2804"/>
                  </a:cubicBezTo>
                  <a:cubicBezTo>
                    <a:pt x="473" y="2804"/>
                    <a:pt x="1" y="3277"/>
                    <a:pt x="1" y="3876"/>
                  </a:cubicBezTo>
                  <a:cubicBezTo>
                    <a:pt x="1" y="4443"/>
                    <a:pt x="473" y="4915"/>
                    <a:pt x="1072" y="4915"/>
                  </a:cubicBezTo>
                  <a:cubicBezTo>
                    <a:pt x="1670" y="4915"/>
                    <a:pt x="2143" y="4443"/>
                    <a:pt x="2143" y="3876"/>
                  </a:cubicBezTo>
                  <a:lnTo>
                    <a:pt x="2143" y="1450"/>
                  </a:lnTo>
                  <a:cubicBezTo>
                    <a:pt x="2363" y="1544"/>
                    <a:pt x="2521" y="1702"/>
                    <a:pt x="2616" y="1828"/>
                  </a:cubicBezTo>
                  <a:cubicBezTo>
                    <a:pt x="2868" y="2143"/>
                    <a:pt x="2962" y="2615"/>
                    <a:pt x="2836" y="3088"/>
                  </a:cubicBezTo>
                  <a:cubicBezTo>
                    <a:pt x="2805" y="3308"/>
                    <a:pt x="2962" y="3497"/>
                    <a:pt x="3183" y="3497"/>
                  </a:cubicBezTo>
                  <a:cubicBezTo>
                    <a:pt x="3340" y="3497"/>
                    <a:pt x="3498" y="3403"/>
                    <a:pt x="3529" y="3245"/>
                  </a:cubicBezTo>
                  <a:cubicBezTo>
                    <a:pt x="3687" y="2552"/>
                    <a:pt x="3592" y="1859"/>
                    <a:pt x="3183" y="1355"/>
                  </a:cubicBezTo>
                  <a:cubicBezTo>
                    <a:pt x="2868" y="1040"/>
                    <a:pt x="2521" y="820"/>
                    <a:pt x="2111" y="757"/>
                  </a:cubicBezTo>
                  <a:lnTo>
                    <a:pt x="2111" y="347"/>
                  </a:lnTo>
                  <a:cubicBezTo>
                    <a:pt x="2111" y="158"/>
                    <a:pt x="1954" y="0"/>
                    <a:pt x="1765"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29" name="Google Shape;5750;p61">
            <a:extLst>
              <a:ext uri="{FF2B5EF4-FFF2-40B4-BE49-F238E27FC236}">
                <a16:creationId xmlns:a16="http://schemas.microsoft.com/office/drawing/2014/main" id="{756D42EE-E249-4CD0-B6D4-47A45763403A}"/>
              </a:ext>
            </a:extLst>
          </p:cNvPr>
          <p:cNvGrpSpPr/>
          <p:nvPr/>
        </p:nvGrpSpPr>
        <p:grpSpPr>
          <a:xfrm>
            <a:off x="8330217" y="4726059"/>
            <a:ext cx="228273" cy="228273"/>
            <a:chOff x="-46772025" y="2701925"/>
            <a:chExt cx="300900" cy="300900"/>
          </a:xfrm>
          <a:solidFill>
            <a:schemeClr val="tx1"/>
          </a:solidFill>
        </p:grpSpPr>
        <p:sp>
          <p:nvSpPr>
            <p:cNvPr id="896" name="Google Shape;5751;p61">
              <a:extLst>
                <a:ext uri="{FF2B5EF4-FFF2-40B4-BE49-F238E27FC236}">
                  <a16:creationId xmlns:a16="http://schemas.microsoft.com/office/drawing/2014/main" id="{7C410210-08E2-44B1-AABF-3B881BE0554D}"/>
                </a:ext>
              </a:extLst>
            </p:cNvPr>
            <p:cNvSpPr/>
            <p:nvPr/>
          </p:nvSpPr>
          <p:spPr>
            <a:xfrm>
              <a:off x="-46647575" y="2826375"/>
              <a:ext cx="53575" cy="53575"/>
            </a:xfrm>
            <a:custGeom>
              <a:avLst/>
              <a:gdLst/>
              <a:ahLst/>
              <a:cxnLst/>
              <a:rect l="l" t="t" r="r" b="b"/>
              <a:pathLst>
                <a:path w="2143" h="2143" extrusionOk="0">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grpFill/>
            <a:ln>
              <a:noFill/>
            </a:ln>
          </p:spPr>
          <p:txBody>
            <a:bodyPr spcFirstLastPara="1" wrap="square" lIns="62728" tIns="62728" rIns="62728" bIns="62728" anchor="ctr" anchorCtr="0">
              <a:noAutofit/>
            </a:bodyPr>
            <a:lstStyle/>
            <a:p>
              <a:endParaRPr sz="764"/>
            </a:p>
          </p:txBody>
        </p:sp>
        <p:sp>
          <p:nvSpPr>
            <p:cNvPr id="897" name="Google Shape;5752;p61">
              <a:extLst>
                <a:ext uri="{FF2B5EF4-FFF2-40B4-BE49-F238E27FC236}">
                  <a16:creationId xmlns:a16="http://schemas.microsoft.com/office/drawing/2014/main" id="{263D85C2-8466-41B0-A073-33CFD9F6A012}"/>
                </a:ext>
              </a:extLst>
            </p:cNvPr>
            <p:cNvSpPr/>
            <p:nvPr/>
          </p:nvSpPr>
          <p:spPr>
            <a:xfrm>
              <a:off x="-46772025" y="2701925"/>
              <a:ext cx="300900" cy="300900"/>
            </a:xfrm>
            <a:custGeom>
              <a:avLst/>
              <a:gdLst/>
              <a:ahLst/>
              <a:cxnLst/>
              <a:rect l="l" t="t" r="r" b="b"/>
              <a:pathLst>
                <a:path w="12036" h="12036" extrusionOk="0">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grpFill/>
            <a:ln>
              <a:noFill/>
            </a:ln>
          </p:spPr>
          <p:txBody>
            <a:bodyPr spcFirstLastPara="1" wrap="square" lIns="62728" tIns="62728" rIns="62728" bIns="62728" anchor="ctr" anchorCtr="0">
              <a:noAutofit/>
            </a:bodyPr>
            <a:lstStyle/>
            <a:p>
              <a:endParaRPr sz="764"/>
            </a:p>
          </p:txBody>
        </p:sp>
      </p:grpSp>
      <p:sp>
        <p:nvSpPr>
          <p:cNvPr id="730" name="Google Shape;5753;p61">
            <a:extLst>
              <a:ext uri="{FF2B5EF4-FFF2-40B4-BE49-F238E27FC236}">
                <a16:creationId xmlns:a16="http://schemas.microsoft.com/office/drawing/2014/main" id="{42CC3F09-34EB-43F6-AA66-24EFC012343B}"/>
              </a:ext>
            </a:extLst>
          </p:cNvPr>
          <p:cNvSpPr/>
          <p:nvPr/>
        </p:nvSpPr>
        <p:spPr>
          <a:xfrm>
            <a:off x="10322434" y="4184007"/>
            <a:ext cx="227666" cy="228273"/>
          </a:xfrm>
          <a:custGeom>
            <a:avLst/>
            <a:gdLst/>
            <a:ahLst/>
            <a:cxnLst/>
            <a:rect l="l" t="t" r="r" b="b"/>
            <a:pathLst>
              <a:path w="12004" h="12036" extrusionOk="0">
                <a:moveTo>
                  <a:pt x="10933" y="4947"/>
                </a:moveTo>
                <a:cubicBezTo>
                  <a:pt x="11122" y="4947"/>
                  <a:pt x="11279" y="5104"/>
                  <a:pt x="11279" y="5293"/>
                </a:cubicBezTo>
                <a:lnTo>
                  <a:pt x="11279" y="5671"/>
                </a:lnTo>
                <a:lnTo>
                  <a:pt x="7782" y="5671"/>
                </a:lnTo>
                <a:lnTo>
                  <a:pt x="7782" y="5293"/>
                </a:lnTo>
                <a:cubicBezTo>
                  <a:pt x="7782" y="5104"/>
                  <a:pt x="7940" y="4947"/>
                  <a:pt x="8129" y="4947"/>
                </a:cubicBezTo>
                <a:close/>
                <a:moveTo>
                  <a:pt x="9547" y="694"/>
                </a:moveTo>
                <a:cubicBezTo>
                  <a:pt x="9736" y="694"/>
                  <a:pt x="9893" y="851"/>
                  <a:pt x="9893" y="1040"/>
                </a:cubicBezTo>
                <a:lnTo>
                  <a:pt x="9893" y="4254"/>
                </a:lnTo>
                <a:lnTo>
                  <a:pt x="8129" y="4254"/>
                </a:lnTo>
                <a:cubicBezTo>
                  <a:pt x="7530" y="4254"/>
                  <a:pt x="7058" y="4726"/>
                  <a:pt x="7058" y="5293"/>
                </a:cubicBezTo>
                <a:lnTo>
                  <a:pt x="7058" y="6365"/>
                </a:lnTo>
                <a:lnTo>
                  <a:pt x="694" y="6365"/>
                </a:lnTo>
                <a:lnTo>
                  <a:pt x="694" y="1040"/>
                </a:lnTo>
                <a:cubicBezTo>
                  <a:pt x="725" y="851"/>
                  <a:pt x="883" y="694"/>
                  <a:pt x="1072" y="694"/>
                </a:cubicBezTo>
                <a:close/>
                <a:moveTo>
                  <a:pt x="7121" y="7026"/>
                </a:moveTo>
                <a:lnTo>
                  <a:pt x="7121" y="7751"/>
                </a:lnTo>
                <a:lnTo>
                  <a:pt x="1072" y="7751"/>
                </a:lnTo>
                <a:cubicBezTo>
                  <a:pt x="883" y="7751"/>
                  <a:pt x="725" y="7593"/>
                  <a:pt x="725" y="7404"/>
                </a:cubicBezTo>
                <a:lnTo>
                  <a:pt x="725" y="7026"/>
                </a:lnTo>
                <a:close/>
                <a:moveTo>
                  <a:pt x="5703" y="8444"/>
                </a:moveTo>
                <a:lnTo>
                  <a:pt x="5703" y="9168"/>
                </a:lnTo>
                <a:lnTo>
                  <a:pt x="4947" y="9168"/>
                </a:lnTo>
                <a:lnTo>
                  <a:pt x="4947" y="8444"/>
                </a:lnTo>
                <a:close/>
                <a:moveTo>
                  <a:pt x="7089" y="8444"/>
                </a:moveTo>
                <a:lnTo>
                  <a:pt x="7089" y="9168"/>
                </a:lnTo>
                <a:lnTo>
                  <a:pt x="6365" y="9168"/>
                </a:lnTo>
                <a:lnTo>
                  <a:pt x="6365" y="8444"/>
                </a:lnTo>
                <a:close/>
                <a:moveTo>
                  <a:pt x="11279" y="6333"/>
                </a:moveTo>
                <a:lnTo>
                  <a:pt x="11279" y="9830"/>
                </a:lnTo>
                <a:lnTo>
                  <a:pt x="7782" y="9830"/>
                </a:lnTo>
                <a:lnTo>
                  <a:pt x="7782" y="6333"/>
                </a:lnTo>
                <a:close/>
                <a:moveTo>
                  <a:pt x="11279" y="10523"/>
                </a:moveTo>
                <a:lnTo>
                  <a:pt x="11279" y="10901"/>
                </a:lnTo>
                <a:cubicBezTo>
                  <a:pt x="11279" y="11090"/>
                  <a:pt x="11122" y="11248"/>
                  <a:pt x="10933" y="11248"/>
                </a:cubicBezTo>
                <a:lnTo>
                  <a:pt x="8129" y="11248"/>
                </a:lnTo>
                <a:cubicBezTo>
                  <a:pt x="7940" y="11248"/>
                  <a:pt x="7782" y="11090"/>
                  <a:pt x="7782" y="10901"/>
                </a:cubicBezTo>
                <a:lnTo>
                  <a:pt x="7782" y="10523"/>
                </a:lnTo>
                <a:close/>
                <a:moveTo>
                  <a:pt x="1040" y="1"/>
                </a:moveTo>
                <a:cubicBezTo>
                  <a:pt x="442" y="1"/>
                  <a:pt x="1" y="473"/>
                  <a:pt x="1" y="1040"/>
                </a:cubicBezTo>
                <a:lnTo>
                  <a:pt x="1" y="7436"/>
                </a:lnTo>
                <a:cubicBezTo>
                  <a:pt x="1" y="8034"/>
                  <a:pt x="442" y="8507"/>
                  <a:pt x="1040" y="8507"/>
                </a:cubicBezTo>
                <a:lnTo>
                  <a:pt x="4191" y="8507"/>
                </a:lnTo>
                <a:lnTo>
                  <a:pt x="4191" y="9200"/>
                </a:lnTo>
                <a:lnTo>
                  <a:pt x="3151" y="9200"/>
                </a:lnTo>
                <a:cubicBezTo>
                  <a:pt x="2931" y="9200"/>
                  <a:pt x="2773" y="9357"/>
                  <a:pt x="2773" y="9546"/>
                </a:cubicBezTo>
                <a:cubicBezTo>
                  <a:pt x="2773" y="9767"/>
                  <a:pt x="2931" y="9925"/>
                  <a:pt x="3151" y="9925"/>
                </a:cubicBezTo>
                <a:lnTo>
                  <a:pt x="7026" y="9925"/>
                </a:lnTo>
                <a:lnTo>
                  <a:pt x="7026" y="10964"/>
                </a:lnTo>
                <a:cubicBezTo>
                  <a:pt x="7026" y="11563"/>
                  <a:pt x="7499" y="12035"/>
                  <a:pt x="8097" y="12035"/>
                </a:cubicBezTo>
                <a:lnTo>
                  <a:pt x="10901" y="12035"/>
                </a:lnTo>
                <a:cubicBezTo>
                  <a:pt x="11468" y="12035"/>
                  <a:pt x="11941" y="11563"/>
                  <a:pt x="11941" y="10964"/>
                </a:cubicBezTo>
                <a:lnTo>
                  <a:pt x="11941" y="5356"/>
                </a:lnTo>
                <a:cubicBezTo>
                  <a:pt x="12004" y="4726"/>
                  <a:pt x="11531" y="4254"/>
                  <a:pt x="10933" y="4254"/>
                </a:cubicBezTo>
                <a:lnTo>
                  <a:pt x="10586" y="4254"/>
                </a:lnTo>
                <a:lnTo>
                  <a:pt x="10586" y="1040"/>
                </a:lnTo>
                <a:cubicBezTo>
                  <a:pt x="10586" y="473"/>
                  <a:pt x="10114" y="1"/>
                  <a:pt x="951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731" name="Google Shape;5754;p61">
            <a:extLst>
              <a:ext uri="{FF2B5EF4-FFF2-40B4-BE49-F238E27FC236}">
                <a16:creationId xmlns:a16="http://schemas.microsoft.com/office/drawing/2014/main" id="{1A1DDAD3-3B7C-4008-86EC-9D7A18A037A4}"/>
              </a:ext>
            </a:extLst>
          </p:cNvPr>
          <p:cNvGrpSpPr/>
          <p:nvPr/>
        </p:nvGrpSpPr>
        <p:grpSpPr>
          <a:xfrm>
            <a:off x="6359840" y="4144039"/>
            <a:ext cx="227666" cy="228273"/>
            <a:chOff x="-50154075" y="1948175"/>
            <a:chExt cx="300100" cy="300900"/>
          </a:xfrm>
          <a:solidFill>
            <a:schemeClr val="tx1"/>
          </a:solidFill>
        </p:grpSpPr>
        <p:sp>
          <p:nvSpPr>
            <p:cNvPr id="894" name="Google Shape;5755;p61">
              <a:extLst>
                <a:ext uri="{FF2B5EF4-FFF2-40B4-BE49-F238E27FC236}">
                  <a16:creationId xmlns:a16="http://schemas.microsoft.com/office/drawing/2014/main" id="{FC62BBE5-5872-4E22-AD76-EB12551C56BB}"/>
                </a:ext>
              </a:extLst>
            </p:cNvPr>
            <p:cNvSpPr/>
            <p:nvPr/>
          </p:nvSpPr>
          <p:spPr>
            <a:xfrm>
              <a:off x="-50154075" y="1948175"/>
              <a:ext cx="300100" cy="300900"/>
            </a:xfrm>
            <a:custGeom>
              <a:avLst/>
              <a:gdLst/>
              <a:ahLst/>
              <a:cxnLst/>
              <a:rect l="l" t="t" r="r" b="b"/>
              <a:pathLst>
                <a:path w="12004" h="12036" extrusionOk="0">
                  <a:moveTo>
                    <a:pt x="2805" y="694"/>
                  </a:moveTo>
                  <a:lnTo>
                    <a:pt x="2805" y="2805"/>
                  </a:lnTo>
                  <a:lnTo>
                    <a:pt x="662" y="2805"/>
                  </a:lnTo>
                  <a:lnTo>
                    <a:pt x="662" y="694"/>
                  </a:lnTo>
                  <a:close/>
                  <a:moveTo>
                    <a:pt x="2805" y="3466"/>
                  </a:moveTo>
                  <a:lnTo>
                    <a:pt x="2805" y="5609"/>
                  </a:lnTo>
                  <a:lnTo>
                    <a:pt x="662" y="5609"/>
                  </a:lnTo>
                  <a:lnTo>
                    <a:pt x="662" y="3466"/>
                  </a:lnTo>
                  <a:close/>
                  <a:moveTo>
                    <a:pt x="7908" y="2521"/>
                  </a:moveTo>
                  <a:lnTo>
                    <a:pt x="9421" y="4033"/>
                  </a:lnTo>
                  <a:lnTo>
                    <a:pt x="7782" y="5640"/>
                  </a:lnTo>
                  <a:lnTo>
                    <a:pt x="6302" y="4128"/>
                  </a:lnTo>
                  <a:lnTo>
                    <a:pt x="7908" y="2521"/>
                  </a:lnTo>
                  <a:close/>
                  <a:moveTo>
                    <a:pt x="5798" y="4663"/>
                  </a:moveTo>
                  <a:lnTo>
                    <a:pt x="7278" y="6144"/>
                  </a:lnTo>
                  <a:lnTo>
                    <a:pt x="5766" y="7688"/>
                  </a:lnTo>
                  <a:lnTo>
                    <a:pt x="4254" y="6207"/>
                  </a:lnTo>
                  <a:lnTo>
                    <a:pt x="5798" y="4663"/>
                  </a:lnTo>
                  <a:close/>
                  <a:moveTo>
                    <a:pt x="2805" y="6302"/>
                  </a:moveTo>
                  <a:lnTo>
                    <a:pt x="2805" y="8791"/>
                  </a:lnTo>
                  <a:cubicBezTo>
                    <a:pt x="2521" y="8570"/>
                    <a:pt x="2111" y="8444"/>
                    <a:pt x="1733" y="8444"/>
                  </a:cubicBezTo>
                  <a:cubicBezTo>
                    <a:pt x="1324" y="8444"/>
                    <a:pt x="977" y="8570"/>
                    <a:pt x="662" y="8791"/>
                  </a:cubicBezTo>
                  <a:lnTo>
                    <a:pt x="662" y="6302"/>
                  </a:lnTo>
                  <a:close/>
                  <a:moveTo>
                    <a:pt x="3750" y="6711"/>
                  </a:moveTo>
                  <a:lnTo>
                    <a:pt x="5230" y="8192"/>
                  </a:lnTo>
                  <a:lnTo>
                    <a:pt x="3498" y="9925"/>
                  </a:lnTo>
                  <a:lnTo>
                    <a:pt x="3498" y="6932"/>
                  </a:lnTo>
                  <a:lnTo>
                    <a:pt x="3750" y="6711"/>
                  </a:lnTo>
                  <a:close/>
                  <a:moveTo>
                    <a:pt x="1733" y="9137"/>
                  </a:moveTo>
                  <a:cubicBezTo>
                    <a:pt x="2332" y="9137"/>
                    <a:pt x="2805" y="9610"/>
                    <a:pt x="2805" y="10208"/>
                  </a:cubicBezTo>
                  <a:cubicBezTo>
                    <a:pt x="2805" y="10807"/>
                    <a:pt x="2332" y="11279"/>
                    <a:pt x="1733" y="11279"/>
                  </a:cubicBezTo>
                  <a:cubicBezTo>
                    <a:pt x="1135" y="11279"/>
                    <a:pt x="662" y="10807"/>
                    <a:pt x="662" y="10208"/>
                  </a:cubicBezTo>
                  <a:cubicBezTo>
                    <a:pt x="662" y="9610"/>
                    <a:pt x="1135" y="9137"/>
                    <a:pt x="1733" y="9137"/>
                  </a:cubicBezTo>
                  <a:close/>
                  <a:moveTo>
                    <a:pt x="5640" y="9137"/>
                  </a:moveTo>
                  <a:lnTo>
                    <a:pt x="5640" y="11279"/>
                  </a:lnTo>
                  <a:lnTo>
                    <a:pt x="3183" y="11279"/>
                  </a:lnTo>
                  <a:lnTo>
                    <a:pt x="5262" y="9137"/>
                  </a:lnTo>
                  <a:close/>
                  <a:moveTo>
                    <a:pt x="8412" y="9137"/>
                  </a:moveTo>
                  <a:lnTo>
                    <a:pt x="8412" y="11279"/>
                  </a:lnTo>
                  <a:lnTo>
                    <a:pt x="6333" y="11279"/>
                  </a:lnTo>
                  <a:lnTo>
                    <a:pt x="6333" y="9137"/>
                  </a:lnTo>
                  <a:close/>
                  <a:moveTo>
                    <a:pt x="11248" y="9137"/>
                  </a:moveTo>
                  <a:lnTo>
                    <a:pt x="11248" y="11279"/>
                  </a:lnTo>
                  <a:lnTo>
                    <a:pt x="9106" y="11279"/>
                  </a:lnTo>
                  <a:lnTo>
                    <a:pt x="9106" y="9137"/>
                  </a:lnTo>
                  <a:close/>
                  <a:moveTo>
                    <a:pt x="347" y="1"/>
                  </a:moveTo>
                  <a:cubicBezTo>
                    <a:pt x="158" y="1"/>
                    <a:pt x="1" y="158"/>
                    <a:pt x="1" y="379"/>
                  </a:cubicBezTo>
                  <a:lnTo>
                    <a:pt x="1" y="10240"/>
                  </a:lnTo>
                  <a:cubicBezTo>
                    <a:pt x="1" y="11248"/>
                    <a:pt x="788" y="12036"/>
                    <a:pt x="1765" y="12036"/>
                  </a:cubicBezTo>
                  <a:lnTo>
                    <a:pt x="11657" y="12036"/>
                  </a:lnTo>
                  <a:cubicBezTo>
                    <a:pt x="11846" y="12036"/>
                    <a:pt x="12004" y="11878"/>
                    <a:pt x="12004" y="11657"/>
                  </a:cubicBezTo>
                  <a:lnTo>
                    <a:pt x="12004" y="8791"/>
                  </a:lnTo>
                  <a:cubicBezTo>
                    <a:pt x="11973" y="8602"/>
                    <a:pt x="11815" y="8444"/>
                    <a:pt x="11626" y="8444"/>
                  </a:cubicBezTo>
                  <a:lnTo>
                    <a:pt x="5987" y="8444"/>
                  </a:lnTo>
                  <a:lnTo>
                    <a:pt x="10177" y="4254"/>
                  </a:lnTo>
                  <a:cubicBezTo>
                    <a:pt x="10240" y="4191"/>
                    <a:pt x="10271" y="4096"/>
                    <a:pt x="10271" y="4033"/>
                  </a:cubicBezTo>
                  <a:cubicBezTo>
                    <a:pt x="10271" y="3939"/>
                    <a:pt x="10240" y="3844"/>
                    <a:pt x="10177" y="3781"/>
                  </a:cubicBezTo>
                  <a:lnTo>
                    <a:pt x="8192" y="1828"/>
                  </a:lnTo>
                  <a:cubicBezTo>
                    <a:pt x="8129" y="1765"/>
                    <a:pt x="8042" y="1733"/>
                    <a:pt x="7952" y="1733"/>
                  </a:cubicBezTo>
                  <a:cubicBezTo>
                    <a:pt x="7861" y="1733"/>
                    <a:pt x="7767" y="1765"/>
                    <a:pt x="7688" y="1828"/>
                  </a:cubicBezTo>
                  <a:lnTo>
                    <a:pt x="3498" y="5987"/>
                  </a:lnTo>
                  <a:lnTo>
                    <a:pt x="3498" y="379"/>
                  </a:lnTo>
                  <a:cubicBezTo>
                    <a:pt x="3498" y="158"/>
                    <a:pt x="3340" y="1"/>
                    <a:pt x="3151" y="1"/>
                  </a:cubicBezTo>
                  <a:close/>
                </a:path>
              </a:pathLst>
            </a:custGeom>
            <a:grpFill/>
            <a:ln>
              <a:noFill/>
            </a:ln>
          </p:spPr>
          <p:txBody>
            <a:bodyPr spcFirstLastPara="1" wrap="square" lIns="62728" tIns="62728" rIns="62728" bIns="62728" anchor="ctr" anchorCtr="0">
              <a:noAutofit/>
            </a:bodyPr>
            <a:lstStyle/>
            <a:p>
              <a:endParaRPr sz="764"/>
            </a:p>
          </p:txBody>
        </p:sp>
        <p:sp>
          <p:nvSpPr>
            <p:cNvPr id="895" name="Google Shape;5756;p61">
              <a:extLst>
                <a:ext uri="{FF2B5EF4-FFF2-40B4-BE49-F238E27FC236}">
                  <a16:creationId xmlns:a16="http://schemas.microsoft.com/office/drawing/2014/main" id="{D5D93E91-38C8-47AF-9F16-C1C9144833B1}"/>
                </a:ext>
              </a:extLst>
            </p:cNvPr>
            <p:cNvSpPr/>
            <p:nvPr/>
          </p:nvSpPr>
          <p:spPr>
            <a:xfrm>
              <a:off x="-50119425" y="2194700"/>
              <a:ext cx="17350" cy="17350"/>
            </a:xfrm>
            <a:custGeom>
              <a:avLst/>
              <a:gdLst/>
              <a:ahLst/>
              <a:cxnLst/>
              <a:rect l="l" t="t" r="r" b="b"/>
              <a:pathLst>
                <a:path w="694" h="694" extrusionOk="0">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32" name="Google Shape;5757;p61">
            <a:extLst>
              <a:ext uri="{FF2B5EF4-FFF2-40B4-BE49-F238E27FC236}">
                <a16:creationId xmlns:a16="http://schemas.microsoft.com/office/drawing/2014/main" id="{2D8E5357-6889-48AB-A0E2-40ADE6259AFF}"/>
              </a:ext>
            </a:extLst>
          </p:cNvPr>
          <p:cNvGrpSpPr/>
          <p:nvPr/>
        </p:nvGrpSpPr>
        <p:grpSpPr>
          <a:xfrm>
            <a:off x="6359840" y="4423671"/>
            <a:ext cx="227666" cy="227685"/>
            <a:chOff x="-50154850" y="2316775"/>
            <a:chExt cx="300100" cy="300125"/>
          </a:xfrm>
          <a:solidFill>
            <a:schemeClr val="tx1"/>
          </a:solidFill>
        </p:grpSpPr>
        <p:sp>
          <p:nvSpPr>
            <p:cNvPr id="892" name="Google Shape;5758;p61">
              <a:extLst>
                <a:ext uri="{FF2B5EF4-FFF2-40B4-BE49-F238E27FC236}">
                  <a16:creationId xmlns:a16="http://schemas.microsoft.com/office/drawing/2014/main" id="{92209902-4F2E-44AC-8BAF-08630370FBBA}"/>
                </a:ext>
              </a:extLst>
            </p:cNvPr>
            <p:cNvSpPr/>
            <p:nvPr/>
          </p:nvSpPr>
          <p:spPr>
            <a:xfrm>
              <a:off x="-50154850" y="2316775"/>
              <a:ext cx="300100" cy="300125"/>
            </a:xfrm>
            <a:custGeom>
              <a:avLst/>
              <a:gdLst/>
              <a:ahLst/>
              <a:cxnLst/>
              <a:rect l="l" t="t" r="r" b="b"/>
              <a:pathLst>
                <a:path w="12004" h="12005" extrusionOk="0">
                  <a:moveTo>
                    <a:pt x="1418" y="694"/>
                  </a:moveTo>
                  <a:lnTo>
                    <a:pt x="1418" y="1419"/>
                  </a:lnTo>
                  <a:lnTo>
                    <a:pt x="693" y="1419"/>
                  </a:lnTo>
                  <a:lnTo>
                    <a:pt x="693" y="694"/>
                  </a:lnTo>
                  <a:close/>
                  <a:moveTo>
                    <a:pt x="11279" y="694"/>
                  </a:moveTo>
                  <a:lnTo>
                    <a:pt x="11279" y="1419"/>
                  </a:lnTo>
                  <a:lnTo>
                    <a:pt x="10586" y="1419"/>
                  </a:lnTo>
                  <a:lnTo>
                    <a:pt x="10586" y="694"/>
                  </a:lnTo>
                  <a:close/>
                  <a:moveTo>
                    <a:pt x="9893" y="1419"/>
                  </a:moveTo>
                  <a:lnTo>
                    <a:pt x="9893" y="1765"/>
                  </a:lnTo>
                  <a:cubicBezTo>
                    <a:pt x="9893" y="1954"/>
                    <a:pt x="10019" y="2112"/>
                    <a:pt x="10239" y="2112"/>
                  </a:cubicBezTo>
                  <a:lnTo>
                    <a:pt x="10586" y="2112"/>
                  </a:lnTo>
                  <a:lnTo>
                    <a:pt x="10586" y="9893"/>
                  </a:lnTo>
                  <a:lnTo>
                    <a:pt x="10239" y="9893"/>
                  </a:lnTo>
                  <a:cubicBezTo>
                    <a:pt x="10019" y="9893"/>
                    <a:pt x="9893" y="10051"/>
                    <a:pt x="9893" y="10240"/>
                  </a:cubicBezTo>
                  <a:lnTo>
                    <a:pt x="9893" y="10587"/>
                  </a:lnTo>
                  <a:lnTo>
                    <a:pt x="2111" y="10587"/>
                  </a:lnTo>
                  <a:lnTo>
                    <a:pt x="2111" y="10240"/>
                  </a:lnTo>
                  <a:cubicBezTo>
                    <a:pt x="2111" y="10051"/>
                    <a:pt x="1953" y="9893"/>
                    <a:pt x="1764" y="9893"/>
                  </a:cubicBezTo>
                  <a:lnTo>
                    <a:pt x="1418" y="9893"/>
                  </a:lnTo>
                  <a:lnTo>
                    <a:pt x="1418" y="2112"/>
                  </a:lnTo>
                  <a:lnTo>
                    <a:pt x="1764" y="2112"/>
                  </a:lnTo>
                  <a:cubicBezTo>
                    <a:pt x="1953" y="2112"/>
                    <a:pt x="2111" y="1954"/>
                    <a:pt x="2111" y="1765"/>
                  </a:cubicBezTo>
                  <a:lnTo>
                    <a:pt x="2111" y="1419"/>
                  </a:lnTo>
                  <a:close/>
                  <a:moveTo>
                    <a:pt x="1418" y="10555"/>
                  </a:moveTo>
                  <a:lnTo>
                    <a:pt x="1418" y="11248"/>
                  </a:lnTo>
                  <a:lnTo>
                    <a:pt x="693" y="11248"/>
                  </a:lnTo>
                  <a:lnTo>
                    <a:pt x="693" y="10555"/>
                  </a:lnTo>
                  <a:close/>
                  <a:moveTo>
                    <a:pt x="11279" y="10555"/>
                  </a:moveTo>
                  <a:lnTo>
                    <a:pt x="11279" y="11248"/>
                  </a:lnTo>
                  <a:lnTo>
                    <a:pt x="10586" y="11248"/>
                  </a:lnTo>
                  <a:lnTo>
                    <a:pt x="10586" y="10555"/>
                  </a:lnTo>
                  <a:close/>
                  <a:moveTo>
                    <a:pt x="347" y="1"/>
                  </a:moveTo>
                  <a:cubicBezTo>
                    <a:pt x="158" y="1"/>
                    <a:pt x="0" y="158"/>
                    <a:pt x="0" y="348"/>
                  </a:cubicBezTo>
                  <a:lnTo>
                    <a:pt x="0" y="1765"/>
                  </a:lnTo>
                  <a:cubicBezTo>
                    <a:pt x="0" y="1954"/>
                    <a:pt x="158" y="2112"/>
                    <a:pt x="347" y="2112"/>
                  </a:cubicBezTo>
                  <a:lnTo>
                    <a:pt x="693" y="2112"/>
                  </a:lnTo>
                  <a:lnTo>
                    <a:pt x="693" y="9893"/>
                  </a:lnTo>
                  <a:lnTo>
                    <a:pt x="347" y="9893"/>
                  </a:lnTo>
                  <a:cubicBezTo>
                    <a:pt x="158" y="9893"/>
                    <a:pt x="0" y="10051"/>
                    <a:pt x="0" y="10240"/>
                  </a:cubicBezTo>
                  <a:lnTo>
                    <a:pt x="0" y="11658"/>
                  </a:lnTo>
                  <a:cubicBezTo>
                    <a:pt x="0" y="11847"/>
                    <a:pt x="158" y="12004"/>
                    <a:pt x="347" y="12004"/>
                  </a:cubicBezTo>
                  <a:lnTo>
                    <a:pt x="1764" y="12004"/>
                  </a:lnTo>
                  <a:cubicBezTo>
                    <a:pt x="1953" y="12004"/>
                    <a:pt x="2111" y="11847"/>
                    <a:pt x="2111" y="11658"/>
                  </a:cubicBezTo>
                  <a:lnTo>
                    <a:pt x="2111" y="11311"/>
                  </a:lnTo>
                  <a:lnTo>
                    <a:pt x="9893" y="11311"/>
                  </a:lnTo>
                  <a:lnTo>
                    <a:pt x="9893" y="11658"/>
                  </a:lnTo>
                  <a:cubicBezTo>
                    <a:pt x="9893" y="11847"/>
                    <a:pt x="10019" y="12004"/>
                    <a:pt x="10239" y="12004"/>
                  </a:cubicBezTo>
                  <a:lnTo>
                    <a:pt x="11657" y="12004"/>
                  </a:lnTo>
                  <a:cubicBezTo>
                    <a:pt x="11846" y="12004"/>
                    <a:pt x="12004" y="11847"/>
                    <a:pt x="12004" y="11658"/>
                  </a:cubicBezTo>
                  <a:lnTo>
                    <a:pt x="12004" y="10240"/>
                  </a:lnTo>
                  <a:cubicBezTo>
                    <a:pt x="12004" y="10051"/>
                    <a:pt x="11846" y="9893"/>
                    <a:pt x="11657" y="9893"/>
                  </a:cubicBezTo>
                  <a:lnTo>
                    <a:pt x="11310" y="9893"/>
                  </a:lnTo>
                  <a:lnTo>
                    <a:pt x="11310" y="2112"/>
                  </a:lnTo>
                  <a:lnTo>
                    <a:pt x="11657" y="2112"/>
                  </a:lnTo>
                  <a:lnTo>
                    <a:pt x="11657" y="2080"/>
                  </a:lnTo>
                  <a:cubicBezTo>
                    <a:pt x="11846" y="2080"/>
                    <a:pt x="12004" y="1923"/>
                    <a:pt x="12004" y="1734"/>
                  </a:cubicBezTo>
                  <a:lnTo>
                    <a:pt x="12004" y="348"/>
                  </a:lnTo>
                  <a:cubicBezTo>
                    <a:pt x="12004" y="158"/>
                    <a:pt x="11846" y="1"/>
                    <a:pt x="11657" y="1"/>
                  </a:cubicBezTo>
                  <a:lnTo>
                    <a:pt x="10239" y="1"/>
                  </a:lnTo>
                  <a:cubicBezTo>
                    <a:pt x="10019" y="1"/>
                    <a:pt x="9893" y="158"/>
                    <a:pt x="9893" y="348"/>
                  </a:cubicBezTo>
                  <a:lnTo>
                    <a:pt x="9893" y="694"/>
                  </a:lnTo>
                  <a:lnTo>
                    <a:pt x="2111" y="694"/>
                  </a:lnTo>
                  <a:lnTo>
                    <a:pt x="2111" y="348"/>
                  </a:lnTo>
                  <a:cubicBezTo>
                    <a:pt x="2111" y="158"/>
                    <a:pt x="1953" y="1"/>
                    <a:pt x="1764" y="1"/>
                  </a:cubicBezTo>
                  <a:close/>
                </a:path>
              </a:pathLst>
            </a:custGeom>
            <a:grpFill/>
            <a:ln>
              <a:noFill/>
            </a:ln>
          </p:spPr>
          <p:txBody>
            <a:bodyPr spcFirstLastPara="1" wrap="square" lIns="62728" tIns="62728" rIns="62728" bIns="62728" anchor="ctr" anchorCtr="0">
              <a:noAutofit/>
            </a:bodyPr>
            <a:lstStyle/>
            <a:p>
              <a:endParaRPr sz="764"/>
            </a:p>
          </p:txBody>
        </p:sp>
        <p:sp>
          <p:nvSpPr>
            <p:cNvPr id="893" name="Google Shape;5759;p61">
              <a:extLst>
                <a:ext uri="{FF2B5EF4-FFF2-40B4-BE49-F238E27FC236}">
                  <a16:creationId xmlns:a16="http://schemas.microsoft.com/office/drawing/2014/main" id="{5130312B-865E-41E5-9EA9-FD3C39127451}"/>
                </a:ext>
              </a:extLst>
            </p:cNvPr>
            <p:cNvSpPr/>
            <p:nvPr/>
          </p:nvSpPr>
          <p:spPr>
            <a:xfrm>
              <a:off x="-50083975" y="2368775"/>
              <a:ext cx="158325" cy="193775"/>
            </a:xfrm>
            <a:custGeom>
              <a:avLst/>
              <a:gdLst/>
              <a:ahLst/>
              <a:cxnLst/>
              <a:rect l="l" t="t" r="r" b="b"/>
              <a:pathLst>
                <a:path w="6333" h="7751" extrusionOk="0">
                  <a:moveTo>
                    <a:pt x="5577" y="693"/>
                  </a:moveTo>
                  <a:lnTo>
                    <a:pt x="5577" y="1567"/>
                  </a:lnTo>
                  <a:lnTo>
                    <a:pt x="5577" y="1567"/>
                  </a:lnTo>
                  <a:cubicBezTo>
                    <a:pt x="5492" y="1468"/>
                    <a:pt x="5402" y="1418"/>
                    <a:pt x="5262" y="1418"/>
                  </a:cubicBezTo>
                  <a:lnTo>
                    <a:pt x="3844" y="1418"/>
                  </a:lnTo>
                  <a:cubicBezTo>
                    <a:pt x="3655" y="1418"/>
                    <a:pt x="3498" y="1576"/>
                    <a:pt x="3498" y="1765"/>
                  </a:cubicBezTo>
                  <a:lnTo>
                    <a:pt x="3498" y="6742"/>
                  </a:lnTo>
                  <a:cubicBezTo>
                    <a:pt x="3498" y="6900"/>
                    <a:pt x="3624" y="6963"/>
                    <a:pt x="3687" y="7089"/>
                  </a:cubicBezTo>
                  <a:lnTo>
                    <a:pt x="2584" y="7089"/>
                  </a:lnTo>
                  <a:cubicBezTo>
                    <a:pt x="2710" y="6963"/>
                    <a:pt x="2773" y="6900"/>
                    <a:pt x="2773" y="6742"/>
                  </a:cubicBezTo>
                  <a:lnTo>
                    <a:pt x="2773" y="1765"/>
                  </a:lnTo>
                  <a:cubicBezTo>
                    <a:pt x="2773" y="1576"/>
                    <a:pt x="2647" y="1418"/>
                    <a:pt x="2426" y="1418"/>
                  </a:cubicBezTo>
                  <a:lnTo>
                    <a:pt x="1009" y="1418"/>
                  </a:lnTo>
                  <a:cubicBezTo>
                    <a:pt x="851" y="1418"/>
                    <a:pt x="788" y="1544"/>
                    <a:pt x="662" y="1607"/>
                  </a:cubicBezTo>
                  <a:lnTo>
                    <a:pt x="662" y="693"/>
                  </a:lnTo>
                  <a:close/>
                  <a:moveTo>
                    <a:pt x="347" y="0"/>
                  </a:moveTo>
                  <a:cubicBezTo>
                    <a:pt x="158" y="0"/>
                    <a:pt x="1" y="158"/>
                    <a:pt x="1" y="347"/>
                  </a:cubicBezTo>
                  <a:lnTo>
                    <a:pt x="1" y="2489"/>
                  </a:lnTo>
                  <a:cubicBezTo>
                    <a:pt x="1" y="2696"/>
                    <a:pt x="163" y="2835"/>
                    <a:pt x="328" y="2835"/>
                  </a:cubicBezTo>
                  <a:cubicBezTo>
                    <a:pt x="415" y="2835"/>
                    <a:pt x="503" y="2796"/>
                    <a:pt x="568" y="2710"/>
                  </a:cubicBezTo>
                  <a:lnTo>
                    <a:pt x="1166" y="2143"/>
                  </a:lnTo>
                  <a:lnTo>
                    <a:pt x="2080" y="2143"/>
                  </a:lnTo>
                  <a:lnTo>
                    <a:pt x="2080" y="6585"/>
                  </a:lnTo>
                  <a:lnTo>
                    <a:pt x="1481" y="7183"/>
                  </a:lnTo>
                  <a:cubicBezTo>
                    <a:pt x="1261" y="7404"/>
                    <a:pt x="1418" y="7750"/>
                    <a:pt x="1733" y="7750"/>
                  </a:cubicBezTo>
                  <a:lnTo>
                    <a:pt x="4537" y="7750"/>
                  </a:lnTo>
                  <a:cubicBezTo>
                    <a:pt x="4852" y="7750"/>
                    <a:pt x="5010" y="7372"/>
                    <a:pt x="4758" y="7183"/>
                  </a:cubicBezTo>
                  <a:lnTo>
                    <a:pt x="4159" y="6585"/>
                  </a:lnTo>
                  <a:lnTo>
                    <a:pt x="4159" y="2143"/>
                  </a:lnTo>
                  <a:lnTo>
                    <a:pt x="5073" y="2143"/>
                  </a:lnTo>
                  <a:lnTo>
                    <a:pt x="5671" y="2710"/>
                  </a:lnTo>
                  <a:cubicBezTo>
                    <a:pt x="5747" y="2796"/>
                    <a:pt x="5842" y="2835"/>
                    <a:pt x="5933" y="2835"/>
                  </a:cubicBezTo>
                  <a:cubicBezTo>
                    <a:pt x="6107" y="2835"/>
                    <a:pt x="6270" y="2696"/>
                    <a:pt x="6270" y="2489"/>
                  </a:cubicBezTo>
                  <a:lnTo>
                    <a:pt x="6270" y="347"/>
                  </a:lnTo>
                  <a:cubicBezTo>
                    <a:pt x="6333" y="158"/>
                    <a:pt x="6176" y="0"/>
                    <a:pt x="598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33" name="Google Shape;5760;p61">
            <a:extLst>
              <a:ext uri="{FF2B5EF4-FFF2-40B4-BE49-F238E27FC236}">
                <a16:creationId xmlns:a16="http://schemas.microsoft.com/office/drawing/2014/main" id="{FF90BEE5-B895-41EB-B9BE-E697E7E38952}"/>
              </a:ext>
            </a:extLst>
          </p:cNvPr>
          <p:cNvGrpSpPr/>
          <p:nvPr/>
        </p:nvGrpSpPr>
        <p:grpSpPr>
          <a:xfrm>
            <a:off x="10681430" y="4463060"/>
            <a:ext cx="233033" cy="226623"/>
            <a:chOff x="-50158000" y="2685000"/>
            <a:chExt cx="307175" cy="298725"/>
          </a:xfrm>
          <a:solidFill>
            <a:schemeClr val="tx1"/>
          </a:solidFill>
        </p:grpSpPr>
        <p:sp>
          <p:nvSpPr>
            <p:cNvPr id="890" name="Google Shape;5761;p61">
              <a:extLst>
                <a:ext uri="{FF2B5EF4-FFF2-40B4-BE49-F238E27FC236}">
                  <a16:creationId xmlns:a16="http://schemas.microsoft.com/office/drawing/2014/main" id="{0517B49C-DD9F-4A19-8032-B4864074E1C4}"/>
                </a:ext>
              </a:extLst>
            </p:cNvPr>
            <p:cNvSpPr/>
            <p:nvPr/>
          </p:nvSpPr>
          <p:spPr>
            <a:xfrm>
              <a:off x="-50158000" y="2685000"/>
              <a:ext cx="307175" cy="298725"/>
            </a:xfrm>
            <a:custGeom>
              <a:avLst/>
              <a:gdLst/>
              <a:ahLst/>
              <a:cxnLst/>
              <a:rect l="l" t="t" r="r" b="b"/>
              <a:pathLst>
                <a:path w="12287" h="11949" extrusionOk="0">
                  <a:moveTo>
                    <a:pt x="8054" y="717"/>
                  </a:moveTo>
                  <a:cubicBezTo>
                    <a:pt x="8325" y="717"/>
                    <a:pt x="8601" y="820"/>
                    <a:pt x="8821" y="1024"/>
                  </a:cubicBezTo>
                  <a:lnTo>
                    <a:pt x="11090" y="3293"/>
                  </a:lnTo>
                  <a:cubicBezTo>
                    <a:pt x="11531" y="3702"/>
                    <a:pt x="11531" y="4364"/>
                    <a:pt x="11090" y="4805"/>
                  </a:cubicBezTo>
                  <a:lnTo>
                    <a:pt x="10302" y="5593"/>
                  </a:lnTo>
                  <a:lnTo>
                    <a:pt x="6522" y="1812"/>
                  </a:lnTo>
                  <a:lnTo>
                    <a:pt x="7309" y="1024"/>
                  </a:lnTo>
                  <a:cubicBezTo>
                    <a:pt x="7514" y="820"/>
                    <a:pt x="7782" y="717"/>
                    <a:pt x="8054" y="717"/>
                  </a:cubicBezTo>
                  <a:close/>
                  <a:moveTo>
                    <a:pt x="6018" y="2285"/>
                  </a:moveTo>
                  <a:lnTo>
                    <a:pt x="9798" y="6065"/>
                  </a:lnTo>
                  <a:lnTo>
                    <a:pt x="6144" y="9720"/>
                  </a:lnTo>
                  <a:lnTo>
                    <a:pt x="2363" y="5939"/>
                  </a:lnTo>
                  <a:lnTo>
                    <a:pt x="6018" y="2285"/>
                  </a:lnTo>
                  <a:close/>
                  <a:moveTo>
                    <a:pt x="1890" y="6443"/>
                  </a:moveTo>
                  <a:lnTo>
                    <a:pt x="5671" y="10224"/>
                  </a:lnTo>
                  <a:lnTo>
                    <a:pt x="4915" y="10980"/>
                  </a:lnTo>
                  <a:cubicBezTo>
                    <a:pt x="4726" y="11185"/>
                    <a:pt x="4458" y="11287"/>
                    <a:pt x="4186" y="11287"/>
                  </a:cubicBezTo>
                  <a:cubicBezTo>
                    <a:pt x="3915" y="11287"/>
                    <a:pt x="3639" y="11185"/>
                    <a:pt x="3434" y="10980"/>
                  </a:cubicBezTo>
                  <a:lnTo>
                    <a:pt x="1134" y="8712"/>
                  </a:lnTo>
                  <a:cubicBezTo>
                    <a:pt x="756" y="8302"/>
                    <a:pt x="756" y="7640"/>
                    <a:pt x="1134" y="7199"/>
                  </a:cubicBezTo>
                  <a:lnTo>
                    <a:pt x="1890" y="6443"/>
                  </a:lnTo>
                  <a:close/>
                  <a:moveTo>
                    <a:pt x="8093" y="0"/>
                  </a:moveTo>
                  <a:cubicBezTo>
                    <a:pt x="7640" y="0"/>
                    <a:pt x="7183" y="174"/>
                    <a:pt x="6837" y="520"/>
                  </a:cubicBezTo>
                  <a:lnTo>
                    <a:pt x="662" y="6695"/>
                  </a:lnTo>
                  <a:cubicBezTo>
                    <a:pt x="0" y="7357"/>
                    <a:pt x="0" y="8491"/>
                    <a:pt x="662" y="9184"/>
                  </a:cubicBezTo>
                  <a:lnTo>
                    <a:pt x="2962" y="11452"/>
                  </a:lnTo>
                  <a:cubicBezTo>
                    <a:pt x="3292" y="11783"/>
                    <a:pt x="3741" y="11949"/>
                    <a:pt x="4190" y="11949"/>
                  </a:cubicBezTo>
                  <a:cubicBezTo>
                    <a:pt x="4639" y="11949"/>
                    <a:pt x="5088" y="11783"/>
                    <a:pt x="5419" y="11452"/>
                  </a:cubicBezTo>
                  <a:lnTo>
                    <a:pt x="11625" y="5278"/>
                  </a:lnTo>
                  <a:cubicBezTo>
                    <a:pt x="12287" y="4616"/>
                    <a:pt x="12287" y="3513"/>
                    <a:pt x="11625" y="2789"/>
                  </a:cubicBezTo>
                  <a:lnTo>
                    <a:pt x="9326" y="520"/>
                  </a:lnTo>
                  <a:cubicBezTo>
                    <a:pt x="8995" y="174"/>
                    <a:pt x="8546" y="0"/>
                    <a:pt x="8093" y="0"/>
                  </a:cubicBezTo>
                  <a:close/>
                </a:path>
              </a:pathLst>
            </a:custGeom>
            <a:grpFill/>
            <a:ln>
              <a:noFill/>
            </a:ln>
          </p:spPr>
          <p:txBody>
            <a:bodyPr spcFirstLastPara="1" wrap="square" lIns="62728" tIns="62728" rIns="62728" bIns="62728" anchor="ctr" anchorCtr="0">
              <a:noAutofit/>
            </a:bodyPr>
            <a:lstStyle/>
            <a:p>
              <a:endParaRPr sz="764"/>
            </a:p>
          </p:txBody>
        </p:sp>
        <p:sp>
          <p:nvSpPr>
            <p:cNvPr id="891" name="Google Shape;5762;p61">
              <a:extLst>
                <a:ext uri="{FF2B5EF4-FFF2-40B4-BE49-F238E27FC236}">
                  <a16:creationId xmlns:a16="http://schemas.microsoft.com/office/drawing/2014/main" id="{68FB2D2F-FF7E-4150-9C2D-F396E1132F81}"/>
                </a:ext>
              </a:extLst>
            </p:cNvPr>
            <p:cNvSpPr/>
            <p:nvPr/>
          </p:nvSpPr>
          <p:spPr>
            <a:xfrm>
              <a:off x="-50058775" y="2838200"/>
              <a:ext cx="51225" cy="49625"/>
            </a:xfrm>
            <a:custGeom>
              <a:avLst/>
              <a:gdLst/>
              <a:ahLst/>
              <a:cxnLst/>
              <a:rect l="l" t="t" r="r" b="b"/>
              <a:pathLst>
                <a:path w="2049" h="1985" extrusionOk="0">
                  <a:moveTo>
                    <a:pt x="391" y="0"/>
                  </a:moveTo>
                  <a:cubicBezTo>
                    <a:pt x="300" y="0"/>
                    <a:pt x="206" y="32"/>
                    <a:pt x="127" y="95"/>
                  </a:cubicBezTo>
                  <a:cubicBezTo>
                    <a:pt x="1" y="221"/>
                    <a:pt x="1" y="441"/>
                    <a:pt x="127" y="599"/>
                  </a:cubicBezTo>
                  <a:lnTo>
                    <a:pt x="1418" y="1890"/>
                  </a:lnTo>
                  <a:cubicBezTo>
                    <a:pt x="1481" y="1953"/>
                    <a:pt x="1568" y="1985"/>
                    <a:pt x="1659" y="1985"/>
                  </a:cubicBezTo>
                  <a:cubicBezTo>
                    <a:pt x="1749" y="1985"/>
                    <a:pt x="1844" y="1953"/>
                    <a:pt x="1923" y="1890"/>
                  </a:cubicBezTo>
                  <a:cubicBezTo>
                    <a:pt x="2049" y="1733"/>
                    <a:pt x="2049" y="1512"/>
                    <a:pt x="1923" y="1386"/>
                  </a:cubicBezTo>
                  <a:lnTo>
                    <a:pt x="631" y="95"/>
                  </a:lnTo>
                  <a:cubicBezTo>
                    <a:pt x="568" y="32"/>
                    <a:pt x="481" y="0"/>
                    <a:pt x="39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34" name="Google Shape;5763;p61">
            <a:extLst>
              <a:ext uri="{FF2B5EF4-FFF2-40B4-BE49-F238E27FC236}">
                <a16:creationId xmlns:a16="http://schemas.microsoft.com/office/drawing/2014/main" id="{A0F3BDD5-F826-4B20-937B-2A7C46222FB3}"/>
              </a:ext>
            </a:extLst>
          </p:cNvPr>
          <p:cNvGrpSpPr/>
          <p:nvPr/>
        </p:nvGrpSpPr>
        <p:grpSpPr>
          <a:xfrm>
            <a:off x="7776279" y="4163156"/>
            <a:ext cx="229449" cy="227685"/>
            <a:chOff x="-48266125" y="1973375"/>
            <a:chExt cx="302450" cy="300125"/>
          </a:xfrm>
          <a:solidFill>
            <a:schemeClr val="tx1"/>
          </a:solidFill>
        </p:grpSpPr>
        <p:sp>
          <p:nvSpPr>
            <p:cNvPr id="884" name="Google Shape;5764;p61">
              <a:extLst>
                <a:ext uri="{FF2B5EF4-FFF2-40B4-BE49-F238E27FC236}">
                  <a16:creationId xmlns:a16="http://schemas.microsoft.com/office/drawing/2014/main" id="{A5BA90FB-F3C4-41D0-A921-E65BD18F6E3A}"/>
                </a:ext>
              </a:extLst>
            </p:cNvPr>
            <p:cNvSpPr/>
            <p:nvPr/>
          </p:nvSpPr>
          <p:spPr>
            <a:xfrm>
              <a:off x="-48212575" y="2045050"/>
              <a:ext cx="122900" cy="123700"/>
            </a:xfrm>
            <a:custGeom>
              <a:avLst/>
              <a:gdLst/>
              <a:ahLst/>
              <a:cxnLst/>
              <a:rect l="l" t="t" r="r" b="b"/>
              <a:pathLst>
                <a:path w="4916" h="4948" extrusionOk="0">
                  <a:moveTo>
                    <a:pt x="1765" y="662"/>
                  </a:moveTo>
                  <a:cubicBezTo>
                    <a:pt x="2237" y="662"/>
                    <a:pt x="2647" y="946"/>
                    <a:pt x="2741" y="1387"/>
                  </a:cubicBezTo>
                  <a:lnTo>
                    <a:pt x="1765" y="1387"/>
                  </a:lnTo>
                  <a:cubicBezTo>
                    <a:pt x="1576" y="1387"/>
                    <a:pt x="1418" y="1545"/>
                    <a:pt x="1418" y="1734"/>
                  </a:cubicBezTo>
                  <a:lnTo>
                    <a:pt x="1418" y="2710"/>
                  </a:lnTo>
                  <a:cubicBezTo>
                    <a:pt x="1009" y="2584"/>
                    <a:pt x="725" y="2206"/>
                    <a:pt x="725" y="1734"/>
                  </a:cubicBezTo>
                  <a:cubicBezTo>
                    <a:pt x="725" y="1135"/>
                    <a:pt x="1166" y="662"/>
                    <a:pt x="1765" y="662"/>
                  </a:cubicBezTo>
                  <a:close/>
                  <a:moveTo>
                    <a:pt x="2741" y="2080"/>
                  </a:moveTo>
                  <a:cubicBezTo>
                    <a:pt x="2647" y="2395"/>
                    <a:pt x="2395" y="2616"/>
                    <a:pt x="2111" y="2710"/>
                  </a:cubicBezTo>
                  <a:lnTo>
                    <a:pt x="2111" y="2080"/>
                  </a:lnTo>
                  <a:close/>
                  <a:moveTo>
                    <a:pt x="4254" y="2080"/>
                  </a:moveTo>
                  <a:lnTo>
                    <a:pt x="4254" y="4191"/>
                  </a:lnTo>
                  <a:lnTo>
                    <a:pt x="2143" y="4191"/>
                  </a:lnTo>
                  <a:lnTo>
                    <a:pt x="2143" y="3466"/>
                  </a:lnTo>
                  <a:cubicBezTo>
                    <a:pt x="2804" y="3309"/>
                    <a:pt x="3340" y="2805"/>
                    <a:pt x="3497" y="2080"/>
                  </a:cubicBezTo>
                  <a:close/>
                  <a:moveTo>
                    <a:pt x="1765" y="1"/>
                  </a:moveTo>
                  <a:cubicBezTo>
                    <a:pt x="788" y="1"/>
                    <a:pt x="0" y="788"/>
                    <a:pt x="0" y="1765"/>
                  </a:cubicBezTo>
                  <a:cubicBezTo>
                    <a:pt x="0" y="2616"/>
                    <a:pt x="599" y="3340"/>
                    <a:pt x="1418" y="3498"/>
                  </a:cubicBezTo>
                  <a:lnTo>
                    <a:pt x="1418" y="4601"/>
                  </a:lnTo>
                  <a:cubicBezTo>
                    <a:pt x="1418" y="4790"/>
                    <a:pt x="1576" y="4947"/>
                    <a:pt x="1765" y="4947"/>
                  </a:cubicBezTo>
                  <a:lnTo>
                    <a:pt x="4569" y="4947"/>
                  </a:lnTo>
                  <a:cubicBezTo>
                    <a:pt x="4758" y="4947"/>
                    <a:pt x="4915" y="4790"/>
                    <a:pt x="4915" y="4601"/>
                  </a:cubicBezTo>
                  <a:lnTo>
                    <a:pt x="4915" y="1797"/>
                  </a:lnTo>
                  <a:cubicBezTo>
                    <a:pt x="4915" y="1576"/>
                    <a:pt x="4758" y="1419"/>
                    <a:pt x="4600" y="1419"/>
                  </a:cubicBezTo>
                  <a:lnTo>
                    <a:pt x="3497" y="1419"/>
                  </a:lnTo>
                  <a:cubicBezTo>
                    <a:pt x="3340" y="631"/>
                    <a:pt x="2647" y="1"/>
                    <a:pt x="1765" y="1"/>
                  </a:cubicBezTo>
                  <a:close/>
                </a:path>
              </a:pathLst>
            </a:custGeom>
            <a:grpFill/>
            <a:ln>
              <a:noFill/>
            </a:ln>
          </p:spPr>
          <p:txBody>
            <a:bodyPr spcFirstLastPara="1" wrap="square" lIns="62728" tIns="62728" rIns="62728" bIns="62728" anchor="ctr" anchorCtr="0">
              <a:noAutofit/>
            </a:bodyPr>
            <a:lstStyle/>
            <a:p>
              <a:endParaRPr sz="764"/>
            </a:p>
          </p:txBody>
        </p:sp>
        <p:sp>
          <p:nvSpPr>
            <p:cNvPr id="885" name="Google Shape;5765;p61">
              <a:extLst>
                <a:ext uri="{FF2B5EF4-FFF2-40B4-BE49-F238E27FC236}">
                  <a16:creationId xmlns:a16="http://schemas.microsoft.com/office/drawing/2014/main" id="{A26EEA55-0B69-4EAD-AFFB-79B3DA47250B}"/>
                </a:ext>
              </a:extLst>
            </p:cNvPr>
            <p:cNvSpPr/>
            <p:nvPr/>
          </p:nvSpPr>
          <p:spPr>
            <a:xfrm>
              <a:off x="-48266125" y="1973375"/>
              <a:ext cx="230000" cy="300125"/>
            </a:xfrm>
            <a:custGeom>
              <a:avLst/>
              <a:gdLst/>
              <a:ahLst/>
              <a:cxnLst/>
              <a:rect l="l" t="t" r="r" b="b"/>
              <a:pathLst>
                <a:path w="9200" h="12005" extrusionOk="0">
                  <a:moveTo>
                    <a:pt x="7057" y="1198"/>
                  </a:moveTo>
                  <a:lnTo>
                    <a:pt x="7971" y="2112"/>
                  </a:lnTo>
                  <a:lnTo>
                    <a:pt x="7057" y="2112"/>
                  </a:lnTo>
                  <a:lnTo>
                    <a:pt x="7057" y="1198"/>
                  </a:lnTo>
                  <a:close/>
                  <a:moveTo>
                    <a:pt x="6396" y="694"/>
                  </a:moveTo>
                  <a:lnTo>
                    <a:pt x="6396" y="2458"/>
                  </a:lnTo>
                  <a:cubicBezTo>
                    <a:pt x="6396" y="2679"/>
                    <a:pt x="6553" y="2836"/>
                    <a:pt x="6742" y="2836"/>
                  </a:cubicBezTo>
                  <a:lnTo>
                    <a:pt x="8506" y="2836"/>
                  </a:lnTo>
                  <a:lnTo>
                    <a:pt x="8506" y="11280"/>
                  </a:lnTo>
                  <a:lnTo>
                    <a:pt x="756" y="11280"/>
                  </a:lnTo>
                  <a:lnTo>
                    <a:pt x="756" y="694"/>
                  </a:lnTo>
                  <a:close/>
                  <a:moveTo>
                    <a:pt x="378" y="1"/>
                  </a:moveTo>
                  <a:cubicBezTo>
                    <a:pt x="158" y="1"/>
                    <a:pt x="0" y="158"/>
                    <a:pt x="0" y="347"/>
                  </a:cubicBezTo>
                  <a:lnTo>
                    <a:pt x="0" y="11658"/>
                  </a:lnTo>
                  <a:cubicBezTo>
                    <a:pt x="0" y="11847"/>
                    <a:pt x="158" y="12004"/>
                    <a:pt x="378" y="12004"/>
                  </a:cubicBezTo>
                  <a:lnTo>
                    <a:pt x="8790" y="12004"/>
                  </a:lnTo>
                  <a:cubicBezTo>
                    <a:pt x="8979" y="12004"/>
                    <a:pt x="9136" y="11847"/>
                    <a:pt x="9136" y="11658"/>
                  </a:cubicBezTo>
                  <a:lnTo>
                    <a:pt x="9136" y="2458"/>
                  </a:lnTo>
                  <a:cubicBezTo>
                    <a:pt x="9199" y="2395"/>
                    <a:pt x="9168" y="2301"/>
                    <a:pt x="9073" y="2238"/>
                  </a:cubicBezTo>
                  <a:lnTo>
                    <a:pt x="6931" y="95"/>
                  </a:lnTo>
                  <a:cubicBezTo>
                    <a:pt x="6868" y="32"/>
                    <a:pt x="6805" y="1"/>
                    <a:pt x="6711" y="1"/>
                  </a:cubicBezTo>
                  <a:close/>
                </a:path>
              </a:pathLst>
            </a:custGeom>
            <a:grpFill/>
            <a:ln>
              <a:noFill/>
            </a:ln>
          </p:spPr>
          <p:txBody>
            <a:bodyPr spcFirstLastPara="1" wrap="square" lIns="62728" tIns="62728" rIns="62728" bIns="62728" anchor="ctr" anchorCtr="0">
              <a:noAutofit/>
            </a:bodyPr>
            <a:lstStyle/>
            <a:p>
              <a:endParaRPr sz="764"/>
            </a:p>
          </p:txBody>
        </p:sp>
        <p:sp>
          <p:nvSpPr>
            <p:cNvPr id="886" name="Google Shape;5766;p61">
              <a:extLst>
                <a:ext uri="{FF2B5EF4-FFF2-40B4-BE49-F238E27FC236}">
                  <a16:creationId xmlns:a16="http://schemas.microsoft.com/office/drawing/2014/main" id="{ECF93255-5FFC-4FC0-884F-24E27964DE81}"/>
                </a:ext>
              </a:extLst>
            </p:cNvPr>
            <p:cNvSpPr/>
            <p:nvPr/>
          </p:nvSpPr>
          <p:spPr>
            <a:xfrm>
              <a:off x="-48018025" y="1991500"/>
              <a:ext cx="54350" cy="282000"/>
            </a:xfrm>
            <a:custGeom>
              <a:avLst/>
              <a:gdLst/>
              <a:ahLst/>
              <a:cxnLst/>
              <a:rect l="l" t="t" r="r" b="b"/>
              <a:pathLst>
                <a:path w="2174" h="11280" extrusionOk="0">
                  <a:moveTo>
                    <a:pt x="1071" y="1481"/>
                  </a:moveTo>
                  <a:lnTo>
                    <a:pt x="1260" y="2111"/>
                  </a:lnTo>
                  <a:lnTo>
                    <a:pt x="851" y="2111"/>
                  </a:lnTo>
                  <a:lnTo>
                    <a:pt x="1071" y="1481"/>
                  </a:lnTo>
                  <a:close/>
                  <a:moveTo>
                    <a:pt x="1418" y="2836"/>
                  </a:moveTo>
                  <a:lnTo>
                    <a:pt x="1418" y="7247"/>
                  </a:lnTo>
                  <a:lnTo>
                    <a:pt x="725" y="7247"/>
                  </a:lnTo>
                  <a:lnTo>
                    <a:pt x="725" y="2836"/>
                  </a:lnTo>
                  <a:close/>
                  <a:moveTo>
                    <a:pt x="1418" y="7971"/>
                  </a:moveTo>
                  <a:lnTo>
                    <a:pt x="1418" y="8664"/>
                  </a:lnTo>
                  <a:lnTo>
                    <a:pt x="725" y="8664"/>
                  </a:lnTo>
                  <a:lnTo>
                    <a:pt x="725" y="7971"/>
                  </a:lnTo>
                  <a:close/>
                  <a:moveTo>
                    <a:pt x="1449" y="9357"/>
                  </a:moveTo>
                  <a:lnTo>
                    <a:pt x="1449" y="10208"/>
                  </a:lnTo>
                  <a:cubicBezTo>
                    <a:pt x="1418" y="10397"/>
                    <a:pt x="1260" y="10555"/>
                    <a:pt x="1071" y="10555"/>
                  </a:cubicBezTo>
                  <a:cubicBezTo>
                    <a:pt x="882" y="10555"/>
                    <a:pt x="725" y="10397"/>
                    <a:pt x="725" y="10208"/>
                  </a:cubicBezTo>
                  <a:lnTo>
                    <a:pt x="725" y="9357"/>
                  </a:lnTo>
                  <a:close/>
                  <a:moveTo>
                    <a:pt x="1071" y="0"/>
                  </a:moveTo>
                  <a:cubicBezTo>
                    <a:pt x="945" y="0"/>
                    <a:pt x="788" y="95"/>
                    <a:pt x="756" y="253"/>
                  </a:cubicBezTo>
                  <a:cubicBezTo>
                    <a:pt x="0" y="2489"/>
                    <a:pt x="63" y="2363"/>
                    <a:pt x="63" y="2458"/>
                  </a:cubicBezTo>
                  <a:lnTo>
                    <a:pt x="63" y="10208"/>
                  </a:lnTo>
                  <a:cubicBezTo>
                    <a:pt x="63" y="10807"/>
                    <a:pt x="536" y="11279"/>
                    <a:pt x="1103" y="11279"/>
                  </a:cubicBezTo>
                  <a:cubicBezTo>
                    <a:pt x="1701" y="11279"/>
                    <a:pt x="2174" y="10807"/>
                    <a:pt x="2174" y="10208"/>
                  </a:cubicBezTo>
                  <a:lnTo>
                    <a:pt x="2111" y="2458"/>
                  </a:lnTo>
                  <a:lnTo>
                    <a:pt x="2111" y="2458"/>
                  </a:lnTo>
                  <a:cubicBezTo>
                    <a:pt x="2121" y="2468"/>
                    <a:pt x="2128" y="2472"/>
                    <a:pt x="2132" y="2472"/>
                  </a:cubicBezTo>
                  <a:cubicBezTo>
                    <a:pt x="2139" y="2472"/>
                    <a:pt x="2132" y="2458"/>
                    <a:pt x="2111" y="2458"/>
                  </a:cubicBezTo>
                  <a:lnTo>
                    <a:pt x="2111" y="2458"/>
                  </a:lnTo>
                  <a:lnTo>
                    <a:pt x="2111" y="2458"/>
                  </a:lnTo>
                  <a:cubicBezTo>
                    <a:pt x="2111" y="2363"/>
                    <a:pt x="2142" y="2584"/>
                    <a:pt x="1386" y="253"/>
                  </a:cubicBezTo>
                  <a:cubicBezTo>
                    <a:pt x="1355" y="95"/>
                    <a:pt x="1197" y="0"/>
                    <a:pt x="1071" y="0"/>
                  </a:cubicBezTo>
                  <a:close/>
                </a:path>
              </a:pathLst>
            </a:custGeom>
            <a:grpFill/>
            <a:ln>
              <a:noFill/>
            </a:ln>
          </p:spPr>
          <p:txBody>
            <a:bodyPr spcFirstLastPara="1" wrap="square" lIns="62728" tIns="62728" rIns="62728" bIns="62728" anchor="ctr" anchorCtr="0">
              <a:noAutofit/>
            </a:bodyPr>
            <a:lstStyle/>
            <a:p>
              <a:endParaRPr sz="764"/>
            </a:p>
          </p:txBody>
        </p:sp>
        <p:sp>
          <p:nvSpPr>
            <p:cNvPr id="887" name="Google Shape;5767;p61">
              <a:extLst>
                <a:ext uri="{FF2B5EF4-FFF2-40B4-BE49-F238E27FC236}">
                  <a16:creationId xmlns:a16="http://schemas.microsoft.com/office/drawing/2014/main" id="{2DBCF9CA-6525-4190-9506-2F913C190D2B}"/>
                </a:ext>
              </a:extLst>
            </p:cNvPr>
            <p:cNvSpPr/>
            <p:nvPr/>
          </p:nvSpPr>
          <p:spPr>
            <a:xfrm>
              <a:off x="-48211800" y="2221475"/>
              <a:ext cx="122900" cy="17350"/>
            </a:xfrm>
            <a:custGeom>
              <a:avLst/>
              <a:gdLst/>
              <a:ahLst/>
              <a:cxnLst/>
              <a:rect l="l" t="t" r="r" b="b"/>
              <a:pathLst>
                <a:path w="4916" h="694" extrusionOk="0">
                  <a:moveTo>
                    <a:pt x="347" y="1"/>
                  </a:moveTo>
                  <a:cubicBezTo>
                    <a:pt x="158" y="1"/>
                    <a:pt x="1" y="158"/>
                    <a:pt x="1" y="347"/>
                  </a:cubicBezTo>
                  <a:cubicBezTo>
                    <a:pt x="1" y="536"/>
                    <a:pt x="158" y="694"/>
                    <a:pt x="347" y="694"/>
                  </a:cubicBezTo>
                  <a:lnTo>
                    <a:pt x="4569" y="694"/>
                  </a:lnTo>
                  <a:cubicBezTo>
                    <a:pt x="4758" y="694"/>
                    <a:pt x="4916" y="536"/>
                    <a:pt x="4916" y="347"/>
                  </a:cubicBezTo>
                  <a:cubicBezTo>
                    <a:pt x="4884" y="158"/>
                    <a:pt x="4727" y="1"/>
                    <a:pt x="4569" y="1"/>
                  </a:cubicBezTo>
                  <a:close/>
                </a:path>
              </a:pathLst>
            </a:custGeom>
            <a:grpFill/>
            <a:ln>
              <a:noFill/>
            </a:ln>
          </p:spPr>
          <p:txBody>
            <a:bodyPr spcFirstLastPara="1" wrap="square" lIns="62728" tIns="62728" rIns="62728" bIns="62728" anchor="ctr" anchorCtr="0">
              <a:noAutofit/>
            </a:bodyPr>
            <a:lstStyle/>
            <a:p>
              <a:endParaRPr sz="764"/>
            </a:p>
          </p:txBody>
        </p:sp>
        <p:sp>
          <p:nvSpPr>
            <p:cNvPr id="888" name="Google Shape;5768;p61">
              <a:extLst>
                <a:ext uri="{FF2B5EF4-FFF2-40B4-BE49-F238E27FC236}">
                  <a16:creationId xmlns:a16="http://schemas.microsoft.com/office/drawing/2014/main" id="{C79852DB-78DE-41EC-9EC7-C9C6C3F01BC8}"/>
                </a:ext>
              </a:extLst>
            </p:cNvPr>
            <p:cNvSpPr/>
            <p:nvPr/>
          </p:nvSpPr>
          <p:spPr>
            <a:xfrm>
              <a:off x="-48211800" y="2185250"/>
              <a:ext cx="87450" cy="18150"/>
            </a:xfrm>
            <a:custGeom>
              <a:avLst/>
              <a:gdLst/>
              <a:ahLst/>
              <a:cxnLst/>
              <a:rect l="l" t="t" r="r" b="b"/>
              <a:pathLst>
                <a:path w="3498" h="726" extrusionOk="0">
                  <a:moveTo>
                    <a:pt x="347" y="1"/>
                  </a:moveTo>
                  <a:cubicBezTo>
                    <a:pt x="158" y="1"/>
                    <a:pt x="1" y="158"/>
                    <a:pt x="1" y="379"/>
                  </a:cubicBezTo>
                  <a:cubicBezTo>
                    <a:pt x="1" y="568"/>
                    <a:pt x="158" y="725"/>
                    <a:pt x="347" y="725"/>
                  </a:cubicBezTo>
                  <a:lnTo>
                    <a:pt x="3151" y="725"/>
                  </a:lnTo>
                  <a:cubicBezTo>
                    <a:pt x="3372" y="725"/>
                    <a:pt x="3498" y="568"/>
                    <a:pt x="3498" y="379"/>
                  </a:cubicBezTo>
                  <a:cubicBezTo>
                    <a:pt x="3498" y="158"/>
                    <a:pt x="3372" y="1"/>
                    <a:pt x="3151" y="1"/>
                  </a:cubicBezTo>
                  <a:close/>
                </a:path>
              </a:pathLst>
            </a:custGeom>
            <a:grpFill/>
            <a:ln>
              <a:noFill/>
            </a:ln>
          </p:spPr>
          <p:txBody>
            <a:bodyPr spcFirstLastPara="1" wrap="square" lIns="62728" tIns="62728" rIns="62728" bIns="62728" anchor="ctr" anchorCtr="0">
              <a:noAutofit/>
            </a:bodyPr>
            <a:lstStyle/>
            <a:p>
              <a:endParaRPr sz="764"/>
            </a:p>
          </p:txBody>
        </p:sp>
        <p:sp>
          <p:nvSpPr>
            <p:cNvPr id="889" name="Google Shape;5769;p61">
              <a:extLst>
                <a:ext uri="{FF2B5EF4-FFF2-40B4-BE49-F238E27FC236}">
                  <a16:creationId xmlns:a16="http://schemas.microsoft.com/office/drawing/2014/main" id="{B42AA84F-AA38-4B70-811A-A8BCCAD73299}"/>
                </a:ext>
              </a:extLst>
            </p:cNvPr>
            <p:cNvSpPr/>
            <p:nvPr/>
          </p:nvSpPr>
          <p:spPr>
            <a:xfrm>
              <a:off x="-48106250" y="2185250"/>
              <a:ext cx="17350" cy="18150"/>
            </a:xfrm>
            <a:custGeom>
              <a:avLst/>
              <a:gdLst/>
              <a:ahLst/>
              <a:cxnLst/>
              <a:rect l="l" t="t" r="r" b="b"/>
              <a:pathLst>
                <a:path w="694" h="726" extrusionOk="0">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35" name="Google Shape;5770;p61">
            <a:extLst>
              <a:ext uri="{FF2B5EF4-FFF2-40B4-BE49-F238E27FC236}">
                <a16:creationId xmlns:a16="http://schemas.microsoft.com/office/drawing/2014/main" id="{DE13C842-ADEE-4971-A683-EE73562CBBA0}"/>
              </a:ext>
            </a:extLst>
          </p:cNvPr>
          <p:cNvGrpSpPr/>
          <p:nvPr/>
        </p:nvGrpSpPr>
        <p:grpSpPr>
          <a:xfrm>
            <a:off x="7793595" y="4443301"/>
            <a:ext cx="194817" cy="227761"/>
            <a:chOff x="-48237000" y="2342650"/>
            <a:chExt cx="256800" cy="300225"/>
          </a:xfrm>
          <a:solidFill>
            <a:schemeClr val="tx1"/>
          </a:solidFill>
        </p:grpSpPr>
        <p:sp>
          <p:nvSpPr>
            <p:cNvPr id="881" name="Google Shape;5771;p61">
              <a:extLst>
                <a:ext uri="{FF2B5EF4-FFF2-40B4-BE49-F238E27FC236}">
                  <a16:creationId xmlns:a16="http://schemas.microsoft.com/office/drawing/2014/main" id="{D8FE6E0F-9B3B-4865-9DE6-40542FA6835E}"/>
                </a:ext>
              </a:extLst>
            </p:cNvPr>
            <p:cNvSpPr/>
            <p:nvPr/>
          </p:nvSpPr>
          <p:spPr>
            <a:xfrm>
              <a:off x="-48237000" y="2342650"/>
              <a:ext cx="256800" cy="300225"/>
            </a:xfrm>
            <a:custGeom>
              <a:avLst/>
              <a:gdLst/>
              <a:ahLst/>
              <a:cxnLst/>
              <a:rect l="l" t="t" r="r" b="b"/>
              <a:pathLst>
                <a:path w="10272" h="12009" extrusionOk="0">
                  <a:moveTo>
                    <a:pt x="4507" y="679"/>
                  </a:moveTo>
                  <a:cubicBezTo>
                    <a:pt x="4774" y="679"/>
                    <a:pt x="5048" y="706"/>
                    <a:pt x="5325" y="762"/>
                  </a:cubicBezTo>
                  <a:cubicBezTo>
                    <a:pt x="6774" y="1077"/>
                    <a:pt x="7940" y="2274"/>
                    <a:pt x="8255" y="3723"/>
                  </a:cubicBezTo>
                  <a:cubicBezTo>
                    <a:pt x="8381" y="4227"/>
                    <a:pt x="8381" y="4763"/>
                    <a:pt x="8318" y="5267"/>
                  </a:cubicBezTo>
                  <a:cubicBezTo>
                    <a:pt x="8318" y="5330"/>
                    <a:pt x="8318" y="5424"/>
                    <a:pt x="8350" y="5487"/>
                  </a:cubicBezTo>
                  <a:lnTo>
                    <a:pt x="9263" y="7220"/>
                  </a:lnTo>
                  <a:cubicBezTo>
                    <a:pt x="9389" y="7441"/>
                    <a:pt x="9232" y="7756"/>
                    <a:pt x="8980" y="7756"/>
                  </a:cubicBezTo>
                  <a:lnTo>
                    <a:pt x="8034" y="7756"/>
                  </a:lnTo>
                  <a:cubicBezTo>
                    <a:pt x="7845" y="7756"/>
                    <a:pt x="7688" y="7913"/>
                    <a:pt x="7688" y="8102"/>
                  </a:cubicBezTo>
                  <a:lnTo>
                    <a:pt x="7688" y="9867"/>
                  </a:lnTo>
                  <a:lnTo>
                    <a:pt x="5892" y="9867"/>
                  </a:lnTo>
                  <a:cubicBezTo>
                    <a:pt x="5703" y="9867"/>
                    <a:pt x="5546" y="10024"/>
                    <a:pt x="5546" y="10213"/>
                  </a:cubicBezTo>
                  <a:lnTo>
                    <a:pt x="5546" y="11284"/>
                  </a:lnTo>
                  <a:lnTo>
                    <a:pt x="2049" y="11284"/>
                  </a:lnTo>
                  <a:lnTo>
                    <a:pt x="2049" y="7693"/>
                  </a:lnTo>
                  <a:cubicBezTo>
                    <a:pt x="2049" y="7598"/>
                    <a:pt x="2017" y="7504"/>
                    <a:pt x="1923" y="7441"/>
                  </a:cubicBezTo>
                  <a:cubicBezTo>
                    <a:pt x="1103" y="6685"/>
                    <a:pt x="631" y="5645"/>
                    <a:pt x="631" y="4542"/>
                  </a:cubicBezTo>
                  <a:cubicBezTo>
                    <a:pt x="631" y="2387"/>
                    <a:pt x="2372" y="679"/>
                    <a:pt x="4507" y="679"/>
                  </a:cubicBezTo>
                  <a:close/>
                  <a:moveTo>
                    <a:pt x="4570" y="0"/>
                  </a:moveTo>
                  <a:cubicBezTo>
                    <a:pt x="2059" y="0"/>
                    <a:pt x="1" y="1999"/>
                    <a:pt x="1" y="4542"/>
                  </a:cubicBezTo>
                  <a:cubicBezTo>
                    <a:pt x="1" y="5802"/>
                    <a:pt x="505" y="7000"/>
                    <a:pt x="1418" y="7850"/>
                  </a:cubicBezTo>
                  <a:lnTo>
                    <a:pt x="1418" y="11631"/>
                  </a:lnTo>
                  <a:cubicBezTo>
                    <a:pt x="1418" y="11851"/>
                    <a:pt x="1576" y="12009"/>
                    <a:pt x="1765" y="12009"/>
                  </a:cubicBezTo>
                  <a:lnTo>
                    <a:pt x="5987" y="12009"/>
                  </a:lnTo>
                  <a:cubicBezTo>
                    <a:pt x="6176" y="12009"/>
                    <a:pt x="6333" y="11851"/>
                    <a:pt x="6333" y="11631"/>
                  </a:cubicBezTo>
                  <a:lnTo>
                    <a:pt x="6333" y="10591"/>
                  </a:lnTo>
                  <a:lnTo>
                    <a:pt x="8097" y="10591"/>
                  </a:lnTo>
                  <a:cubicBezTo>
                    <a:pt x="8287" y="10591"/>
                    <a:pt x="8444" y="10434"/>
                    <a:pt x="8444" y="10213"/>
                  </a:cubicBezTo>
                  <a:lnTo>
                    <a:pt x="8444" y="8449"/>
                  </a:lnTo>
                  <a:lnTo>
                    <a:pt x="9043" y="8449"/>
                  </a:lnTo>
                  <a:cubicBezTo>
                    <a:pt x="9799" y="8417"/>
                    <a:pt x="10271" y="7598"/>
                    <a:pt x="9925" y="6874"/>
                  </a:cubicBezTo>
                  <a:lnTo>
                    <a:pt x="9043" y="5267"/>
                  </a:lnTo>
                  <a:cubicBezTo>
                    <a:pt x="9137" y="4700"/>
                    <a:pt x="9137" y="4164"/>
                    <a:pt x="9011" y="3597"/>
                  </a:cubicBezTo>
                  <a:cubicBezTo>
                    <a:pt x="8665" y="1864"/>
                    <a:pt x="7247" y="510"/>
                    <a:pt x="5546" y="100"/>
                  </a:cubicBezTo>
                  <a:cubicBezTo>
                    <a:pt x="5215" y="33"/>
                    <a:pt x="4889" y="0"/>
                    <a:pt x="4570" y="0"/>
                  </a:cubicBezTo>
                  <a:close/>
                </a:path>
              </a:pathLst>
            </a:custGeom>
            <a:grpFill/>
            <a:ln>
              <a:noFill/>
            </a:ln>
          </p:spPr>
          <p:txBody>
            <a:bodyPr spcFirstLastPara="1" wrap="square" lIns="62728" tIns="62728" rIns="62728" bIns="62728" anchor="ctr" anchorCtr="0">
              <a:noAutofit/>
            </a:bodyPr>
            <a:lstStyle/>
            <a:p>
              <a:endParaRPr sz="764"/>
            </a:p>
          </p:txBody>
        </p:sp>
        <p:sp>
          <p:nvSpPr>
            <p:cNvPr id="882" name="Google Shape;5772;p61">
              <a:extLst>
                <a:ext uri="{FF2B5EF4-FFF2-40B4-BE49-F238E27FC236}">
                  <a16:creationId xmlns:a16="http://schemas.microsoft.com/office/drawing/2014/main" id="{1BECE33B-EB6D-4150-97B3-500A92FCE49E}"/>
                </a:ext>
              </a:extLst>
            </p:cNvPr>
            <p:cNvSpPr/>
            <p:nvPr/>
          </p:nvSpPr>
          <p:spPr>
            <a:xfrm>
              <a:off x="-48195250" y="2377425"/>
              <a:ext cx="144150" cy="140225"/>
            </a:xfrm>
            <a:custGeom>
              <a:avLst/>
              <a:gdLst/>
              <a:ahLst/>
              <a:cxnLst/>
              <a:rect l="l" t="t" r="r" b="b"/>
              <a:pathLst>
                <a:path w="5766" h="5609" extrusionOk="0">
                  <a:moveTo>
                    <a:pt x="3214" y="757"/>
                  </a:moveTo>
                  <a:lnTo>
                    <a:pt x="3214" y="883"/>
                  </a:lnTo>
                  <a:cubicBezTo>
                    <a:pt x="3214" y="1040"/>
                    <a:pt x="3277" y="1135"/>
                    <a:pt x="3435" y="1198"/>
                  </a:cubicBezTo>
                  <a:cubicBezTo>
                    <a:pt x="3624" y="1261"/>
                    <a:pt x="3844" y="1387"/>
                    <a:pt x="4002" y="1513"/>
                  </a:cubicBezTo>
                  <a:cubicBezTo>
                    <a:pt x="4061" y="1553"/>
                    <a:pt x="4146" y="1593"/>
                    <a:pt x="4233" y="1593"/>
                  </a:cubicBezTo>
                  <a:cubicBezTo>
                    <a:pt x="4283" y="1593"/>
                    <a:pt x="4333" y="1579"/>
                    <a:pt x="4380" y="1545"/>
                  </a:cubicBezTo>
                  <a:lnTo>
                    <a:pt x="4506" y="1482"/>
                  </a:lnTo>
                  <a:lnTo>
                    <a:pt x="4852" y="2049"/>
                  </a:lnTo>
                  <a:lnTo>
                    <a:pt x="4726" y="2143"/>
                  </a:lnTo>
                  <a:cubicBezTo>
                    <a:pt x="4632" y="2206"/>
                    <a:pt x="4537" y="2364"/>
                    <a:pt x="4569" y="2490"/>
                  </a:cubicBezTo>
                  <a:cubicBezTo>
                    <a:pt x="4632" y="2710"/>
                    <a:pt x="4632" y="2899"/>
                    <a:pt x="4569" y="3120"/>
                  </a:cubicBezTo>
                  <a:cubicBezTo>
                    <a:pt x="4537" y="3277"/>
                    <a:pt x="4632" y="3403"/>
                    <a:pt x="4726" y="3466"/>
                  </a:cubicBezTo>
                  <a:lnTo>
                    <a:pt x="4852" y="3561"/>
                  </a:lnTo>
                  <a:lnTo>
                    <a:pt x="4506" y="4159"/>
                  </a:lnTo>
                  <a:lnTo>
                    <a:pt x="4380" y="4065"/>
                  </a:lnTo>
                  <a:cubicBezTo>
                    <a:pt x="4323" y="4037"/>
                    <a:pt x="4260" y="4021"/>
                    <a:pt x="4199" y="4021"/>
                  </a:cubicBezTo>
                  <a:cubicBezTo>
                    <a:pt x="4125" y="4021"/>
                    <a:pt x="4054" y="4044"/>
                    <a:pt x="4002" y="4096"/>
                  </a:cubicBezTo>
                  <a:cubicBezTo>
                    <a:pt x="3844" y="4254"/>
                    <a:pt x="3624" y="4348"/>
                    <a:pt x="3435" y="4411"/>
                  </a:cubicBezTo>
                  <a:cubicBezTo>
                    <a:pt x="3277" y="4475"/>
                    <a:pt x="3214" y="4632"/>
                    <a:pt x="3214" y="4727"/>
                  </a:cubicBezTo>
                  <a:lnTo>
                    <a:pt x="3214" y="4853"/>
                  </a:lnTo>
                  <a:lnTo>
                    <a:pt x="2489" y="4853"/>
                  </a:lnTo>
                  <a:lnTo>
                    <a:pt x="2489" y="4727"/>
                  </a:lnTo>
                  <a:cubicBezTo>
                    <a:pt x="2489" y="4569"/>
                    <a:pt x="2426" y="4475"/>
                    <a:pt x="2269" y="4411"/>
                  </a:cubicBezTo>
                  <a:cubicBezTo>
                    <a:pt x="2048" y="4348"/>
                    <a:pt x="1859" y="4222"/>
                    <a:pt x="1702" y="4096"/>
                  </a:cubicBezTo>
                  <a:cubicBezTo>
                    <a:pt x="1622" y="4057"/>
                    <a:pt x="1530" y="4017"/>
                    <a:pt x="1449" y="4017"/>
                  </a:cubicBezTo>
                  <a:cubicBezTo>
                    <a:pt x="1402" y="4017"/>
                    <a:pt x="1358" y="4030"/>
                    <a:pt x="1324" y="4065"/>
                  </a:cubicBezTo>
                  <a:lnTo>
                    <a:pt x="1198" y="4159"/>
                  </a:lnTo>
                  <a:lnTo>
                    <a:pt x="851" y="3561"/>
                  </a:lnTo>
                  <a:lnTo>
                    <a:pt x="946" y="3466"/>
                  </a:lnTo>
                  <a:cubicBezTo>
                    <a:pt x="1072" y="3403"/>
                    <a:pt x="1166" y="3246"/>
                    <a:pt x="1103" y="3120"/>
                  </a:cubicBezTo>
                  <a:cubicBezTo>
                    <a:pt x="1072" y="2899"/>
                    <a:pt x="1072" y="2710"/>
                    <a:pt x="1103" y="2490"/>
                  </a:cubicBezTo>
                  <a:cubicBezTo>
                    <a:pt x="1166" y="2332"/>
                    <a:pt x="1072" y="2206"/>
                    <a:pt x="946" y="2143"/>
                  </a:cubicBezTo>
                  <a:lnTo>
                    <a:pt x="851" y="2049"/>
                  </a:lnTo>
                  <a:lnTo>
                    <a:pt x="1198" y="1482"/>
                  </a:lnTo>
                  <a:lnTo>
                    <a:pt x="1324" y="1545"/>
                  </a:lnTo>
                  <a:cubicBezTo>
                    <a:pt x="1366" y="1573"/>
                    <a:pt x="1421" y="1588"/>
                    <a:pt x="1481" y="1588"/>
                  </a:cubicBezTo>
                  <a:cubicBezTo>
                    <a:pt x="1553" y="1588"/>
                    <a:pt x="1632" y="1565"/>
                    <a:pt x="1702" y="1513"/>
                  </a:cubicBezTo>
                  <a:cubicBezTo>
                    <a:pt x="1859" y="1356"/>
                    <a:pt x="2048" y="1261"/>
                    <a:pt x="2269" y="1198"/>
                  </a:cubicBezTo>
                  <a:cubicBezTo>
                    <a:pt x="2426" y="1135"/>
                    <a:pt x="2489" y="977"/>
                    <a:pt x="2489" y="883"/>
                  </a:cubicBezTo>
                  <a:lnTo>
                    <a:pt x="2489" y="757"/>
                  </a:lnTo>
                  <a:close/>
                  <a:moveTo>
                    <a:pt x="2174" y="1"/>
                  </a:moveTo>
                  <a:cubicBezTo>
                    <a:pt x="1985" y="1"/>
                    <a:pt x="1828" y="158"/>
                    <a:pt x="1828" y="379"/>
                  </a:cubicBezTo>
                  <a:lnTo>
                    <a:pt x="1828" y="599"/>
                  </a:lnTo>
                  <a:cubicBezTo>
                    <a:pt x="1702" y="631"/>
                    <a:pt x="1576" y="725"/>
                    <a:pt x="1513" y="788"/>
                  </a:cubicBezTo>
                  <a:lnTo>
                    <a:pt x="1324" y="694"/>
                  </a:lnTo>
                  <a:cubicBezTo>
                    <a:pt x="1265" y="658"/>
                    <a:pt x="1192" y="641"/>
                    <a:pt x="1122" y="641"/>
                  </a:cubicBezTo>
                  <a:cubicBezTo>
                    <a:pt x="1004" y="641"/>
                    <a:pt x="890" y="690"/>
                    <a:pt x="851" y="788"/>
                  </a:cubicBezTo>
                  <a:lnTo>
                    <a:pt x="126" y="2017"/>
                  </a:lnTo>
                  <a:cubicBezTo>
                    <a:pt x="63" y="2175"/>
                    <a:pt x="95" y="2427"/>
                    <a:pt x="253" y="2490"/>
                  </a:cubicBezTo>
                  <a:lnTo>
                    <a:pt x="442" y="2616"/>
                  </a:lnTo>
                  <a:lnTo>
                    <a:pt x="442" y="2994"/>
                  </a:lnTo>
                  <a:lnTo>
                    <a:pt x="253" y="3120"/>
                  </a:lnTo>
                  <a:cubicBezTo>
                    <a:pt x="95" y="3214"/>
                    <a:pt x="0" y="3435"/>
                    <a:pt x="126" y="3592"/>
                  </a:cubicBezTo>
                  <a:lnTo>
                    <a:pt x="851" y="4821"/>
                  </a:lnTo>
                  <a:cubicBezTo>
                    <a:pt x="894" y="4928"/>
                    <a:pt x="1024" y="4991"/>
                    <a:pt x="1152" y="4991"/>
                  </a:cubicBezTo>
                  <a:cubicBezTo>
                    <a:pt x="1213" y="4991"/>
                    <a:pt x="1273" y="4977"/>
                    <a:pt x="1324" y="4947"/>
                  </a:cubicBezTo>
                  <a:lnTo>
                    <a:pt x="1513" y="4821"/>
                  </a:lnTo>
                  <a:cubicBezTo>
                    <a:pt x="1639" y="4884"/>
                    <a:pt x="1733" y="4979"/>
                    <a:pt x="1828" y="5010"/>
                  </a:cubicBezTo>
                  <a:lnTo>
                    <a:pt x="1828" y="5262"/>
                  </a:lnTo>
                  <a:cubicBezTo>
                    <a:pt x="1828" y="5451"/>
                    <a:pt x="1985" y="5609"/>
                    <a:pt x="2174" y="5609"/>
                  </a:cubicBezTo>
                  <a:lnTo>
                    <a:pt x="3592" y="5609"/>
                  </a:lnTo>
                  <a:cubicBezTo>
                    <a:pt x="3781" y="5609"/>
                    <a:pt x="3939" y="5451"/>
                    <a:pt x="3939" y="5262"/>
                  </a:cubicBezTo>
                  <a:lnTo>
                    <a:pt x="3939" y="5010"/>
                  </a:lnTo>
                  <a:cubicBezTo>
                    <a:pt x="4065" y="4979"/>
                    <a:pt x="4191" y="4884"/>
                    <a:pt x="4254" y="4821"/>
                  </a:cubicBezTo>
                  <a:lnTo>
                    <a:pt x="4474" y="4947"/>
                  </a:lnTo>
                  <a:cubicBezTo>
                    <a:pt x="4524" y="4967"/>
                    <a:pt x="4580" y="4978"/>
                    <a:pt x="4637" y="4978"/>
                  </a:cubicBezTo>
                  <a:cubicBezTo>
                    <a:pt x="4759" y="4978"/>
                    <a:pt x="4882" y="4929"/>
                    <a:pt x="4947" y="4821"/>
                  </a:cubicBezTo>
                  <a:lnTo>
                    <a:pt x="5640" y="3592"/>
                  </a:lnTo>
                  <a:cubicBezTo>
                    <a:pt x="5734" y="3435"/>
                    <a:pt x="5671" y="3214"/>
                    <a:pt x="5514" y="3120"/>
                  </a:cubicBezTo>
                  <a:lnTo>
                    <a:pt x="5325" y="2994"/>
                  </a:lnTo>
                  <a:lnTo>
                    <a:pt x="5325" y="2616"/>
                  </a:lnTo>
                  <a:lnTo>
                    <a:pt x="5514" y="2490"/>
                  </a:lnTo>
                  <a:cubicBezTo>
                    <a:pt x="5671" y="2427"/>
                    <a:pt x="5766" y="2206"/>
                    <a:pt x="5640" y="2017"/>
                  </a:cubicBezTo>
                  <a:lnTo>
                    <a:pt x="4947" y="788"/>
                  </a:lnTo>
                  <a:cubicBezTo>
                    <a:pt x="4887" y="689"/>
                    <a:pt x="4777" y="627"/>
                    <a:pt x="4664" y="627"/>
                  </a:cubicBezTo>
                  <a:cubicBezTo>
                    <a:pt x="4598" y="627"/>
                    <a:pt x="4532" y="648"/>
                    <a:pt x="4474" y="694"/>
                  </a:cubicBezTo>
                  <a:lnTo>
                    <a:pt x="4254" y="788"/>
                  </a:lnTo>
                  <a:cubicBezTo>
                    <a:pt x="4159" y="725"/>
                    <a:pt x="4033" y="631"/>
                    <a:pt x="3939" y="599"/>
                  </a:cubicBezTo>
                  <a:lnTo>
                    <a:pt x="3939" y="379"/>
                  </a:lnTo>
                  <a:cubicBezTo>
                    <a:pt x="3939" y="158"/>
                    <a:pt x="3781" y="1"/>
                    <a:pt x="3592" y="1"/>
                  </a:cubicBezTo>
                  <a:close/>
                </a:path>
              </a:pathLst>
            </a:custGeom>
            <a:grpFill/>
            <a:ln>
              <a:noFill/>
            </a:ln>
          </p:spPr>
          <p:txBody>
            <a:bodyPr spcFirstLastPara="1" wrap="square" lIns="62728" tIns="62728" rIns="62728" bIns="62728" anchor="ctr" anchorCtr="0">
              <a:noAutofit/>
            </a:bodyPr>
            <a:lstStyle/>
            <a:p>
              <a:endParaRPr sz="764"/>
            </a:p>
          </p:txBody>
        </p:sp>
        <p:sp>
          <p:nvSpPr>
            <p:cNvPr id="883" name="Google Shape;5773;p61">
              <a:extLst>
                <a:ext uri="{FF2B5EF4-FFF2-40B4-BE49-F238E27FC236}">
                  <a16:creationId xmlns:a16="http://schemas.microsoft.com/office/drawing/2014/main" id="{24016139-10B2-4DA2-A808-5A8D80F29BCF}"/>
                </a:ext>
              </a:extLst>
            </p:cNvPr>
            <p:cNvSpPr/>
            <p:nvPr/>
          </p:nvSpPr>
          <p:spPr>
            <a:xfrm>
              <a:off x="-48150350" y="2422325"/>
              <a:ext cx="52775" cy="52800"/>
            </a:xfrm>
            <a:custGeom>
              <a:avLst/>
              <a:gdLst/>
              <a:ahLst/>
              <a:cxnLst/>
              <a:rect l="l" t="t" r="r" b="b"/>
              <a:pathLst>
                <a:path w="2111" h="2112" extrusionOk="0">
                  <a:moveTo>
                    <a:pt x="1040" y="662"/>
                  </a:moveTo>
                  <a:cubicBezTo>
                    <a:pt x="1260" y="662"/>
                    <a:pt x="1418" y="820"/>
                    <a:pt x="1418" y="1009"/>
                  </a:cubicBezTo>
                  <a:cubicBezTo>
                    <a:pt x="1418" y="1198"/>
                    <a:pt x="1260" y="1355"/>
                    <a:pt x="1040" y="1355"/>
                  </a:cubicBezTo>
                  <a:cubicBezTo>
                    <a:pt x="851" y="1355"/>
                    <a:pt x="693" y="1198"/>
                    <a:pt x="693" y="1009"/>
                  </a:cubicBezTo>
                  <a:cubicBezTo>
                    <a:pt x="693" y="820"/>
                    <a:pt x="851" y="662"/>
                    <a:pt x="1040" y="662"/>
                  </a:cubicBezTo>
                  <a:close/>
                  <a:moveTo>
                    <a:pt x="1040" y="1"/>
                  </a:moveTo>
                  <a:cubicBezTo>
                    <a:pt x="473" y="1"/>
                    <a:pt x="0" y="473"/>
                    <a:pt x="0" y="1040"/>
                  </a:cubicBezTo>
                  <a:cubicBezTo>
                    <a:pt x="0" y="1639"/>
                    <a:pt x="473" y="2111"/>
                    <a:pt x="1040" y="2111"/>
                  </a:cubicBezTo>
                  <a:cubicBezTo>
                    <a:pt x="1639" y="2111"/>
                    <a:pt x="2111" y="1639"/>
                    <a:pt x="2111" y="1040"/>
                  </a:cubicBezTo>
                  <a:cubicBezTo>
                    <a:pt x="2111" y="473"/>
                    <a:pt x="1639" y="1"/>
                    <a:pt x="104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36" name="Google Shape;5774;p61">
            <a:extLst>
              <a:ext uri="{FF2B5EF4-FFF2-40B4-BE49-F238E27FC236}">
                <a16:creationId xmlns:a16="http://schemas.microsoft.com/office/drawing/2014/main" id="{41C3CFD3-FFE6-4C95-B166-145DFBE1C2D8}"/>
              </a:ext>
            </a:extLst>
          </p:cNvPr>
          <p:cNvGrpSpPr/>
          <p:nvPr/>
        </p:nvGrpSpPr>
        <p:grpSpPr>
          <a:xfrm>
            <a:off x="9188396" y="4157637"/>
            <a:ext cx="229468" cy="226035"/>
            <a:chOff x="-46404975" y="1966100"/>
            <a:chExt cx="302475" cy="297950"/>
          </a:xfrm>
          <a:solidFill>
            <a:schemeClr val="tx1"/>
          </a:solidFill>
        </p:grpSpPr>
        <p:sp>
          <p:nvSpPr>
            <p:cNvPr id="877" name="Google Shape;5775;p61">
              <a:extLst>
                <a:ext uri="{FF2B5EF4-FFF2-40B4-BE49-F238E27FC236}">
                  <a16:creationId xmlns:a16="http://schemas.microsoft.com/office/drawing/2014/main" id="{95E90E3E-E304-450A-8512-4C79F0D8E842}"/>
                </a:ext>
              </a:extLst>
            </p:cNvPr>
            <p:cNvSpPr/>
            <p:nvPr/>
          </p:nvSpPr>
          <p:spPr>
            <a:xfrm>
              <a:off x="-46349850" y="1966100"/>
              <a:ext cx="38625" cy="86850"/>
            </a:xfrm>
            <a:custGeom>
              <a:avLst/>
              <a:gdLst/>
              <a:ahLst/>
              <a:cxnLst/>
              <a:rect l="l" t="t" r="r" b="b"/>
              <a:pathLst>
                <a:path w="1545" h="3474" extrusionOk="0">
                  <a:moveTo>
                    <a:pt x="784" y="0"/>
                  </a:moveTo>
                  <a:cubicBezTo>
                    <a:pt x="686" y="0"/>
                    <a:pt x="583" y="24"/>
                    <a:pt x="505" y="71"/>
                  </a:cubicBezTo>
                  <a:cubicBezTo>
                    <a:pt x="1" y="607"/>
                    <a:pt x="1" y="1458"/>
                    <a:pt x="505" y="1962"/>
                  </a:cubicBezTo>
                  <a:cubicBezTo>
                    <a:pt x="757" y="2214"/>
                    <a:pt x="757" y="2655"/>
                    <a:pt x="505" y="2875"/>
                  </a:cubicBezTo>
                  <a:cubicBezTo>
                    <a:pt x="379" y="3001"/>
                    <a:pt x="379" y="3222"/>
                    <a:pt x="505" y="3379"/>
                  </a:cubicBezTo>
                  <a:cubicBezTo>
                    <a:pt x="568" y="3442"/>
                    <a:pt x="654" y="3474"/>
                    <a:pt x="749" y="3474"/>
                  </a:cubicBezTo>
                  <a:cubicBezTo>
                    <a:pt x="843" y="3474"/>
                    <a:pt x="946" y="3442"/>
                    <a:pt x="1040" y="3379"/>
                  </a:cubicBezTo>
                  <a:cubicBezTo>
                    <a:pt x="1544" y="2875"/>
                    <a:pt x="1544" y="2025"/>
                    <a:pt x="1040" y="1489"/>
                  </a:cubicBezTo>
                  <a:cubicBezTo>
                    <a:pt x="788" y="1269"/>
                    <a:pt x="788" y="827"/>
                    <a:pt x="1040" y="607"/>
                  </a:cubicBezTo>
                  <a:cubicBezTo>
                    <a:pt x="1135" y="481"/>
                    <a:pt x="1135" y="229"/>
                    <a:pt x="1040" y="71"/>
                  </a:cubicBezTo>
                  <a:cubicBezTo>
                    <a:pt x="977" y="24"/>
                    <a:pt x="883" y="0"/>
                    <a:pt x="784" y="0"/>
                  </a:cubicBezTo>
                  <a:close/>
                </a:path>
              </a:pathLst>
            </a:custGeom>
            <a:grpFill/>
            <a:ln>
              <a:noFill/>
            </a:ln>
          </p:spPr>
          <p:txBody>
            <a:bodyPr spcFirstLastPara="1" wrap="square" lIns="62728" tIns="62728" rIns="62728" bIns="62728" anchor="ctr" anchorCtr="0">
              <a:noAutofit/>
            </a:bodyPr>
            <a:lstStyle/>
            <a:p>
              <a:endParaRPr sz="764"/>
            </a:p>
          </p:txBody>
        </p:sp>
        <p:sp>
          <p:nvSpPr>
            <p:cNvPr id="878" name="Google Shape;5776;p61">
              <a:extLst>
                <a:ext uri="{FF2B5EF4-FFF2-40B4-BE49-F238E27FC236}">
                  <a16:creationId xmlns:a16="http://schemas.microsoft.com/office/drawing/2014/main" id="{34E77114-4BF4-4E7B-ACEE-8B89CC81AEB9}"/>
                </a:ext>
              </a:extLst>
            </p:cNvPr>
            <p:cNvSpPr/>
            <p:nvPr/>
          </p:nvSpPr>
          <p:spPr>
            <a:xfrm>
              <a:off x="-46297875" y="1966100"/>
              <a:ext cx="38625" cy="86850"/>
            </a:xfrm>
            <a:custGeom>
              <a:avLst/>
              <a:gdLst/>
              <a:ahLst/>
              <a:cxnLst/>
              <a:rect l="l" t="t" r="r" b="b"/>
              <a:pathLst>
                <a:path w="1545" h="3474" extrusionOk="0">
                  <a:moveTo>
                    <a:pt x="800" y="0"/>
                  </a:moveTo>
                  <a:cubicBezTo>
                    <a:pt x="710" y="0"/>
                    <a:pt x="615" y="24"/>
                    <a:pt x="537" y="71"/>
                  </a:cubicBezTo>
                  <a:cubicBezTo>
                    <a:pt x="1" y="607"/>
                    <a:pt x="1" y="1458"/>
                    <a:pt x="537" y="1962"/>
                  </a:cubicBezTo>
                  <a:cubicBezTo>
                    <a:pt x="757" y="2214"/>
                    <a:pt x="757" y="2655"/>
                    <a:pt x="537" y="2875"/>
                  </a:cubicBezTo>
                  <a:cubicBezTo>
                    <a:pt x="410" y="3001"/>
                    <a:pt x="410" y="3222"/>
                    <a:pt x="537" y="3379"/>
                  </a:cubicBezTo>
                  <a:cubicBezTo>
                    <a:pt x="584" y="3442"/>
                    <a:pt x="670" y="3474"/>
                    <a:pt x="765" y="3474"/>
                  </a:cubicBezTo>
                  <a:cubicBezTo>
                    <a:pt x="859" y="3474"/>
                    <a:pt x="962" y="3442"/>
                    <a:pt x="1041" y="3379"/>
                  </a:cubicBezTo>
                  <a:cubicBezTo>
                    <a:pt x="1545" y="2875"/>
                    <a:pt x="1545" y="2025"/>
                    <a:pt x="1041" y="1489"/>
                  </a:cubicBezTo>
                  <a:cubicBezTo>
                    <a:pt x="789" y="1269"/>
                    <a:pt x="789" y="827"/>
                    <a:pt x="1041" y="607"/>
                  </a:cubicBezTo>
                  <a:cubicBezTo>
                    <a:pt x="1167" y="481"/>
                    <a:pt x="1167" y="229"/>
                    <a:pt x="1041" y="71"/>
                  </a:cubicBezTo>
                  <a:cubicBezTo>
                    <a:pt x="978" y="24"/>
                    <a:pt x="891" y="0"/>
                    <a:pt x="800" y="0"/>
                  </a:cubicBezTo>
                  <a:close/>
                </a:path>
              </a:pathLst>
            </a:custGeom>
            <a:grpFill/>
            <a:ln>
              <a:noFill/>
            </a:ln>
          </p:spPr>
          <p:txBody>
            <a:bodyPr spcFirstLastPara="1" wrap="square" lIns="62728" tIns="62728" rIns="62728" bIns="62728" anchor="ctr" anchorCtr="0">
              <a:noAutofit/>
            </a:bodyPr>
            <a:lstStyle/>
            <a:p>
              <a:endParaRPr sz="764"/>
            </a:p>
          </p:txBody>
        </p:sp>
        <p:sp>
          <p:nvSpPr>
            <p:cNvPr id="879" name="Google Shape;5777;p61">
              <a:extLst>
                <a:ext uri="{FF2B5EF4-FFF2-40B4-BE49-F238E27FC236}">
                  <a16:creationId xmlns:a16="http://schemas.microsoft.com/office/drawing/2014/main" id="{18C0A358-89AA-4566-A818-DCFF7638D542}"/>
                </a:ext>
              </a:extLst>
            </p:cNvPr>
            <p:cNvSpPr/>
            <p:nvPr/>
          </p:nvSpPr>
          <p:spPr>
            <a:xfrm>
              <a:off x="-46244300" y="1966100"/>
              <a:ext cx="38600" cy="86850"/>
            </a:xfrm>
            <a:custGeom>
              <a:avLst/>
              <a:gdLst/>
              <a:ahLst/>
              <a:cxnLst/>
              <a:rect l="l" t="t" r="r" b="b"/>
              <a:pathLst>
                <a:path w="1544" h="3474" extrusionOk="0">
                  <a:moveTo>
                    <a:pt x="768" y="0"/>
                  </a:moveTo>
                  <a:cubicBezTo>
                    <a:pt x="678" y="0"/>
                    <a:pt x="583" y="24"/>
                    <a:pt x="504" y="71"/>
                  </a:cubicBezTo>
                  <a:cubicBezTo>
                    <a:pt x="0" y="607"/>
                    <a:pt x="0" y="1458"/>
                    <a:pt x="504" y="1962"/>
                  </a:cubicBezTo>
                  <a:cubicBezTo>
                    <a:pt x="756" y="2214"/>
                    <a:pt x="756" y="2655"/>
                    <a:pt x="504" y="2875"/>
                  </a:cubicBezTo>
                  <a:cubicBezTo>
                    <a:pt x="378" y="3001"/>
                    <a:pt x="378" y="3222"/>
                    <a:pt x="504" y="3379"/>
                  </a:cubicBezTo>
                  <a:cubicBezTo>
                    <a:pt x="567" y="3442"/>
                    <a:pt x="654" y="3474"/>
                    <a:pt x="745" y="3474"/>
                  </a:cubicBezTo>
                  <a:cubicBezTo>
                    <a:pt x="835" y="3474"/>
                    <a:pt x="930" y="3442"/>
                    <a:pt x="1008" y="3379"/>
                  </a:cubicBezTo>
                  <a:cubicBezTo>
                    <a:pt x="1544" y="2875"/>
                    <a:pt x="1544" y="2025"/>
                    <a:pt x="1008" y="1489"/>
                  </a:cubicBezTo>
                  <a:cubicBezTo>
                    <a:pt x="788" y="1269"/>
                    <a:pt x="788" y="827"/>
                    <a:pt x="1008" y="607"/>
                  </a:cubicBezTo>
                  <a:cubicBezTo>
                    <a:pt x="1134" y="481"/>
                    <a:pt x="1134" y="229"/>
                    <a:pt x="1008" y="71"/>
                  </a:cubicBezTo>
                  <a:cubicBezTo>
                    <a:pt x="945" y="24"/>
                    <a:pt x="859" y="0"/>
                    <a:pt x="768" y="0"/>
                  </a:cubicBezTo>
                  <a:close/>
                </a:path>
              </a:pathLst>
            </a:custGeom>
            <a:grpFill/>
            <a:ln>
              <a:noFill/>
            </a:ln>
          </p:spPr>
          <p:txBody>
            <a:bodyPr spcFirstLastPara="1" wrap="square" lIns="62728" tIns="62728" rIns="62728" bIns="62728" anchor="ctr" anchorCtr="0">
              <a:noAutofit/>
            </a:bodyPr>
            <a:lstStyle/>
            <a:p>
              <a:endParaRPr sz="764"/>
            </a:p>
          </p:txBody>
        </p:sp>
        <p:sp>
          <p:nvSpPr>
            <p:cNvPr id="880" name="Google Shape;5778;p61">
              <a:extLst>
                <a:ext uri="{FF2B5EF4-FFF2-40B4-BE49-F238E27FC236}">
                  <a16:creationId xmlns:a16="http://schemas.microsoft.com/office/drawing/2014/main" id="{6CE3CA72-14CB-4AA7-B3C9-418FD6D52018}"/>
                </a:ext>
              </a:extLst>
            </p:cNvPr>
            <p:cNvSpPr/>
            <p:nvPr/>
          </p:nvSpPr>
          <p:spPr>
            <a:xfrm>
              <a:off x="-46404975" y="2070250"/>
              <a:ext cx="302475" cy="193800"/>
            </a:xfrm>
            <a:custGeom>
              <a:avLst/>
              <a:gdLst/>
              <a:ahLst/>
              <a:cxnLst/>
              <a:rect l="l" t="t" r="r" b="b"/>
              <a:pathLst>
                <a:path w="12099" h="7752" extrusionOk="0">
                  <a:moveTo>
                    <a:pt x="11058" y="1419"/>
                  </a:moveTo>
                  <a:cubicBezTo>
                    <a:pt x="11248" y="1419"/>
                    <a:pt x="11405" y="1576"/>
                    <a:pt x="11405" y="1797"/>
                  </a:cubicBezTo>
                  <a:cubicBezTo>
                    <a:pt x="11405" y="3088"/>
                    <a:pt x="10397" y="4160"/>
                    <a:pt x="9137" y="4223"/>
                  </a:cubicBezTo>
                  <a:cubicBezTo>
                    <a:pt x="9578" y="3372"/>
                    <a:pt x="9830" y="2395"/>
                    <a:pt x="9956" y="1419"/>
                  </a:cubicBezTo>
                  <a:close/>
                  <a:moveTo>
                    <a:pt x="9294" y="726"/>
                  </a:moveTo>
                  <a:cubicBezTo>
                    <a:pt x="9200" y="2521"/>
                    <a:pt x="8507" y="4569"/>
                    <a:pt x="7057" y="5640"/>
                  </a:cubicBezTo>
                  <a:lnTo>
                    <a:pt x="3056" y="5640"/>
                  </a:lnTo>
                  <a:lnTo>
                    <a:pt x="3056" y="5672"/>
                  </a:lnTo>
                  <a:cubicBezTo>
                    <a:pt x="1765" y="4695"/>
                    <a:pt x="914" y="2805"/>
                    <a:pt x="819" y="726"/>
                  </a:cubicBezTo>
                  <a:close/>
                  <a:moveTo>
                    <a:pt x="8948" y="6396"/>
                  </a:moveTo>
                  <a:cubicBezTo>
                    <a:pt x="8570" y="6837"/>
                    <a:pt x="8003" y="7090"/>
                    <a:pt x="7372" y="7090"/>
                  </a:cubicBezTo>
                  <a:lnTo>
                    <a:pt x="2710" y="7090"/>
                  </a:lnTo>
                  <a:cubicBezTo>
                    <a:pt x="2080" y="7090"/>
                    <a:pt x="1481" y="6837"/>
                    <a:pt x="1103" y="6396"/>
                  </a:cubicBezTo>
                  <a:close/>
                  <a:moveTo>
                    <a:pt x="441" y="1"/>
                  </a:moveTo>
                  <a:cubicBezTo>
                    <a:pt x="252" y="1"/>
                    <a:pt x="95" y="158"/>
                    <a:pt x="95" y="348"/>
                  </a:cubicBezTo>
                  <a:cubicBezTo>
                    <a:pt x="95" y="2301"/>
                    <a:pt x="725" y="4317"/>
                    <a:pt x="1985" y="5640"/>
                  </a:cubicBezTo>
                  <a:lnTo>
                    <a:pt x="441" y="5640"/>
                  </a:lnTo>
                  <a:cubicBezTo>
                    <a:pt x="158" y="5640"/>
                    <a:pt x="0" y="5924"/>
                    <a:pt x="126" y="6144"/>
                  </a:cubicBezTo>
                  <a:cubicBezTo>
                    <a:pt x="347" y="6617"/>
                    <a:pt x="725" y="7027"/>
                    <a:pt x="1197" y="7342"/>
                  </a:cubicBezTo>
                  <a:cubicBezTo>
                    <a:pt x="1670" y="7594"/>
                    <a:pt x="2174" y="7751"/>
                    <a:pt x="2710" y="7751"/>
                  </a:cubicBezTo>
                  <a:lnTo>
                    <a:pt x="7372" y="7751"/>
                  </a:lnTo>
                  <a:cubicBezTo>
                    <a:pt x="8475" y="7751"/>
                    <a:pt x="9452" y="7121"/>
                    <a:pt x="9956" y="6144"/>
                  </a:cubicBezTo>
                  <a:cubicBezTo>
                    <a:pt x="10082" y="5924"/>
                    <a:pt x="9924" y="5640"/>
                    <a:pt x="9641" y="5640"/>
                  </a:cubicBezTo>
                  <a:lnTo>
                    <a:pt x="8129" y="5640"/>
                  </a:lnTo>
                  <a:lnTo>
                    <a:pt x="8696" y="4916"/>
                  </a:lnTo>
                  <a:lnTo>
                    <a:pt x="8948" y="4916"/>
                  </a:lnTo>
                  <a:lnTo>
                    <a:pt x="8948" y="4947"/>
                  </a:lnTo>
                  <a:cubicBezTo>
                    <a:pt x="10680" y="4947"/>
                    <a:pt x="12098" y="3529"/>
                    <a:pt x="12098" y="1797"/>
                  </a:cubicBezTo>
                  <a:cubicBezTo>
                    <a:pt x="12098" y="1198"/>
                    <a:pt x="11626" y="726"/>
                    <a:pt x="11027" y="726"/>
                  </a:cubicBezTo>
                  <a:lnTo>
                    <a:pt x="9956" y="726"/>
                  </a:lnTo>
                  <a:lnTo>
                    <a:pt x="9956" y="348"/>
                  </a:lnTo>
                  <a:cubicBezTo>
                    <a:pt x="9956" y="158"/>
                    <a:pt x="9798" y="1"/>
                    <a:pt x="960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37" name="Google Shape;5779;p61">
            <a:extLst>
              <a:ext uri="{FF2B5EF4-FFF2-40B4-BE49-F238E27FC236}">
                <a16:creationId xmlns:a16="http://schemas.microsoft.com/office/drawing/2014/main" id="{0841FAA2-0798-41A6-82AD-2B40191B9917}"/>
              </a:ext>
            </a:extLst>
          </p:cNvPr>
          <p:cNvGrpSpPr/>
          <p:nvPr/>
        </p:nvGrpSpPr>
        <p:grpSpPr>
          <a:xfrm>
            <a:off x="9189287" y="4436226"/>
            <a:ext cx="227685" cy="227666"/>
            <a:chOff x="-46401050" y="2333325"/>
            <a:chExt cx="300125" cy="300100"/>
          </a:xfrm>
          <a:solidFill>
            <a:schemeClr val="tx1"/>
          </a:solidFill>
        </p:grpSpPr>
        <p:sp>
          <p:nvSpPr>
            <p:cNvPr id="873" name="Google Shape;5780;p61">
              <a:extLst>
                <a:ext uri="{FF2B5EF4-FFF2-40B4-BE49-F238E27FC236}">
                  <a16:creationId xmlns:a16="http://schemas.microsoft.com/office/drawing/2014/main" id="{EB8035CC-AE2F-4FCF-80FB-6FC16CE3F813}"/>
                </a:ext>
              </a:extLst>
            </p:cNvPr>
            <p:cNvSpPr/>
            <p:nvPr/>
          </p:nvSpPr>
          <p:spPr>
            <a:xfrm>
              <a:off x="-46401050" y="2333325"/>
              <a:ext cx="300125" cy="300100"/>
            </a:xfrm>
            <a:custGeom>
              <a:avLst/>
              <a:gdLst/>
              <a:ahLst/>
              <a:cxnLst/>
              <a:rect l="l" t="t" r="r" b="b"/>
              <a:pathLst>
                <a:path w="12005" h="12004" extrusionOk="0">
                  <a:moveTo>
                    <a:pt x="7719" y="725"/>
                  </a:moveTo>
                  <a:lnTo>
                    <a:pt x="7719" y="2111"/>
                  </a:lnTo>
                  <a:lnTo>
                    <a:pt x="7026" y="2111"/>
                  </a:lnTo>
                  <a:lnTo>
                    <a:pt x="7026" y="725"/>
                  </a:lnTo>
                  <a:close/>
                  <a:moveTo>
                    <a:pt x="9137" y="725"/>
                  </a:moveTo>
                  <a:lnTo>
                    <a:pt x="9137" y="3498"/>
                  </a:lnTo>
                  <a:lnTo>
                    <a:pt x="2805" y="3498"/>
                  </a:lnTo>
                  <a:lnTo>
                    <a:pt x="2805" y="725"/>
                  </a:lnTo>
                  <a:lnTo>
                    <a:pt x="6302" y="725"/>
                  </a:lnTo>
                  <a:lnTo>
                    <a:pt x="6302" y="2489"/>
                  </a:lnTo>
                  <a:cubicBezTo>
                    <a:pt x="6302" y="2678"/>
                    <a:pt x="6459" y="2836"/>
                    <a:pt x="6648" y="2836"/>
                  </a:cubicBezTo>
                  <a:lnTo>
                    <a:pt x="8066" y="2836"/>
                  </a:lnTo>
                  <a:cubicBezTo>
                    <a:pt x="8255" y="2836"/>
                    <a:pt x="8413" y="2678"/>
                    <a:pt x="8413" y="2489"/>
                  </a:cubicBezTo>
                  <a:lnTo>
                    <a:pt x="8413" y="725"/>
                  </a:lnTo>
                  <a:close/>
                  <a:moveTo>
                    <a:pt x="2080" y="725"/>
                  </a:moveTo>
                  <a:lnTo>
                    <a:pt x="2080" y="3876"/>
                  </a:lnTo>
                  <a:cubicBezTo>
                    <a:pt x="2080" y="4065"/>
                    <a:pt x="2238" y="4222"/>
                    <a:pt x="2427" y="4222"/>
                  </a:cubicBezTo>
                  <a:lnTo>
                    <a:pt x="9452" y="4222"/>
                  </a:lnTo>
                  <a:cubicBezTo>
                    <a:pt x="9641" y="4222"/>
                    <a:pt x="9799" y="4065"/>
                    <a:pt x="9799" y="3876"/>
                  </a:cubicBezTo>
                  <a:lnTo>
                    <a:pt x="9799" y="1166"/>
                  </a:lnTo>
                  <a:lnTo>
                    <a:pt x="11217" y="2584"/>
                  </a:lnTo>
                  <a:lnTo>
                    <a:pt x="11217" y="11311"/>
                  </a:lnTo>
                  <a:lnTo>
                    <a:pt x="662" y="11311"/>
                  </a:lnTo>
                  <a:lnTo>
                    <a:pt x="662" y="725"/>
                  </a:lnTo>
                  <a:close/>
                  <a:moveTo>
                    <a:pt x="347" y="1"/>
                  </a:moveTo>
                  <a:cubicBezTo>
                    <a:pt x="158" y="1"/>
                    <a:pt x="1" y="158"/>
                    <a:pt x="1" y="347"/>
                  </a:cubicBezTo>
                  <a:lnTo>
                    <a:pt x="1" y="11657"/>
                  </a:lnTo>
                  <a:cubicBezTo>
                    <a:pt x="1" y="11846"/>
                    <a:pt x="158" y="12004"/>
                    <a:pt x="347" y="12004"/>
                  </a:cubicBezTo>
                  <a:lnTo>
                    <a:pt x="11658" y="12004"/>
                  </a:lnTo>
                  <a:cubicBezTo>
                    <a:pt x="11847" y="12004"/>
                    <a:pt x="12004" y="11846"/>
                    <a:pt x="12004" y="11657"/>
                  </a:cubicBezTo>
                  <a:lnTo>
                    <a:pt x="12004" y="2489"/>
                  </a:lnTo>
                  <a:cubicBezTo>
                    <a:pt x="11941" y="2395"/>
                    <a:pt x="11878" y="2300"/>
                    <a:pt x="11847" y="2237"/>
                  </a:cubicBezTo>
                  <a:lnTo>
                    <a:pt x="9736" y="127"/>
                  </a:lnTo>
                  <a:cubicBezTo>
                    <a:pt x="9641" y="32"/>
                    <a:pt x="9578" y="1"/>
                    <a:pt x="9484" y="1"/>
                  </a:cubicBezTo>
                  <a:close/>
                </a:path>
              </a:pathLst>
            </a:custGeom>
            <a:grpFill/>
            <a:ln>
              <a:noFill/>
            </a:ln>
          </p:spPr>
          <p:txBody>
            <a:bodyPr spcFirstLastPara="1" wrap="square" lIns="62728" tIns="62728" rIns="62728" bIns="62728" anchor="ctr" anchorCtr="0">
              <a:noAutofit/>
            </a:bodyPr>
            <a:lstStyle/>
            <a:p>
              <a:endParaRPr sz="764"/>
            </a:p>
          </p:txBody>
        </p:sp>
        <p:sp>
          <p:nvSpPr>
            <p:cNvPr id="874" name="Google Shape;5781;p61">
              <a:extLst>
                <a:ext uri="{FF2B5EF4-FFF2-40B4-BE49-F238E27FC236}">
                  <a16:creationId xmlns:a16="http://schemas.microsoft.com/office/drawing/2014/main" id="{80B9B232-9DC9-428B-9DDC-D58CD91415E4}"/>
                </a:ext>
              </a:extLst>
            </p:cNvPr>
            <p:cNvSpPr/>
            <p:nvPr/>
          </p:nvSpPr>
          <p:spPr>
            <a:xfrm>
              <a:off x="-46366400" y="2580650"/>
              <a:ext cx="35475" cy="17350"/>
            </a:xfrm>
            <a:custGeom>
              <a:avLst/>
              <a:gdLst/>
              <a:ahLst/>
              <a:cxnLst/>
              <a:rect l="l" t="t" r="r" b="b"/>
              <a:pathLst>
                <a:path w="1419" h="694" extrusionOk="0">
                  <a:moveTo>
                    <a:pt x="348" y="0"/>
                  </a:moveTo>
                  <a:cubicBezTo>
                    <a:pt x="159" y="0"/>
                    <a:pt x="1" y="158"/>
                    <a:pt x="1" y="347"/>
                  </a:cubicBezTo>
                  <a:cubicBezTo>
                    <a:pt x="1" y="536"/>
                    <a:pt x="159" y="693"/>
                    <a:pt x="348" y="693"/>
                  </a:cubicBezTo>
                  <a:lnTo>
                    <a:pt x="1041" y="693"/>
                  </a:lnTo>
                  <a:cubicBezTo>
                    <a:pt x="1261" y="693"/>
                    <a:pt x="1419" y="536"/>
                    <a:pt x="1419" y="347"/>
                  </a:cubicBezTo>
                  <a:cubicBezTo>
                    <a:pt x="1419" y="158"/>
                    <a:pt x="1261" y="0"/>
                    <a:pt x="1041" y="0"/>
                  </a:cubicBezTo>
                  <a:close/>
                </a:path>
              </a:pathLst>
            </a:custGeom>
            <a:grpFill/>
            <a:ln>
              <a:noFill/>
            </a:ln>
          </p:spPr>
          <p:txBody>
            <a:bodyPr spcFirstLastPara="1" wrap="square" lIns="62728" tIns="62728" rIns="62728" bIns="62728" anchor="ctr" anchorCtr="0">
              <a:noAutofit/>
            </a:bodyPr>
            <a:lstStyle/>
            <a:p>
              <a:endParaRPr sz="764"/>
            </a:p>
          </p:txBody>
        </p:sp>
        <p:sp>
          <p:nvSpPr>
            <p:cNvPr id="875" name="Google Shape;5782;p61">
              <a:extLst>
                <a:ext uri="{FF2B5EF4-FFF2-40B4-BE49-F238E27FC236}">
                  <a16:creationId xmlns:a16="http://schemas.microsoft.com/office/drawing/2014/main" id="{B0A93921-FF12-455B-BBFB-BFC9CE08ABB0}"/>
                </a:ext>
              </a:extLst>
            </p:cNvPr>
            <p:cNvSpPr/>
            <p:nvPr/>
          </p:nvSpPr>
          <p:spPr>
            <a:xfrm>
              <a:off x="-46313625" y="2457775"/>
              <a:ext cx="122900" cy="122100"/>
            </a:xfrm>
            <a:custGeom>
              <a:avLst/>
              <a:gdLst/>
              <a:ahLst/>
              <a:cxnLst/>
              <a:rect l="l" t="t" r="r" b="b"/>
              <a:pathLst>
                <a:path w="4916" h="4884" extrusionOk="0">
                  <a:moveTo>
                    <a:pt x="2458" y="662"/>
                  </a:moveTo>
                  <a:cubicBezTo>
                    <a:pt x="3435" y="662"/>
                    <a:pt x="4222" y="1450"/>
                    <a:pt x="4222" y="2426"/>
                  </a:cubicBezTo>
                  <a:cubicBezTo>
                    <a:pt x="4222" y="3403"/>
                    <a:pt x="3435" y="4190"/>
                    <a:pt x="2458" y="4190"/>
                  </a:cubicBezTo>
                  <a:cubicBezTo>
                    <a:pt x="1450" y="4190"/>
                    <a:pt x="662" y="3403"/>
                    <a:pt x="662" y="2426"/>
                  </a:cubicBezTo>
                  <a:cubicBezTo>
                    <a:pt x="662" y="1450"/>
                    <a:pt x="1450" y="662"/>
                    <a:pt x="2458" y="662"/>
                  </a:cubicBezTo>
                  <a:close/>
                  <a:moveTo>
                    <a:pt x="2458" y="0"/>
                  </a:moveTo>
                  <a:cubicBezTo>
                    <a:pt x="1103" y="0"/>
                    <a:pt x="1" y="1103"/>
                    <a:pt x="1" y="2426"/>
                  </a:cubicBezTo>
                  <a:cubicBezTo>
                    <a:pt x="1" y="3781"/>
                    <a:pt x="1103" y="4884"/>
                    <a:pt x="2458" y="4884"/>
                  </a:cubicBezTo>
                  <a:cubicBezTo>
                    <a:pt x="3781" y="4884"/>
                    <a:pt x="4884" y="3749"/>
                    <a:pt x="4884" y="2426"/>
                  </a:cubicBezTo>
                  <a:cubicBezTo>
                    <a:pt x="4916" y="1103"/>
                    <a:pt x="3813" y="0"/>
                    <a:pt x="2458" y="0"/>
                  </a:cubicBezTo>
                  <a:close/>
                </a:path>
              </a:pathLst>
            </a:custGeom>
            <a:grpFill/>
            <a:ln>
              <a:noFill/>
            </a:ln>
          </p:spPr>
          <p:txBody>
            <a:bodyPr spcFirstLastPara="1" wrap="square" lIns="62728" tIns="62728" rIns="62728" bIns="62728" anchor="ctr" anchorCtr="0">
              <a:noAutofit/>
            </a:bodyPr>
            <a:lstStyle/>
            <a:p>
              <a:endParaRPr sz="764"/>
            </a:p>
          </p:txBody>
        </p:sp>
        <p:sp>
          <p:nvSpPr>
            <p:cNvPr id="876" name="Google Shape;5783;p61">
              <a:extLst>
                <a:ext uri="{FF2B5EF4-FFF2-40B4-BE49-F238E27FC236}">
                  <a16:creationId xmlns:a16="http://schemas.microsoft.com/office/drawing/2014/main" id="{91048245-3E2C-494B-BDC3-5D4BD333144B}"/>
                </a:ext>
              </a:extLst>
            </p:cNvPr>
            <p:cNvSpPr/>
            <p:nvPr/>
          </p:nvSpPr>
          <p:spPr>
            <a:xfrm>
              <a:off x="-46278950" y="2493225"/>
              <a:ext cx="53575" cy="52775"/>
            </a:xfrm>
            <a:custGeom>
              <a:avLst/>
              <a:gdLst/>
              <a:ahLst/>
              <a:cxnLst/>
              <a:rect l="l" t="t" r="r" b="b"/>
              <a:pathLst>
                <a:path w="2143" h="2111" extrusionOk="0">
                  <a:moveTo>
                    <a:pt x="1071" y="662"/>
                  </a:moveTo>
                  <a:cubicBezTo>
                    <a:pt x="1260" y="662"/>
                    <a:pt x="1418" y="819"/>
                    <a:pt x="1418" y="1008"/>
                  </a:cubicBezTo>
                  <a:cubicBezTo>
                    <a:pt x="1418" y="1197"/>
                    <a:pt x="1260" y="1355"/>
                    <a:pt x="1071" y="1355"/>
                  </a:cubicBezTo>
                  <a:cubicBezTo>
                    <a:pt x="851" y="1355"/>
                    <a:pt x="693" y="1197"/>
                    <a:pt x="693" y="1008"/>
                  </a:cubicBezTo>
                  <a:cubicBezTo>
                    <a:pt x="693" y="819"/>
                    <a:pt x="851" y="662"/>
                    <a:pt x="1071" y="662"/>
                  </a:cubicBezTo>
                  <a:close/>
                  <a:moveTo>
                    <a:pt x="1071" y="0"/>
                  </a:moveTo>
                  <a:cubicBezTo>
                    <a:pt x="473" y="0"/>
                    <a:pt x="0" y="473"/>
                    <a:pt x="0" y="1040"/>
                  </a:cubicBezTo>
                  <a:cubicBezTo>
                    <a:pt x="0" y="1638"/>
                    <a:pt x="473" y="2111"/>
                    <a:pt x="1071" y="2111"/>
                  </a:cubicBezTo>
                  <a:cubicBezTo>
                    <a:pt x="1638" y="2111"/>
                    <a:pt x="2111" y="1638"/>
                    <a:pt x="2111" y="1040"/>
                  </a:cubicBezTo>
                  <a:cubicBezTo>
                    <a:pt x="2142" y="473"/>
                    <a:pt x="1638" y="0"/>
                    <a:pt x="1071" y="0"/>
                  </a:cubicBezTo>
                  <a:close/>
                </a:path>
              </a:pathLst>
            </a:custGeom>
            <a:grpFill/>
            <a:ln>
              <a:noFill/>
            </a:ln>
          </p:spPr>
          <p:txBody>
            <a:bodyPr spcFirstLastPara="1" wrap="square" lIns="62728" tIns="62728" rIns="62728" bIns="62728" anchor="ctr" anchorCtr="0">
              <a:noAutofit/>
            </a:bodyPr>
            <a:lstStyle/>
            <a:p>
              <a:endParaRPr sz="764"/>
            </a:p>
          </p:txBody>
        </p:sp>
      </p:grpSp>
      <p:sp>
        <p:nvSpPr>
          <p:cNvPr id="738" name="Google Shape;5784;p61">
            <a:extLst>
              <a:ext uri="{FF2B5EF4-FFF2-40B4-BE49-F238E27FC236}">
                <a16:creationId xmlns:a16="http://schemas.microsoft.com/office/drawing/2014/main" id="{AACA7CEF-F0EB-4EB2-97DC-B7D7F3817EFB}"/>
              </a:ext>
            </a:extLst>
          </p:cNvPr>
          <p:cNvSpPr/>
          <p:nvPr/>
        </p:nvSpPr>
        <p:spPr>
          <a:xfrm>
            <a:off x="8614830" y="4726574"/>
            <a:ext cx="228880" cy="228273"/>
          </a:xfrm>
          <a:custGeom>
            <a:avLst/>
            <a:gdLst/>
            <a:ahLst/>
            <a:cxnLst/>
            <a:rect l="l" t="t" r="r" b="b"/>
            <a:pathLst>
              <a:path w="12068" h="12036" extrusionOk="0">
                <a:moveTo>
                  <a:pt x="4222" y="630"/>
                </a:moveTo>
                <a:cubicBezTo>
                  <a:pt x="5010" y="630"/>
                  <a:pt x="5640" y="1292"/>
                  <a:pt x="5640" y="2048"/>
                </a:cubicBezTo>
                <a:lnTo>
                  <a:pt x="5640" y="9767"/>
                </a:lnTo>
                <a:cubicBezTo>
                  <a:pt x="5703" y="10617"/>
                  <a:pt x="5073" y="11311"/>
                  <a:pt x="4285" y="11311"/>
                </a:cubicBezTo>
                <a:cubicBezTo>
                  <a:pt x="3498" y="11311"/>
                  <a:pt x="2868" y="10680"/>
                  <a:pt x="2868" y="9893"/>
                </a:cubicBezTo>
                <a:lnTo>
                  <a:pt x="2868" y="9830"/>
                </a:lnTo>
                <a:cubicBezTo>
                  <a:pt x="3403" y="9767"/>
                  <a:pt x="3907" y="9515"/>
                  <a:pt x="4254" y="9137"/>
                </a:cubicBezTo>
                <a:cubicBezTo>
                  <a:pt x="4380" y="9011"/>
                  <a:pt x="4380" y="8790"/>
                  <a:pt x="4254" y="8633"/>
                </a:cubicBezTo>
                <a:cubicBezTo>
                  <a:pt x="4191" y="8570"/>
                  <a:pt x="4104" y="8538"/>
                  <a:pt x="4014" y="8538"/>
                </a:cubicBezTo>
                <a:cubicBezTo>
                  <a:pt x="3923" y="8538"/>
                  <a:pt x="3829" y="8570"/>
                  <a:pt x="3750" y="8633"/>
                </a:cubicBezTo>
                <a:cubicBezTo>
                  <a:pt x="3435" y="8948"/>
                  <a:pt x="2962" y="9137"/>
                  <a:pt x="2490" y="9137"/>
                </a:cubicBezTo>
                <a:cubicBezTo>
                  <a:pt x="1513" y="9137"/>
                  <a:pt x="725" y="8349"/>
                  <a:pt x="725" y="7372"/>
                </a:cubicBezTo>
                <a:cubicBezTo>
                  <a:pt x="725" y="7057"/>
                  <a:pt x="788" y="6742"/>
                  <a:pt x="946" y="6490"/>
                </a:cubicBezTo>
                <a:cubicBezTo>
                  <a:pt x="1387" y="6805"/>
                  <a:pt x="1891" y="6994"/>
                  <a:pt x="2490" y="6994"/>
                </a:cubicBezTo>
                <a:cubicBezTo>
                  <a:pt x="2679" y="6994"/>
                  <a:pt x="2836" y="6837"/>
                  <a:pt x="2836" y="6648"/>
                </a:cubicBezTo>
                <a:cubicBezTo>
                  <a:pt x="2836" y="6459"/>
                  <a:pt x="2679" y="6301"/>
                  <a:pt x="2490" y="6301"/>
                </a:cubicBezTo>
                <a:cubicBezTo>
                  <a:pt x="1513" y="6301"/>
                  <a:pt x="725" y="5514"/>
                  <a:pt x="725" y="4537"/>
                </a:cubicBezTo>
                <a:cubicBezTo>
                  <a:pt x="725" y="3623"/>
                  <a:pt x="1387" y="2899"/>
                  <a:pt x="2238" y="2804"/>
                </a:cubicBezTo>
                <a:cubicBezTo>
                  <a:pt x="2521" y="3623"/>
                  <a:pt x="3309" y="4159"/>
                  <a:pt x="4222" y="4159"/>
                </a:cubicBezTo>
                <a:cubicBezTo>
                  <a:pt x="4411" y="4159"/>
                  <a:pt x="4569" y="4001"/>
                  <a:pt x="4569" y="3812"/>
                </a:cubicBezTo>
                <a:cubicBezTo>
                  <a:pt x="4569" y="3623"/>
                  <a:pt x="4411" y="3466"/>
                  <a:pt x="4222" y="3466"/>
                </a:cubicBezTo>
                <a:cubicBezTo>
                  <a:pt x="3435" y="3466"/>
                  <a:pt x="2805" y="2836"/>
                  <a:pt x="2805" y="2048"/>
                </a:cubicBezTo>
                <a:cubicBezTo>
                  <a:pt x="2805" y="1261"/>
                  <a:pt x="3435" y="630"/>
                  <a:pt x="4222" y="630"/>
                </a:cubicBezTo>
                <a:close/>
                <a:moveTo>
                  <a:pt x="7814" y="788"/>
                </a:moveTo>
                <a:cubicBezTo>
                  <a:pt x="8602" y="788"/>
                  <a:pt x="9232" y="1418"/>
                  <a:pt x="9232" y="2206"/>
                </a:cubicBezTo>
                <a:cubicBezTo>
                  <a:pt x="9232" y="2993"/>
                  <a:pt x="8602" y="3623"/>
                  <a:pt x="7814" y="3623"/>
                </a:cubicBezTo>
                <a:cubicBezTo>
                  <a:pt x="7593" y="3623"/>
                  <a:pt x="7436" y="3781"/>
                  <a:pt x="7436" y="3970"/>
                </a:cubicBezTo>
                <a:cubicBezTo>
                  <a:pt x="7436" y="4159"/>
                  <a:pt x="7593" y="4316"/>
                  <a:pt x="7814" y="4316"/>
                </a:cubicBezTo>
                <a:cubicBezTo>
                  <a:pt x="8696" y="4316"/>
                  <a:pt x="9484" y="3749"/>
                  <a:pt x="9767" y="2962"/>
                </a:cubicBezTo>
                <a:cubicBezTo>
                  <a:pt x="10649" y="3056"/>
                  <a:pt x="11311" y="3812"/>
                  <a:pt x="11311" y="4695"/>
                </a:cubicBezTo>
                <a:cubicBezTo>
                  <a:pt x="11311" y="5671"/>
                  <a:pt x="10523" y="6459"/>
                  <a:pt x="9547" y="6459"/>
                </a:cubicBezTo>
                <a:cubicBezTo>
                  <a:pt x="9326" y="6459"/>
                  <a:pt x="9169" y="6616"/>
                  <a:pt x="9169" y="6805"/>
                </a:cubicBezTo>
                <a:cubicBezTo>
                  <a:pt x="9169" y="6994"/>
                  <a:pt x="9326" y="7152"/>
                  <a:pt x="9547" y="7152"/>
                </a:cubicBezTo>
                <a:cubicBezTo>
                  <a:pt x="10114" y="7152"/>
                  <a:pt x="10649" y="6963"/>
                  <a:pt x="11059" y="6648"/>
                </a:cubicBezTo>
                <a:cubicBezTo>
                  <a:pt x="11217" y="6931"/>
                  <a:pt x="11311" y="7215"/>
                  <a:pt x="11311" y="7530"/>
                </a:cubicBezTo>
                <a:cubicBezTo>
                  <a:pt x="11374" y="8381"/>
                  <a:pt x="10586" y="9168"/>
                  <a:pt x="9610" y="9168"/>
                </a:cubicBezTo>
                <a:cubicBezTo>
                  <a:pt x="9137" y="9168"/>
                  <a:pt x="8696" y="8979"/>
                  <a:pt x="8350" y="8664"/>
                </a:cubicBezTo>
                <a:cubicBezTo>
                  <a:pt x="8287" y="8601"/>
                  <a:pt x="8200" y="8570"/>
                  <a:pt x="8109" y="8570"/>
                </a:cubicBezTo>
                <a:cubicBezTo>
                  <a:pt x="8019" y="8570"/>
                  <a:pt x="7924" y="8601"/>
                  <a:pt x="7845" y="8664"/>
                </a:cubicBezTo>
                <a:cubicBezTo>
                  <a:pt x="7719" y="8790"/>
                  <a:pt x="7719" y="9011"/>
                  <a:pt x="7845" y="9168"/>
                </a:cubicBezTo>
                <a:cubicBezTo>
                  <a:pt x="8224" y="9578"/>
                  <a:pt x="8696" y="9798"/>
                  <a:pt x="9232" y="9893"/>
                </a:cubicBezTo>
                <a:lnTo>
                  <a:pt x="9232" y="9924"/>
                </a:lnTo>
                <a:cubicBezTo>
                  <a:pt x="9232" y="10712"/>
                  <a:pt x="8602" y="11342"/>
                  <a:pt x="7814" y="11342"/>
                </a:cubicBezTo>
                <a:cubicBezTo>
                  <a:pt x="7026" y="11342"/>
                  <a:pt x="6396" y="10680"/>
                  <a:pt x="6396" y="9924"/>
                </a:cubicBezTo>
                <a:lnTo>
                  <a:pt x="6396" y="2206"/>
                </a:lnTo>
                <a:cubicBezTo>
                  <a:pt x="6396" y="1418"/>
                  <a:pt x="7058" y="788"/>
                  <a:pt x="7814" y="788"/>
                </a:cubicBezTo>
                <a:close/>
                <a:moveTo>
                  <a:pt x="4254" y="0"/>
                </a:moveTo>
                <a:cubicBezTo>
                  <a:pt x="3088" y="0"/>
                  <a:pt x="2143" y="977"/>
                  <a:pt x="2143" y="2111"/>
                </a:cubicBezTo>
                <a:lnTo>
                  <a:pt x="2143" y="2174"/>
                </a:lnTo>
                <a:cubicBezTo>
                  <a:pt x="946" y="2332"/>
                  <a:pt x="1" y="3340"/>
                  <a:pt x="1" y="4600"/>
                </a:cubicBezTo>
                <a:cubicBezTo>
                  <a:pt x="1" y="5104"/>
                  <a:pt x="158" y="5640"/>
                  <a:pt x="442" y="6018"/>
                </a:cubicBezTo>
                <a:cubicBezTo>
                  <a:pt x="158" y="6427"/>
                  <a:pt x="1" y="6931"/>
                  <a:pt x="1" y="7435"/>
                </a:cubicBezTo>
                <a:cubicBezTo>
                  <a:pt x="1" y="8696"/>
                  <a:pt x="946" y="9735"/>
                  <a:pt x="2143" y="9861"/>
                </a:cubicBezTo>
                <a:lnTo>
                  <a:pt x="2143" y="9924"/>
                </a:lnTo>
                <a:cubicBezTo>
                  <a:pt x="2143" y="11090"/>
                  <a:pt x="3088" y="12035"/>
                  <a:pt x="4254" y="12035"/>
                </a:cubicBezTo>
                <a:cubicBezTo>
                  <a:pt x="5010" y="12035"/>
                  <a:pt x="5640" y="11657"/>
                  <a:pt x="6050" y="11058"/>
                </a:cubicBezTo>
                <a:cubicBezTo>
                  <a:pt x="6428" y="11657"/>
                  <a:pt x="7089" y="12035"/>
                  <a:pt x="7814" y="12035"/>
                </a:cubicBezTo>
                <a:cubicBezTo>
                  <a:pt x="8980" y="12035"/>
                  <a:pt x="9925" y="11058"/>
                  <a:pt x="9925" y="9924"/>
                </a:cubicBezTo>
                <a:lnTo>
                  <a:pt x="9925" y="9861"/>
                </a:lnTo>
                <a:cubicBezTo>
                  <a:pt x="11122" y="9704"/>
                  <a:pt x="12067" y="8696"/>
                  <a:pt x="12067" y="7435"/>
                </a:cubicBezTo>
                <a:cubicBezTo>
                  <a:pt x="12067" y="6931"/>
                  <a:pt x="11910" y="6459"/>
                  <a:pt x="11626" y="6018"/>
                </a:cubicBezTo>
                <a:cubicBezTo>
                  <a:pt x="11910" y="5577"/>
                  <a:pt x="12067" y="5104"/>
                  <a:pt x="12067" y="4600"/>
                </a:cubicBezTo>
                <a:cubicBezTo>
                  <a:pt x="12067" y="3371"/>
                  <a:pt x="11154" y="2363"/>
                  <a:pt x="9925" y="2174"/>
                </a:cubicBezTo>
                <a:lnTo>
                  <a:pt x="9925" y="2111"/>
                </a:lnTo>
                <a:cubicBezTo>
                  <a:pt x="9925" y="945"/>
                  <a:pt x="8980" y="0"/>
                  <a:pt x="7814" y="0"/>
                </a:cubicBezTo>
                <a:cubicBezTo>
                  <a:pt x="7089" y="0"/>
                  <a:pt x="6428" y="378"/>
                  <a:pt x="6050" y="977"/>
                </a:cubicBezTo>
                <a:cubicBezTo>
                  <a:pt x="5640" y="378"/>
                  <a:pt x="4979" y="0"/>
                  <a:pt x="425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739" name="Google Shape;5785;p61">
            <a:extLst>
              <a:ext uri="{FF2B5EF4-FFF2-40B4-BE49-F238E27FC236}">
                <a16:creationId xmlns:a16="http://schemas.microsoft.com/office/drawing/2014/main" id="{328722D9-AD28-4A17-BB03-2DBCDADF2B0E}"/>
              </a:ext>
            </a:extLst>
          </p:cNvPr>
          <p:cNvGrpSpPr/>
          <p:nvPr/>
        </p:nvGrpSpPr>
        <p:grpSpPr>
          <a:xfrm>
            <a:off x="10056781" y="4438109"/>
            <a:ext cx="228273" cy="228253"/>
            <a:chOff x="-44914800" y="2342000"/>
            <a:chExt cx="300900" cy="300875"/>
          </a:xfrm>
          <a:solidFill>
            <a:schemeClr val="tx1"/>
          </a:solidFill>
        </p:grpSpPr>
        <p:sp>
          <p:nvSpPr>
            <p:cNvPr id="870" name="Google Shape;5786;p61">
              <a:extLst>
                <a:ext uri="{FF2B5EF4-FFF2-40B4-BE49-F238E27FC236}">
                  <a16:creationId xmlns:a16="http://schemas.microsoft.com/office/drawing/2014/main" id="{46611116-903C-45F6-8308-9BF00C3B8423}"/>
                </a:ext>
              </a:extLst>
            </p:cNvPr>
            <p:cNvSpPr/>
            <p:nvPr/>
          </p:nvSpPr>
          <p:spPr>
            <a:xfrm>
              <a:off x="-44914800" y="2342000"/>
              <a:ext cx="300900" cy="300875"/>
            </a:xfrm>
            <a:custGeom>
              <a:avLst/>
              <a:gdLst/>
              <a:ahLst/>
              <a:cxnLst/>
              <a:rect l="l" t="t" r="r" b="b"/>
              <a:pathLst>
                <a:path w="12036" h="12035" extrusionOk="0">
                  <a:moveTo>
                    <a:pt x="1450" y="725"/>
                  </a:moveTo>
                  <a:lnTo>
                    <a:pt x="1450" y="1418"/>
                  </a:lnTo>
                  <a:lnTo>
                    <a:pt x="725" y="1418"/>
                  </a:lnTo>
                  <a:lnTo>
                    <a:pt x="725" y="725"/>
                  </a:lnTo>
                  <a:close/>
                  <a:moveTo>
                    <a:pt x="11311" y="725"/>
                  </a:moveTo>
                  <a:lnTo>
                    <a:pt x="11311" y="1418"/>
                  </a:lnTo>
                  <a:lnTo>
                    <a:pt x="10618" y="1418"/>
                  </a:lnTo>
                  <a:lnTo>
                    <a:pt x="10618" y="725"/>
                  </a:lnTo>
                  <a:close/>
                  <a:moveTo>
                    <a:pt x="9893" y="1418"/>
                  </a:moveTo>
                  <a:lnTo>
                    <a:pt x="9893" y="1796"/>
                  </a:lnTo>
                  <a:cubicBezTo>
                    <a:pt x="9893" y="1985"/>
                    <a:pt x="10051" y="2142"/>
                    <a:pt x="10240" y="2142"/>
                  </a:cubicBezTo>
                  <a:lnTo>
                    <a:pt x="10618" y="2142"/>
                  </a:lnTo>
                  <a:lnTo>
                    <a:pt x="10618" y="9893"/>
                  </a:lnTo>
                  <a:lnTo>
                    <a:pt x="10240" y="9893"/>
                  </a:lnTo>
                  <a:cubicBezTo>
                    <a:pt x="10051" y="9893"/>
                    <a:pt x="9893" y="10050"/>
                    <a:pt x="9893" y="10239"/>
                  </a:cubicBezTo>
                  <a:lnTo>
                    <a:pt x="9893" y="10617"/>
                  </a:lnTo>
                  <a:lnTo>
                    <a:pt x="2143" y="10617"/>
                  </a:lnTo>
                  <a:lnTo>
                    <a:pt x="2143" y="10239"/>
                  </a:lnTo>
                  <a:cubicBezTo>
                    <a:pt x="2143" y="10050"/>
                    <a:pt x="1985" y="9893"/>
                    <a:pt x="1796" y="9893"/>
                  </a:cubicBezTo>
                  <a:lnTo>
                    <a:pt x="1450" y="9893"/>
                  </a:lnTo>
                  <a:lnTo>
                    <a:pt x="1450" y="2142"/>
                  </a:lnTo>
                  <a:lnTo>
                    <a:pt x="1796" y="2142"/>
                  </a:lnTo>
                  <a:cubicBezTo>
                    <a:pt x="1985" y="2142"/>
                    <a:pt x="2143" y="1985"/>
                    <a:pt x="2143" y="1796"/>
                  </a:cubicBezTo>
                  <a:lnTo>
                    <a:pt x="2143" y="1418"/>
                  </a:lnTo>
                  <a:close/>
                  <a:moveTo>
                    <a:pt x="1418" y="10617"/>
                  </a:moveTo>
                  <a:lnTo>
                    <a:pt x="1418" y="11310"/>
                  </a:lnTo>
                  <a:lnTo>
                    <a:pt x="725" y="11310"/>
                  </a:lnTo>
                  <a:lnTo>
                    <a:pt x="725" y="10617"/>
                  </a:lnTo>
                  <a:close/>
                  <a:moveTo>
                    <a:pt x="11311" y="10617"/>
                  </a:moveTo>
                  <a:lnTo>
                    <a:pt x="11311" y="11310"/>
                  </a:lnTo>
                  <a:lnTo>
                    <a:pt x="10618" y="11310"/>
                  </a:lnTo>
                  <a:lnTo>
                    <a:pt x="10618" y="10617"/>
                  </a:lnTo>
                  <a:close/>
                  <a:moveTo>
                    <a:pt x="379" y="0"/>
                  </a:moveTo>
                  <a:cubicBezTo>
                    <a:pt x="158" y="0"/>
                    <a:pt x="1" y="158"/>
                    <a:pt x="1" y="378"/>
                  </a:cubicBezTo>
                  <a:lnTo>
                    <a:pt x="1" y="1764"/>
                  </a:lnTo>
                  <a:cubicBezTo>
                    <a:pt x="1" y="1985"/>
                    <a:pt x="158" y="2142"/>
                    <a:pt x="379" y="2142"/>
                  </a:cubicBezTo>
                  <a:lnTo>
                    <a:pt x="725" y="2142"/>
                  </a:lnTo>
                  <a:lnTo>
                    <a:pt x="725" y="9893"/>
                  </a:lnTo>
                  <a:lnTo>
                    <a:pt x="379" y="9893"/>
                  </a:lnTo>
                  <a:cubicBezTo>
                    <a:pt x="158" y="9893"/>
                    <a:pt x="1" y="10050"/>
                    <a:pt x="1" y="10239"/>
                  </a:cubicBezTo>
                  <a:lnTo>
                    <a:pt x="1" y="11657"/>
                  </a:lnTo>
                  <a:cubicBezTo>
                    <a:pt x="1" y="11877"/>
                    <a:pt x="158" y="12035"/>
                    <a:pt x="379" y="12035"/>
                  </a:cubicBezTo>
                  <a:lnTo>
                    <a:pt x="1796" y="12035"/>
                  </a:lnTo>
                  <a:cubicBezTo>
                    <a:pt x="1985" y="12035"/>
                    <a:pt x="2143" y="11877"/>
                    <a:pt x="2143" y="11657"/>
                  </a:cubicBezTo>
                  <a:lnTo>
                    <a:pt x="2143" y="11310"/>
                  </a:lnTo>
                  <a:lnTo>
                    <a:pt x="9893" y="11310"/>
                  </a:lnTo>
                  <a:lnTo>
                    <a:pt x="9893" y="11657"/>
                  </a:lnTo>
                  <a:cubicBezTo>
                    <a:pt x="9893" y="11877"/>
                    <a:pt x="10051" y="12035"/>
                    <a:pt x="10240" y="12035"/>
                  </a:cubicBezTo>
                  <a:lnTo>
                    <a:pt x="11657" y="12035"/>
                  </a:lnTo>
                  <a:cubicBezTo>
                    <a:pt x="11878" y="12035"/>
                    <a:pt x="12036" y="11877"/>
                    <a:pt x="12036" y="11657"/>
                  </a:cubicBezTo>
                  <a:lnTo>
                    <a:pt x="12036" y="10239"/>
                  </a:lnTo>
                  <a:cubicBezTo>
                    <a:pt x="12036" y="10050"/>
                    <a:pt x="11878" y="9893"/>
                    <a:pt x="11657" y="9893"/>
                  </a:cubicBezTo>
                  <a:lnTo>
                    <a:pt x="11311" y="9893"/>
                  </a:lnTo>
                  <a:lnTo>
                    <a:pt x="11311" y="2142"/>
                  </a:lnTo>
                  <a:lnTo>
                    <a:pt x="11657" y="2142"/>
                  </a:lnTo>
                  <a:cubicBezTo>
                    <a:pt x="11878" y="2142"/>
                    <a:pt x="12036" y="1985"/>
                    <a:pt x="12036" y="1764"/>
                  </a:cubicBezTo>
                  <a:lnTo>
                    <a:pt x="12036" y="378"/>
                  </a:lnTo>
                  <a:cubicBezTo>
                    <a:pt x="12036" y="158"/>
                    <a:pt x="11878" y="0"/>
                    <a:pt x="11657" y="0"/>
                  </a:cubicBezTo>
                  <a:lnTo>
                    <a:pt x="10240" y="0"/>
                  </a:lnTo>
                  <a:cubicBezTo>
                    <a:pt x="10051" y="0"/>
                    <a:pt x="9893" y="158"/>
                    <a:pt x="9893" y="378"/>
                  </a:cubicBezTo>
                  <a:lnTo>
                    <a:pt x="9893" y="725"/>
                  </a:lnTo>
                  <a:lnTo>
                    <a:pt x="2143" y="725"/>
                  </a:lnTo>
                  <a:lnTo>
                    <a:pt x="2143" y="378"/>
                  </a:lnTo>
                  <a:cubicBezTo>
                    <a:pt x="2143" y="158"/>
                    <a:pt x="1985" y="0"/>
                    <a:pt x="1796" y="0"/>
                  </a:cubicBezTo>
                  <a:close/>
                </a:path>
              </a:pathLst>
            </a:custGeom>
            <a:grpFill/>
            <a:ln>
              <a:noFill/>
            </a:ln>
          </p:spPr>
          <p:txBody>
            <a:bodyPr spcFirstLastPara="1" wrap="square" lIns="62728" tIns="62728" rIns="62728" bIns="62728" anchor="ctr" anchorCtr="0">
              <a:noAutofit/>
            </a:bodyPr>
            <a:lstStyle/>
            <a:p>
              <a:endParaRPr sz="764"/>
            </a:p>
          </p:txBody>
        </p:sp>
        <p:sp>
          <p:nvSpPr>
            <p:cNvPr id="871" name="Google Shape;5787;p61">
              <a:extLst>
                <a:ext uri="{FF2B5EF4-FFF2-40B4-BE49-F238E27FC236}">
                  <a16:creationId xmlns:a16="http://schemas.microsoft.com/office/drawing/2014/main" id="{DA768117-CB02-4D82-8C20-B83E82983283}"/>
                </a:ext>
              </a:extLst>
            </p:cNvPr>
            <p:cNvSpPr/>
            <p:nvPr/>
          </p:nvSpPr>
          <p:spPr>
            <a:xfrm>
              <a:off x="-44860450" y="2412875"/>
              <a:ext cx="193000" cy="159125"/>
            </a:xfrm>
            <a:custGeom>
              <a:avLst/>
              <a:gdLst/>
              <a:ahLst/>
              <a:cxnLst/>
              <a:rect l="l" t="t" r="r" b="b"/>
              <a:pathLst>
                <a:path w="7720" h="6365" extrusionOk="0">
                  <a:moveTo>
                    <a:pt x="7026" y="694"/>
                  </a:moveTo>
                  <a:lnTo>
                    <a:pt x="7026" y="725"/>
                  </a:lnTo>
                  <a:lnTo>
                    <a:pt x="7026" y="5136"/>
                  </a:lnTo>
                  <a:lnTo>
                    <a:pt x="5514" y="3624"/>
                  </a:lnTo>
                  <a:cubicBezTo>
                    <a:pt x="5451" y="3561"/>
                    <a:pt x="5356" y="3498"/>
                    <a:pt x="5262" y="3498"/>
                  </a:cubicBezTo>
                  <a:cubicBezTo>
                    <a:pt x="5167" y="3498"/>
                    <a:pt x="5041" y="3561"/>
                    <a:pt x="5010" y="3624"/>
                  </a:cubicBezTo>
                  <a:lnTo>
                    <a:pt x="3907" y="4821"/>
                  </a:lnTo>
                  <a:lnTo>
                    <a:pt x="2678" y="3592"/>
                  </a:lnTo>
                  <a:cubicBezTo>
                    <a:pt x="2615" y="3529"/>
                    <a:pt x="2529" y="3498"/>
                    <a:pt x="2438" y="3498"/>
                  </a:cubicBezTo>
                  <a:cubicBezTo>
                    <a:pt x="2348" y="3498"/>
                    <a:pt x="2253" y="3529"/>
                    <a:pt x="2174" y="3592"/>
                  </a:cubicBezTo>
                  <a:lnTo>
                    <a:pt x="662" y="5104"/>
                  </a:lnTo>
                  <a:lnTo>
                    <a:pt x="662" y="694"/>
                  </a:lnTo>
                  <a:close/>
                  <a:moveTo>
                    <a:pt x="2458" y="4380"/>
                  </a:moveTo>
                  <a:lnTo>
                    <a:pt x="3718" y="5640"/>
                  </a:lnTo>
                  <a:lnTo>
                    <a:pt x="1198" y="5640"/>
                  </a:lnTo>
                  <a:lnTo>
                    <a:pt x="2458" y="4380"/>
                  </a:lnTo>
                  <a:close/>
                  <a:moveTo>
                    <a:pt x="5293" y="4411"/>
                  </a:moveTo>
                  <a:lnTo>
                    <a:pt x="6554" y="5671"/>
                  </a:lnTo>
                  <a:lnTo>
                    <a:pt x="4695" y="5671"/>
                  </a:lnTo>
                  <a:lnTo>
                    <a:pt x="4695" y="5640"/>
                  </a:lnTo>
                  <a:lnTo>
                    <a:pt x="4411" y="5356"/>
                  </a:lnTo>
                  <a:lnTo>
                    <a:pt x="5293" y="4411"/>
                  </a:lnTo>
                  <a:close/>
                  <a:moveTo>
                    <a:pt x="347" y="1"/>
                  </a:moveTo>
                  <a:cubicBezTo>
                    <a:pt x="158" y="1"/>
                    <a:pt x="0" y="158"/>
                    <a:pt x="0" y="379"/>
                  </a:cubicBezTo>
                  <a:lnTo>
                    <a:pt x="0" y="5986"/>
                  </a:lnTo>
                  <a:cubicBezTo>
                    <a:pt x="0" y="6207"/>
                    <a:pt x="158" y="6365"/>
                    <a:pt x="347" y="6365"/>
                  </a:cubicBezTo>
                  <a:lnTo>
                    <a:pt x="7373" y="6365"/>
                  </a:lnTo>
                  <a:cubicBezTo>
                    <a:pt x="7562" y="6365"/>
                    <a:pt x="7719" y="6207"/>
                    <a:pt x="7719" y="5986"/>
                  </a:cubicBezTo>
                  <a:lnTo>
                    <a:pt x="7719" y="379"/>
                  </a:lnTo>
                  <a:cubicBezTo>
                    <a:pt x="7719" y="158"/>
                    <a:pt x="7562" y="1"/>
                    <a:pt x="7373" y="1"/>
                  </a:cubicBezTo>
                  <a:close/>
                </a:path>
              </a:pathLst>
            </a:custGeom>
            <a:grpFill/>
            <a:ln>
              <a:noFill/>
            </a:ln>
          </p:spPr>
          <p:txBody>
            <a:bodyPr spcFirstLastPara="1" wrap="square" lIns="62728" tIns="62728" rIns="62728" bIns="62728" anchor="ctr" anchorCtr="0">
              <a:noAutofit/>
            </a:bodyPr>
            <a:lstStyle/>
            <a:p>
              <a:endParaRPr sz="764"/>
            </a:p>
          </p:txBody>
        </p:sp>
        <p:sp>
          <p:nvSpPr>
            <p:cNvPr id="872" name="Google Shape;5788;p61">
              <a:extLst>
                <a:ext uri="{FF2B5EF4-FFF2-40B4-BE49-F238E27FC236}">
                  <a16:creationId xmlns:a16="http://schemas.microsoft.com/office/drawing/2014/main" id="{18920677-E8F5-410B-A62F-E3538327962E}"/>
                </a:ext>
              </a:extLst>
            </p:cNvPr>
            <p:cNvSpPr/>
            <p:nvPr/>
          </p:nvSpPr>
          <p:spPr>
            <a:xfrm>
              <a:off x="-44791150" y="2439650"/>
              <a:ext cx="52800" cy="53600"/>
            </a:xfrm>
            <a:custGeom>
              <a:avLst/>
              <a:gdLst/>
              <a:ahLst/>
              <a:cxnLst/>
              <a:rect l="l" t="t" r="r" b="b"/>
              <a:pathLst>
                <a:path w="2112" h="2144" extrusionOk="0">
                  <a:moveTo>
                    <a:pt x="1041" y="725"/>
                  </a:moveTo>
                  <a:cubicBezTo>
                    <a:pt x="1261" y="725"/>
                    <a:pt x="1419" y="883"/>
                    <a:pt x="1419" y="1072"/>
                  </a:cubicBezTo>
                  <a:cubicBezTo>
                    <a:pt x="1419" y="1261"/>
                    <a:pt x="1261" y="1418"/>
                    <a:pt x="1041" y="1418"/>
                  </a:cubicBezTo>
                  <a:cubicBezTo>
                    <a:pt x="852" y="1418"/>
                    <a:pt x="694" y="1261"/>
                    <a:pt x="694" y="1072"/>
                  </a:cubicBezTo>
                  <a:cubicBezTo>
                    <a:pt x="694" y="883"/>
                    <a:pt x="852" y="725"/>
                    <a:pt x="1041" y="725"/>
                  </a:cubicBezTo>
                  <a:close/>
                  <a:moveTo>
                    <a:pt x="1041" y="1"/>
                  </a:moveTo>
                  <a:cubicBezTo>
                    <a:pt x="473" y="1"/>
                    <a:pt x="1" y="473"/>
                    <a:pt x="1" y="1072"/>
                  </a:cubicBezTo>
                  <a:cubicBezTo>
                    <a:pt x="32" y="1670"/>
                    <a:pt x="505" y="2143"/>
                    <a:pt x="1041" y="2143"/>
                  </a:cubicBezTo>
                  <a:cubicBezTo>
                    <a:pt x="1639" y="2143"/>
                    <a:pt x="2112" y="1670"/>
                    <a:pt x="2112" y="1072"/>
                  </a:cubicBezTo>
                  <a:cubicBezTo>
                    <a:pt x="2112" y="473"/>
                    <a:pt x="1639" y="1"/>
                    <a:pt x="1041" y="1"/>
                  </a:cubicBezTo>
                  <a:close/>
                </a:path>
              </a:pathLst>
            </a:custGeom>
            <a:grpFill/>
            <a:ln>
              <a:noFill/>
            </a:ln>
          </p:spPr>
          <p:txBody>
            <a:bodyPr spcFirstLastPara="1" wrap="square" lIns="62728" tIns="62728" rIns="62728" bIns="62728" anchor="ctr" anchorCtr="0">
              <a:noAutofit/>
            </a:bodyPr>
            <a:lstStyle/>
            <a:p>
              <a:endParaRPr sz="764"/>
            </a:p>
          </p:txBody>
        </p:sp>
      </p:grpSp>
      <p:sp>
        <p:nvSpPr>
          <p:cNvPr id="740" name="Google Shape;5789;p61">
            <a:extLst>
              <a:ext uri="{FF2B5EF4-FFF2-40B4-BE49-F238E27FC236}">
                <a16:creationId xmlns:a16="http://schemas.microsoft.com/office/drawing/2014/main" id="{6A4E5CAB-0994-4E91-875B-8E01F861CB70}"/>
              </a:ext>
            </a:extLst>
          </p:cNvPr>
          <p:cNvSpPr/>
          <p:nvPr/>
        </p:nvSpPr>
        <p:spPr>
          <a:xfrm>
            <a:off x="6643465" y="4143536"/>
            <a:ext cx="227078" cy="226774"/>
          </a:xfrm>
          <a:custGeom>
            <a:avLst/>
            <a:gdLst/>
            <a:ahLst/>
            <a:cxnLst/>
            <a:rect l="l" t="t" r="r" b="b"/>
            <a:pathLst>
              <a:path w="11973" h="11957" extrusionOk="0">
                <a:moveTo>
                  <a:pt x="5986" y="748"/>
                </a:moveTo>
                <a:lnTo>
                  <a:pt x="8003" y="1756"/>
                </a:lnTo>
                <a:lnTo>
                  <a:pt x="5986" y="2796"/>
                </a:lnTo>
                <a:lnTo>
                  <a:pt x="4002" y="1756"/>
                </a:lnTo>
                <a:lnTo>
                  <a:pt x="5986" y="748"/>
                </a:lnTo>
                <a:close/>
                <a:moveTo>
                  <a:pt x="3561" y="2324"/>
                </a:moveTo>
                <a:lnTo>
                  <a:pt x="5671" y="3395"/>
                </a:lnTo>
                <a:lnTo>
                  <a:pt x="5671" y="6136"/>
                </a:lnTo>
                <a:lnTo>
                  <a:pt x="3561" y="5064"/>
                </a:lnTo>
                <a:lnTo>
                  <a:pt x="3561" y="2324"/>
                </a:lnTo>
                <a:close/>
                <a:moveTo>
                  <a:pt x="8475" y="2324"/>
                </a:moveTo>
                <a:lnTo>
                  <a:pt x="8475" y="5064"/>
                </a:lnTo>
                <a:lnTo>
                  <a:pt x="6364" y="6136"/>
                </a:lnTo>
                <a:lnTo>
                  <a:pt x="6364" y="3395"/>
                </a:lnTo>
                <a:lnTo>
                  <a:pt x="8475" y="2324"/>
                </a:lnTo>
                <a:close/>
                <a:moveTo>
                  <a:pt x="3214" y="5663"/>
                </a:moveTo>
                <a:lnTo>
                  <a:pt x="5230" y="6703"/>
                </a:lnTo>
                <a:lnTo>
                  <a:pt x="3214" y="7711"/>
                </a:lnTo>
                <a:lnTo>
                  <a:pt x="1166" y="6703"/>
                </a:lnTo>
                <a:lnTo>
                  <a:pt x="3214" y="5663"/>
                </a:lnTo>
                <a:close/>
                <a:moveTo>
                  <a:pt x="8822" y="5663"/>
                </a:moveTo>
                <a:lnTo>
                  <a:pt x="10870" y="6703"/>
                </a:lnTo>
                <a:lnTo>
                  <a:pt x="8822" y="7711"/>
                </a:lnTo>
                <a:lnTo>
                  <a:pt x="6837" y="6703"/>
                </a:lnTo>
                <a:lnTo>
                  <a:pt x="8822" y="5663"/>
                </a:lnTo>
                <a:close/>
                <a:moveTo>
                  <a:pt x="5671" y="7238"/>
                </a:moveTo>
                <a:lnTo>
                  <a:pt x="5671" y="9948"/>
                </a:lnTo>
                <a:lnTo>
                  <a:pt x="3561" y="11019"/>
                </a:lnTo>
                <a:lnTo>
                  <a:pt x="3561" y="8309"/>
                </a:lnTo>
                <a:lnTo>
                  <a:pt x="5671" y="7238"/>
                </a:lnTo>
                <a:close/>
                <a:moveTo>
                  <a:pt x="11311" y="7238"/>
                </a:moveTo>
                <a:lnTo>
                  <a:pt x="11311" y="10011"/>
                </a:lnTo>
                <a:lnTo>
                  <a:pt x="9200" y="11050"/>
                </a:lnTo>
                <a:lnTo>
                  <a:pt x="9200" y="8309"/>
                </a:lnTo>
                <a:lnTo>
                  <a:pt x="11311" y="7238"/>
                </a:lnTo>
                <a:close/>
                <a:moveTo>
                  <a:pt x="725" y="7270"/>
                </a:moveTo>
                <a:lnTo>
                  <a:pt x="2836" y="8341"/>
                </a:lnTo>
                <a:lnTo>
                  <a:pt x="2836" y="11082"/>
                </a:lnTo>
                <a:lnTo>
                  <a:pt x="725" y="10042"/>
                </a:lnTo>
                <a:lnTo>
                  <a:pt x="725" y="7270"/>
                </a:lnTo>
                <a:close/>
                <a:moveTo>
                  <a:pt x="6364" y="7270"/>
                </a:moveTo>
                <a:lnTo>
                  <a:pt x="8475" y="8341"/>
                </a:lnTo>
                <a:lnTo>
                  <a:pt x="8475" y="11082"/>
                </a:lnTo>
                <a:lnTo>
                  <a:pt x="6364" y="10042"/>
                </a:lnTo>
                <a:lnTo>
                  <a:pt x="6364" y="7270"/>
                </a:lnTo>
                <a:close/>
                <a:moveTo>
                  <a:pt x="5998" y="0"/>
                </a:moveTo>
                <a:cubicBezTo>
                  <a:pt x="5947" y="0"/>
                  <a:pt x="5892" y="8"/>
                  <a:pt x="5829" y="24"/>
                </a:cubicBezTo>
                <a:lnTo>
                  <a:pt x="3056" y="1441"/>
                </a:lnTo>
                <a:cubicBezTo>
                  <a:pt x="2930" y="1536"/>
                  <a:pt x="2836" y="1662"/>
                  <a:pt x="2836" y="1756"/>
                </a:cubicBezTo>
                <a:lnTo>
                  <a:pt x="2836" y="5064"/>
                </a:lnTo>
                <a:lnTo>
                  <a:pt x="221" y="6388"/>
                </a:lnTo>
                <a:cubicBezTo>
                  <a:pt x="95" y="6451"/>
                  <a:pt x="0" y="6577"/>
                  <a:pt x="0" y="6703"/>
                </a:cubicBezTo>
                <a:lnTo>
                  <a:pt x="0" y="10200"/>
                </a:lnTo>
                <a:cubicBezTo>
                  <a:pt x="0" y="10326"/>
                  <a:pt x="95" y="10420"/>
                  <a:pt x="221" y="10515"/>
                </a:cubicBezTo>
                <a:lnTo>
                  <a:pt x="3056" y="11933"/>
                </a:lnTo>
                <a:cubicBezTo>
                  <a:pt x="3088" y="11948"/>
                  <a:pt x="3135" y="11956"/>
                  <a:pt x="3190" y="11956"/>
                </a:cubicBezTo>
                <a:cubicBezTo>
                  <a:pt x="3245" y="11956"/>
                  <a:pt x="3308" y="11948"/>
                  <a:pt x="3371" y="11933"/>
                </a:cubicBezTo>
                <a:lnTo>
                  <a:pt x="5986" y="10578"/>
                </a:lnTo>
                <a:lnTo>
                  <a:pt x="8633" y="11933"/>
                </a:lnTo>
                <a:cubicBezTo>
                  <a:pt x="8680" y="11948"/>
                  <a:pt x="8727" y="11956"/>
                  <a:pt x="8779" y="11956"/>
                </a:cubicBezTo>
                <a:cubicBezTo>
                  <a:pt x="8830" y="11956"/>
                  <a:pt x="8885" y="11948"/>
                  <a:pt x="8948" y="11933"/>
                </a:cubicBezTo>
                <a:lnTo>
                  <a:pt x="11783" y="10515"/>
                </a:lnTo>
                <a:cubicBezTo>
                  <a:pt x="11909" y="10420"/>
                  <a:pt x="11972" y="10326"/>
                  <a:pt x="11972" y="10200"/>
                </a:cubicBezTo>
                <a:lnTo>
                  <a:pt x="11972" y="6703"/>
                </a:lnTo>
                <a:cubicBezTo>
                  <a:pt x="11972" y="6577"/>
                  <a:pt x="11941" y="6451"/>
                  <a:pt x="11783" y="6388"/>
                </a:cubicBezTo>
                <a:lnTo>
                  <a:pt x="9137" y="5064"/>
                </a:lnTo>
                <a:lnTo>
                  <a:pt x="9137" y="1756"/>
                </a:lnTo>
                <a:cubicBezTo>
                  <a:pt x="9137" y="1662"/>
                  <a:pt x="9074" y="1536"/>
                  <a:pt x="8948" y="1441"/>
                </a:cubicBezTo>
                <a:lnTo>
                  <a:pt x="6144" y="24"/>
                </a:lnTo>
                <a:cubicBezTo>
                  <a:pt x="6097" y="8"/>
                  <a:pt x="6049" y="0"/>
                  <a:pt x="5998"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741" name="Google Shape;5790;p61">
            <a:extLst>
              <a:ext uri="{FF2B5EF4-FFF2-40B4-BE49-F238E27FC236}">
                <a16:creationId xmlns:a16="http://schemas.microsoft.com/office/drawing/2014/main" id="{0D9B6CB5-0BF8-4771-8AA2-1C9833315371}"/>
              </a:ext>
            </a:extLst>
          </p:cNvPr>
          <p:cNvGrpSpPr/>
          <p:nvPr/>
        </p:nvGrpSpPr>
        <p:grpSpPr>
          <a:xfrm>
            <a:off x="6641264" y="4423576"/>
            <a:ext cx="228273" cy="227173"/>
            <a:chOff x="-49786250" y="2316650"/>
            <a:chExt cx="300900" cy="299450"/>
          </a:xfrm>
          <a:solidFill>
            <a:schemeClr val="tx1"/>
          </a:solidFill>
        </p:grpSpPr>
        <p:sp>
          <p:nvSpPr>
            <p:cNvPr id="863" name="Google Shape;5791;p61">
              <a:extLst>
                <a:ext uri="{FF2B5EF4-FFF2-40B4-BE49-F238E27FC236}">
                  <a16:creationId xmlns:a16="http://schemas.microsoft.com/office/drawing/2014/main" id="{56C83784-05E7-4B3A-BD88-CD2C862185D2}"/>
                </a:ext>
              </a:extLst>
            </p:cNvPr>
            <p:cNvSpPr/>
            <p:nvPr/>
          </p:nvSpPr>
          <p:spPr>
            <a:xfrm>
              <a:off x="-49746875" y="2316650"/>
              <a:ext cx="217400" cy="299450"/>
            </a:xfrm>
            <a:custGeom>
              <a:avLst/>
              <a:gdLst/>
              <a:ahLst/>
              <a:cxnLst/>
              <a:rect l="l" t="t" r="r" b="b"/>
              <a:pathLst>
                <a:path w="8696" h="11978" extrusionOk="0">
                  <a:moveTo>
                    <a:pt x="4411" y="3944"/>
                  </a:moveTo>
                  <a:lnTo>
                    <a:pt x="5010" y="5110"/>
                  </a:lnTo>
                  <a:cubicBezTo>
                    <a:pt x="4837" y="5188"/>
                    <a:pt x="4640" y="5228"/>
                    <a:pt x="4439" y="5228"/>
                  </a:cubicBezTo>
                  <a:cubicBezTo>
                    <a:pt x="4238" y="5228"/>
                    <a:pt x="4033" y="5188"/>
                    <a:pt x="3844" y="5110"/>
                  </a:cubicBezTo>
                  <a:lnTo>
                    <a:pt x="4411" y="3944"/>
                  </a:lnTo>
                  <a:close/>
                  <a:moveTo>
                    <a:pt x="5136" y="5834"/>
                  </a:moveTo>
                  <a:lnTo>
                    <a:pt x="5136" y="8418"/>
                  </a:lnTo>
                  <a:lnTo>
                    <a:pt x="3718" y="8418"/>
                  </a:lnTo>
                  <a:lnTo>
                    <a:pt x="3718" y="5834"/>
                  </a:lnTo>
                  <a:cubicBezTo>
                    <a:pt x="3939" y="5897"/>
                    <a:pt x="4191" y="5960"/>
                    <a:pt x="4411" y="5960"/>
                  </a:cubicBezTo>
                  <a:cubicBezTo>
                    <a:pt x="4663" y="5960"/>
                    <a:pt x="4884" y="5897"/>
                    <a:pt x="5136" y="5834"/>
                  </a:cubicBezTo>
                  <a:close/>
                  <a:moveTo>
                    <a:pt x="4390" y="657"/>
                  </a:moveTo>
                  <a:cubicBezTo>
                    <a:pt x="5196" y="657"/>
                    <a:pt x="5982" y="942"/>
                    <a:pt x="6617" y="1455"/>
                  </a:cubicBezTo>
                  <a:cubicBezTo>
                    <a:pt x="7467" y="2117"/>
                    <a:pt x="7940" y="3156"/>
                    <a:pt x="7940" y="4196"/>
                  </a:cubicBezTo>
                  <a:cubicBezTo>
                    <a:pt x="7940" y="5078"/>
                    <a:pt x="7625" y="5897"/>
                    <a:pt x="7058" y="6527"/>
                  </a:cubicBezTo>
                  <a:cubicBezTo>
                    <a:pt x="6585" y="7095"/>
                    <a:pt x="6270" y="7756"/>
                    <a:pt x="6207" y="8418"/>
                  </a:cubicBezTo>
                  <a:lnTo>
                    <a:pt x="5829" y="8418"/>
                  </a:lnTo>
                  <a:lnTo>
                    <a:pt x="5829" y="5267"/>
                  </a:lnTo>
                  <a:cubicBezTo>
                    <a:pt x="5829" y="5236"/>
                    <a:pt x="5829" y="5141"/>
                    <a:pt x="5798" y="5110"/>
                  </a:cubicBezTo>
                  <a:lnTo>
                    <a:pt x="4726" y="2999"/>
                  </a:lnTo>
                  <a:cubicBezTo>
                    <a:pt x="4663" y="2873"/>
                    <a:pt x="4537" y="2778"/>
                    <a:pt x="4411" y="2778"/>
                  </a:cubicBezTo>
                  <a:cubicBezTo>
                    <a:pt x="4317" y="2778"/>
                    <a:pt x="4191" y="2873"/>
                    <a:pt x="4096" y="2999"/>
                  </a:cubicBezTo>
                  <a:lnTo>
                    <a:pt x="3057" y="5110"/>
                  </a:lnTo>
                  <a:cubicBezTo>
                    <a:pt x="2994" y="5141"/>
                    <a:pt x="2994" y="5236"/>
                    <a:pt x="2994" y="5267"/>
                  </a:cubicBezTo>
                  <a:lnTo>
                    <a:pt x="2994" y="8418"/>
                  </a:lnTo>
                  <a:lnTo>
                    <a:pt x="2647" y="8418"/>
                  </a:lnTo>
                  <a:cubicBezTo>
                    <a:pt x="2584" y="7756"/>
                    <a:pt x="2301" y="7095"/>
                    <a:pt x="1796" y="6527"/>
                  </a:cubicBezTo>
                  <a:cubicBezTo>
                    <a:pt x="1040" y="5708"/>
                    <a:pt x="757" y="4574"/>
                    <a:pt x="1009" y="3408"/>
                  </a:cubicBezTo>
                  <a:cubicBezTo>
                    <a:pt x="1261" y="2085"/>
                    <a:pt x="2332" y="1014"/>
                    <a:pt x="3687" y="731"/>
                  </a:cubicBezTo>
                  <a:cubicBezTo>
                    <a:pt x="3921" y="681"/>
                    <a:pt x="4156" y="657"/>
                    <a:pt x="4390" y="657"/>
                  </a:cubicBezTo>
                  <a:close/>
                  <a:moveTo>
                    <a:pt x="6207" y="9142"/>
                  </a:moveTo>
                  <a:lnTo>
                    <a:pt x="6207" y="9489"/>
                  </a:lnTo>
                  <a:cubicBezTo>
                    <a:pt x="6207" y="9678"/>
                    <a:pt x="6050" y="9835"/>
                    <a:pt x="5829" y="9835"/>
                  </a:cubicBezTo>
                  <a:lnTo>
                    <a:pt x="3057" y="9835"/>
                  </a:lnTo>
                  <a:cubicBezTo>
                    <a:pt x="2836" y="9835"/>
                    <a:pt x="2679" y="9678"/>
                    <a:pt x="2679" y="9489"/>
                  </a:cubicBezTo>
                  <a:lnTo>
                    <a:pt x="2679" y="9142"/>
                  </a:lnTo>
                  <a:close/>
                  <a:moveTo>
                    <a:pt x="5483" y="10529"/>
                  </a:moveTo>
                  <a:lnTo>
                    <a:pt x="5483" y="10907"/>
                  </a:lnTo>
                  <a:cubicBezTo>
                    <a:pt x="5483" y="11096"/>
                    <a:pt x="5325" y="11253"/>
                    <a:pt x="5136" y="11253"/>
                  </a:cubicBezTo>
                  <a:lnTo>
                    <a:pt x="3718" y="11253"/>
                  </a:lnTo>
                  <a:cubicBezTo>
                    <a:pt x="3529" y="11253"/>
                    <a:pt x="3372" y="11096"/>
                    <a:pt x="3372" y="10907"/>
                  </a:cubicBezTo>
                  <a:lnTo>
                    <a:pt x="3372" y="10529"/>
                  </a:lnTo>
                  <a:close/>
                  <a:moveTo>
                    <a:pt x="4318" y="0"/>
                  </a:moveTo>
                  <a:cubicBezTo>
                    <a:pt x="4056" y="0"/>
                    <a:pt x="3792" y="23"/>
                    <a:pt x="3529" y="69"/>
                  </a:cubicBezTo>
                  <a:cubicBezTo>
                    <a:pt x="1954" y="384"/>
                    <a:pt x="631" y="1707"/>
                    <a:pt x="284" y="3314"/>
                  </a:cubicBezTo>
                  <a:cubicBezTo>
                    <a:pt x="1" y="4637"/>
                    <a:pt x="379" y="6023"/>
                    <a:pt x="1261" y="7000"/>
                  </a:cubicBezTo>
                  <a:cubicBezTo>
                    <a:pt x="1702" y="7536"/>
                    <a:pt x="1986" y="8166"/>
                    <a:pt x="1986" y="8796"/>
                  </a:cubicBezTo>
                  <a:lnTo>
                    <a:pt x="1986" y="9489"/>
                  </a:lnTo>
                  <a:cubicBezTo>
                    <a:pt x="1986" y="9961"/>
                    <a:pt x="2269" y="10371"/>
                    <a:pt x="2679" y="10466"/>
                  </a:cubicBezTo>
                  <a:lnTo>
                    <a:pt x="2679" y="10907"/>
                  </a:lnTo>
                  <a:cubicBezTo>
                    <a:pt x="2679" y="11505"/>
                    <a:pt x="3151" y="11978"/>
                    <a:pt x="3750" y="11978"/>
                  </a:cubicBezTo>
                  <a:lnTo>
                    <a:pt x="5168" y="11978"/>
                  </a:lnTo>
                  <a:cubicBezTo>
                    <a:pt x="5766" y="11978"/>
                    <a:pt x="6239" y="11505"/>
                    <a:pt x="6239" y="10907"/>
                  </a:cubicBezTo>
                  <a:lnTo>
                    <a:pt x="6239" y="10466"/>
                  </a:lnTo>
                  <a:cubicBezTo>
                    <a:pt x="6617" y="10308"/>
                    <a:pt x="6963" y="9930"/>
                    <a:pt x="6963" y="9489"/>
                  </a:cubicBezTo>
                  <a:lnTo>
                    <a:pt x="6963" y="8796"/>
                  </a:lnTo>
                  <a:cubicBezTo>
                    <a:pt x="6963" y="8166"/>
                    <a:pt x="7184" y="7536"/>
                    <a:pt x="7656" y="6969"/>
                  </a:cubicBezTo>
                  <a:cubicBezTo>
                    <a:pt x="8318" y="6212"/>
                    <a:pt x="8696" y="5236"/>
                    <a:pt x="8696" y="4228"/>
                  </a:cubicBezTo>
                  <a:cubicBezTo>
                    <a:pt x="8633" y="2967"/>
                    <a:pt x="8097" y="1739"/>
                    <a:pt x="7058" y="951"/>
                  </a:cubicBezTo>
                  <a:cubicBezTo>
                    <a:pt x="6285" y="328"/>
                    <a:pt x="5314" y="0"/>
                    <a:pt x="4318" y="0"/>
                  </a:cubicBezTo>
                  <a:close/>
                </a:path>
              </a:pathLst>
            </a:custGeom>
            <a:grpFill/>
            <a:ln>
              <a:noFill/>
            </a:ln>
          </p:spPr>
          <p:txBody>
            <a:bodyPr spcFirstLastPara="1" wrap="square" lIns="62728" tIns="62728" rIns="62728" bIns="62728" anchor="ctr" anchorCtr="0">
              <a:noAutofit/>
            </a:bodyPr>
            <a:lstStyle/>
            <a:p>
              <a:endParaRPr sz="764"/>
            </a:p>
          </p:txBody>
        </p:sp>
        <p:sp>
          <p:nvSpPr>
            <p:cNvPr id="864" name="Google Shape;5792;p61">
              <a:extLst>
                <a:ext uri="{FF2B5EF4-FFF2-40B4-BE49-F238E27FC236}">
                  <a16:creationId xmlns:a16="http://schemas.microsoft.com/office/drawing/2014/main" id="{9925CD51-B0DD-49ED-8D26-84951C5F4E26}"/>
                </a:ext>
              </a:extLst>
            </p:cNvPr>
            <p:cNvSpPr/>
            <p:nvPr/>
          </p:nvSpPr>
          <p:spPr>
            <a:xfrm>
              <a:off x="-49786250" y="2422325"/>
              <a:ext cx="36250" cy="17350"/>
            </a:xfrm>
            <a:custGeom>
              <a:avLst/>
              <a:gdLst/>
              <a:ahLst/>
              <a:cxnLst/>
              <a:rect l="l" t="t" r="r" b="b"/>
              <a:pathLst>
                <a:path w="1450" h="694" extrusionOk="0">
                  <a:moveTo>
                    <a:pt x="379" y="1"/>
                  </a:moveTo>
                  <a:cubicBezTo>
                    <a:pt x="158" y="1"/>
                    <a:pt x="0" y="158"/>
                    <a:pt x="0" y="347"/>
                  </a:cubicBezTo>
                  <a:cubicBezTo>
                    <a:pt x="0" y="536"/>
                    <a:pt x="158" y="694"/>
                    <a:pt x="379" y="694"/>
                  </a:cubicBezTo>
                  <a:lnTo>
                    <a:pt x="1072" y="694"/>
                  </a:lnTo>
                  <a:cubicBezTo>
                    <a:pt x="1261" y="694"/>
                    <a:pt x="1418" y="536"/>
                    <a:pt x="1418" y="347"/>
                  </a:cubicBezTo>
                  <a:cubicBezTo>
                    <a:pt x="1450" y="127"/>
                    <a:pt x="1261" y="1"/>
                    <a:pt x="1072" y="1"/>
                  </a:cubicBezTo>
                  <a:close/>
                </a:path>
              </a:pathLst>
            </a:custGeom>
            <a:grpFill/>
            <a:ln>
              <a:noFill/>
            </a:ln>
          </p:spPr>
          <p:txBody>
            <a:bodyPr spcFirstLastPara="1" wrap="square" lIns="62728" tIns="62728" rIns="62728" bIns="62728" anchor="ctr" anchorCtr="0">
              <a:noAutofit/>
            </a:bodyPr>
            <a:lstStyle/>
            <a:p>
              <a:endParaRPr sz="764"/>
            </a:p>
          </p:txBody>
        </p:sp>
        <p:sp>
          <p:nvSpPr>
            <p:cNvPr id="865" name="Google Shape;5793;p61">
              <a:extLst>
                <a:ext uri="{FF2B5EF4-FFF2-40B4-BE49-F238E27FC236}">
                  <a16:creationId xmlns:a16="http://schemas.microsoft.com/office/drawing/2014/main" id="{DA17AEBB-9A8A-40BC-8C50-F3CF7A3AF363}"/>
                </a:ext>
              </a:extLst>
            </p:cNvPr>
            <p:cNvSpPr/>
            <p:nvPr/>
          </p:nvSpPr>
          <p:spPr>
            <a:xfrm>
              <a:off x="-49783900" y="2362475"/>
              <a:ext cx="31550" cy="30150"/>
            </a:xfrm>
            <a:custGeom>
              <a:avLst/>
              <a:gdLst/>
              <a:ahLst/>
              <a:cxnLst/>
              <a:rect l="l" t="t" r="r" b="b"/>
              <a:pathLst>
                <a:path w="1262" h="1206" extrusionOk="0">
                  <a:moveTo>
                    <a:pt x="391" y="0"/>
                  </a:moveTo>
                  <a:cubicBezTo>
                    <a:pt x="300" y="0"/>
                    <a:pt x="206" y="32"/>
                    <a:pt x="127" y="95"/>
                  </a:cubicBezTo>
                  <a:cubicBezTo>
                    <a:pt x="1" y="221"/>
                    <a:pt x="1" y="441"/>
                    <a:pt x="127" y="599"/>
                  </a:cubicBezTo>
                  <a:lnTo>
                    <a:pt x="631" y="1134"/>
                  </a:lnTo>
                  <a:cubicBezTo>
                    <a:pt x="694" y="1182"/>
                    <a:pt x="781" y="1205"/>
                    <a:pt x="871" y="1205"/>
                  </a:cubicBezTo>
                  <a:cubicBezTo>
                    <a:pt x="962" y="1205"/>
                    <a:pt x="1056" y="1182"/>
                    <a:pt x="1135" y="1134"/>
                  </a:cubicBezTo>
                  <a:cubicBezTo>
                    <a:pt x="1261" y="1008"/>
                    <a:pt x="1261" y="756"/>
                    <a:pt x="1135" y="599"/>
                  </a:cubicBezTo>
                  <a:lnTo>
                    <a:pt x="631" y="95"/>
                  </a:lnTo>
                  <a:cubicBezTo>
                    <a:pt x="568" y="32"/>
                    <a:pt x="481" y="0"/>
                    <a:pt x="391" y="0"/>
                  </a:cubicBezTo>
                  <a:close/>
                </a:path>
              </a:pathLst>
            </a:custGeom>
            <a:grpFill/>
            <a:ln>
              <a:noFill/>
            </a:ln>
          </p:spPr>
          <p:txBody>
            <a:bodyPr spcFirstLastPara="1" wrap="square" lIns="62728" tIns="62728" rIns="62728" bIns="62728" anchor="ctr" anchorCtr="0">
              <a:noAutofit/>
            </a:bodyPr>
            <a:lstStyle/>
            <a:p>
              <a:endParaRPr sz="764"/>
            </a:p>
          </p:txBody>
        </p:sp>
        <p:sp>
          <p:nvSpPr>
            <p:cNvPr id="866" name="Google Shape;5794;p61">
              <a:extLst>
                <a:ext uri="{FF2B5EF4-FFF2-40B4-BE49-F238E27FC236}">
                  <a16:creationId xmlns:a16="http://schemas.microsoft.com/office/drawing/2014/main" id="{B97DDD05-17DA-464A-B7A7-6D3119263070}"/>
                </a:ext>
              </a:extLst>
            </p:cNvPr>
            <p:cNvSpPr/>
            <p:nvPr/>
          </p:nvSpPr>
          <p:spPr>
            <a:xfrm>
              <a:off x="-49783900" y="2468800"/>
              <a:ext cx="31550" cy="30150"/>
            </a:xfrm>
            <a:custGeom>
              <a:avLst/>
              <a:gdLst/>
              <a:ahLst/>
              <a:cxnLst/>
              <a:rect l="l" t="t" r="r" b="b"/>
              <a:pathLst>
                <a:path w="1262" h="1206" extrusionOk="0">
                  <a:moveTo>
                    <a:pt x="871" y="0"/>
                  </a:moveTo>
                  <a:cubicBezTo>
                    <a:pt x="781" y="0"/>
                    <a:pt x="694" y="32"/>
                    <a:pt x="631" y="95"/>
                  </a:cubicBezTo>
                  <a:lnTo>
                    <a:pt x="127" y="599"/>
                  </a:lnTo>
                  <a:cubicBezTo>
                    <a:pt x="1" y="725"/>
                    <a:pt x="1" y="977"/>
                    <a:pt x="127" y="1135"/>
                  </a:cubicBezTo>
                  <a:cubicBezTo>
                    <a:pt x="174" y="1182"/>
                    <a:pt x="261" y="1205"/>
                    <a:pt x="355" y="1205"/>
                  </a:cubicBezTo>
                  <a:cubicBezTo>
                    <a:pt x="450" y="1205"/>
                    <a:pt x="552" y="1182"/>
                    <a:pt x="631" y="1135"/>
                  </a:cubicBezTo>
                  <a:lnTo>
                    <a:pt x="1135" y="599"/>
                  </a:lnTo>
                  <a:cubicBezTo>
                    <a:pt x="1261" y="504"/>
                    <a:pt x="1261" y="252"/>
                    <a:pt x="1135" y="95"/>
                  </a:cubicBezTo>
                  <a:cubicBezTo>
                    <a:pt x="1056" y="32"/>
                    <a:pt x="962" y="0"/>
                    <a:pt x="871" y="0"/>
                  </a:cubicBezTo>
                  <a:close/>
                </a:path>
              </a:pathLst>
            </a:custGeom>
            <a:grpFill/>
            <a:ln>
              <a:noFill/>
            </a:ln>
          </p:spPr>
          <p:txBody>
            <a:bodyPr spcFirstLastPara="1" wrap="square" lIns="62728" tIns="62728" rIns="62728" bIns="62728" anchor="ctr" anchorCtr="0">
              <a:noAutofit/>
            </a:bodyPr>
            <a:lstStyle/>
            <a:p>
              <a:endParaRPr sz="764"/>
            </a:p>
          </p:txBody>
        </p:sp>
        <p:sp>
          <p:nvSpPr>
            <p:cNvPr id="867" name="Google Shape;5795;p61">
              <a:extLst>
                <a:ext uri="{FF2B5EF4-FFF2-40B4-BE49-F238E27FC236}">
                  <a16:creationId xmlns:a16="http://schemas.microsoft.com/office/drawing/2014/main" id="{85107C68-AE66-47F5-9E9A-59BDD7B7DA89}"/>
                </a:ext>
              </a:extLst>
            </p:cNvPr>
            <p:cNvSpPr/>
            <p:nvPr/>
          </p:nvSpPr>
          <p:spPr>
            <a:xfrm>
              <a:off x="-495208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868" name="Google Shape;5796;p61">
              <a:extLst>
                <a:ext uri="{FF2B5EF4-FFF2-40B4-BE49-F238E27FC236}">
                  <a16:creationId xmlns:a16="http://schemas.microsoft.com/office/drawing/2014/main" id="{B433CEBA-E1E2-4C24-9EE5-84110A74B7A6}"/>
                </a:ext>
              </a:extLst>
            </p:cNvPr>
            <p:cNvSpPr/>
            <p:nvPr/>
          </p:nvSpPr>
          <p:spPr>
            <a:xfrm>
              <a:off x="-49519250" y="2362475"/>
              <a:ext cx="31525" cy="31325"/>
            </a:xfrm>
            <a:custGeom>
              <a:avLst/>
              <a:gdLst/>
              <a:ahLst/>
              <a:cxnLst/>
              <a:rect l="l" t="t" r="r" b="b"/>
              <a:pathLst>
                <a:path w="1261" h="1253" extrusionOk="0">
                  <a:moveTo>
                    <a:pt x="906" y="0"/>
                  </a:moveTo>
                  <a:cubicBezTo>
                    <a:pt x="812" y="0"/>
                    <a:pt x="709" y="32"/>
                    <a:pt x="631" y="95"/>
                  </a:cubicBezTo>
                  <a:lnTo>
                    <a:pt x="127" y="599"/>
                  </a:lnTo>
                  <a:cubicBezTo>
                    <a:pt x="1" y="725"/>
                    <a:pt x="1" y="945"/>
                    <a:pt x="127" y="1134"/>
                  </a:cubicBezTo>
                  <a:cubicBezTo>
                    <a:pt x="190" y="1213"/>
                    <a:pt x="276" y="1253"/>
                    <a:pt x="367" y="1253"/>
                  </a:cubicBezTo>
                  <a:cubicBezTo>
                    <a:pt x="457" y="1253"/>
                    <a:pt x="552" y="1213"/>
                    <a:pt x="631" y="1134"/>
                  </a:cubicBezTo>
                  <a:lnTo>
                    <a:pt x="1135" y="599"/>
                  </a:lnTo>
                  <a:cubicBezTo>
                    <a:pt x="1261" y="473"/>
                    <a:pt x="1261" y="252"/>
                    <a:pt x="1135" y="95"/>
                  </a:cubicBezTo>
                  <a:cubicBezTo>
                    <a:pt x="1088" y="32"/>
                    <a:pt x="1001" y="0"/>
                    <a:pt x="906" y="0"/>
                  </a:cubicBezTo>
                  <a:close/>
                </a:path>
              </a:pathLst>
            </a:custGeom>
            <a:grpFill/>
            <a:ln>
              <a:noFill/>
            </a:ln>
          </p:spPr>
          <p:txBody>
            <a:bodyPr spcFirstLastPara="1" wrap="square" lIns="62728" tIns="62728" rIns="62728" bIns="62728" anchor="ctr" anchorCtr="0">
              <a:noAutofit/>
            </a:bodyPr>
            <a:lstStyle/>
            <a:p>
              <a:endParaRPr sz="764"/>
            </a:p>
          </p:txBody>
        </p:sp>
        <p:sp>
          <p:nvSpPr>
            <p:cNvPr id="869" name="Google Shape;5797;p61">
              <a:extLst>
                <a:ext uri="{FF2B5EF4-FFF2-40B4-BE49-F238E27FC236}">
                  <a16:creationId xmlns:a16="http://schemas.microsoft.com/office/drawing/2014/main" id="{402C8DC9-473D-41EC-8BCD-8D4BA286E42F}"/>
                </a:ext>
              </a:extLst>
            </p:cNvPr>
            <p:cNvSpPr/>
            <p:nvPr/>
          </p:nvSpPr>
          <p:spPr>
            <a:xfrm>
              <a:off x="-49519250" y="2468800"/>
              <a:ext cx="31525" cy="30150"/>
            </a:xfrm>
            <a:custGeom>
              <a:avLst/>
              <a:gdLst/>
              <a:ahLst/>
              <a:cxnLst/>
              <a:rect l="l" t="t" r="r" b="b"/>
              <a:pathLst>
                <a:path w="1261" h="1206" extrusionOk="0">
                  <a:moveTo>
                    <a:pt x="391" y="0"/>
                  </a:moveTo>
                  <a:cubicBezTo>
                    <a:pt x="300" y="0"/>
                    <a:pt x="205" y="32"/>
                    <a:pt x="127" y="95"/>
                  </a:cubicBezTo>
                  <a:cubicBezTo>
                    <a:pt x="1" y="221"/>
                    <a:pt x="1" y="441"/>
                    <a:pt x="127" y="599"/>
                  </a:cubicBezTo>
                  <a:lnTo>
                    <a:pt x="631" y="1135"/>
                  </a:lnTo>
                  <a:cubicBezTo>
                    <a:pt x="694" y="1182"/>
                    <a:pt x="780" y="1205"/>
                    <a:pt x="871" y="1205"/>
                  </a:cubicBezTo>
                  <a:cubicBezTo>
                    <a:pt x="962" y="1205"/>
                    <a:pt x="1056" y="1182"/>
                    <a:pt x="1135" y="1135"/>
                  </a:cubicBezTo>
                  <a:cubicBezTo>
                    <a:pt x="1261" y="1009"/>
                    <a:pt x="1261" y="756"/>
                    <a:pt x="1135" y="599"/>
                  </a:cubicBezTo>
                  <a:lnTo>
                    <a:pt x="631" y="95"/>
                  </a:lnTo>
                  <a:cubicBezTo>
                    <a:pt x="568" y="32"/>
                    <a:pt x="481" y="0"/>
                    <a:pt x="391" y="0"/>
                  </a:cubicBezTo>
                  <a:close/>
                </a:path>
              </a:pathLst>
            </a:custGeom>
            <a:grpFill/>
            <a:ln>
              <a:noFill/>
            </a:ln>
          </p:spPr>
          <p:txBody>
            <a:bodyPr spcFirstLastPara="1" wrap="square" lIns="62728" tIns="62728" rIns="62728" bIns="62728" anchor="ctr" anchorCtr="0">
              <a:noAutofit/>
            </a:bodyPr>
            <a:lstStyle/>
            <a:p>
              <a:endParaRPr sz="764"/>
            </a:p>
          </p:txBody>
        </p:sp>
      </p:grpSp>
      <p:sp>
        <p:nvSpPr>
          <p:cNvPr id="742" name="Google Shape;5798;p61">
            <a:extLst>
              <a:ext uri="{FF2B5EF4-FFF2-40B4-BE49-F238E27FC236}">
                <a16:creationId xmlns:a16="http://schemas.microsoft.com/office/drawing/2014/main" id="{7782B87E-7B7A-4354-9D0E-552523D4B01F}"/>
              </a:ext>
            </a:extLst>
          </p:cNvPr>
          <p:cNvSpPr/>
          <p:nvPr/>
        </p:nvSpPr>
        <p:spPr>
          <a:xfrm>
            <a:off x="6063038" y="4712824"/>
            <a:ext cx="237224" cy="228273"/>
          </a:xfrm>
          <a:custGeom>
            <a:avLst/>
            <a:gdLst/>
            <a:ahLst/>
            <a:cxnLst/>
            <a:rect l="l" t="t" r="r" b="b"/>
            <a:pathLst>
              <a:path w="12508" h="12036" extrusionOk="0">
                <a:moveTo>
                  <a:pt x="4600" y="725"/>
                </a:moveTo>
                <a:cubicBezTo>
                  <a:pt x="7026" y="725"/>
                  <a:pt x="8475" y="1387"/>
                  <a:pt x="8475" y="1796"/>
                </a:cubicBezTo>
                <a:cubicBezTo>
                  <a:pt x="8475" y="2143"/>
                  <a:pt x="7058" y="2836"/>
                  <a:pt x="4600" y="2836"/>
                </a:cubicBezTo>
                <a:cubicBezTo>
                  <a:pt x="2111" y="2836"/>
                  <a:pt x="725" y="2143"/>
                  <a:pt x="725" y="1796"/>
                </a:cubicBezTo>
                <a:cubicBezTo>
                  <a:pt x="725" y="1387"/>
                  <a:pt x="2143" y="725"/>
                  <a:pt x="4600" y="725"/>
                </a:cubicBezTo>
                <a:close/>
                <a:moveTo>
                  <a:pt x="694" y="2805"/>
                </a:moveTo>
                <a:cubicBezTo>
                  <a:pt x="1670" y="3403"/>
                  <a:pt x="3371" y="3592"/>
                  <a:pt x="4537" y="3592"/>
                </a:cubicBezTo>
                <a:cubicBezTo>
                  <a:pt x="4915" y="3592"/>
                  <a:pt x="5262" y="3592"/>
                  <a:pt x="5608" y="3561"/>
                </a:cubicBezTo>
                <a:lnTo>
                  <a:pt x="5608" y="4002"/>
                </a:lnTo>
                <a:cubicBezTo>
                  <a:pt x="5608" y="4191"/>
                  <a:pt x="5451" y="4348"/>
                  <a:pt x="5262" y="4348"/>
                </a:cubicBezTo>
                <a:cubicBezTo>
                  <a:pt x="4663" y="4348"/>
                  <a:pt x="4191" y="4821"/>
                  <a:pt x="4191" y="5420"/>
                </a:cubicBezTo>
                <a:lnTo>
                  <a:pt x="4191" y="6113"/>
                </a:lnTo>
                <a:cubicBezTo>
                  <a:pt x="4191" y="6302"/>
                  <a:pt x="4033" y="6459"/>
                  <a:pt x="3844" y="6459"/>
                </a:cubicBezTo>
                <a:cubicBezTo>
                  <a:pt x="3655" y="6459"/>
                  <a:pt x="3497" y="6302"/>
                  <a:pt x="3497" y="6113"/>
                </a:cubicBezTo>
                <a:lnTo>
                  <a:pt x="3497" y="5325"/>
                </a:lnTo>
                <a:cubicBezTo>
                  <a:pt x="3529" y="4726"/>
                  <a:pt x="3056" y="4254"/>
                  <a:pt x="2458" y="4254"/>
                </a:cubicBezTo>
                <a:cubicBezTo>
                  <a:pt x="1859" y="4254"/>
                  <a:pt x="1387" y="4726"/>
                  <a:pt x="1387" y="5325"/>
                </a:cubicBezTo>
                <a:lnTo>
                  <a:pt x="1387" y="6743"/>
                </a:lnTo>
                <a:cubicBezTo>
                  <a:pt x="1387" y="6932"/>
                  <a:pt x="1229" y="7089"/>
                  <a:pt x="1040" y="7089"/>
                </a:cubicBezTo>
                <a:cubicBezTo>
                  <a:pt x="851" y="7089"/>
                  <a:pt x="694" y="6932"/>
                  <a:pt x="694" y="6743"/>
                </a:cubicBezTo>
                <a:lnTo>
                  <a:pt x="694" y="2805"/>
                </a:lnTo>
                <a:close/>
                <a:moveTo>
                  <a:pt x="8475" y="2742"/>
                </a:moveTo>
                <a:lnTo>
                  <a:pt x="8475" y="8192"/>
                </a:lnTo>
                <a:cubicBezTo>
                  <a:pt x="7719" y="8034"/>
                  <a:pt x="7026" y="7625"/>
                  <a:pt x="6553" y="6995"/>
                </a:cubicBezTo>
                <a:lnTo>
                  <a:pt x="5104" y="5010"/>
                </a:lnTo>
                <a:cubicBezTo>
                  <a:pt x="5104" y="5010"/>
                  <a:pt x="5167" y="4978"/>
                  <a:pt x="5293" y="4978"/>
                </a:cubicBezTo>
                <a:cubicBezTo>
                  <a:pt x="5892" y="4978"/>
                  <a:pt x="6364" y="4506"/>
                  <a:pt x="6364" y="3907"/>
                </a:cubicBezTo>
                <a:lnTo>
                  <a:pt x="6364" y="3403"/>
                </a:lnTo>
                <a:cubicBezTo>
                  <a:pt x="7215" y="3277"/>
                  <a:pt x="7971" y="3057"/>
                  <a:pt x="8475" y="2742"/>
                </a:cubicBezTo>
                <a:close/>
                <a:moveTo>
                  <a:pt x="9200" y="3844"/>
                </a:moveTo>
                <a:cubicBezTo>
                  <a:pt x="9925" y="4159"/>
                  <a:pt x="10555" y="4695"/>
                  <a:pt x="10996" y="5325"/>
                </a:cubicBezTo>
                <a:cubicBezTo>
                  <a:pt x="11689" y="6302"/>
                  <a:pt x="11153" y="7782"/>
                  <a:pt x="10019" y="8160"/>
                </a:cubicBezTo>
                <a:cubicBezTo>
                  <a:pt x="9735" y="8223"/>
                  <a:pt x="9452" y="8318"/>
                  <a:pt x="9200" y="8318"/>
                </a:cubicBezTo>
                <a:lnTo>
                  <a:pt x="9200" y="3844"/>
                </a:lnTo>
                <a:close/>
                <a:moveTo>
                  <a:pt x="2489" y="4978"/>
                </a:moveTo>
                <a:cubicBezTo>
                  <a:pt x="2678" y="4978"/>
                  <a:pt x="2836" y="5136"/>
                  <a:pt x="2836" y="5325"/>
                </a:cubicBezTo>
                <a:lnTo>
                  <a:pt x="2836" y="6050"/>
                </a:lnTo>
                <a:cubicBezTo>
                  <a:pt x="2836" y="6617"/>
                  <a:pt x="3308" y="7089"/>
                  <a:pt x="3907" y="7089"/>
                </a:cubicBezTo>
                <a:cubicBezTo>
                  <a:pt x="4474" y="7089"/>
                  <a:pt x="4947" y="6680"/>
                  <a:pt x="4978" y="6081"/>
                </a:cubicBezTo>
                <a:lnTo>
                  <a:pt x="5986" y="7467"/>
                </a:lnTo>
                <a:cubicBezTo>
                  <a:pt x="6459" y="8097"/>
                  <a:pt x="7152" y="8570"/>
                  <a:pt x="7877" y="8822"/>
                </a:cubicBezTo>
                <a:cubicBezTo>
                  <a:pt x="8097" y="8917"/>
                  <a:pt x="8286" y="8948"/>
                  <a:pt x="8507" y="8980"/>
                </a:cubicBezTo>
                <a:lnTo>
                  <a:pt x="8507" y="10303"/>
                </a:lnTo>
                <a:cubicBezTo>
                  <a:pt x="8475" y="10618"/>
                  <a:pt x="7058" y="11311"/>
                  <a:pt x="4600" y="11311"/>
                </a:cubicBezTo>
                <a:cubicBezTo>
                  <a:pt x="2111" y="11311"/>
                  <a:pt x="725" y="10586"/>
                  <a:pt x="725" y="10240"/>
                </a:cubicBezTo>
                <a:lnTo>
                  <a:pt x="725" y="7688"/>
                </a:lnTo>
                <a:cubicBezTo>
                  <a:pt x="851" y="7719"/>
                  <a:pt x="977" y="7782"/>
                  <a:pt x="1072" y="7782"/>
                </a:cubicBezTo>
                <a:cubicBezTo>
                  <a:pt x="1670" y="7782"/>
                  <a:pt x="2143" y="7310"/>
                  <a:pt x="2143" y="6711"/>
                </a:cubicBezTo>
                <a:lnTo>
                  <a:pt x="2143" y="5325"/>
                </a:lnTo>
                <a:cubicBezTo>
                  <a:pt x="2143" y="5136"/>
                  <a:pt x="2300" y="4978"/>
                  <a:pt x="2489" y="4978"/>
                </a:cubicBezTo>
                <a:close/>
                <a:moveTo>
                  <a:pt x="4537" y="1"/>
                </a:moveTo>
                <a:cubicBezTo>
                  <a:pt x="3371" y="1"/>
                  <a:pt x="2300" y="158"/>
                  <a:pt x="1481" y="442"/>
                </a:cubicBezTo>
                <a:cubicBezTo>
                  <a:pt x="252" y="851"/>
                  <a:pt x="0" y="1387"/>
                  <a:pt x="0" y="1796"/>
                </a:cubicBezTo>
                <a:lnTo>
                  <a:pt x="0" y="10240"/>
                </a:lnTo>
                <a:cubicBezTo>
                  <a:pt x="0" y="10649"/>
                  <a:pt x="252" y="11153"/>
                  <a:pt x="1481" y="11594"/>
                </a:cubicBezTo>
                <a:cubicBezTo>
                  <a:pt x="2300" y="11878"/>
                  <a:pt x="3403" y="12036"/>
                  <a:pt x="4537" y="12036"/>
                </a:cubicBezTo>
                <a:cubicBezTo>
                  <a:pt x="6837" y="12036"/>
                  <a:pt x="9137" y="11437"/>
                  <a:pt x="9137" y="10240"/>
                </a:cubicBezTo>
                <a:lnTo>
                  <a:pt x="9137" y="8980"/>
                </a:lnTo>
                <a:cubicBezTo>
                  <a:pt x="9515" y="8980"/>
                  <a:pt x="9862" y="8917"/>
                  <a:pt x="10208" y="8791"/>
                </a:cubicBezTo>
                <a:cubicBezTo>
                  <a:pt x="11815" y="8286"/>
                  <a:pt x="12508" y="6302"/>
                  <a:pt x="11563" y="4884"/>
                </a:cubicBezTo>
                <a:cubicBezTo>
                  <a:pt x="10996" y="4096"/>
                  <a:pt x="10208" y="3435"/>
                  <a:pt x="9137" y="2994"/>
                </a:cubicBezTo>
                <a:lnTo>
                  <a:pt x="9137" y="1796"/>
                </a:lnTo>
                <a:cubicBezTo>
                  <a:pt x="9137" y="631"/>
                  <a:pt x="6837" y="1"/>
                  <a:pt x="4537"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743" name="Google Shape;5799;p61">
            <a:extLst>
              <a:ext uri="{FF2B5EF4-FFF2-40B4-BE49-F238E27FC236}">
                <a16:creationId xmlns:a16="http://schemas.microsoft.com/office/drawing/2014/main" id="{A1320D50-0AC2-40D2-AFD5-12090E77E57A}"/>
              </a:ext>
            </a:extLst>
          </p:cNvPr>
          <p:cNvSpPr/>
          <p:nvPr/>
        </p:nvSpPr>
        <p:spPr>
          <a:xfrm>
            <a:off x="8062023" y="4163696"/>
            <a:ext cx="228273" cy="227666"/>
          </a:xfrm>
          <a:custGeom>
            <a:avLst/>
            <a:gdLst/>
            <a:ahLst/>
            <a:cxnLst/>
            <a:rect l="l" t="t" r="r" b="b"/>
            <a:pathLst>
              <a:path w="12036" h="12004" extrusionOk="0">
                <a:moveTo>
                  <a:pt x="1450" y="693"/>
                </a:moveTo>
                <a:lnTo>
                  <a:pt x="1450" y="1418"/>
                </a:lnTo>
                <a:lnTo>
                  <a:pt x="756" y="1418"/>
                </a:lnTo>
                <a:lnTo>
                  <a:pt x="756" y="693"/>
                </a:lnTo>
                <a:close/>
                <a:moveTo>
                  <a:pt x="11342" y="693"/>
                </a:moveTo>
                <a:lnTo>
                  <a:pt x="11342" y="1418"/>
                </a:lnTo>
                <a:lnTo>
                  <a:pt x="10618" y="1418"/>
                </a:lnTo>
                <a:lnTo>
                  <a:pt x="10618" y="693"/>
                </a:lnTo>
                <a:close/>
                <a:moveTo>
                  <a:pt x="6049" y="4191"/>
                </a:moveTo>
                <a:cubicBezTo>
                  <a:pt x="6270" y="4191"/>
                  <a:pt x="6427" y="4380"/>
                  <a:pt x="6427" y="4569"/>
                </a:cubicBezTo>
                <a:cubicBezTo>
                  <a:pt x="6427" y="4758"/>
                  <a:pt x="6270" y="4915"/>
                  <a:pt x="6049" y="4915"/>
                </a:cubicBezTo>
                <a:cubicBezTo>
                  <a:pt x="5860" y="4915"/>
                  <a:pt x="5703" y="4758"/>
                  <a:pt x="5703" y="4569"/>
                </a:cubicBezTo>
                <a:cubicBezTo>
                  <a:pt x="5703" y="4380"/>
                  <a:pt x="5860" y="4191"/>
                  <a:pt x="6049" y="4191"/>
                </a:cubicBezTo>
                <a:close/>
                <a:moveTo>
                  <a:pt x="6081" y="1040"/>
                </a:moveTo>
                <a:cubicBezTo>
                  <a:pt x="6144" y="1166"/>
                  <a:pt x="8381" y="5167"/>
                  <a:pt x="8475" y="5262"/>
                </a:cubicBezTo>
                <a:lnTo>
                  <a:pt x="7278" y="7026"/>
                </a:lnTo>
                <a:lnTo>
                  <a:pt x="6427" y="7026"/>
                </a:lnTo>
                <a:lnTo>
                  <a:pt x="6427" y="5577"/>
                </a:lnTo>
                <a:cubicBezTo>
                  <a:pt x="6805" y="5419"/>
                  <a:pt x="7120" y="5041"/>
                  <a:pt x="7120" y="4600"/>
                </a:cubicBezTo>
                <a:cubicBezTo>
                  <a:pt x="7120" y="4001"/>
                  <a:pt x="6648" y="3529"/>
                  <a:pt x="6081" y="3529"/>
                </a:cubicBezTo>
                <a:cubicBezTo>
                  <a:pt x="5482" y="3529"/>
                  <a:pt x="5010" y="4001"/>
                  <a:pt x="5010" y="4600"/>
                </a:cubicBezTo>
                <a:cubicBezTo>
                  <a:pt x="5010" y="5073"/>
                  <a:pt x="5293" y="5451"/>
                  <a:pt x="5703" y="5577"/>
                </a:cubicBezTo>
                <a:lnTo>
                  <a:pt x="5703" y="7026"/>
                </a:lnTo>
                <a:lnTo>
                  <a:pt x="4852" y="7026"/>
                </a:lnTo>
                <a:lnTo>
                  <a:pt x="3655" y="5262"/>
                </a:lnTo>
                <a:cubicBezTo>
                  <a:pt x="3749" y="5167"/>
                  <a:pt x="5986" y="1166"/>
                  <a:pt x="6081" y="1040"/>
                </a:cubicBezTo>
                <a:close/>
                <a:moveTo>
                  <a:pt x="3812" y="3529"/>
                </a:moveTo>
                <a:lnTo>
                  <a:pt x="2899" y="5104"/>
                </a:lnTo>
                <a:cubicBezTo>
                  <a:pt x="2836" y="5230"/>
                  <a:pt x="2836" y="5388"/>
                  <a:pt x="2899" y="5451"/>
                </a:cubicBezTo>
                <a:lnTo>
                  <a:pt x="4064" y="7215"/>
                </a:lnTo>
                <a:cubicBezTo>
                  <a:pt x="3749" y="7404"/>
                  <a:pt x="3529" y="7719"/>
                  <a:pt x="3529" y="8097"/>
                </a:cubicBezTo>
                <a:lnTo>
                  <a:pt x="3529" y="8475"/>
                </a:lnTo>
                <a:lnTo>
                  <a:pt x="693" y="8475"/>
                </a:lnTo>
                <a:lnTo>
                  <a:pt x="693" y="3907"/>
                </a:lnTo>
                <a:cubicBezTo>
                  <a:pt x="788" y="3686"/>
                  <a:pt x="945" y="3529"/>
                  <a:pt x="1103" y="3529"/>
                </a:cubicBezTo>
                <a:close/>
                <a:moveTo>
                  <a:pt x="7436" y="7751"/>
                </a:moveTo>
                <a:cubicBezTo>
                  <a:pt x="7625" y="7751"/>
                  <a:pt x="7782" y="7908"/>
                  <a:pt x="7782" y="8097"/>
                </a:cubicBezTo>
                <a:lnTo>
                  <a:pt x="7782" y="8475"/>
                </a:lnTo>
                <a:lnTo>
                  <a:pt x="4285" y="8475"/>
                </a:lnTo>
                <a:lnTo>
                  <a:pt x="4285" y="8097"/>
                </a:lnTo>
                <a:cubicBezTo>
                  <a:pt x="4285" y="7908"/>
                  <a:pt x="4443" y="7751"/>
                  <a:pt x="4632" y="7751"/>
                </a:cubicBezTo>
                <a:close/>
                <a:moveTo>
                  <a:pt x="10996" y="3529"/>
                </a:moveTo>
                <a:cubicBezTo>
                  <a:pt x="11185" y="3529"/>
                  <a:pt x="11342" y="3686"/>
                  <a:pt x="11342" y="3907"/>
                </a:cubicBezTo>
                <a:lnTo>
                  <a:pt x="11342" y="8475"/>
                </a:lnTo>
                <a:lnTo>
                  <a:pt x="8507" y="8475"/>
                </a:lnTo>
                <a:lnTo>
                  <a:pt x="8507" y="8097"/>
                </a:lnTo>
                <a:cubicBezTo>
                  <a:pt x="8507" y="7719"/>
                  <a:pt x="8318" y="7404"/>
                  <a:pt x="8003" y="7215"/>
                </a:cubicBezTo>
                <a:lnTo>
                  <a:pt x="9137" y="5451"/>
                </a:lnTo>
                <a:cubicBezTo>
                  <a:pt x="9200" y="5356"/>
                  <a:pt x="9200" y="5230"/>
                  <a:pt x="9137" y="5104"/>
                </a:cubicBezTo>
                <a:lnTo>
                  <a:pt x="8223" y="3529"/>
                </a:lnTo>
                <a:close/>
                <a:moveTo>
                  <a:pt x="11342" y="9137"/>
                </a:moveTo>
                <a:lnTo>
                  <a:pt x="11342" y="9483"/>
                </a:lnTo>
                <a:cubicBezTo>
                  <a:pt x="11342" y="9672"/>
                  <a:pt x="11185" y="9830"/>
                  <a:pt x="10996" y="9830"/>
                </a:cubicBezTo>
                <a:lnTo>
                  <a:pt x="1103" y="9830"/>
                </a:lnTo>
                <a:cubicBezTo>
                  <a:pt x="914" y="9830"/>
                  <a:pt x="756" y="9672"/>
                  <a:pt x="756" y="9483"/>
                </a:cubicBezTo>
                <a:lnTo>
                  <a:pt x="756" y="9137"/>
                </a:lnTo>
                <a:close/>
                <a:moveTo>
                  <a:pt x="6427" y="10554"/>
                </a:moveTo>
                <a:lnTo>
                  <a:pt x="6427" y="11248"/>
                </a:lnTo>
                <a:lnTo>
                  <a:pt x="5703" y="11248"/>
                </a:lnTo>
                <a:lnTo>
                  <a:pt x="5703" y="10554"/>
                </a:lnTo>
                <a:close/>
                <a:moveTo>
                  <a:pt x="347" y="0"/>
                </a:moveTo>
                <a:cubicBezTo>
                  <a:pt x="158" y="0"/>
                  <a:pt x="0" y="158"/>
                  <a:pt x="0" y="347"/>
                </a:cubicBezTo>
                <a:lnTo>
                  <a:pt x="0" y="1765"/>
                </a:lnTo>
                <a:cubicBezTo>
                  <a:pt x="0" y="1954"/>
                  <a:pt x="158" y="2111"/>
                  <a:pt x="347" y="2111"/>
                </a:cubicBezTo>
                <a:lnTo>
                  <a:pt x="1765" y="2111"/>
                </a:lnTo>
                <a:cubicBezTo>
                  <a:pt x="1954" y="2111"/>
                  <a:pt x="2111" y="1954"/>
                  <a:pt x="2111" y="1765"/>
                </a:cubicBezTo>
                <a:lnTo>
                  <a:pt x="2111" y="1418"/>
                </a:lnTo>
                <a:lnTo>
                  <a:pt x="5010" y="1418"/>
                </a:lnTo>
                <a:lnTo>
                  <a:pt x="4159" y="2836"/>
                </a:lnTo>
                <a:lnTo>
                  <a:pt x="1072" y="2836"/>
                </a:lnTo>
                <a:cubicBezTo>
                  <a:pt x="473" y="2836"/>
                  <a:pt x="0" y="3308"/>
                  <a:pt x="0" y="3907"/>
                </a:cubicBezTo>
                <a:lnTo>
                  <a:pt x="0" y="9515"/>
                </a:lnTo>
                <a:cubicBezTo>
                  <a:pt x="0" y="10113"/>
                  <a:pt x="473" y="10586"/>
                  <a:pt x="1072" y="10586"/>
                </a:cubicBezTo>
                <a:lnTo>
                  <a:pt x="4947" y="10586"/>
                </a:lnTo>
                <a:lnTo>
                  <a:pt x="4947" y="11311"/>
                </a:lnTo>
                <a:lnTo>
                  <a:pt x="3907" y="11311"/>
                </a:lnTo>
                <a:cubicBezTo>
                  <a:pt x="3686" y="11311"/>
                  <a:pt x="3529" y="11468"/>
                  <a:pt x="3529" y="11657"/>
                </a:cubicBezTo>
                <a:cubicBezTo>
                  <a:pt x="3529" y="11846"/>
                  <a:pt x="3686" y="12004"/>
                  <a:pt x="3907" y="12004"/>
                </a:cubicBezTo>
                <a:lnTo>
                  <a:pt x="8097" y="12004"/>
                </a:lnTo>
                <a:cubicBezTo>
                  <a:pt x="8318" y="12004"/>
                  <a:pt x="8475" y="11846"/>
                  <a:pt x="8475" y="11657"/>
                </a:cubicBezTo>
                <a:cubicBezTo>
                  <a:pt x="8475" y="11468"/>
                  <a:pt x="8318" y="11311"/>
                  <a:pt x="8097" y="11311"/>
                </a:cubicBezTo>
                <a:lnTo>
                  <a:pt x="7057" y="11311"/>
                </a:lnTo>
                <a:lnTo>
                  <a:pt x="7057" y="10586"/>
                </a:lnTo>
                <a:lnTo>
                  <a:pt x="10933" y="10586"/>
                </a:lnTo>
                <a:cubicBezTo>
                  <a:pt x="11531" y="10586"/>
                  <a:pt x="12004" y="10113"/>
                  <a:pt x="12004" y="9515"/>
                </a:cubicBezTo>
                <a:lnTo>
                  <a:pt x="12004" y="3907"/>
                </a:lnTo>
                <a:cubicBezTo>
                  <a:pt x="12035" y="3308"/>
                  <a:pt x="11563" y="2836"/>
                  <a:pt x="10996" y="2836"/>
                </a:cubicBezTo>
                <a:lnTo>
                  <a:pt x="7877" y="2836"/>
                </a:lnTo>
                <a:lnTo>
                  <a:pt x="7057" y="1418"/>
                </a:lnTo>
                <a:lnTo>
                  <a:pt x="9924" y="1418"/>
                </a:lnTo>
                <a:lnTo>
                  <a:pt x="9924" y="1765"/>
                </a:lnTo>
                <a:cubicBezTo>
                  <a:pt x="9924" y="1954"/>
                  <a:pt x="10082" y="2111"/>
                  <a:pt x="10271" y="2111"/>
                </a:cubicBezTo>
                <a:lnTo>
                  <a:pt x="11689" y="2111"/>
                </a:lnTo>
                <a:cubicBezTo>
                  <a:pt x="11878" y="2111"/>
                  <a:pt x="12035" y="1954"/>
                  <a:pt x="12035" y="1765"/>
                </a:cubicBezTo>
                <a:lnTo>
                  <a:pt x="12035" y="347"/>
                </a:lnTo>
                <a:cubicBezTo>
                  <a:pt x="12035" y="158"/>
                  <a:pt x="11878" y="0"/>
                  <a:pt x="11689" y="0"/>
                </a:cubicBezTo>
                <a:lnTo>
                  <a:pt x="10271" y="0"/>
                </a:lnTo>
                <a:cubicBezTo>
                  <a:pt x="10082" y="0"/>
                  <a:pt x="9924" y="158"/>
                  <a:pt x="9924" y="347"/>
                </a:cubicBezTo>
                <a:lnTo>
                  <a:pt x="9924" y="693"/>
                </a:lnTo>
                <a:lnTo>
                  <a:pt x="6648" y="693"/>
                </a:lnTo>
                <a:lnTo>
                  <a:pt x="6333" y="189"/>
                </a:lnTo>
                <a:cubicBezTo>
                  <a:pt x="6270" y="63"/>
                  <a:pt x="6144" y="0"/>
                  <a:pt x="6018" y="0"/>
                </a:cubicBezTo>
                <a:cubicBezTo>
                  <a:pt x="5892" y="0"/>
                  <a:pt x="5797" y="63"/>
                  <a:pt x="5703" y="189"/>
                </a:cubicBezTo>
                <a:lnTo>
                  <a:pt x="5388" y="693"/>
                </a:lnTo>
                <a:lnTo>
                  <a:pt x="2111" y="693"/>
                </a:lnTo>
                <a:lnTo>
                  <a:pt x="2111" y="347"/>
                </a:lnTo>
                <a:cubicBezTo>
                  <a:pt x="2111" y="158"/>
                  <a:pt x="1954" y="0"/>
                  <a:pt x="1765"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744" name="Google Shape;5800;p61">
            <a:extLst>
              <a:ext uri="{FF2B5EF4-FFF2-40B4-BE49-F238E27FC236}">
                <a16:creationId xmlns:a16="http://schemas.microsoft.com/office/drawing/2014/main" id="{0A625751-4D0B-4875-9DFA-3340894EED64}"/>
              </a:ext>
            </a:extLst>
          </p:cNvPr>
          <p:cNvGrpSpPr/>
          <p:nvPr/>
        </p:nvGrpSpPr>
        <p:grpSpPr>
          <a:xfrm>
            <a:off x="8101408" y="4442808"/>
            <a:ext cx="146416" cy="228253"/>
            <a:chOff x="-47842400" y="2342000"/>
            <a:chExt cx="193000" cy="300875"/>
          </a:xfrm>
          <a:solidFill>
            <a:schemeClr val="tx1"/>
          </a:solidFill>
        </p:grpSpPr>
        <p:sp>
          <p:nvSpPr>
            <p:cNvPr id="860" name="Google Shape;5801;p61">
              <a:extLst>
                <a:ext uri="{FF2B5EF4-FFF2-40B4-BE49-F238E27FC236}">
                  <a16:creationId xmlns:a16="http://schemas.microsoft.com/office/drawing/2014/main" id="{3E637E05-3A6C-4490-988E-F112D90EB377}"/>
                </a:ext>
              </a:extLst>
            </p:cNvPr>
            <p:cNvSpPr/>
            <p:nvPr/>
          </p:nvSpPr>
          <p:spPr>
            <a:xfrm>
              <a:off x="-47809325" y="2412875"/>
              <a:ext cx="124475" cy="124475"/>
            </a:xfrm>
            <a:custGeom>
              <a:avLst/>
              <a:gdLst/>
              <a:ahLst/>
              <a:cxnLst/>
              <a:rect l="l" t="t" r="r" b="b"/>
              <a:pathLst>
                <a:path w="4979" h="4979" extrusionOk="0">
                  <a:moveTo>
                    <a:pt x="1828" y="725"/>
                  </a:moveTo>
                  <a:cubicBezTo>
                    <a:pt x="2301" y="725"/>
                    <a:pt x="2679" y="1009"/>
                    <a:pt x="2805" y="1418"/>
                  </a:cubicBezTo>
                  <a:lnTo>
                    <a:pt x="1828" y="1418"/>
                  </a:lnTo>
                  <a:cubicBezTo>
                    <a:pt x="1639" y="1418"/>
                    <a:pt x="1482" y="1576"/>
                    <a:pt x="1482" y="1796"/>
                  </a:cubicBezTo>
                  <a:lnTo>
                    <a:pt x="1482" y="2773"/>
                  </a:lnTo>
                  <a:cubicBezTo>
                    <a:pt x="1072" y="2647"/>
                    <a:pt x="757" y="2269"/>
                    <a:pt x="757" y="1796"/>
                  </a:cubicBezTo>
                  <a:cubicBezTo>
                    <a:pt x="757" y="1198"/>
                    <a:pt x="1230" y="725"/>
                    <a:pt x="1828" y="725"/>
                  </a:cubicBezTo>
                  <a:close/>
                  <a:moveTo>
                    <a:pt x="2805" y="2143"/>
                  </a:moveTo>
                  <a:cubicBezTo>
                    <a:pt x="2679" y="2458"/>
                    <a:pt x="2458" y="2678"/>
                    <a:pt x="2175" y="2773"/>
                  </a:cubicBezTo>
                  <a:lnTo>
                    <a:pt x="2175" y="2143"/>
                  </a:lnTo>
                  <a:close/>
                  <a:moveTo>
                    <a:pt x="4286" y="2111"/>
                  </a:moveTo>
                  <a:lnTo>
                    <a:pt x="4286" y="4222"/>
                  </a:lnTo>
                  <a:lnTo>
                    <a:pt x="2143" y="4222"/>
                  </a:lnTo>
                  <a:lnTo>
                    <a:pt x="2143" y="3466"/>
                  </a:lnTo>
                  <a:cubicBezTo>
                    <a:pt x="2805" y="3309"/>
                    <a:pt x="3372" y="2804"/>
                    <a:pt x="3529" y="2111"/>
                  </a:cubicBezTo>
                  <a:close/>
                  <a:moveTo>
                    <a:pt x="1797" y="1"/>
                  </a:moveTo>
                  <a:cubicBezTo>
                    <a:pt x="789" y="1"/>
                    <a:pt x="1" y="788"/>
                    <a:pt x="1" y="1796"/>
                  </a:cubicBezTo>
                  <a:cubicBezTo>
                    <a:pt x="1" y="2647"/>
                    <a:pt x="599" y="3372"/>
                    <a:pt x="1450" y="3529"/>
                  </a:cubicBezTo>
                  <a:lnTo>
                    <a:pt x="1450" y="4632"/>
                  </a:lnTo>
                  <a:cubicBezTo>
                    <a:pt x="1450" y="4821"/>
                    <a:pt x="1576" y="4978"/>
                    <a:pt x="1797" y="4978"/>
                  </a:cubicBezTo>
                  <a:lnTo>
                    <a:pt x="4601" y="4978"/>
                  </a:lnTo>
                  <a:cubicBezTo>
                    <a:pt x="4790" y="4978"/>
                    <a:pt x="4947" y="4821"/>
                    <a:pt x="4947" y="4632"/>
                  </a:cubicBezTo>
                  <a:lnTo>
                    <a:pt x="4947" y="1828"/>
                  </a:lnTo>
                  <a:cubicBezTo>
                    <a:pt x="4979" y="1576"/>
                    <a:pt x="4821" y="1418"/>
                    <a:pt x="4632" y="1418"/>
                  </a:cubicBezTo>
                  <a:lnTo>
                    <a:pt x="3529" y="1418"/>
                  </a:lnTo>
                  <a:cubicBezTo>
                    <a:pt x="3372" y="631"/>
                    <a:pt x="2647" y="1"/>
                    <a:pt x="1797" y="1"/>
                  </a:cubicBezTo>
                  <a:close/>
                </a:path>
              </a:pathLst>
            </a:custGeom>
            <a:grpFill/>
            <a:ln>
              <a:noFill/>
            </a:ln>
          </p:spPr>
          <p:txBody>
            <a:bodyPr spcFirstLastPara="1" wrap="square" lIns="62728" tIns="62728" rIns="62728" bIns="62728" anchor="ctr" anchorCtr="0">
              <a:noAutofit/>
            </a:bodyPr>
            <a:lstStyle/>
            <a:p>
              <a:endParaRPr sz="764"/>
            </a:p>
          </p:txBody>
        </p:sp>
        <p:sp>
          <p:nvSpPr>
            <p:cNvPr id="861" name="Google Shape;5802;p61">
              <a:extLst>
                <a:ext uri="{FF2B5EF4-FFF2-40B4-BE49-F238E27FC236}">
                  <a16:creationId xmlns:a16="http://schemas.microsoft.com/office/drawing/2014/main" id="{ABF29343-AD2D-4E58-BC1A-A15D1479DE51}"/>
                </a:ext>
              </a:extLst>
            </p:cNvPr>
            <p:cNvSpPr/>
            <p:nvPr/>
          </p:nvSpPr>
          <p:spPr>
            <a:xfrm>
              <a:off x="-47842400" y="2342000"/>
              <a:ext cx="193000" cy="300875"/>
            </a:xfrm>
            <a:custGeom>
              <a:avLst/>
              <a:gdLst/>
              <a:ahLst/>
              <a:cxnLst/>
              <a:rect l="l" t="t" r="r" b="b"/>
              <a:pathLst>
                <a:path w="7720" h="12035" extrusionOk="0">
                  <a:moveTo>
                    <a:pt x="6995" y="725"/>
                  </a:moveTo>
                  <a:lnTo>
                    <a:pt x="6995" y="1418"/>
                  </a:lnTo>
                  <a:lnTo>
                    <a:pt x="662" y="1418"/>
                  </a:lnTo>
                  <a:lnTo>
                    <a:pt x="662" y="725"/>
                  </a:lnTo>
                  <a:close/>
                  <a:moveTo>
                    <a:pt x="7058" y="2142"/>
                  </a:moveTo>
                  <a:lnTo>
                    <a:pt x="7058" y="8506"/>
                  </a:lnTo>
                  <a:lnTo>
                    <a:pt x="694" y="8506"/>
                  </a:lnTo>
                  <a:lnTo>
                    <a:pt x="694" y="2142"/>
                  </a:lnTo>
                  <a:close/>
                  <a:moveTo>
                    <a:pt x="7058" y="9200"/>
                  </a:moveTo>
                  <a:lnTo>
                    <a:pt x="7058" y="11310"/>
                  </a:lnTo>
                  <a:lnTo>
                    <a:pt x="694" y="11310"/>
                  </a:lnTo>
                  <a:lnTo>
                    <a:pt x="694" y="9200"/>
                  </a:lnTo>
                  <a:close/>
                  <a:moveTo>
                    <a:pt x="347" y="0"/>
                  </a:moveTo>
                  <a:cubicBezTo>
                    <a:pt x="158" y="0"/>
                    <a:pt x="1" y="158"/>
                    <a:pt x="1" y="378"/>
                  </a:cubicBezTo>
                  <a:lnTo>
                    <a:pt x="1" y="11657"/>
                  </a:lnTo>
                  <a:cubicBezTo>
                    <a:pt x="1" y="11877"/>
                    <a:pt x="158" y="12035"/>
                    <a:pt x="347" y="12035"/>
                  </a:cubicBezTo>
                  <a:lnTo>
                    <a:pt x="7373" y="12035"/>
                  </a:lnTo>
                  <a:cubicBezTo>
                    <a:pt x="7562" y="12035"/>
                    <a:pt x="7719" y="11877"/>
                    <a:pt x="7719" y="11657"/>
                  </a:cubicBezTo>
                  <a:lnTo>
                    <a:pt x="7719" y="378"/>
                  </a:lnTo>
                  <a:cubicBezTo>
                    <a:pt x="7719" y="158"/>
                    <a:pt x="7562" y="0"/>
                    <a:pt x="7373" y="0"/>
                  </a:cubicBezTo>
                  <a:close/>
                </a:path>
              </a:pathLst>
            </a:custGeom>
            <a:grpFill/>
            <a:ln>
              <a:noFill/>
            </a:ln>
          </p:spPr>
          <p:txBody>
            <a:bodyPr spcFirstLastPara="1" wrap="square" lIns="62728" tIns="62728" rIns="62728" bIns="62728" anchor="ctr" anchorCtr="0">
              <a:noAutofit/>
            </a:bodyPr>
            <a:lstStyle/>
            <a:p>
              <a:endParaRPr sz="764"/>
            </a:p>
          </p:txBody>
        </p:sp>
        <p:sp>
          <p:nvSpPr>
            <p:cNvPr id="862" name="Google Shape;5803;p61">
              <a:extLst>
                <a:ext uri="{FF2B5EF4-FFF2-40B4-BE49-F238E27FC236}">
                  <a16:creationId xmlns:a16="http://schemas.microsoft.com/office/drawing/2014/main" id="{B30FD512-DCB2-464D-A098-F6580A93369C}"/>
                </a:ext>
              </a:extLst>
            </p:cNvPr>
            <p:cNvSpPr/>
            <p:nvPr/>
          </p:nvSpPr>
          <p:spPr>
            <a:xfrm>
              <a:off x="-47772300" y="2589300"/>
              <a:ext cx="52800" cy="18150"/>
            </a:xfrm>
            <a:custGeom>
              <a:avLst/>
              <a:gdLst/>
              <a:ahLst/>
              <a:cxnLst/>
              <a:rect l="l" t="t" r="r" b="b"/>
              <a:pathLst>
                <a:path w="2112" h="726" extrusionOk="0">
                  <a:moveTo>
                    <a:pt x="347" y="1"/>
                  </a:moveTo>
                  <a:cubicBezTo>
                    <a:pt x="158" y="1"/>
                    <a:pt x="1" y="158"/>
                    <a:pt x="1" y="347"/>
                  </a:cubicBezTo>
                  <a:cubicBezTo>
                    <a:pt x="1" y="568"/>
                    <a:pt x="158" y="725"/>
                    <a:pt x="347" y="725"/>
                  </a:cubicBezTo>
                  <a:lnTo>
                    <a:pt x="1765" y="725"/>
                  </a:lnTo>
                  <a:cubicBezTo>
                    <a:pt x="1954" y="725"/>
                    <a:pt x="2111" y="568"/>
                    <a:pt x="2111" y="347"/>
                  </a:cubicBezTo>
                  <a:cubicBezTo>
                    <a:pt x="2111" y="158"/>
                    <a:pt x="1954" y="1"/>
                    <a:pt x="1765"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45" name="Google Shape;5804;p61">
            <a:extLst>
              <a:ext uri="{FF2B5EF4-FFF2-40B4-BE49-F238E27FC236}">
                <a16:creationId xmlns:a16="http://schemas.microsoft.com/office/drawing/2014/main" id="{E6B10826-0A1E-49B6-BB8A-6F156A464D7F}"/>
              </a:ext>
            </a:extLst>
          </p:cNvPr>
          <p:cNvGrpSpPr/>
          <p:nvPr/>
        </p:nvGrpSpPr>
        <p:grpSpPr>
          <a:xfrm>
            <a:off x="7485420" y="4732640"/>
            <a:ext cx="227685" cy="228273"/>
            <a:chOff x="-47896750" y="2710600"/>
            <a:chExt cx="300125" cy="300900"/>
          </a:xfrm>
          <a:solidFill>
            <a:schemeClr val="tx1"/>
          </a:solidFill>
        </p:grpSpPr>
        <p:sp>
          <p:nvSpPr>
            <p:cNvPr id="856" name="Google Shape;5805;p61">
              <a:extLst>
                <a:ext uri="{FF2B5EF4-FFF2-40B4-BE49-F238E27FC236}">
                  <a16:creationId xmlns:a16="http://schemas.microsoft.com/office/drawing/2014/main" id="{4FA43662-63FE-415A-82F8-9590433F6DF1}"/>
                </a:ext>
              </a:extLst>
            </p:cNvPr>
            <p:cNvSpPr/>
            <p:nvPr/>
          </p:nvSpPr>
          <p:spPr>
            <a:xfrm>
              <a:off x="-47896750" y="2710600"/>
              <a:ext cx="300125" cy="300900"/>
            </a:xfrm>
            <a:custGeom>
              <a:avLst/>
              <a:gdLst/>
              <a:ahLst/>
              <a:cxnLst/>
              <a:rect l="l" t="t" r="r" b="b"/>
              <a:pathLst>
                <a:path w="12005" h="12036" extrusionOk="0">
                  <a:moveTo>
                    <a:pt x="2836" y="756"/>
                  </a:moveTo>
                  <a:cubicBezTo>
                    <a:pt x="3246" y="756"/>
                    <a:pt x="3561" y="1072"/>
                    <a:pt x="3561" y="1450"/>
                  </a:cubicBezTo>
                  <a:lnTo>
                    <a:pt x="3561" y="2237"/>
                  </a:lnTo>
                  <a:cubicBezTo>
                    <a:pt x="3309" y="2206"/>
                    <a:pt x="3088" y="2174"/>
                    <a:pt x="2836" y="2174"/>
                  </a:cubicBezTo>
                  <a:cubicBezTo>
                    <a:pt x="2616" y="2174"/>
                    <a:pt x="2364" y="2206"/>
                    <a:pt x="2143" y="2237"/>
                  </a:cubicBezTo>
                  <a:lnTo>
                    <a:pt x="2143" y="1450"/>
                  </a:lnTo>
                  <a:cubicBezTo>
                    <a:pt x="2143" y="1072"/>
                    <a:pt x="2458" y="756"/>
                    <a:pt x="2836" y="756"/>
                  </a:cubicBezTo>
                  <a:close/>
                  <a:moveTo>
                    <a:pt x="5231" y="1450"/>
                  </a:moveTo>
                  <a:cubicBezTo>
                    <a:pt x="7026" y="1450"/>
                    <a:pt x="8539" y="2584"/>
                    <a:pt x="9106" y="4254"/>
                  </a:cubicBezTo>
                  <a:cubicBezTo>
                    <a:pt x="8854" y="4254"/>
                    <a:pt x="8633" y="4317"/>
                    <a:pt x="8444" y="4474"/>
                  </a:cubicBezTo>
                  <a:cubicBezTo>
                    <a:pt x="8003" y="3119"/>
                    <a:pt x="6743" y="2174"/>
                    <a:pt x="5231" y="2174"/>
                  </a:cubicBezTo>
                  <a:lnTo>
                    <a:pt x="4254" y="2174"/>
                  </a:lnTo>
                  <a:lnTo>
                    <a:pt x="4254" y="1450"/>
                  </a:lnTo>
                  <a:close/>
                  <a:moveTo>
                    <a:pt x="2868" y="2836"/>
                  </a:moveTo>
                  <a:cubicBezTo>
                    <a:pt x="4033" y="2836"/>
                    <a:pt x="4979" y="3781"/>
                    <a:pt x="4979" y="4947"/>
                  </a:cubicBezTo>
                  <a:lnTo>
                    <a:pt x="4979" y="5671"/>
                  </a:lnTo>
                  <a:lnTo>
                    <a:pt x="757" y="5671"/>
                  </a:lnTo>
                  <a:lnTo>
                    <a:pt x="757" y="4947"/>
                  </a:lnTo>
                  <a:cubicBezTo>
                    <a:pt x="757" y="3781"/>
                    <a:pt x="1702" y="2836"/>
                    <a:pt x="2868" y="2836"/>
                  </a:cubicBezTo>
                  <a:close/>
                  <a:moveTo>
                    <a:pt x="9169" y="4947"/>
                  </a:moveTo>
                  <a:cubicBezTo>
                    <a:pt x="9578" y="4947"/>
                    <a:pt x="9893" y="5262"/>
                    <a:pt x="9893" y="5671"/>
                  </a:cubicBezTo>
                  <a:cubicBezTo>
                    <a:pt x="9893" y="6049"/>
                    <a:pt x="9578" y="6364"/>
                    <a:pt x="9169" y="6364"/>
                  </a:cubicBezTo>
                  <a:cubicBezTo>
                    <a:pt x="8791" y="6364"/>
                    <a:pt x="8476" y="6049"/>
                    <a:pt x="8476" y="5671"/>
                  </a:cubicBezTo>
                  <a:cubicBezTo>
                    <a:pt x="8476" y="5262"/>
                    <a:pt x="8791" y="4947"/>
                    <a:pt x="9169" y="4947"/>
                  </a:cubicBezTo>
                  <a:close/>
                  <a:moveTo>
                    <a:pt x="9547" y="6994"/>
                  </a:moveTo>
                  <a:lnTo>
                    <a:pt x="9547" y="9924"/>
                  </a:lnTo>
                  <a:lnTo>
                    <a:pt x="8822" y="9924"/>
                  </a:lnTo>
                  <a:lnTo>
                    <a:pt x="8822" y="6994"/>
                  </a:lnTo>
                  <a:cubicBezTo>
                    <a:pt x="8948" y="7057"/>
                    <a:pt x="9074" y="7057"/>
                    <a:pt x="9169" y="7057"/>
                  </a:cubicBezTo>
                  <a:cubicBezTo>
                    <a:pt x="9295" y="7057"/>
                    <a:pt x="9421" y="7057"/>
                    <a:pt x="9547" y="6994"/>
                  </a:cubicBezTo>
                  <a:close/>
                  <a:moveTo>
                    <a:pt x="10208" y="10617"/>
                  </a:moveTo>
                  <a:cubicBezTo>
                    <a:pt x="10681" y="10617"/>
                    <a:pt x="11059" y="10933"/>
                    <a:pt x="11217" y="11342"/>
                  </a:cubicBezTo>
                  <a:lnTo>
                    <a:pt x="5703" y="11342"/>
                  </a:lnTo>
                  <a:cubicBezTo>
                    <a:pt x="5861" y="10933"/>
                    <a:pt x="6270" y="10617"/>
                    <a:pt x="6711" y="10617"/>
                  </a:cubicBezTo>
                  <a:close/>
                  <a:moveTo>
                    <a:pt x="2836" y="0"/>
                  </a:moveTo>
                  <a:cubicBezTo>
                    <a:pt x="2049" y="0"/>
                    <a:pt x="1419" y="630"/>
                    <a:pt x="1419" y="1418"/>
                  </a:cubicBezTo>
                  <a:lnTo>
                    <a:pt x="1419" y="2458"/>
                  </a:lnTo>
                  <a:cubicBezTo>
                    <a:pt x="599" y="2930"/>
                    <a:pt x="1" y="3844"/>
                    <a:pt x="1" y="4915"/>
                  </a:cubicBezTo>
                  <a:lnTo>
                    <a:pt x="1" y="5986"/>
                  </a:lnTo>
                  <a:cubicBezTo>
                    <a:pt x="1" y="6175"/>
                    <a:pt x="158" y="6333"/>
                    <a:pt x="347" y="6333"/>
                  </a:cubicBezTo>
                  <a:lnTo>
                    <a:pt x="5294" y="6333"/>
                  </a:lnTo>
                  <a:cubicBezTo>
                    <a:pt x="5483" y="6333"/>
                    <a:pt x="5640" y="6175"/>
                    <a:pt x="5640" y="5986"/>
                  </a:cubicBezTo>
                  <a:lnTo>
                    <a:pt x="5640" y="4915"/>
                  </a:lnTo>
                  <a:cubicBezTo>
                    <a:pt x="5640" y="4096"/>
                    <a:pt x="5294" y="3340"/>
                    <a:pt x="4695" y="2773"/>
                  </a:cubicBezTo>
                  <a:lnTo>
                    <a:pt x="5231" y="2773"/>
                  </a:lnTo>
                  <a:cubicBezTo>
                    <a:pt x="6585" y="2773"/>
                    <a:pt x="7688" y="3781"/>
                    <a:pt x="7877" y="5104"/>
                  </a:cubicBezTo>
                  <a:cubicBezTo>
                    <a:pt x="7846" y="5262"/>
                    <a:pt x="7814" y="5419"/>
                    <a:pt x="7814" y="5608"/>
                  </a:cubicBezTo>
                  <a:cubicBezTo>
                    <a:pt x="7814" y="5986"/>
                    <a:pt x="7909" y="6301"/>
                    <a:pt x="8161" y="6553"/>
                  </a:cubicBezTo>
                  <a:lnTo>
                    <a:pt x="8161" y="9924"/>
                  </a:lnTo>
                  <a:lnTo>
                    <a:pt x="7436" y="9924"/>
                  </a:lnTo>
                  <a:lnTo>
                    <a:pt x="7436" y="9546"/>
                  </a:lnTo>
                  <a:cubicBezTo>
                    <a:pt x="7436" y="9357"/>
                    <a:pt x="7278" y="9200"/>
                    <a:pt x="7089" y="9200"/>
                  </a:cubicBezTo>
                  <a:cubicBezTo>
                    <a:pt x="6900" y="9200"/>
                    <a:pt x="6743" y="9357"/>
                    <a:pt x="6743" y="9546"/>
                  </a:cubicBezTo>
                  <a:lnTo>
                    <a:pt x="6743" y="9924"/>
                  </a:lnTo>
                  <a:cubicBezTo>
                    <a:pt x="5766" y="9924"/>
                    <a:pt x="4979" y="10712"/>
                    <a:pt x="4979" y="11689"/>
                  </a:cubicBezTo>
                  <a:cubicBezTo>
                    <a:pt x="4979" y="11878"/>
                    <a:pt x="5136" y="12035"/>
                    <a:pt x="5325" y="12035"/>
                  </a:cubicBezTo>
                  <a:lnTo>
                    <a:pt x="11658" y="12035"/>
                  </a:lnTo>
                  <a:cubicBezTo>
                    <a:pt x="11847" y="12035"/>
                    <a:pt x="12004" y="11878"/>
                    <a:pt x="12004" y="11689"/>
                  </a:cubicBezTo>
                  <a:cubicBezTo>
                    <a:pt x="12004" y="11216"/>
                    <a:pt x="11815" y="10743"/>
                    <a:pt x="11500" y="10428"/>
                  </a:cubicBezTo>
                  <a:cubicBezTo>
                    <a:pt x="11154" y="10113"/>
                    <a:pt x="10713" y="9924"/>
                    <a:pt x="10240" y="9924"/>
                  </a:cubicBezTo>
                  <a:lnTo>
                    <a:pt x="10240" y="6585"/>
                  </a:lnTo>
                  <a:cubicBezTo>
                    <a:pt x="10492" y="6333"/>
                    <a:pt x="10587" y="5986"/>
                    <a:pt x="10587" y="5608"/>
                  </a:cubicBezTo>
                  <a:cubicBezTo>
                    <a:pt x="10587" y="5104"/>
                    <a:pt x="10334" y="4632"/>
                    <a:pt x="9893" y="4411"/>
                  </a:cubicBezTo>
                  <a:cubicBezTo>
                    <a:pt x="9641" y="3371"/>
                    <a:pt x="9106" y="2458"/>
                    <a:pt x="8287" y="1796"/>
                  </a:cubicBezTo>
                  <a:cubicBezTo>
                    <a:pt x="7405" y="1103"/>
                    <a:pt x="6333" y="693"/>
                    <a:pt x="5231" y="693"/>
                  </a:cubicBezTo>
                  <a:lnTo>
                    <a:pt x="4065" y="693"/>
                  </a:lnTo>
                  <a:cubicBezTo>
                    <a:pt x="3813" y="284"/>
                    <a:pt x="3340" y="0"/>
                    <a:pt x="2836" y="0"/>
                  </a:cubicBezTo>
                  <a:close/>
                </a:path>
              </a:pathLst>
            </a:custGeom>
            <a:grpFill/>
            <a:ln>
              <a:noFill/>
            </a:ln>
          </p:spPr>
          <p:txBody>
            <a:bodyPr spcFirstLastPara="1" wrap="square" lIns="62728" tIns="62728" rIns="62728" bIns="62728" anchor="ctr" anchorCtr="0">
              <a:noAutofit/>
            </a:bodyPr>
            <a:lstStyle/>
            <a:p>
              <a:endParaRPr sz="764"/>
            </a:p>
          </p:txBody>
        </p:sp>
        <p:sp>
          <p:nvSpPr>
            <p:cNvPr id="857" name="Google Shape;5806;p61">
              <a:extLst>
                <a:ext uri="{FF2B5EF4-FFF2-40B4-BE49-F238E27FC236}">
                  <a16:creationId xmlns:a16="http://schemas.microsoft.com/office/drawing/2014/main" id="{76F21090-2D7C-41E0-B024-5A143C7DDB1C}"/>
                </a:ext>
              </a:extLst>
            </p:cNvPr>
            <p:cNvSpPr/>
            <p:nvPr/>
          </p:nvSpPr>
          <p:spPr>
            <a:xfrm>
              <a:off x="-47834525" y="2904350"/>
              <a:ext cx="17350" cy="44125"/>
            </a:xfrm>
            <a:custGeom>
              <a:avLst/>
              <a:gdLst/>
              <a:ahLst/>
              <a:cxnLst/>
              <a:rect l="l" t="t" r="r" b="b"/>
              <a:pathLst>
                <a:path w="694" h="1765" extrusionOk="0">
                  <a:moveTo>
                    <a:pt x="347" y="1"/>
                  </a:moveTo>
                  <a:cubicBezTo>
                    <a:pt x="158" y="1"/>
                    <a:pt x="1" y="158"/>
                    <a:pt x="1" y="347"/>
                  </a:cubicBezTo>
                  <a:lnTo>
                    <a:pt x="1" y="1418"/>
                  </a:lnTo>
                  <a:cubicBezTo>
                    <a:pt x="1" y="1607"/>
                    <a:pt x="158" y="1765"/>
                    <a:pt x="347" y="1765"/>
                  </a:cubicBezTo>
                  <a:cubicBezTo>
                    <a:pt x="568" y="1765"/>
                    <a:pt x="694" y="1607"/>
                    <a:pt x="694" y="1418"/>
                  </a:cubicBezTo>
                  <a:lnTo>
                    <a:pt x="694" y="347"/>
                  </a:lnTo>
                  <a:cubicBezTo>
                    <a:pt x="694" y="158"/>
                    <a:pt x="568"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858" name="Google Shape;5807;p61">
              <a:extLst>
                <a:ext uri="{FF2B5EF4-FFF2-40B4-BE49-F238E27FC236}">
                  <a16:creationId xmlns:a16="http://schemas.microsoft.com/office/drawing/2014/main" id="{5027C98C-59B3-4F2C-9AED-D36D9156C43E}"/>
                </a:ext>
              </a:extLst>
            </p:cNvPr>
            <p:cNvSpPr/>
            <p:nvPr/>
          </p:nvSpPr>
          <p:spPr>
            <a:xfrm>
              <a:off x="-47790400" y="2884475"/>
              <a:ext cx="38600" cy="36450"/>
            </a:xfrm>
            <a:custGeom>
              <a:avLst/>
              <a:gdLst/>
              <a:ahLst/>
              <a:cxnLst/>
              <a:rect l="l" t="t" r="r" b="b"/>
              <a:pathLst>
                <a:path w="1544" h="1458" extrusionOk="0">
                  <a:moveTo>
                    <a:pt x="437" y="0"/>
                  </a:moveTo>
                  <a:cubicBezTo>
                    <a:pt x="339" y="0"/>
                    <a:pt x="236" y="24"/>
                    <a:pt x="158" y="71"/>
                  </a:cubicBezTo>
                  <a:cubicBezTo>
                    <a:pt x="0" y="197"/>
                    <a:pt x="32" y="449"/>
                    <a:pt x="158" y="607"/>
                  </a:cubicBezTo>
                  <a:lnTo>
                    <a:pt x="914" y="1363"/>
                  </a:lnTo>
                  <a:cubicBezTo>
                    <a:pt x="1040" y="1457"/>
                    <a:pt x="1103" y="1457"/>
                    <a:pt x="1197" y="1457"/>
                  </a:cubicBezTo>
                  <a:cubicBezTo>
                    <a:pt x="1260" y="1457"/>
                    <a:pt x="1386" y="1426"/>
                    <a:pt x="1418" y="1363"/>
                  </a:cubicBezTo>
                  <a:cubicBezTo>
                    <a:pt x="1544" y="1237"/>
                    <a:pt x="1544" y="985"/>
                    <a:pt x="1418" y="827"/>
                  </a:cubicBezTo>
                  <a:lnTo>
                    <a:pt x="693" y="71"/>
                  </a:lnTo>
                  <a:cubicBezTo>
                    <a:pt x="630" y="24"/>
                    <a:pt x="536" y="0"/>
                    <a:pt x="437" y="0"/>
                  </a:cubicBezTo>
                  <a:close/>
                </a:path>
              </a:pathLst>
            </a:custGeom>
            <a:grpFill/>
            <a:ln>
              <a:noFill/>
            </a:ln>
          </p:spPr>
          <p:txBody>
            <a:bodyPr spcFirstLastPara="1" wrap="square" lIns="62728" tIns="62728" rIns="62728" bIns="62728" anchor="ctr" anchorCtr="0">
              <a:noAutofit/>
            </a:bodyPr>
            <a:lstStyle/>
            <a:p>
              <a:endParaRPr sz="764"/>
            </a:p>
          </p:txBody>
        </p:sp>
        <p:sp>
          <p:nvSpPr>
            <p:cNvPr id="859" name="Google Shape;5808;p61">
              <a:extLst>
                <a:ext uri="{FF2B5EF4-FFF2-40B4-BE49-F238E27FC236}">
                  <a16:creationId xmlns:a16="http://schemas.microsoft.com/office/drawing/2014/main" id="{C66620B0-308F-44E8-8AD3-524FEFC1B2AC}"/>
                </a:ext>
              </a:extLst>
            </p:cNvPr>
            <p:cNvSpPr/>
            <p:nvPr/>
          </p:nvSpPr>
          <p:spPr>
            <a:xfrm>
              <a:off x="-47896750" y="2885150"/>
              <a:ext cx="37050" cy="37350"/>
            </a:xfrm>
            <a:custGeom>
              <a:avLst/>
              <a:gdLst/>
              <a:ahLst/>
              <a:cxnLst/>
              <a:rect l="l" t="t" r="r" b="b"/>
              <a:pathLst>
                <a:path w="1482" h="1494" extrusionOk="0">
                  <a:moveTo>
                    <a:pt x="1122" y="0"/>
                  </a:moveTo>
                  <a:cubicBezTo>
                    <a:pt x="1027" y="0"/>
                    <a:pt x="933" y="40"/>
                    <a:pt x="883" y="107"/>
                  </a:cubicBezTo>
                  <a:lnTo>
                    <a:pt x="127" y="863"/>
                  </a:lnTo>
                  <a:cubicBezTo>
                    <a:pt x="1" y="958"/>
                    <a:pt x="1" y="1210"/>
                    <a:pt x="127" y="1367"/>
                  </a:cubicBezTo>
                  <a:cubicBezTo>
                    <a:pt x="221" y="1430"/>
                    <a:pt x="284" y="1493"/>
                    <a:pt x="379" y="1493"/>
                  </a:cubicBezTo>
                  <a:cubicBezTo>
                    <a:pt x="442" y="1493"/>
                    <a:pt x="568" y="1430"/>
                    <a:pt x="599" y="1367"/>
                  </a:cubicBezTo>
                  <a:lnTo>
                    <a:pt x="1356" y="611"/>
                  </a:lnTo>
                  <a:cubicBezTo>
                    <a:pt x="1482" y="485"/>
                    <a:pt x="1482" y="264"/>
                    <a:pt x="1356" y="107"/>
                  </a:cubicBezTo>
                  <a:cubicBezTo>
                    <a:pt x="1296" y="33"/>
                    <a:pt x="1208" y="0"/>
                    <a:pt x="112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46" name="Google Shape;5809;p61">
            <a:extLst>
              <a:ext uri="{FF2B5EF4-FFF2-40B4-BE49-F238E27FC236}">
                <a16:creationId xmlns:a16="http://schemas.microsoft.com/office/drawing/2014/main" id="{A84C6B63-403F-4F87-A6EF-D527BDCC806B}"/>
              </a:ext>
            </a:extLst>
          </p:cNvPr>
          <p:cNvGrpSpPr/>
          <p:nvPr/>
        </p:nvGrpSpPr>
        <p:grpSpPr>
          <a:xfrm>
            <a:off x="9470921" y="4170326"/>
            <a:ext cx="228273" cy="200203"/>
            <a:chOff x="-46033225" y="1982825"/>
            <a:chExt cx="300900" cy="263900"/>
          </a:xfrm>
          <a:solidFill>
            <a:schemeClr val="tx1"/>
          </a:solidFill>
        </p:grpSpPr>
        <p:sp>
          <p:nvSpPr>
            <p:cNvPr id="853" name="Google Shape;5810;p61">
              <a:extLst>
                <a:ext uri="{FF2B5EF4-FFF2-40B4-BE49-F238E27FC236}">
                  <a16:creationId xmlns:a16="http://schemas.microsoft.com/office/drawing/2014/main" id="{7B7828C2-FC0B-45FB-B9BD-7D763D58D3E3}"/>
                </a:ext>
              </a:extLst>
            </p:cNvPr>
            <p:cNvSpPr/>
            <p:nvPr/>
          </p:nvSpPr>
          <p:spPr>
            <a:xfrm>
              <a:off x="-45962325" y="2053725"/>
              <a:ext cx="157525" cy="157550"/>
            </a:xfrm>
            <a:custGeom>
              <a:avLst/>
              <a:gdLst/>
              <a:ahLst/>
              <a:cxnLst/>
              <a:rect l="l" t="t" r="r" b="b"/>
              <a:pathLst>
                <a:path w="6301" h="6302" extrusionOk="0">
                  <a:moveTo>
                    <a:pt x="3151" y="725"/>
                  </a:moveTo>
                  <a:cubicBezTo>
                    <a:pt x="4505" y="725"/>
                    <a:pt x="5608" y="1828"/>
                    <a:pt x="5608" y="3151"/>
                  </a:cubicBezTo>
                  <a:cubicBezTo>
                    <a:pt x="5608" y="4506"/>
                    <a:pt x="4505" y="5608"/>
                    <a:pt x="3151" y="5608"/>
                  </a:cubicBezTo>
                  <a:cubicBezTo>
                    <a:pt x="1827" y="5608"/>
                    <a:pt x="725" y="4474"/>
                    <a:pt x="725" y="3151"/>
                  </a:cubicBezTo>
                  <a:cubicBezTo>
                    <a:pt x="725" y="1828"/>
                    <a:pt x="1827" y="725"/>
                    <a:pt x="3151" y="725"/>
                  </a:cubicBezTo>
                  <a:close/>
                  <a:moveTo>
                    <a:pt x="3151" y="0"/>
                  </a:moveTo>
                  <a:cubicBezTo>
                    <a:pt x="1418" y="0"/>
                    <a:pt x="0" y="1418"/>
                    <a:pt x="0" y="3151"/>
                  </a:cubicBezTo>
                  <a:cubicBezTo>
                    <a:pt x="0" y="4884"/>
                    <a:pt x="1418" y="6301"/>
                    <a:pt x="3151" y="6301"/>
                  </a:cubicBezTo>
                  <a:cubicBezTo>
                    <a:pt x="4883" y="6301"/>
                    <a:pt x="6301" y="4884"/>
                    <a:pt x="6301" y="3151"/>
                  </a:cubicBezTo>
                  <a:cubicBezTo>
                    <a:pt x="6301" y="1418"/>
                    <a:pt x="4883" y="0"/>
                    <a:pt x="3151" y="0"/>
                  </a:cubicBezTo>
                  <a:close/>
                </a:path>
              </a:pathLst>
            </a:custGeom>
            <a:grpFill/>
            <a:ln>
              <a:noFill/>
            </a:ln>
          </p:spPr>
          <p:txBody>
            <a:bodyPr spcFirstLastPara="1" wrap="square" lIns="62728" tIns="62728" rIns="62728" bIns="62728" anchor="ctr" anchorCtr="0">
              <a:noAutofit/>
            </a:bodyPr>
            <a:lstStyle/>
            <a:p>
              <a:endParaRPr sz="764"/>
            </a:p>
          </p:txBody>
        </p:sp>
        <p:sp>
          <p:nvSpPr>
            <p:cNvPr id="854" name="Google Shape;5811;p61">
              <a:extLst>
                <a:ext uri="{FF2B5EF4-FFF2-40B4-BE49-F238E27FC236}">
                  <a16:creationId xmlns:a16="http://schemas.microsoft.com/office/drawing/2014/main" id="{A894BD86-972C-4048-8409-4E67CF712EB5}"/>
                </a:ext>
              </a:extLst>
            </p:cNvPr>
            <p:cNvSpPr/>
            <p:nvPr/>
          </p:nvSpPr>
          <p:spPr>
            <a:xfrm>
              <a:off x="-45927675" y="2088375"/>
              <a:ext cx="89025" cy="88250"/>
            </a:xfrm>
            <a:custGeom>
              <a:avLst/>
              <a:gdLst/>
              <a:ahLst/>
              <a:cxnLst/>
              <a:rect l="l" t="t" r="r" b="b"/>
              <a:pathLst>
                <a:path w="3561" h="3530" extrusionOk="0">
                  <a:moveTo>
                    <a:pt x="1765" y="694"/>
                  </a:moveTo>
                  <a:cubicBezTo>
                    <a:pt x="2363" y="694"/>
                    <a:pt x="2836" y="1166"/>
                    <a:pt x="2836" y="1765"/>
                  </a:cubicBezTo>
                  <a:cubicBezTo>
                    <a:pt x="2804" y="2363"/>
                    <a:pt x="2332" y="2836"/>
                    <a:pt x="1765" y="2836"/>
                  </a:cubicBezTo>
                  <a:cubicBezTo>
                    <a:pt x="1197" y="2836"/>
                    <a:pt x="725" y="2363"/>
                    <a:pt x="725" y="1765"/>
                  </a:cubicBezTo>
                  <a:cubicBezTo>
                    <a:pt x="725" y="1166"/>
                    <a:pt x="1197" y="694"/>
                    <a:pt x="1765" y="694"/>
                  </a:cubicBezTo>
                  <a:close/>
                  <a:moveTo>
                    <a:pt x="1765" y="1"/>
                  </a:moveTo>
                  <a:cubicBezTo>
                    <a:pt x="788" y="1"/>
                    <a:pt x="0" y="788"/>
                    <a:pt x="0" y="1765"/>
                  </a:cubicBezTo>
                  <a:cubicBezTo>
                    <a:pt x="0" y="2741"/>
                    <a:pt x="788" y="3529"/>
                    <a:pt x="1765" y="3529"/>
                  </a:cubicBezTo>
                  <a:cubicBezTo>
                    <a:pt x="2773" y="3529"/>
                    <a:pt x="3560" y="2741"/>
                    <a:pt x="3560" y="1765"/>
                  </a:cubicBezTo>
                  <a:cubicBezTo>
                    <a:pt x="3497" y="788"/>
                    <a:pt x="2710" y="1"/>
                    <a:pt x="1765" y="1"/>
                  </a:cubicBezTo>
                  <a:close/>
                </a:path>
              </a:pathLst>
            </a:custGeom>
            <a:grpFill/>
            <a:ln>
              <a:noFill/>
            </a:ln>
          </p:spPr>
          <p:txBody>
            <a:bodyPr spcFirstLastPara="1" wrap="square" lIns="62728" tIns="62728" rIns="62728" bIns="62728" anchor="ctr" anchorCtr="0">
              <a:noAutofit/>
            </a:bodyPr>
            <a:lstStyle/>
            <a:p>
              <a:endParaRPr sz="764"/>
            </a:p>
          </p:txBody>
        </p:sp>
        <p:sp>
          <p:nvSpPr>
            <p:cNvPr id="855" name="Google Shape;5812;p61">
              <a:extLst>
                <a:ext uri="{FF2B5EF4-FFF2-40B4-BE49-F238E27FC236}">
                  <a16:creationId xmlns:a16="http://schemas.microsoft.com/office/drawing/2014/main" id="{9025EFD0-1DBB-4761-B98B-F1B25EF6FBB0}"/>
                </a:ext>
              </a:extLst>
            </p:cNvPr>
            <p:cNvSpPr/>
            <p:nvPr/>
          </p:nvSpPr>
          <p:spPr>
            <a:xfrm>
              <a:off x="-46033225" y="1982825"/>
              <a:ext cx="300900" cy="263900"/>
            </a:xfrm>
            <a:custGeom>
              <a:avLst/>
              <a:gdLst/>
              <a:ahLst/>
              <a:cxnLst/>
              <a:rect l="l" t="t" r="r" b="b"/>
              <a:pathLst>
                <a:path w="12036" h="10556" extrusionOk="0">
                  <a:moveTo>
                    <a:pt x="7184" y="726"/>
                  </a:moveTo>
                  <a:lnTo>
                    <a:pt x="7530" y="1419"/>
                  </a:lnTo>
                  <a:lnTo>
                    <a:pt x="4474" y="1419"/>
                  </a:lnTo>
                  <a:lnTo>
                    <a:pt x="4821" y="726"/>
                  </a:lnTo>
                  <a:close/>
                  <a:moveTo>
                    <a:pt x="694" y="3750"/>
                  </a:moveTo>
                  <a:lnTo>
                    <a:pt x="1387" y="4097"/>
                  </a:lnTo>
                  <a:lnTo>
                    <a:pt x="1387" y="7877"/>
                  </a:lnTo>
                  <a:lnTo>
                    <a:pt x="694" y="8224"/>
                  </a:lnTo>
                  <a:lnTo>
                    <a:pt x="694" y="3750"/>
                  </a:lnTo>
                  <a:close/>
                  <a:moveTo>
                    <a:pt x="11279" y="3750"/>
                  </a:moveTo>
                  <a:lnTo>
                    <a:pt x="11279" y="8224"/>
                  </a:lnTo>
                  <a:lnTo>
                    <a:pt x="10555" y="7877"/>
                  </a:lnTo>
                  <a:lnTo>
                    <a:pt x="10555" y="4097"/>
                  </a:lnTo>
                  <a:lnTo>
                    <a:pt x="11279" y="3750"/>
                  </a:lnTo>
                  <a:close/>
                  <a:moveTo>
                    <a:pt x="10933" y="2175"/>
                  </a:moveTo>
                  <a:cubicBezTo>
                    <a:pt x="11122" y="2175"/>
                    <a:pt x="11279" y="2332"/>
                    <a:pt x="11279" y="2521"/>
                  </a:cubicBezTo>
                  <a:lnTo>
                    <a:pt x="11279" y="2994"/>
                  </a:lnTo>
                  <a:lnTo>
                    <a:pt x="10051" y="3592"/>
                  </a:lnTo>
                  <a:cubicBezTo>
                    <a:pt x="9925" y="3655"/>
                    <a:pt x="9862" y="3781"/>
                    <a:pt x="9862" y="3908"/>
                  </a:cubicBezTo>
                  <a:lnTo>
                    <a:pt x="9862" y="8098"/>
                  </a:lnTo>
                  <a:cubicBezTo>
                    <a:pt x="9862" y="8224"/>
                    <a:pt x="9925" y="8350"/>
                    <a:pt x="10051" y="8444"/>
                  </a:cubicBezTo>
                  <a:lnTo>
                    <a:pt x="11279" y="9011"/>
                  </a:lnTo>
                  <a:lnTo>
                    <a:pt x="11279" y="9484"/>
                  </a:lnTo>
                  <a:cubicBezTo>
                    <a:pt x="11279" y="9704"/>
                    <a:pt x="11122" y="9830"/>
                    <a:pt x="10933" y="9830"/>
                  </a:cubicBezTo>
                  <a:lnTo>
                    <a:pt x="1040" y="9830"/>
                  </a:lnTo>
                  <a:cubicBezTo>
                    <a:pt x="851" y="9830"/>
                    <a:pt x="694" y="9673"/>
                    <a:pt x="694" y="9484"/>
                  </a:cubicBezTo>
                  <a:lnTo>
                    <a:pt x="694" y="9011"/>
                  </a:lnTo>
                  <a:lnTo>
                    <a:pt x="1891" y="8444"/>
                  </a:lnTo>
                  <a:cubicBezTo>
                    <a:pt x="2017" y="8350"/>
                    <a:pt x="2111" y="8224"/>
                    <a:pt x="2111" y="8098"/>
                  </a:cubicBezTo>
                  <a:lnTo>
                    <a:pt x="2111" y="3908"/>
                  </a:lnTo>
                  <a:cubicBezTo>
                    <a:pt x="2111" y="3781"/>
                    <a:pt x="2017" y="3655"/>
                    <a:pt x="1891" y="3592"/>
                  </a:cubicBezTo>
                  <a:lnTo>
                    <a:pt x="694" y="2994"/>
                  </a:lnTo>
                  <a:lnTo>
                    <a:pt x="694" y="2521"/>
                  </a:lnTo>
                  <a:cubicBezTo>
                    <a:pt x="694" y="2332"/>
                    <a:pt x="851" y="2175"/>
                    <a:pt x="1040" y="2175"/>
                  </a:cubicBezTo>
                  <a:close/>
                  <a:moveTo>
                    <a:pt x="4632" y="1"/>
                  </a:moveTo>
                  <a:cubicBezTo>
                    <a:pt x="4506" y="1"/>
                    <a:pt x="4380" y="95"/>
                    <a:pt x="4317" y="190"/>
                  </a:cubicBezTo>
                  <a:lnTo>
                    <a:pt x="3718" y="1419"/>
                  </a:lnTo>
                  <a:lnTo>
                    <a:pt x="2143" y="1419"/>
                  </a:lnTo>
                  <a:lnTo>
                    <a:pt x="2143" y="1072"/>
                  </a:lnTo>
                  <a:cubicBezTo>
                    <a:pt x="2143" y="883"/>
                    <a:pt x="1985" y="694"/>
                    <a:pt x="1796" y="694"/>
                  </a:cubicBezTo>
                  <a:cubicBezTo>
                    <a:pt x="1576" y="694"/>
                    <a:pt x="1418" y="883"/>
                    <a:pt x="1418" y="1072"/>
                  </a:cubicBezTo>
                  <a:lnTo>
                    <a:pt x="1418" y="1419"/>
                  </a:lnTo>
                  <a:lnTo>
                    <a:pt x="1072" y="1419"/>
                  </a:lnTo>
                  <a:cubicBezTo>
                    <a:pt x="473" y="1419"/>
                    <a:pt x="1" y="1891"/>
                    <a:pt x="1" y="2490"/>
                  </a:cubicBezTo>
                  <a:lnTo>
                    <a:pt x="1" y="9484"/>
                  </a:lnTo>
                  <a:cubicBezTo>
                    <a:pt x="1" y="10082"/>
                    <a:pt x="473" y="10555"/>
                    <a:pt x="1072" y="10555"/>
                  </a:cubicBezTo>
                  <a:lnTo>
                    <a:pt x="10964" y="10555"/>
                  </a:lnTo>
                  <a:cubicBezTo>
                    <a:pt x="11563" y="10555"/>
                    <a:pt x="12035" y="10082"/>
                    <a:pt x="12035" y="9484"/>
                  </a:cubicBezTo>
                  <a:lnTo>
                    <a:pt x="12035" y="2490"/>
                  </a:lnTo>
                  <a:cubicBezTo>
                    <a:pt x="12004" y="1891"/>
                    <a:pt x="11500" y="1419"/>
                    <a:pt x="10933" y="1419"/>
                  </a:cubicBezTo>
                  <a:lnTo>
                    <a:pt x="8318" y="1419"/>
                  </a:lnTo>
                  <a:lnTo>
                    <a:pt x="7719" y="190"/>
                  </a:lnTo>
                  <a:cubicBezTo>
                    <a:pt x="7656" y="95"/>
                    <a:pt x="7530" y="1"/>
                    <a:pt x="7404"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48" name="Google Shape;5817;p61">
            <a:extLst>
              <a:ext uri="{FF2B5EF4-FFF2-40B4-BE49-F238E27FC236}">
                <a16:creationId xmlns:a16="http://schemas.microsoft.com/office/drawing/2014/main" id="{41778E2F-6B5D-4386-BE2A-E775C6B80FB5}"/>
              </a:ext>
            </a:extLst>
          </p:cNvPr>
          <p:cNvGrpSpPr/>
          <p:nvPr/>
        </p:nvGrpSpPr>
        <p:grpSpPr>
          <a:xfrm>
            <a:off x="8922755" y="4726590"/>
            <a:ext cx="173898" cy="226547"/>
            <a:chOff x="-45998575" y="2702625"/>
            <a:chExt cx="229225" cy="298625"/>
          </a:xfrm>
          <a:solidFill>
            <a:schemeClr val="tx1"/>
          </a:solidFill>
        </p:grpSpPr>
        <p:sp>
          <p:nvSpPr>
            <p:cNvPr id="843" name="Google Shape;5818;p61">
              <a:extLst>
                <a:ext uri="{FF2B5EF4-FFF2-40B4-BE49-F238E27FC236}">
                  <a16:creationId xmlns:a16="http://schemas.microsoft.com/office/drawing/2014/main" id="{F4327290-151A-4A01-994A-F97DFEE1F4DC}"/>
                </a:ext>
              </a:extLst>
            </p:cNvPr>
            <p:cNvSpPr/>
            <p:nvPr/>
          </p:nvSpPr>
          <p:spPr>
            <a:xfrm>
              <a:off x="-45944225" y="2702625"/>
              <a:ext cx="125250" cy="298625"/>
            </a:xfrm>
            <a:custGeom>
              <a:avLst/>
              <a:gdLst/>
              <a:ahLst/>
              <a:cxnLst/>
              <a:rect l="l" t="t" r="r" b="b"/>
              <a:pathLst>
                <a:path w="5010" h="11945" extrusionOk="0">
                  <a:moveTo>
                    <a:pt x="2427" y="682"/>
                  </a:moveTo>
                  <a:cubicBezTo>
                    <a:pt x="2860" y="682"/>
                    <a:pt x="3308" y="817"/>
                    <a:pt x="3624" y="1107"/>
                  </a:cubicBezTo>
                  <a:cubicBezTo>
                    <a:pt x="4033" y="1454"/>
                    <a:pt x="4254" y="1926"/>
                    <a:pt x="4254" y="2430"/>
                  </a:cubicBezTo>
                  <a:cubicBezTo>
                    <a:pt x="4159" y="2745"/>
                    <a:pt x="4096" y="3060"/>
                    <a:pt x="3939" y="3344"/>
                  </a:cubicBezTo>
                  <a:cubicBezTo>
                    <a:pt x="3844" y="3470"/>
                    <a:pt x="3813" y="3533"/>
                    <a:pt x="3750" y="3659"/>
                  </a:cubicBezTo>
                  <a:cubicBezTo>
                    <a:pt x="3498" y="4005"/>
                    <a:pt x="3214" y="4446"/>
                    <a:pt x="3151" y="4919"/>
                  </a:cubicBezTo>
                  <a:lnTo>
                    <a:pt x="2805" y="4919"/>
                  </a:lnTo>
                  <a:lnTo>
                    <a:pt x="2805" y="2808"/>
                  </a:lnTo>
                  <a:lnTo>
                    <a:pt x="3151" y="2808"/>
                  </a:lnTo>
                  <a:cubicBezTo>
                    <a:pt x="3340" y="2808"/>
                    <a:pt x="3498" y="2651"/>
                    <a:pt x="3498" y="2430"/>
                  </a:cubicBezTo>
                  <a:cubicBezTo>
                    <a:pt x="3498" y="2241"/>
                    <a:pt x="3340" y="2084"/>
                    <a:pt x="3151" y="2084"/>
                  </a:cubicBezTo>
                  <a:lnTo>
                    <a:pt x="1733" y="2084"/>
                  </a:lnTo>
                  <a:cubicBezTo>
                    <a:pt x="1544" y="2084"/>
                    <a:pt x="1387" y="2241"/>
                    <a:pt x="1387" y="2430"/>
                  </a:cubicBezTo>
                  <a:cubicBezTo>
                    <a:pt x="1387" y="2651"/>
                    <a:pt x="1544" y="2808"/>
                    <a:pt x="1733" y="2808"/>
                  </a:cubicBezTo>
                  <a:lnTo>
                    <a:pt x="2080" y="2808"/>
                  </a:lnTo>
                  <a:lnTo>
                    <a:pt x="2080" y="4919"/>
                  </a:lnTo>
                  <a:lnTo>
                    <a:pt x="1733" y="4919"/>
                  </a:lnTo>
                  <a:cubicBezTo>
                    <a:pt x="1639" y="4478"/>
                    <a:pt x="1418" y="4100"/>
                    <a:pt x="1166" y="3690"/>
                  </a:cubicBezTo>
                  <a:cubicBezTo>
                    <a:pt x="1072" y="3533"/>
                    <a:pt x="977" y="3375"/>
                    <a:pt x="914" y="3218"/>
                  </a:cubicBezTo>
                  <a:cubicBezTo>
                    <a:pt x="757" y="2871"/>
                    <a:pt x="662" y="2525"/>
                    <a:pt x="757" y="2115"/>
                  </a:cubicBezTo>
                  <a:cubicBezTo>
                    <a:pt x="883" y="1422"/>
                    <a:pt x="1450" y="823"/>
                    <a:pt x="2174" y="697"/>
                  </a:cubicBezTo>
                  <a:cubicBezTo>
                    <a:pt x="2257" y="687"/>
                    <a:pt x="2342" y="682"/>
                    <a:pt x="2427" y="682"/>
                  </a:cubicBezTo>
                  <a:close/>
                  <a:moveTo>
                    <a:pt x="3151" y="5644"/>
                  </a:moveTo>
                  <a:lnTo>
                    <a:pt x="3151" y="6337"/>
                  </a:lnTo>
                  <a:lnTo>
                    <a:pt x="1733" y="6337"/>
                  </a:lnTo>
                  <a:lnTo>
                    <a:pt x="1733" y="5644"/>
                  </a:lnTo>
                  <a:close/>
                  <a:moveTo>
                    <a:pt x="3151" y="7061"/>
                  </a:moveTo>
                  <a:lnTo>
                    <a:pt x="3151" y="8983"/>
                  </a:lnTo>
                  <a:cubicBezTo>
                    <a:pt x="2915" y="8904"/>
                    <a:pt x="2671" y="8865"/>
                    <a:pt x="2430" y="8865"/>
                  </a:cubicBezTo>
                  <a:cubicBezTo>
                    <a:pt x="2190" y="8865"/>
                    <a:pt x="1954" y="8904"/>
                    <a:pt x="1733" y="8983"/>
                  </a:cubicBezTo>
                  <a:lnTo>
                    <a:pt x="1733" y="7061"/>
                  </a:lnTo>
                  <a:close/>
                  <a:moveTo>
                    <a:pt x="2442" y="9558"/>
                  </a:moveTo>
                  <a:cubicBezTo>
                    <a:pt x="2639" y="9558"/>
                    <a:pt x="2836" y="9598"/>
                    <a:pt x="3025" y="9676"/>
                  </a:cubicBezTo>
                  <a:lnTo>
                    <a:pt x="2427" y="10873"/>
                  </a:lnTo>
                  <a:lnTo>
                    <a:pt x="1859" y="9676"/>
                  </a:lnTo>
                  <a:cubicBezTo>
                    <a:pt x="2048" y="9598"/>
                    <a:pt x="2245" y="9558"/>
                    <a:pt x="2442" y="9558"/>
                  </a:cubicBezTo>
                  <a:close/>
                  <a:moveTo>
                    <a:pt x="2441" y="1"/>
                  </a:moveTo>
                  <a:cubicBezTo>
                    <a:pt x="2309" y="1"/>
                    <a:pt x="2178" y="12"/>
                    <a:pt x="2048" y="36"/>
                  </a:cubicBezTo>
                  <a:cubicBezTo>
                    <a:pt x="1072" y="193"/>
                    <a:pt x="221" y="1012"/>
                    <a:pt x="64" y="1989"/>
                  </a:cubicBezTo>
                  <a:cubicBezTo>
                    <a:pt x="1" y="2556"/>
                    <a:pt x="64" y="3060"/>
                    <a:pt x="316" y="3533"/>
                  </a:cubicBezTo>
                  <a:cubicBezTo>
                    <a:pt x="379" y="3753"/>
                    <a:pt x="505" y="3911"/>
                    <a:pt x="631" y="4068"/>
                  </a:cubicBezTo>
                  <a:cubicBezTo>
                    <a:pt x="820" y="4320"/>
                    <a:pt x="977" y="4604"/>
                    <a:pt x="1072" y="4888"/>
                  </a:cubicBezTo>
                  <a:lnTo>
                    <a:pt x="410" y="4888"/>
                  </a:lnTo>
                  <a:cubicBezTo>
                    <a:pt x="190" y="4888"/>
                    <a:pt x="32" y="5045"/>
                    <a:pt x="32" y="5234"/>
                  </a:cubicBezTo>
                  <a:cubicBezTo>
                    <a:pt x="32" y="5423"/>
                    <a:pt x="190" y="5581"/>
                    <a:pt x="410" y="5581"/>
                  </a:cubicBezTo>
                  <a:lnTo>
                    <a:pt x="1103" y="5581"/>
                  </a:lnTo>
                  <a:lnTo>
                    <a:pt x="1103" y="9487"/>
                  </a:lnTo>
                  <a:cubicBezTo>
                    <a:pt x="1103" y="9645"/>
                    <a:pt x="1103" y="9582"/>
                    <a:pt x="2206" y="11724"/>
                  </a:cubicBezTo>
                  <a:cubicBezTo>
                    <a:pt x="2301" y="11850"/>
                    <a:pt x="2395" y="11945"/>
                    <a:pt x="2521" y="11945"/>
                  </a:cubicBezTo>
                  <a:cubicBezTo>
                    <a:pt x="2647" y="11945"/>
                    <a:pt x="2773" y="11850"/>
                    <a:pt x="2836" y="11724"/>
                  </a:cubicBezTo>
                  <a:cubicBezTo>
                    <a:pt x="3939" y="9519"/>
                    <a:pt x="3939" y="9613"/>
                    <a:pt x="3939" y="9487"/>
                  </a:cubicBezTo>
                  <a:lnTo>
                    <a:pt x="3939" y="5581"/>
                  </a:lnTo>
                  <a:lnTo>
                    <a:pt x="4663" y="5581"/>
                  </a:lnTo>
                  <a:cubicBezTo>
                    <a:pt x="4852" y="5581"/>
                    <a:pt x="5010" y="5423"/>
                    <a:pt x="5010" y="5234"/>
                  </a:cubicBezTo>
                  <a:cubicBezTo>
                    <a:pt x="5010" y="5045"/>
                    <a:pt x="4852" y="4888"/>
                    <a:pt x="4663" y="4888"/>
                  </a:cubicBezTo>
                  <a:lnTo>
                    <a:pt x="3970" y="4888"/>
                  </a:lnTo>
                  <a:cubicBezTo>
                    <a:pt x="4065" y="4604"/>
                    <a:pt x="4254" y="4289"/>
                    <a:pt x="4443" y="4005"/>
                  </a:cubicBezTo>
                  <a:cubicBezTo>
                    <a:pt x="4411" y="3942"/>
                    <a:pt x="4506" y="3816"/>
                    <a:pt x="4569" y="3690"/>
                  </a:cubicBezTo>
                  <a:cubicBezTo>
                    <a:pt x="4821" y="3344"/>
                    <a:pt x="4915" y="2903"/>
                    <a:pt x="4915" y="2493"/>
                  </a:cubicBezTo>
                  <a:cubicBezTo>
                    <a:pt x="4915" y="1769"/>
                    <a:pt x="4600" y="1075"/>
                    <a:pt x="4065" y="603"/>
                  </a:cubicBezTo>
                  <a:cubicBezTo>
                    <a:pt x="3603" y="218"/>
                    <a:pt x="3017" y="1"/>
                    <a:pt x="2441" y="1"/>
                  </a:cubicBezTo>
                  <a:close/>
                </a:path>
              </a:pathLst>
            </a:custGeom>
            <a:grpFill/>
            <a:ln>
              <a:noFill/>
            </a:ln>
          </p:spPr>
          <p:txBody>
            <a:bodyPr spcFirstLastPara="1" wrap="square" lIns="62728" tIns="62728" rIns="62728" bIns="62728" anchor="ctr" anchorCtr="0">
              <a:noAutofit/>
            </a:bodyPr>
            <a:lstStyle/>
            <a:p>
              <a:endParaRPr sz="764"/>
            </a:p>
          </p:txBody>
        </p:sp>
        <p:sp>
          <p:nvSpPr>
            <p:cNvPr id="844" name="Google Shape;5819;p61">
              <a:extLst>
                <a:ext uri="{FF2B5EF4-FFF2-40B4-BE49-F238E27FC236}">
                  <a16:creationId xmlns:a16="http://schemas.microsoft.com/office/drawing/2014/main" id="{C8F32321-2FC8-41C4-AA05-04ADECE4C0BF}"/>
                </a:ext>
              </a:extLst>
            </p:cNvPr>
            <p:cNvSpPr/>
            <p:nvPr/>
          </p:nvSpPr>
          <p:spPr>
            <a:xfrm>
              <a:off x="-45804025" y="2755500"/>
              <a:ext cx="34675" cy="18125"/>
            </a:xfrm>
            <a:custGeom>
              <a:avLst/>
              <a:gdLst/>
              <a:ahLst/>
              <a:cxnLst/>
              <a:rect l="l" t="t" r="r" b="b"/>
              <a:pathLst>
                <a:path w="1387" h="725" extrusionOk="0">
                  <a:moveTo>
                    <a:pt x="347" y="0"/>
                  </a:moveTo>
                  <a:cubicBezTo>
                    <a:pt x="127" y="0"/>
                    <a:pt x="1" y="158"/>
                    <a:pt x="1" y="378"/>
                  </a:cubicBezTo>
                  <a:cubicBezTo>
                    <a:pt x="1" y="567"/>
                    <a:pt x="127" y="725"/>
                    <a:pt x="347" y="725"/>
                  </a:cubicBezTo>
                  <a:lnTo>
                    <a:pt x="1040" y="725"/>
                  </a:lnTo>
                  <a:cubicBezTo>
                    <a:pt x="1261" y="725"/>
                    <a:pt x="1387" y="567"/>
                    <a:pt x="1387" y="378"/>
                  </a:cubicBezTo>
                  <a:cubicBezTo>
                    <a:pt x="1387" y="158"/>
                    <a:pt x="1261" y="0"/>
                    <a:pt x="1040" y="0"/>
                  </a:cubicBezTo>
                  <a:close/>
                </a:path>
              </a:pathLst>
            </a:custGeom>
            <a:grpFill/>
            <a:ln>
              <a:noFill/>
            </a:ln>
          </p:spPr>
          <p:txBody>
            <a:bodyPr spcFirstLastPara="1" wrap="square" lIns="62728" tIns="62728" rIns="62728" bIns="62728" anchor="ctr" anchorCtr="0">
              <a:noAutofit/>
            </a:bodyPr>
            <a:lstStyle/>
            <a:p>
              <a:endParaRPr sz="764"/>
            </a:p>
          </p:txBody>
        </p:sp>
        <p:sp>
          <p:nvSpPr>
            <p:cNvPr id="845" name="Google Shape;5820;p61">
              <a:extLst>
                <a:ext uri="{FF2B5EF4-FFF2-40B4-BE49-F238E27FC236}">
                  <a16:creationId xmlns:a16="http://schemas.microsoft.com/office/drawing/2014/main" id="{8FFF320E-92EB-4E7C-B12F-C27A2BB316AB}"/>
                </a:ext>
              </a:extLst>
            </p:cNvPr>
            <p:cNvSpPr/>
            <p:nvPr/>
          </p:nvSpPr>
          <p:spPr>
            <a:xfrm>
              <a:off x="-45998575" y="2755500"/>
              <a:ext cx="35475" cy="18125"/>
            </a:xfrm>
            <a:custGeom>
              <a:avLst/>
              <a:gdLst/>
              <a:ahLst/>
              <a:cxnLst/>
              <a:rect l="l" t="t" r="r" b="b"/>
              <a:pathLst>
                <a:path w="1419" h="725" extrusionOk="0">
                  <a:moveTo>
                    <a:pt x="379" y="0"/>
                  </a:moveTo>
                  <a:cubicBezTo>
                    <a:pt x="158" y="0"/>
                    <a:pt x="1" y="158"/>
                    <a:pt x="1" y="378"/>
                  </a:cubicBezTo>
                  <a:cubicBezTo>
                    <a:pt x="1" y="567"/>
                    <a:pt x="158" y="725"/>
                    <a:pt x="379" y="725"/>
                  </a:cubicBezTo>
                  <a:lnTo>
                    <a:pt x="1072" y="725"/>
                  </a:lnTo>
                  <a:cubicBezTo>
                    <a:pt x="1261" y="693"/>
                    <a:pt x="1419" y="536"/>
                    <a:pt x="1419" y="378"/>
                  </a:cubicBezTo>
                  <a:cubicBezTo>
                    <a:pt x="1419" y="158"/>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846" name="Google Shape;5821;p61">
              <a:extLst>
                <a:ext uri="{FF2B5EF4-FFF2-40B4-BE49-F238E27FC236}">
                  <a16:creationId xmlns:a16="http://schemas.microsoft.com/office/drawing/2014/main" id="{117330CB-3362-429A-8CBF-FA6AD88E72F9}"/>
                </a:ext>
              </a:extLst>
            </p:cNvPr>
            <p:cNvSpPr/>
            <p:nvPr/>
          </p:nvSpPr>
          <p:spPr>
            <a:xfrm>
              <a:off x="-45818200" y="2703175"/>
              <a:ext cx="35475" cy="26100"/>
            </a:xfrm>
            <a:custGeom>
              <a:avLst/>
              <a:gdLst/>
              <a:ahLst/>
              <a:cxnLst/>
              <a:rect l="l" t="t" r="r" b="b"/>
              <a:pathLst>
                <a:path w="1419" h="1044" extrusionOk="0">
                  <a:moveTo>
                    <a:pt x="991" y="1"/>
                  </a:moveTo>
                  <a:cubicBezTo>
                    <a:pt x="930" y="1"/>
                    <a:pt x="870" y="15"/>
                    <a:pt x="820" y="45"/>
                  </a:cubicBezTo>
                  <a:lnTo>
                    <a:pt x="252" y="423"/>
                  </a:lnTo>
                  <a:cubicBezTo>
                    <a:pt x="95" y="486"/>
                    <a:pt x="0" y="738"/>
                    <a:pt x="126" y="896"/>
                  </a:cubicBezTo>
                  <a:cubicBezTo>
                    <a:pt x="205" y="994"/>
                    <a:pt x="309" y="1044"/>
                    <a:pt x="414" y="1044"/>
                  </a:cubicBezTo>
                  <a:cubicBezTo>
                    <a:pt x="476" y="1044"/>
                    <a:pt x="540" y="1026"/>
                    <a:pt x="599" y="990"/>
                  </a:cubicBezTo>
                  <a:lnTo>
                    <a:pt x="1166" y="644"/>
                  </a:lnTo>
                  <a:cubicBezTo>
                    <a:pt x="1324" y="581"/>
                    <a:pt x="1418" y="329"/>
                    <a:pt x="1292" y="171"/>
                  </a:cubicBezTo>
                  <a:cubicBezTo>
                    <a:pt x="1249" y="64"/>
                    <a:pt x="1119" y="1"/>
                    <a:pt x="991" y="1"/>
                  </a:cubicBezTo>
                  <a:close/>
                </a:path>
              </a:pathLst>
            </a:custGeom>
            <a:grpFill/>
            <a:ln>
              <a:noFill/>
            </a:ln>
          </p:spPr>
          <p:txBody>
            <a:bodyPr spcFirstLastPara="1" wrap="square" lIns="62728" tIns="62728" rIns="62728" bIns="62728" anchor="ctr" anchorCtr="0">
              <a:noAutofit/>
            </a:bodyPr>
            <a:lstStyle/>
            <a:p>
              <a:endParaRPr sz="764"/>
            </a:p>
          </p:txBody>
        </p:sp>
        <p:sp>
          <p:nvSpPr>
            <p:cNvPr id="847" name="Google Shape;5822;p61">
              <a:extLst>
                <a:ext uri="{FF2B5EF4-FFF2-40B4-BE49-F238E27FC236}">
                  <a16:creationId xmlns:a16="http://schemas.microsoft.com/office/drawing/2014/main" id="{2AC4DD01-71B4-4C9D-8CFE-946016F65524}"/>
                </a:ext>
              </a:extLst>
            </p:cNvPr>
            <p:cNvSpPr/>
            <p:nvPr/>
          </p:nvSpPr>
          <p:spPr>
            <a:xfrm>
              <a:off x="-45984400" y="2799050"/>
              <a:ext cx="35475" cy="26100"/>
            </a:xfrm>
            <a:custGeom>
              <a:avLst/>
              <a:gdLst/>
              <a:ahLst/>
              <a:cxnLst/>
              <a:rect l="l" t="t" r="r" b="b"/>
              <a:pathLst>
                <a:path w="1419" h="1044" extrusionOk="0">
                  <a:moveTo>
                    <a:pt x="1014" y="1"/>
                  </a:moveTo>
                  <a:cubicBezTo>
                    <a:pt x="947" y="1"/>
                    <a:pt x="879" y="18"/>
                    <a:pt x="820" y="54"/>
                  </a:cubicBezTo>
                  <a:lnTo>
                    <a:pt x="221" y="400"/>
                  </a:lnTo>
                  <a:cubicBezTo>
                    <a:pt x="64" y="463"/>
                    <a:pt x="1" y="716"/>
                    <a:pt x="95" y="873"/>
                  </a:cubicBezTo>
                  <a:cubicBezTo>
                    <a:pt x="160" y="980"/>
                    <a:pt x="282" y="1043"/>
                    <a:pt x="403" y="1043"/>
                  </a:cubicBezTo>
                  <a:cubicBezTo>
                    <a:pt x="461" y="1043"/>
                    <a:pt x="517" y="1029"/>
                    <a:pt x="568" y="999"/>
                  </a:cubicBezTo>
                  <a:lnTo>
                    <a:pt x="1167" y="621"/>
                  </a:lnTo>
                  <a:cubicBezTo>
                    <a:pt x="1324" y="558"/>
                    <a:pt x="1419" y="306"/>
                    <a:pt x="1293" y="148"/>
                  </a:cubicBezTo>
                  <a:cubicBezTo>
                    <a:pt x="1234" y="50"/>
                    <a:pt x="1125" y="1"/>
                    <a:pt x="1014" y="1"/>
                  </a:cubicBezTo>
                  <a:close/>
                </a:path>
              </a:pathLst>
            </a:custGeom>
            <a:grpFill/>
            <a:ln>
              <a:noFill/>
            </a:ln>
          </p:spPr>
          <p:txBody>
            <a:bodyPr spcFirstLastPara="1" wrap="square" lIns="62728" tIns="62728" rIns="62728" bIns="62728" anchor="ctr" anchorCtr="0">
              <a:noAutofit/>
            </a:bodyPr>
            <a:lstStyle/>
            <a:p>
              <a:endParaRPr sz="764"/>
            </a:p>
          </p:txBody>
        </p:sp>
        <p:sp>
          <p:nvSpPr>
            <p:cNvPr id="848" name="Google Shape;5823;p61">
              <a:extLst>
                <a:ext uri="{FF2B5EF4-FFF2-40B4-BE49-F238E27FC236}">
                  <a16:creationId xmlns:a16="http://schemas.microsoft.com/office/drawing/2014/main" id="{B4EE1167-5951-40A1-A8B3-F11A586341E3}"/>
                </a:ext>
              </a:extLst>
            </p:cNvPr>
            <p:cNvSpPr/>
            <p:nvPr/>
          </p:nvSpPr>
          <p:spPr>
            <a:xfrm>
              <a:off x="-45815850" y="2799050"/>
              <a:ext cx="33900" cy="25750"/>
            </a:xfrm>
            <a:custGeom>
              <a:avLst/>
              <a:gdLst/>
              <a:ahLst/>
              <a:cxnLst/>
              <a:rect l="l" t="t" r="r" b="b"/>
              <a:pathLst>
                <a:path w="1356" h="1030" extrusionOk="0">
                  <a:moveTo>
                    <a:pt x="343" y="1"/>
                  </a:moveTo>
                  <a:cubicBezTo>
                    <a:pt x="231" y="1"/>
                    <a:pt x="123" y="50"/>
                    <a:pt x="64" y="148"/>
                  </a:cubicBezTo>
                  <a:cubicBezTo>
                    <a:pt x="1" y="306"/>
                    <a:pt x="32" y="558"/>
                    <a:pt x="190" y="621"/>
                  </a:cubicBezTo>
                  <a:lnTo>
                    <a:pt x="789" y="999"/>
                  </a:lnTo>
                  <a:cubicBezTo>
                    <a:pt x="838" y="1019"/>
                    <a:pt x="895" y="1029"/>
                    <a:pt x="951" y="1029"/>
                  </a:cubicBezTo>
                  <a:cubicBezTo>
                    <a:pt x="1073" y="1029"/>
                    <a:pt x="1197" y="981"/>
                    <a:pt x="1261" y="873"/>
                  </a:cubicBezTo>
                  <a:cubicBezTo>
                    <a:pt x="1356" y="716"/>
                    <a:pt x="1293" y="526"/>
                    <a:pt x="1135" y="400"/>
                  </a:cubicBezTo>
                  <a:lnTo>
                    <a:pt x="537" y="54"/>
                  </a:lnTo>
                  <a:cubicBezTo>
                    <a:pt x="477" y="18"/>
                    <a:pt x="410" y="1"/>
                    <a:pt x="343" y="1"/>
                  </a:cubicBezTo>
                  <a:close/>
                </a:path>
              </a:pathLst>
            </a:custGeom>
            <a:grpFill/>
            <a:ln>
              <a:noFill/>
            </a:ln>
          </p:spPr>
          <p:txBody>
            <a:bodyPr spcFirstLastPara="1" wrap="square" lIns="62728" tIns="62728" rIns="62728" bIns="62728" anchor="ctr" anchorCtr="0">
              <a:noAutofit/>
            </a:bodyPr>
            <a:lstStyle/>
            <a:p>
              <a:endParaRPr sz="764"/>
            </a:p>
          </p:txBody>
        </p:sp>
        <p:sp>
          <p:nvSpPr>
            <p:cNvPr id="849" name="Google Shape;5824;p61">
              <a:extLst>
                <a:ext uri="{FF2B5EF4-FFF2-40B4-BE49-F238E27FC236}">
                  <a16:creationId xmlns:a16="http://schemas.microsoft.com/office/drawing/2014/main" id="{F5F83239-AC62-4389-8856-BF8FF0C35C88}"/>
                </a:ext>
              </a:extLst>
            </p:cNvPr>
            <p:cNvSpPr/>
            <p:nvPr/>
          </p:nvSpPr>
          <p:spPr>
            <a:xfrm>
              <a:off x="-45983600" y="2702750"/>
              <a:ext cx="34675" cy="25525"/>
            </a:xfrm>
            <a:custGeom>
              <a:avLst/>
              <a:gdLst/>
              <a:ahLst/>
              <a:cxnLst/>
              <a:rect l="l" t="t" r="r" b="b"/>
              <a:pathLst>
                <a:path w="1387" h="1021" extrusionOk="0">
                  <a:moveTo>
                    <a:pt x="398" y="0"/>
                  </a:moveTo>
                  <a:cubicBezTo>
                    <a:pt x="269" y="0"/>
                    <a:pt x="138" y="49"/>
                    <a:pt x="95" y="157"/>
                  </a:cubicBezTo>
                  <a:cubicBezTo>
                    <a:pt x="0" y="314"/>
                    <a:pt x="32" y="535"/>
                    <a:pt x="189" y="629"/>
                  </a:cubicBezTo>
                  <a:lnTo>
                    <a:pt x="788" y="976"/>
                  </a:lnTo>
                  <a:cubicBezTo>
                    <a:pt x="839" y="1006"/>
                    <a:pt x="899" y="1020"/>
                    <a:pt x="959" y="1020"/>
                  </a:cubicBezTo>
                  <a:cubicBezTo>
                    <a:pt x="1088" y="1020"/>
                    <a:pt x="1218" y="957"/>
                    <a:pt x="1261" y="850"/>
                  </a:cubicBezTo>
                  <a:cubicBezTo>
                    <a:pt x="1387" y="692"/>
                    <a:pt x="1292" y="503"/>
                    <a:pt x="1135" y="377"/>
                  </a:cubicBezTo>
                  <a:lnTo>
                    <a:pt x="567" y="31"/>
                  </a:lnTo>
                  <a:cubicBezTo>
                    <a:pt x="518" y="11"/>
                    <a:pt x="458" y="0"/>
                    <a:pt x="398" y="0"/>
                  </a:cubicBezTo>
                  <a:close/>
                </a:path>
              </a:pathLst>
            </a:custGeom>
            <a:grpFill/>
            <a:ln>
              <a:noFill/>
            </a:ln>
          </p:spPr>
          <p:txBody>
            <a:bodyPr spcFirstLastPara="1" wrap="square" lIns="62728" tIns="62728" rIns="62728" bIns="62728" anchor="ctr" anchorCtr="0">
              <a:noAutofit/>
            </a:bodyPr>
            <a:lstStyle/>
            <a:p>
              <a:endParaRPr sz="764"/>
            </a:p>
          </p:txBody>
        </p:sp>
      </p:grpSp>
      <p:sp>
        <p:nvSpPr>
          <p:cNvPr id="749" name="Google Shape;5825;p61">
            <a:extLst>
              <a:ext uri="{FF2B5EF4-FFF2-40B4-BE49-F238E27FC236}">
                <a16:creationId xmlns:a16="http://schemas.microsoft.com/office/drawing/2014/main" id="{4A2F5804-EE15-410C-B095-AD6E7C425762}"/>
              </a:ext>
            </a:extLst>
          </p:cNvPr>
          <p:cNvSpPr/>
          <p:nvPr/>
        </p:nvSpPr>
        <p:spPr>
          <a:xfrm>
            <a:off x="7507246" y="4143384"/>
            <a:ext cx="200185" cy="227666"/>
          </a:xfrm>
          <a:custGeom>
            <a:avLst/>
            <a:gdLst/>
            <a:ahLst/>
            <a:cxnLst/>
            <a:rect l="l" t="t" r="r" b="b"/>
            <a:pathLst>
              <a:path w="10555" h="12004" extrusionOk="0">
                <a:moveTo>
                  <a:pt x="5262" y="709"/>
                </a:moveTo>
                <a:lnTo>
                  <a:pt x="9420" y="2788"/>
                </a:lnTo>
                <a:lnTo>
                  <a:pt x="8066" y="3450"/>
                </a:lnTo>
                <a:lnTo>
                  <a:pt x="5451" y="2127"/>
                </a:lnTo>
                <a:cubicBezTo>
                  <a:pt x="5403" y="2111"/>
                  <a:pt x="5348" y="2103"/>
                  <a:pt x="5293" y="2103"/>
                </a:cubicBezTo>
                <a:cubicBezTo>
                  <a:pt x="5238" y="2103"/>
                  <a:pt x="5183" y="2111"/>
                  <a:pt x="5136" y="2127"/>
                </a:cubicBezTo>
                <a:lnTo>
                  <a:pt x="2489" y="3450"/>
                </a:lnTo>
                <a:lnTo>
                  <a:pt x="1197" y="2788"/>
                </a:lnTo>
                <a:lnTo>
                  <a:pt x="5262" y="709"/>
                </a:lnTo>
                <a:close/>
                <a:moveTo>
                  <a:pt x="4915" y="3040"/>
                </a:moveTo>
                <a:lnTo>
                  <a:pt x="4915" y="6222"/>
                </a:lnTo>
                <a:lnTo>
                  <a:pt x="2804" y="7294"/>
                </a:lnTo>
                <a:lnTo>
                  <a:pt x="2804" y="4080"/>
                </a:lnTo>
                <a:lnTo>
                  <a:pt x="4915" y="3040"/>
                </a:lnTo>
                <a:close/>
                <a:moveTo>
                  <a:pt x="5640" y="3040"/>
                </a:moveTo>
                <a:lnTo>
                  <a:pt x="7750" y="4080"/>
                </a:lnTo>
                <a:lnTo>
                  <a:pt x="7750" y="7294"/>
                </a:lnTo>
                <a:lnTo>
                  <a:pt x="5640" y="6222"/>
                </a:lnTo>
                <a:lnTo>
                  <a:pt x="5640" y="3040"/>
                </a:lnTo>
                <a:close/>
                <a:moveTo>
                  <a:pt x="5262" y="6758"/>
                </a:moveTo>
                <a:lnTo>
                  <a:pt x="7278" y="7798"/>
                </a:lnTo>
                <a:lnTo>
                  <a:pt x="5262" y="8806"/>
                </a:lnTo>
                <a:lnTo>
                  <a:pt x="3277" y="7798"/>
                </a:lnTo>
                <a:lnTo>
                  <a:pt x="5262" y="6758"/>
                </a:lnTo>
                <a:close/>
                <a:moveTo>
                  <a:pt x="725" y="3372"/>
                </a:moveTo>
                <a:lnTo>
                  <a:pt x="2111" y="4080"/>
                </a:lnTo>
                <a:lnTo>
                  <a:pt x="2111" y="7829"/>
                </a:lnTo>
                <a:cubicBezTo>
                  <a:pt x="2111" y="7955"/>
                  <a:pt x="2206" y="8081"/>
                  <a:pt x="2332" y="8113"/>
                </a:cubicBezTo>
                <a:lnTo>
                  <a:pt x="4915" y="9404"/>
                </a:lnTo>
                <a:lnTo>
                  <a:pt x="4915" y="10980"/>
                </a:lnTo>
                <a:lnTo>
                  <a:pt x="725" y="8869"/>
                </a:lnTo>
                <a:lnTo>
                  <a:pt x="725" y="3372"/>
                </a:lnTo>
                <a:close/>
                <a:moveTo>
                  <a:pt x="9861" y="3387"/>
                </a:moveTo>
                <a:lnTo>
                  <a:pt x="9861" y="8932"/>
                </a:lnTo>
                <a:lnTo>
                  <a:pt x="5640" y="11011"/>
                </a:lnTo>
                <a:lnTo>
                  <a:pt x="5640" y="9436"/>
                </a:lnTo>
                <a:lnTo>
                  <a:pt x="8223" y="8144"/>
                </a:lnTo>
                <a:cubicBezTo>
                  <a:pt x="8349" y="8113"/>
                  <a:pt x="8412" y="7987"/>
                  <a:pt x="8412" y="7829"/>
                </a:cubicBezTo>
                <a:lnTo>
                  <a:pt x="8412" y="4080"/>
                </a:lnTo>
                <a:lnTo>
                  <a:pt x="9861" y="3387"/>
                </a:lnTo>
                <a:close/>
                <a:moveTo>
                  <a:pt x="5262" y="0"/>
                </a:moveTo>
                <a:cubicBezTo>
                  <a:pt x="5206" y="0"/>
                  <a:pt x="5151" y="16"/>
                  <a:pt x="5104" y="47"/>
                </a:cubicBezTo>
                <a:lnTo>
                  <a:pt x="284" y="2473"/>
                </a:lnTo>
                <a:cubicBezTo>
                  <a:pt x="63" y="2536"/>
                  <a:pt x="0" y="2662"/>
                  <a:pt x="0" y="2820"/>
                </a:cubicBezTo>
                <a:lnTo>
                  <a:pt x="0" y="9152"/>
                </a:lnTo>
                <a:cubicBezTo>
                  <a:pt x="0" y="9278"/>
                  <a:pt x="63" y="9404"/>
                  <a:pt x="189" y="9499"/>
                </a:cubicBezTo>
                <a:lnTo>
                  <a:pt x="5104" y="11956"/>
                </a:lnTo>
                <a:cubicBezTo>
                  <a:pt x="5151" y="11988"/>
                  <a:pt x="5206" y="12003"/>
                  <a:pt x="5262" y="12003"/>
                </a:cubicBezTo>
                <a:cubicBezTo>
                  <a:pt x="5317" y="12003"/>
                  <a:pt x="5372" y="11988"/>
                  <a:pt x="5419" y="11956"/>
                </a:cubicBezTo>
                <a:lnTo>
                  <a:pt x="10365" y="9499"/>
                </a:lnTo>
                <a:cubicBezTo>
                  <a:pt x="10460" y="9404"/>
                  <a:pt x="10554" y="9278"/>
                  <a:pt x="10554" y="9152"/>
                </a:cubicBezTo>
                <a:lnTo>
                  <a:pt x="10554" y="2788"/>
                </a:lnTo>
                <a:cubicBezTo>
                  <a:pt x="10554" y="2662"/>
                  <a:pt x="10460" y="2568"/>
                  <a:pt x="10365" y="2505"/>
                </a:cubicBezTo>
                <a:lnTo>
                  <a:pt x="5419" y="47"/>
                </a:lnTo>
                <a:cubicBezTo>
                  <a:pt x="5372" y="16"/>
                  <a:pt x="5317" y="0"/>
                  <a:pt x="5262"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750" name="Google Shape;5826;p61">
            <a:extLst>
              <a:ext uri="{FF2B5EF4-FFF2-40B4-BE49-F238E27FC236}">
                <a16:creationId xmlns:a16="http://schemas.microsoft.com/office/drawing/2014/main" id="{30604E23-77AD-4B71-89D0-FFE16BD6A8A8}"/>
              </a:ext>
            </a:extLst>
          </p:cNvPr>
          <p:cNvSpPr/>
          <p:nvPr/>
        </p:nvSpPr>
        <p:spPr>
          <a:xfrm>
            <a:off x="6925577" y="4149946"/>
            <a:ext cx="228861" cy="213934"/>
          </a:xfrm>
          <a:custGeom>
            <a:avLst/>
            <a:gdLst/>
            <a:ahLst/>
            <a:cxnLst/>
            <a:rect l="l" t="t" r="r" b="b"/>
            <a:pathLst>
              <a:path w="12067" h="11280" extrusionOk="0">
                <a:moveTo>
                  <a:pt x="5986" y="757"/>
                </a:moveTo>
                <a:cubicBezTo>
                  <a:pt x="7656" y="757"/>
                  <a:pt x="9011" y="2049"/>
                  <a:pt x="9137" y="3718"/>
                </a:cubicBezTo>
                <a:cubicBezTo>
                  <a:pt x="8822" y="3624"/>
                  <a:pt x="8475" y="3561"/>
                  <a:pt x="8066" y="3561"/>
                </a:cubicBezTo>
                <a:cubicBezTo>
                  <a:pt x="7278" y="3561"/>
                  <a:pt x="6585" y="3781"/>
                  <a:pt x="5955" y="4191"/>
                </a:cubicBezTo>
                <a:cubicBezTo>
                  <a:pt x="5356" y="3781"/>
                  <a:pt x="4632" y="3561"/>
                  <a:pt x="3844" y="3561"/>
                </a:cubicBezTo>
                <a:cubicBezTo>
                  <a:pt x="3466" y="3561"/>
                  <a:pt x="3119" y="3592"/>
                  <a:pt x="2773" y="3718"/>
                </a:cubicBezTo>
                <a:cubicBezTo>
                  <a:pt x="2930" y="2049"/>
                  <a:pt x="4285" y="757"/>
                  <a:pt x="5986" y="757"/>
                </a:cubicBezTo>
                <a:close/>
                <a:moveTo>
                  <a:pt x="3875" y="4254"/>
                </a:moveTo>
                <a:cubicBezTo>
                  <a:pt x="4411" y="4254"/>
                  <a:pt x="4915" y="4411"/>
                  <a:pt x="5388" y="4663"/>
                </a:cubicBezTo>
                <a:cubicBezTo>
                  <a:pt x="4852" y="5168"/>
                  <a:pt x="4505" y="5829"/>
                  <a:pt x="4285" y="6585"/>
                </a:cubicBezTo>
                <a:cubicBezTo>
                  <a:pt x="3560" y="6113"/>
                  <a:pt x="2993" y="5325"/>
                  <a:pt x="2836" y="4411"/>
                </a:cubicBezTo>
                <a:cubicBezTo>
                  <a:pt x="3151" y="4317"/>
                  <a:pt x="3497" y="4254"/>
                  <a:pt x="3875" y="4254"/>
                </a:cubicBezTo>
                <a:close/>
                <a:moveTo>
                  <a:pt x="8129" y="4254"/>
                </a:moveTo>
                <a:cubicBezTo>
                  <a:pt x="8475" y="4254"/>
                  <a:pt x="8822" y="4317"/>
                  <a:pt x="9137" y="4411"/>
                </a:cubicBezTo>
                <a:cubicBezTo>
                  <a:pt x="8979" y="5325"/>
                  <a:pt x="8444" y="6113"/>
                  <a:pt x="7687" y="6585"/>
                </a:cubicBezTo>
                <a:cubicBezTo>
                  <a:pt x="7498" y="5829"/>
                  <a:pt x="7089" y="5168"/>
                  <a:pt x="6585" y="4663"/>
                </a:cubicBezTo>
                <a:cubicBezTo>
                  <a:pt x="7026" y="4411"/>
                  <a:pt x="7561" y="4254"/>
                  <a:pt x="8129" y="4254"/>
                </a:cubicBezTo>
                <a:close/>
                <a:moveTo>
                  <a:pt x="5986" y="5042"/>
                </a:moveTo>
                <a:cubicBezTo>
                  <a:pt x="6490" y="5514"/>
                  <a:pt x="6900" y="6144"/>
                  <a:pt x="7026" y="6900"/>
                </a:cubicBezTo>
                <a:cubicBezTo>
                  <a:pt x="6648" y="7026"/>
                  <a:pt x="6364" y="7058"/>
                  <a:pt x="5986" y="7058"/>
                </a:cubicBezTo>
                <a:cubicBezTo>
                  <a:pt x="5640" y="7058"/>
                  <a:pt x="5293" y="7026"/>
                  <a:pt x="4978" y="6900"/>
                </a:cubicBezTo>
                <a:cubicBezTo>
                  <a:pt x="5073" y="6176"/>
                  <a:pt x="5451" y="5514"/>
                  <a:pt x="5986" y="5042"/>
                </a:cubicBezTo>
                <a:close/>
                <a:moveTo>
                  <a:pt x="4915" y="7625"/>
                </a:moveTo>
                <a:lnTo>
                  <a:pt x="4915" y="7625"/>
                </a:lnTo>
                <a:cubicBezTo>
                  <a:pt x="5230" y="7688"/>
                  <a:pt x="5608" y="7782"/>
                  <a:pt x="5986" y="7782"/>
                </a:cubicBezTo>
                <a:cubicBezTo>
                  <a:pt x="6333" y="7782"/>
                  <a:pt x="6711" y="7719"/>
                  <a:pt x="7057" y="7625"/>
                </a:cubicBezTo>
                <a:lnTo>
                  <a:pt x="7057" y="7625"/>
                </a:lnTo>
                <a:cubicBezTo>
                  <a:pt x="6963" y="8476"/>
                  <a:pt x="6585" y="9232"/>
                  <a:pt x="5986" y="9767"/>
                </a:cubicBezTo>
                <a:cubicBezTo>
                  <a:pt x="5388" y="9232"/>
                  <a:pt x="5010" y="8476"/>
                  <a:pt x="4915" y="7625"/>
                </a:cubicBezTo>
                <a:close/>
                <a:moveTo>
                  <a:pt x="2206" y="4726"/>
                </a:moveTo>
                <a:cubicBezTo>
                  <a:pt x="2458" y="5892"/>
                  <a:pt x="3245" y="6837"/>
                  <a:pt x="4222" y="7373"/>
                </a:cubicBezTo>
                <a:lnTo>
                  <a:pt x="4222" y="7467"/>
                </a:lnTo>
                <a:cubicBezTo>
                  <a:pt x="4222" y="8570"/>
                  <a:pt x="4663" y="9515"/>
                  <a:pt x="5388" y="10208"/>
                </a:cubicBezTo>
                <a:cubicBezTo>
                  <a:pt x="4915" y="10460"/>
                  <a:pt x="4411" y="10555"/>
                  <a:pt x="3875" y="10555"/>
                </a:cubicBezTo>
                <a:cubicBezTo>
                  <a:pt x="2080" y="10555"/>
                  <a:pt x="662" y="9137"/>
                  <a:pt x="662" y="7404"/>
                </a:cubicBezTo>
                <a:cubicBezTo>
                  <a:pt x="662" y="6270"/>
                  <a:pt x="1260" y="5294"/>
                  <a:pt x="2206" y="4726"/>
                </a:cubicBezTo>
                <a:close/>
                <a:moveTo>
                  <a:pt x="9735" y="4695"/>
                </a:moveTo>
                <a:cubicBezTo>
                  <a:pt x="10649" y="5262"/>
                  <a:pt x="11279" y="6239"/>
                  <a:pt x="11279" y="7373"/>
                </a:cubicBezTo>
                <a:cubicBezTo>
                  <a:pt x="11279" y="9137"/>
                  <a:pt x="9861" y="10555"/>
                  <a:pt x="8066" y="10555"/>
                </a:cubicBezTo>
                <a:cubicBezTo>
                  <a:pt x="7530" y="10555"/>
                  <a:pt x="7026" y="10397"/>
                  <a:pt x="6553" y="10177"/>
                </a:cubicBezTo>
                <a:cubicBezTo>
                  <a:pt x="7246" y="9452"/>
                  <a:pt x="7719" y="8476"/>
                  <a:pt x="7719" y="7404"/>
                </a:cubicBezTo>
                <a:lnTo>
                  <a:pt x="7719" y="7341"/>
                </a:lnTo>
                <a:cubicBezTo>
                  <a:pt x="8759" y="6837"/>
                  <a:pt x="9515" y="5892"/>
                  <a:pt x="9735" y="4695"/>
                </a:cubicBezTo>
                <a:close/>
                <a:moveTo>
                  <a:pt x="5986" y="1"/>
                </a:moveTo>
                <a:cubicBezTo>
                  <a:pt x="3875" y="1"/>
                  <a:pt x="2143" y="1734"/>
                  <a:pt x="2143" y="3876"/>
                </a:cubicBezTo>
                <a:lnTo>
                  <a:pt x="2143" y="3939"/>
                </a:lnTo>
                <a:cubicBezTo>
                  <a:pt x="882" y="4569"/>
                  <a:pt x="0" y="5892"/>
                  <a:pt x="0" y="7404"/>
                </a:cubicBezTo>
                <a:cubicBezTo>
                  <a:pt x="0" y="9547"/>
                  <a:pt x="1733" y="11279"/>
                  <a:pt x="3907" y="11279"/>
                </a:cubicBezTo>
                <a:cubicBezTo>
                  <a:pt x="4695" y="11279"/>
                  <a:pt x="5388" y="11027"/>
                  <a:pt x="6018" y="10649"/>
                </a:cubicBezTo>
                <a:cubicBezTo>
                  <a:pt x="6616" y="11027"/>
                  <a:pt x="7372" y="11279"/>
                  <a:pt x="8160" y="11279"/>
                </a:cubicBezTo>
                <a:cubicBezTo>
                  <a:pt x="10271" y="11279"/>
                  <a:pt x="12067" y="9547"/>
                  <a:pt x="12067" y="7404"/>
                </a:cubicBezTo>
                <a:cubicBezTo>
                  <a:pt x="11972" y="5924"/>
                  <a:pt x="11122" y="4632"/>
                  <a:pt x="9861" y="3939"/>
                </a:cubicBezTo>
                <a:lnTo>
                  <a:pt x="9861" y="3876"/>
                </a:lnTo>
                <a:cubicBezTo>
                  <a:pt x="9861" y="1734"/>
                  <a:pt x="8129" y="1"/>
                  <a:pt x="5986"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751" name="Google Shape;5827;p61">
            <a:extLst>
              <a:ext uri="{FF2B5EF4-FFF2-40B4-BE49-F238E27FC236}">
                <a16:creationId xmlns:a16="http://schemas.microsoft.com/office/drawing/2014/main" id="{E9488A9E-39B0-4D51-A7AE-D8150D1CECCF}"/>
              </a:ext>
            </a:extLst>
          </p:cNvPr>
          <p:cNvSpPr/>
          <p:nvPr/>
        </p:nvSpPr>
        <p:spPr>
          <a:xfrm>
            <a:off x="7028349" y="4423592"/>
            <a:ext cx="13162" cy="39468"/>
          </a:xfrm>
          <a:custGeom>
            <a:avLst/>
            <a:gdLst/>
            <a:ahLst/>
            <a:cxnLst/>
            <a:rect l="l" t="t" r="r" b="b"/>
            <a:pathLst>
              <a:path w="694" h="2081" extrusionOk="0">
                <a:moveTo>
                  <a:pt x="347" y="1"/>
                </a:moveTo>
                <a:cubicBezTo>
                  <a:pt x="158" y="1"/>
                  <a:pt x="1" y="158"/>
                  <a:pt x="1" y="348"/>
                </a:cubicBezTo>
                <a:lnTo>
                  <a:pt x="1" y="1765"/>
                </a:lnTo>
                <a:cubicBezTo>
                  <a:pt x="1" y="1923"/>
                  <a:pt x="158" y="2080"/>
                  <a:pt x="347" y="2080"/>
                </a:cubicBezTo>
                <a:cubicBezTo>
                  <a:pt x="536" y="2080"/>
                  <a:pt x="694" y="1923"/>
                  <a:pt x="694" y="1734"/>
                </a:cubicBezTo>
                <a:lnTo>
                  <a:pt x="694" y="348"/>
                </a:lnTo>
                <a:cubicBezTo>
                  <a:pt x="694" y="158"/>
                  <a:pt x="536" y="1"/>
                  <a:pt x="347"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752" name="Google Shape;5828;p61">
            <a:extLst>
              <a:ext uri="{FF2B5EF4-FFF2-40B4-BE49-F238E27FC236}">
                <a16:creationId xmlns:a16="http://schemas.microsoft.com/office/drawing/2014/main" id="{0C3A3272-7226-4518-95C9-07E2DC3EB3A1}"/>
              </a:ext>
            </a:extLst>
          </p:cNvPr>
          <p:cNvSpPr/>
          <p:nvPr/>
        </p:nvSpPr>
        <p:spPr>
          <a:xfrm>
            <a:off x="6977561" y="4440413"/>
            <a:ext cx="35276" cy="25035"/>
          </a:xfrm>
          <a:custGeom>
            <a:avLst/>
            <a:gdLst/>
            <a:ahLst/>
            <a:cxnLst/>
            <a:rect l="l" t="t" r="r" b="b"/>
            <a:pathLst>
              <a:path w="1860" h="1320" extrusionOk="0">
                <a:moveTo>
                  <a:pt x="465" y="1"/>
                </a:moveTo>
                <a:cubicBezTo>
                  <a:pt x="344" y="1"/>
                  <a:pt x="222" y="78"/>
                  <a:pt x="158" y="185"/>
                </a:cubicBezTo>
                <a:cubicBezTo>
                  <a:pt x="1" y="311"/>
                  <a:pt x="64" y="563"/>
                  <a:pt x="253" y="658"/>
                </a:cubicBezTo>
                <a:lnTo>
                  <a:pt x="1229" y="1288"/>
                </a:lnTo>
                <a:cubicBezTo>
                  <a:pt x="1261" y="1319"/>
                  <a:pt x="1355" y="1319"/>
                  <a:pt x="1418" y="1319"/>
                </a:cubicBezTo>
                <a:cubicBezTo>
                  <a:pt x="1544" y="1319"/>
                  <a:pt x="1671" y="1288"/>
                  <a:pt x="1734" y="1162"/>
                </a:cubicBezTo>
                <a:cubicBezTo>
                  <a:pt x="1860" y="1004"/>
                  <a:pt x="1765" y="752"/>
                  <a:pt x="1607" y="689"/>
                </a:cubicBezTo>
                <a:lnTo>
                  <a:pt x="631" y="59"/>
                </a:lnTo>
                <a:cubicBezTo>
                  <a:pt x="580" y="18"/>
                  <a:pt x="523" y="1"/>
                  <a:pt x="46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753" name="Google Shape;5829;p61">
            <a:extLst>
              <a:ext uri="{FF2B5EF4-FFF2-40B4-BE49-F238E27FC236}">
                <a16:creationId xmlns:a16="http://schemas.microsoft.com/office/drawing/2014/main" id="{3D813A2F-8FB7-4B00-B314-BCA13C181E00}"/>
              </a:ext>
            </a:extLst>
          </p:cNvPr>
          <p:cNvSpPr/>
          <p:nvPr/>
        </p:nvSpPr>
        <p:spPr>
          <a:xfrm>
            <a:off x="7058825" y="4441551"/>
            <a:ext cx="32887" cy="24485"/>
          </a:xfrm>
          <a:custGeom>
            <a:avLst/>
            <a:gdLst/>
            <a:ahLst/>
            <a:cxnLst/>
            <a:rect l="l" t="t" r="r" b="b"/>
            <a:pathLst>
              <a:path w="1734" h="1291" extrusionOk="0">
                <a:moveTo>
                  <a:pt x="1354" y="0"/>
                </a:moveTo>
                <a:cubicBezTo>
                  <a:pt x="1301" y="0"/>
                  <a:pt x="1247" y="11"/>
                  <a:pt x="1198" y="31"/>
                </a:cubicBezTo>
                <a:lnTo>
                  <a:pt x="221" y="661"/>
                </a:lnTo>
                <a:cubicBezTo>
                  <a:pt x="63" y="787"/>
                  <a:pt x="0" y="976"/>
                  <a:pt x="95" y="1133"/>
                </a:cubicBezTo>
                <a:cubicBezTo>
                  <a:pt x="126" y="1228"/>
                  <a:pt x="252" y="1291"/>
                  <a:pt x="347" y="1291"/>
                </a:cubicBezTo>
                <a:cubicBezTo>
                  <a:pt x="441" y="1291"/>
                  <a:pt x="473" y="1291"/>
                  <a:pt x="568" y="1259"/>
                </a:cubicBezTo>
                <a:lnTo>
                  <a:pt x="1544" y="629"/>
                </a:lnTo>
                <a:cubicBezTo>
                  <a:pt x="1702" y="503"/>
                  <a:pt x="1733" y="314"/>
                  <a:pt x="1670" y="157"/>
                </a:cubicBezTo>
                <a:cubicBezTo>
                  <a:pt x="1584" y="49"/>
                  <a:pt x="1469" y="0"/>
                  <a:pt x="135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754" name="Google Shape;5830;p61">
            <a:extLst>
              <a:ext uri="{FF2B5EF4-FFF2-40B4-BE49-F238E27FC236}">
                <a16:creationId xmlns:a16="http://schemas.microsoft.com/office/drawing/2014/main" id="{F02E7187-239C-4430-B8AC-40FE5C9E53C1}"/>
              </a:ext>
            </a:extLst>
          </p:cNvPr>
          <p:cNvGrpSpPr/>
          <p:nvPr/>
        </p:nvGrpSpPr>
        <p:grpSpPr>
          <a:xfrm>
            <a:off x="6362970" y="4712916"/>
            <a:ext cx="200185" cy="229468"/>
            <a:chOff x="-49398750" y="2684600"/>
            <a:chExt cx="263875" cy="302475"/>
          </a:xfrm>
          <a:solidFill>
            <a:schemeClr val="tx1"/>
          </a:solidFill>
        </p:grpSpPr>
        <p:sp>
          <p:nvSpPr>
            <p:cNvPr id="840" name="Google Shape;5831;p61">
              <a:extLst>
                <a:ext uri="{FF2B5EF4-FFF2-40B4-BE49-F238E27FC236}">
                  <a16:creationId xmlns:a16="http://schemas.microsoft.com/office/drawing/2014/main" id="{337B1C5A-E6D7-4AB5-93B7-93A44D151E41}"/>
                </a:ext>
              </a:extLst>
            </p:cNvPr>
            <p:cNvSpPr/>
            <p:nvPr/>
          </p:nvSpPr>
          <p:spPr>
            <a:xfrm>
              <a:off x="-49294775" y="2684600"/>
              <a:ext cx="73275" cy="299325"/>
            </a:xfrm>
            <a:custGeom>
              <a:avLst/>
              <a:gdLst/>
              <a:ahLst/>
              <a:cxnLst/>
              <a:rect l="l" t="t" r="r" b="b"/>
              <a:pathLst>
                <a:path w="2931" h="11973" extrusionOk="0">
                  <a:moveTo>
                    <a:pt x="1481" y="1387"/>
                  </a:moveTo>
                  <a:lnTo>
                    <a:pt x="2017" y="2836"/>
                  </a:lnTo>
                  <a:lnTo>
                    <a:pt x="914" y="2836"/>
                  </a:lnTo>
                  <a:lnTo>
                    <a:pt x="1481" y="1387"/>
                  </a:lnTo>
                  <a:close/>
                  <a:moveTo>
                    <a:pt x="2174" y="3529"/>
                  </a:moveTo>
                  <a:lnTo>
                    <a:pt x="2174" y="9893"/>
                  </a:lnTo>
                  <a:lnTo>
                    <a:pt x="757" y="9893"/>
                  </a:lnTo>
                  <a:lnTo>
                    <a:pt x="757" y="3529"/>
                  </a:lnTo>
                  <a:close/>
                  <a:moveTo>
                    <a:pt x="2174" y="10586"/>
                  </a:moveTo>
                  <a:lnTo>
                    <a:pt x="2174" y="10964"/>
                  </a:lnTo>
                  <a:cubicBezTo>
                    <a:pt x="2143" y="11153"/>
                    <a:pt x="1985" y="11311"/>
                    <a:pt x="1828" y="11311"/>
                  </a:cubicBezTo>
                  <a:lnTo>
                    <a:pt x="1103" y="11311"/>
                  </a:lnTo>
                  <a:cubicBezTo>
                    <a:pt x="914" y="11311"/>
                    <a:pt x="757" y="11153"/>
                    <a:pt x="757" y="10964"/>
                  </a:cubicBezTo>
                  <a:lnTo>
                    <a:pt x="757" y="10586"/>
                  </a:lnTo>
                  <a:close/>
                  <a:moveTo>
                    <a:pt x="1450" y="1"/>
                  </a:moveTo>
                  <a:cubicBezTo>
                    <a:pt x="1355" y="1"/>
                    <a:pt x="1198" y="95"/>
                    <a:pt x="1135" y="253"/>
                  </a:cubicBezTo>
                  <a:cubicBezTo>
                    <a:pt x="1" y="3246"/>
                    <a:pt x="95" y="3088"/>
                    <a:pt x="95" y="3151"/>
                  </a:cubicBezTo>
                  <a:lnTo>
                    <a:pt x="95" y="10933"/>
                  </a:lnTo>
                  <a:cubicBezTo>
                    <a:pt x="95" y="11500"/>
                    <a:pt x="568" y="11973"/>
                    <a:pt x="1135" y="11973"/>
                  </a:cubicBezTo>
                  <a:lnTo>
                    <a:pt x="1859" y="11973"/>
                  </a:lnTo>
                  <a:cubicBezTo>
                    <a:pt x="2458" y="11973"/>
                    <a:pt x="2931" y="11500"/>
                    <a:pt x="2931" y="10933"/>
                  </a:cubicBezTo>
                  <a:lnTo>
                    <a:pt x="2931" y="3120"/>
                  </a:lnTo>
                  <a:cubicBezTo>
                    <a:pt x="2836" y="3088"/>
                    <a:pt x="2931" y="3277"/>
                    <a:pt x="1765" y="253"/>
                  </a:cubicBezTo>
                  <a:cubicBezTo>
                    <a:pt x="1733" y="127"/>
                    <a:pt x="1576" y="1"/>
                    <a:pt x="1450" y="1"/>
                  </a:cubicBezTo>
                  <a:close/>
                </a:path>
              </a:pathLst>
            </a:custGeom>
            <a:grpFill/>
            <a:ln>
              <a:noFill/>
            </a:ln>
          </p:spPr>
          <p:txBody>
            <a:bodyPr spcFirstLastPara="1" wrap="square" lIns="62728" tIns="62728" rIns="62728" bIns="62728" anchor="ctr" anchorCtr="0">
              <a:noAutofit/>
            </a:bodyPr>
            <a:lstStyle/>
            <a:p>
              <a:endParaRPr sz="764"/>
            </a:p>
          </p:txBody>
        </p:sp>
        <p:sp>
          <p:nvSpPr>
            <p:cNvPr id="841" name="Google Shape;5832;p61">
              <a:extLst>
                <a:ext uri="{FF2B5EF4-FFF2-40B4-BE49-F238E27FC236}">
                  <a16:creationId xmlns:a16="http://schemas.microsoft.com/office/drawing/2014/main" id="{A07CDB5C-F812-43D9-A3EF-315D92D49E5B}"/>
                </a:ext>
              </a:extLst>
            </p:cNvPr>
            <p:cNvSpPr/>
            <p:nvPr/>
          </p:nvSpPr>
          <p:spPr>
            <a:xfrm>
              <a:off x="-49398750" y="2684600"/>
              <a:ext cx="87450" cy="300900"/>
            </a:xfrm>
            <a:custGeom>
              <a:avLst/>
              <a:gdLst/>
              <a:ahLst/>
              <a:cxnLst/>
              <a:rect l="l" t="t" r="r" b="b"/>
              <a:pathLst>
                <a:path w="3498" h="12036" extrusionOk="0">
                  <a:moveTo>
                    <a:pt x="2773" y="662"/>
                  </a:moveTo>
                  <a:lnTo>
                    <a:pt x="2773" y="11311"/>
                  </a:lnTo>
                  <a:lnTo>
                    <a:pt x="662" y="11311"/>
                  </a:lnTo>
                  <a:lnTo>
                    <a:pt x="662" y="10586"/>
                  </a:lnTo>
                  <a:lnTo>
                    <a:pt x="1734" y="10586"/>
                  </a:lnTo>
                  <a:cubicBezTo>
                    <a:pt x="1923" y="10586"/>
                    <a:pt x="2080" y="10429"/>
                    <a:pt x="2080" y="10240"/>
                  </a:cubicBezTo>
                  <a:cubicBezTo>
                    <a:pt x="2080" y="10051"/>
                    <a:pt x="1923" y="9893"/>
                    <a:pt x="1734" y="9893"/>
                  </a:cubicBezTo>
                  <a:lnTo>
                    <a:pt x="662" y="9893"/>
                  </a:lnTo>
                  <a:lnTo>
                    <a:pt x="662" y="9169"/>
                  </a:lnTo>
                  <a:lnTo>
                    <a:pt x="1009" y="9169"/>
                  </a:lnTo>
                  <a:cubicBezTo>
                    <a:pt x="1198" y="9169"/>
                    <a:pt x="1356" y="9011"/>
                    <a:pt x="1356" y="8822"/>
                  </a:cubicBezTo>
                  <a:cubicBezTo>
                    <a:pt x="1356" y="8633"/>
                    <a:pt x="1198" y="8475"/>
                    <a:pt x="1009" y="8475"/>
                  </a:cubicBezTo>
                  <a:lnTo>
                    <a:pt x="662" y="8475"/>
                  </a:lnTo>
                  <a:lnTo>
                    <a:pt x="662" y="7751"/>
                  </a:lnTo>
                  <a:lnTo>
                    <a:pt x="1734" y="7751"/>
                  </a:lnTo>
                  <a:cubicBezTo>
                    <a:pt x="1923" y="7751"/>
                    <a:pt x="2080" y="7593"/>
                    <a:pt x="2080" y="7404"/>
                  </a:cubicBezTo>
                  <a:cubicBezTo>
                    <a:pt x="2080" y="7215"/>
                    <a:pt x="1923" y="7058"/>
                    <a:pt x="1734" y="7058"/>
                  </a:cubicBezTo>
                  <a:lnTo>
                    <a:pt x="662" y="7058"/>
                  </a:lnTo>
                  <a:lnTo>
                    <a:pt x="662" y="6333"/>
                  </a:lnTo>
                  <a:lnTo>
                    <a:pt x="1009" y="6333"/>
                  </a:lnTo>
                  <a:cubicBezTo>
                    <a:pt x="1198" y="6333"/>
                    <a:pt x="1356" y="6176"/>
                    <a:pt x="1356" y="5987"/>
                  </a:cubicBezTo>
                  <a:cubicBezTo>
                    <a:pt x="1356" y="5798"/>
                    <a:pt x="1198" y="5640"/>
                    <a:pt x="1009" y="5640"/>
                  </a:cubicBezTo>
                  <a:lnTo>
                    <a:pt x="662" y="5640"/>
                  </a:lnTo>
                  <a:lnTo>
                    <a:pt x="662" y="4947"/>
                  </a:lnTo>
                  <a:lnTo>
                    <a:pt x="1734" y="4947"/>
                  </a:lnTo>
                  <a:cubicBezTo>
                    <a:pt x="1923" y="4947"/>
                    <a:pt x="2080" y="4789"/>
                    <a:pt x="2080" y="4569"/>
                  </a:cubicBezTo>
                  <a:cubicBezTo>
                    <a:pt x="2080" y="4380"/>
                    <a:pt x="1923" y="4222"/>
                    <a:pt x="1734" y="4222"/>
                  </a:cubicBezTo>
                  <a:lnTo>
                    <a:pt x="662" y="4222"/>
                  </a:lnTo>
                  <a:lnTo>
                    <a:pt x="662" y="3498"/>
                  </a:lnTo>
                  <a:lnTo>
                    <a:pt x="1009" y="3498"/>
                  </a:lnTo>
                  <a:cubicBezTo>
                    <a:pt x="1198" y="3498"/>
                    <a:pt x="1356" y="3340"/>
                    <a:pt x="1356" y="3151"/>
                  </a:cubicBezTo>
                  <a:cubicBezTo>
                    <a:pt x="1356" y="2962"/>
                    <a:pt x="1198" y="2805"/>
                    <a:pt x="1009" y="2805"/>
                  </a:cubicBezTo>
                  <a:lnTo>
                    <a:pt x="662" y="2805"/>
                  </a:lnTo>
                  <a:lnTo>
                    <a:pt x="662" y="2080"/>
                  </a:lnTo>
                  <a:lnTo>
                    <a:pt x="1734" y="2080"/>
                  </a:lnTo>
                  <a:cubicBezTo>
                    <a:pt x="1923" y="2080"/>
                    <a:pt x="2080" y="1922"/>
                    <a:pt x="2080" y="1733"/>
                  </a:cubicBezTo>
                  <a:cubicBezTo>
                    <a:pt x="2080" y="1544"/>
                    <a:pt x="1923" y="1387"/>
                    <a:pt x="1734" y="1387"/>
                  </a:cubicBezTo>
                  <a:lnTo>
                    <a:pt x="662" y="1387"/>
                  </a:lnTo>
                  <a:lnTo>
                    <a:pt x="662" y="662"/>
                  </a:lnTo>
                  <a:close/>
                  <a:moveTo>
                    <a:pt x="347" y="1"/>
                  </a:moveTo>
                  <a:cubicBezTo>
                    <a:pt x="158" y="1"/>
                    <a:pt x="1" y="158"/>
                    <a:pt x="1" y="379"/>
                  </a:cubicBezTo>
                  <a:lnTo>
                    <a:pt x="1" y="11657"/>
                  </a:lnTo>
                  <a:cubicBezTo>
                    <a:pt x="1" y="11878"/>
                    <a:pt x="158" y="12036"/>
                    <a:pt x="347" y="12036"/>
                  </a:cubicBezTo>
                  <a:lnTo>
                    <a:pt x="3151" y="12036"/>
                  </a:lnTo>
                  <a:cubicBezTo>
                    <a:pt x="3340" y="12036"/>
                    <a:pt x="3498" y="11878"/>
                    <a:pt x="3498" y="11657"/>
                  </a:cubicBezTo>
                  <a:lnTo>
                    <a:pt x="3498" y="379"/>
                  </a:lnTo>
                  <a:cubicBezTo>
                    <a:pt x="3498" y="158"/>
                    <a:pt x="3340" y="1"/>
                    <a:pt x="3151" y="1"/>
                  </a:cubicBezTo>
                  <a:close/>
                </a:path>
              </a:pathLst>
            </a:custGeom>
            <a:grpFill/>
            <a:ln>
              <a:noFill/>
            </a:ln>
          </p:spPr>
          <p:txBody>
            <a:bodyPr spcFirstLastPara="1" wrap="square" lIns="62728" tIns="62728" rIns="62728" bIns="62728" anchor="ctr" anchorCtr="0">
              <a:noAutofit/>
            </a:bodyPr>
            <a:lstStyle/>
            <a:p>
              <a:endParaRPr sz="764"/>
            </a:p>
          </p:txBody>
        </p:sp>
        <p:sp>
          <p:nvSpPr>
            <p:cNvPr id="842" name="Google Shape;5833;p61">
              <a:extLst>
                <a:ext uri="{FF2B5EF4-FFF2-40B4-BE49-F238E27FC236}">
                  <a16:creationId xmlns:a16="http://schemas.microsoft.com/office/drawing/2014/main" id="{5D1BFDB8-C0BE-49A0-B6DF-807AD0FE005D}"/>
                </a:ext>
              </a:extLst>
            </p:cNvPr>
            <p:cNvSpPr/>
            <p:nvPr/>
          </p:nvSpPr>
          <p:spPr>
            <a:xfrm>
              <a:off x="-49207350" y="2686175"/>
              <a:ext cx="72475" cy="300900"/>
            </a:xfrm>
            <a:custGeom>
              <a:avLst/>
              <a:gdLst/>
              <a:ahLst/>
              <a:cxnLst/>
              <a:rect l="l" t="t" r="r" b="b"/>
              <a:pathLst>
                <a:path w="2899" h="12036" extrusionOk="0">
                  <a:moveTo>
                    <a:pt x="1859" y="694"/>
                  </a:moveTo>
                  <a:lnTo>
                    <a:pt x="1859" y="694"/>
                  </a:lnTo>
                  <a:cubicBezTo>
                    <a:pt x="1828" y="820"/>
                    <a:pt x="1796" y="946"/>
                    <a:pt x="1796" y="1040"/>
                  </a:cubicBezTo>
                  <a:cubicBezTo>
                    <a:pt x="1733" y="1418"/>
                    <a:pt x="1828" y="1765"/>
                    <a:pt x="2111" y="2112"/>
                  </a:cubicBezTo>
                  <a:cubicBezTo>
                    <a:pt x="2143" y="2143"/>
                    <a:pt x="2174" y="2238"/>
                    <a:pt x="2143" y="2301"/>
                  </a:cubicBezTo>
                  <a:cubicBezTo>
                    <a:pt x="2017" y="2584"/>
                    <a:pt x="1796" y="2773"/>
                    <a:pt x="1481" y="2773"/>
                  </a:cubicBezTo>
                  <a:cubicBezTo>
                    <a:pt x="1072" y="2773"/>
                    <a:pt x="757" y="2458"/>
                    <a:pt x="757" y="2080"/>
                  </a:cubicBezTo>
                  <a:cubicBezTo>
                    <a:pt x="757" y="1670"/>
                    <a:pt x="914" y="1324"/>
                    <a:pt x="1166" y="1103"/>
                  </a:cubicBezTo>
                  <a:cubicBezTo>
                    <a:pt x="1387" y="851"/>
                    <a:pt x="1576" y="788"/>
                    <a:pt x="1859" y="694"/>
                  </a:cubicBezTo>
                  <a:close/>
                  <a:moveTo>
                    <a:pt x="1450" y="3466"/>
                  </a:moveTo>
                  <a:cubicBezTo>
                    <a:pt x="1513" y="3529"/>
                    <a:pt x="1702" y="3781"/>
                    <a:pt x="1859" y="4600"/>
                  </a:cubicBezTo>
                  <a:cubicBezTo>
                    <a:pt x="1954" y="4726"/>
                    <a:pt x="1954" y="4789"/>
                    <a:pt x="1954" y="4884"/>
                  </a:cubicBezTo>
                  <a:lnTo>
                    <a:pt x="946" y="4884"/>
                  </a:lnTo>
                  <a:cubicBezTo>
                    <a:pt x="946" y="4789"/>
                    <a:pt x="1009" y="4726"/>
                    <a:pt x="1009" y="4600"/>
                  </a:cubicBezTo>
                  <a:cubicBezTo>
                    <a:pt x="1198" y="3781"/>
                    <a:pt x="1355" y="3529"/>
                    <a:pt x="1450" y="3466"/>
                  </a:cubicBezTo>
                  <a:close/>
                  <a:moveTo>
                    <a:pt x="2111" y="5546"/>
                  </a:moveTo>
                  <a:cubicBezTo>
                    <a:pt x="2174" y="6081"/>
                    <a:pt x="2237" y="6680"/>
                    <a:pt x="2237" y="7310"/>
                  </a:cubicBezTo>
                  <a:cubicBezTo>
                    <a:pt x="2174" y="9389"/>
                    <a:pt x="1796" y="10901"/>
                    <a:pt x="1481" y="11216"/>
                  </a:cubicBezTo>
                  <a:cubicBezTo>
                    <a:pt x="1387" y="11122"/>
                    <a:pt x="1198" y="10901"/>
                    <a:pt x="1040" y="10082"/>
                  </a:cubicBezTo>
                  <a:cubicBezTo>
                    <a:pt x="883" y="9326"/>
                    <a:pt x="757" y="8349"/>
                    <a:pt x="757" y="7310"/>
                  </a:cubicBezTo>
                  <a:cubicBezTo>
                    <a:pt x="757" y="6680"/>
                    <a:pt x="788" y="6081"/>
                    <a:pt x="883" y="5546"/>
                  </a:cubicBezTo>
                  <a:close/>
                  <a:moveTo>
                    <a:pt x="2489" y="1"/>
                  </a:moveTo>
                  <a:cubicBezTo>
                    <a:pt x="1796" y="1"/>
                    <a:pt x="1229" y="32"/>
                    <a:pt x="662" y="631"/>
                  </a:cubicBezTo>
                  <a:cubicBezTo>
                    <a:pt x="253" y="1009"/>
                    <a:pt x="1" y="1576"/>
                    <a:pt x="1" y="2112"/>
                  </a:cubicBezTo>
                  <a:cubicBezTo>
                    <a:pt x="1" y="2616"/>
                    <a:pt x="284" y="3088"/>
                    <a:pt x="725" y="3340"/>
                  </a:cubicBezTo>
                  <a:cubicBezTo>
                    <a:pt x="190" y="4285"/>
                    <a:pt x="1" y="6302"/>
                    <a:pt x="1" y="7436"/>
                  </a:cubicBezTo>
                  <a:cubicBezTo>
                    <a:pt x="1" y="8539"/>
                    <a:pt x="127" y="10555"/>
                    <a:pt x="725" y="11531"/>
                  </a:cubicBezTo>
                  <a:cubicBezTo>
                    <a:pt x="914" y="11878"/>
                    <a:pt x="1166" y="12036"/>
                    <a:pt x="1450" y="12036"/>
                  </a:cubicBezTo>
                  <a:cubicBezTo>
                    <a:pt x="1702" y="12036"/>
                    <a:pt x="1954" y="11878"/>
                    <a:pt x="2143" y="11531"/>
                  </a:cubicBezTo>
                  <a:cubicBezTo>
                    <a:pt x="2710" y="10586"/>
                    <a:pt x="2868" y="8570"/>
                    <a:pt x="2868" y="7436"/>
                  </a:cubicBezTo>
                  <a:cubicBezTo>
                    <a:pt x="2836" y="6239"/>
                    <a:pt x="2742" y="4254"/>
                    <a:pt x="2174" y="3309"/>
                  </a:cubicBezTo>
                  <a:cubicBezTo>
                    <a:pt x="2458" y="3151"/>
                    <a:pt x="2710" y="2868"/>
                    <a:pt x="2773" y="2553"/>
                  </a:cubicBezTo>
                  <a:cubicBezTo>
                    <a:pt x="2899" y="2238"/>
                    <a:pt x="2805" y="1923"/>
                    <a:pt x="2616" y="1670"/>
                  </a:cubicBezTo>
                  <a:cubicBezTo>
                    <a:pt x="2426" y="1450"/>
                    <a:pt x="2300" y="1135"/>
                    <a:pt x="2773" y="536"/>
                  </a:cubicBezTo>
                  <a:cubicBezTo>
                    <a:pt x="2836" y="410"/>
                    <a:pt x="2899" y="316"/>
                    <a:pt x="2805" y="190"/>
                  </a:cubicBezTo>
                  <a:cubicBezTo>
                    <a:pt x="2773" y="64"/>
                    <a:pt x="2616" y="1"/>
                    <a:pt x="248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55" name="Google Shape;5834;p61">
            <a:extLst>
              <a:ext uri="{FF2B5EF4-FFF2-40B4-BE49-F238E27FC236}">
                <a16:creationId xmlns:a16="http://schemas.microsoft.com/office/drawing/2014/main" id="{598FCF08-039F-40F6-A335-DF7ADFDB5413}"/>
              </a:ext>
            </a:extLst>
          </p:cNvPr>
          <p:cNvGrpSpPr/>
          <p:nvPr/>
        </p:nvGrpSpPr>
        <p:grpSpPr>
          <a:xfrm>
            <a:off x="8357550" y="4163763"/>
            <a:ext cx="199577" cy="228273"/>
            <a:chOff x="-47509225" y="1974175"/>
            <a:chExt cx="263075" cy="300900"/>
          </a:xfrm>
          <a:solidFill>
            <a:schemeClr val="tx1"/>
          </a:solidFill>
        </p:grpSpPr>
        <p:sp>
          <p:nvSpPr>
            <p:cNvPr id="835" name="Google Shape;5835;p61">
              <a:extLst>
                <a:ext uri="{FF2B5EF4-FFF2-40B4-BE49-F238E27FC236}">
                  <a16:creationId xmlns:a16="http://schemas.microsoft.com/office/drawing/2014/main" id="{44BD88DE-72E9-45F2-A3EF-9ACE05BA4396}"/>
                </a:ext>
              </a:extLst>
            </p:cNvPr>
            <p:cNvSpPr/>
            <p:nvPr/>
          </p:nvSpPr>
          <p:spPr>
            <a:xfrm>
              <a:off x="-47439925" y="2026950"/>
              <a:ext cx="124475" cy="124450"/>
            </a:xfrm>
            <a:custGeom>
              <a:avLst/>
              <a:gdLst/>
              <a:ahLst/>
              <a:cxnLst/>
              <a:rect l="l" t="t" r="r" b="b"/>
              <a:pathLst>
                <a:path w="4979" h="4978" extrusionOk="0">
                  <a:moveTo>
                    <a:pt x="1828" y="725"/>
                  </a:moveTo>
                  <a:cubicBezTo>
                    <a:pt x="2301" y="725"/>
                    <a:pt x="2679" y="1008"/>
                    <a:pt x="2805" y="1418"/>
                  </a:cubicBezTo>
                  <a:lnTo>
                    <a:pt x="1828" y="1418"/>
                  </a:lnTo>
                  <a:cubicBezTo>
                    <a:pt x="1607" y="1418"/>
                    <a:pt x="1450" y="1575"/>
                    <a:pt x="1450" y="1796"/>
                  </a:cubicBezTo>
                  <a:lnTo>
                    <a:pt x="1450" y="2773"/>
                  </a:lnTo>
                  <a:cubicBezTo>
                    <a:pt x="1040" y="2615"/>
                    <a:pt x="757" y="2206"/>
                    <a:pt x="757" y="1796"/>
                  </a:cubicBezTo>
                  <a:cubicBezTo>
                    <a:pt x="757" y="1197"/>
                    <a:pt x="1229" y="725"/>
                    <a:pt x="1828" y="725"/>
                  </a:cubicBezTo>
                  <a:close/>
                  <a:moveTo>
                    <a:pt x="2805" y="2143"/>
                  </a:moveTo>
                  <a:cubicBezTo>
                    <a:pt x="2679" y="2458"/>
                    <a:pt x="2458" y="2678"/>
                    <a:pt x="2175" y="2773"/>
                  </a:cubicBezTo>
                  <a:lnTo>
                    <a:pt x="2175" y="2143"/>
                  </a:lnTo>
                  <a:close/>
                  <a:moveTo>
                    <a:pt x="4254" y="2111"/>
                  </a:moveTo>
                  <a:lnTo>
                    <a:pt x="4254" y="4222"/>
                  </a:lnTo>
                  <a:lnTo>
                    <a:pt x="2143" y="4222"/>
                  </a:lnTo>
                  <a:lnTo>
                    <a:pt x="2143" y="3466"/>
                  </a:lnTo>
                  <a:cubicBezTo>
                    <a:pt x="2805" y="3308"/>
                    <a:pt x="3372" y="2804"/>
                    <a:pt x="3529" y="2111"/>
                  </a:cubicBezTo>
                  <a:close/>
                  <a:moveTo>
                    <a:pt x="1765" y="0"/>
                  </a:moveTo>
                  <a:cubicBezTo>
                    <a:pt x="788" y="0"/>
                    <a:pt x="1" y="788"/>
                    <a:pt x="1" y="1796"/>
                  </a:cubicBezTo>
                  <a:cubicBezTo>
                    <a:pt x="1" y="2647"/>
                    <a:pt x="599" y="3340"/>
                    <a:pt x="1418" y="3529"/>
                  </a:cubicBezTo>
                  <a:lnTo>
                    <a:pt x="1418" y="4631"/>
                  </a:lnTo>
                  <a:cubicBezTo>
                    <a:pt x="1418" y="4820"/>
                    <a:pt x="1576" y="4978"/>
                    <a:pt x="1765" y="4978"/>
                  </a:cubicBezTo>
                  <a:lnTo>
                    <a:pt x="4569" y="4978"/>
                  </a:lnTo>
                  <a:cubicBezTo>
                    <a:pt x="4789" y="4978"/>
                    <a:pt x="4916" y="4820"/>
                    <a:pt x="4916" y="4631"/>
                  </a:cubicBezTo>
                  <a:lnTo>
                    <a:pt x="4916" y="1827"/>
                  </a:lnTo>
                  <a:cubicBezTo>
                    <a:pt x="4979" y="1575"/>
                    <a:pt x="4821" y="1418"/>
                    <a:pt x="4600" y="1418"/>
                  </a:cubicBezTo>
                  <a:lnTo>
                    <a:pt x="3498" y="1418"/>
                  </a:lnTo>
                  <a:cubicBezTo>
                    <a:pt x="3340" y="630"/>
                    <a:pt x="2647" y="0"/>
                    <a:pt x="1765" y="0"/>
                  </a:cubicBezTo>
                  <a:close/>
                </a:path>
              </a:pathLst>
            </a:custGeom>
            <a:grpFill/>
            <a:ln>
              <a:noFill/>
            </a:ln>
          </p:spPr>
          <p:txBody>
            <a:bodyPr spcFirstLastPara="1" wrap="square" lIns="62728" tIns="62728" rIns="62728" bIns="62728" anchor="ctr" anchorCtr="0">
              <a:noAutofit/>
            </a:bodyPr>
            <a:lstStyle/>
            <a:p>
              <a:endParaRPr sz="764"/>
            </a:p>
          </p:txBody>
        </p:sp>
        <p:sp>
          <p:nvSpPr>
            <p:cNvPr id="836" name="Google Shape;5836;p61">
              <a:extLst>
                <a:ext uri="{FF2B5EF4-FFF2-40B4-BE49-F238E27FC236}">
                  <a16:creationId xmlns:a16="http://schemas.microsoft.com/office/drawing/2014/main" id="{A1CFDB5C-E6CB-48F6-9978-C0C3C3B4E52F}"/>
                </a:ext>
              </a:extLst>
            </p:cNvPr>
            <p:cNvSpPr/>
            <p:nvPr/>
          </p:nvSpPr>
          <p:spPr>
            <a:xfrm>
              <a:off x="-47439125" y="2184475"/>
              <a:ext cx="88225" cy="18125"/>
            </a:xfrm>
            <a:custGeom>
              <a:avLst/>
              <a:gdLst/>
              <a:ahLst/>
              <a:cxnLst/>
              <a:rect l="l" t="t" r="r" b="b"/>
              <a:pathLst>
                <a:path w="3529" h="725" extrusionOk="0">
                  <a:moveTo>
                    <a:pt x="378" y="0"/>
                  </a:moveTo>
                  <a:cubicBezTo>
                    <a:pt x="158" y="0"/>
                    <a:pt x="32" y="158"/>
                    <a:pt x="32" y="378"/>
                  </a:cubicBezTo>
                  <a:cubicBezTo>
                    <a:pt x="0" y="567"/>
                    <a:pt x="158" y="725"/>
                    <a:pt x="378" y="725"/>
                  </a:cubicBezTo>
                  <a:lnTo>
                    <a:pt x="3182" y="725"/>
                  </a:lnTo>
                  <a:cubicBezTo>
                    <a:pt x="3371" y="725"/>
                    <a:pt x="3529" y="567"/>
                    <a:pt x="3529" y="378"/>
                  </a:cubicBezTo>
                  <a:cubicBezTo>
                    <a:pt x="3529" y="158"/>
                    <a:pt x="3371" y="0"/>
                    <a:pt x="3182" y="0"/>
                  </a:cubicBezTo>
                  <a:close/>
                </a:path>
              </a:pathLst>
            </a:custGeom>
            <a:grpFill/>
            <a:ln>
              <a:noFill/>
            </a:ln>
          </p:spPr>
          <p:txBody>
            <a:bodyPr spcFirstLastPara="1" wrap="square" lIns="62728" tIns="62728" rIns="62728" bIns="62728" anchor="ctr" anchorCtr="0">
              <a:noAutofit/>
            </a:bodyPr>
            <a:lstStyle/>
            <a:p>
              <a:endParaRPr sz="764"/>
            </a:p>
          </p:txBody>
        </p:sp>
        <p:sp>
          <p:nvSpPr>
            <p:cNvPr id="837" name="Google Shape;5837;p61">
              <a:extLst>
                <a:ext uri="{FF2B5EF4-FFF2-40B4-BE49-F238E27FC236}">
                  <a16:creationId xmlns:a16="http://schemas.microsoft.com/office/drawing/2014/main" id="{8D2F0F62-3401-41FC-A311-791EC4337F4C}"/>
                </a:ext>
              </a:extLst>
            </p:cNvPr>
            <p:cNvSpPr/>
            <p:nvPr/>
          </p:nvSpPr>
          <p:spPr>
            <a:xfrm>
              <a:off x="-47438350" y="2219900"/>
              <a:ext cx="122900" cy="18150"/>
            </a:xfrm>
            <a:custGeom>
              <a:avLst/>
              <a:gdLst/>
              <a:ahLst/>
              <a:cxnLst/>
              <a:rect l="l" t="t" r="r" b="b"/>
              <a:pathLst>
                <a:path w="4916" h="726" extrusionOk="0">
                  <a:moveTo>
                    <a:pt x="347" y="1"/>
                  </a:moveTo>
                  <a:cubicBezTo>
                    <a:pt x="127" y="1"/>
                    <a:pt x="1" y="158"/>
                    <a:pt x="1" y="379"/>
                  </a:cubicBezTo>
                  <a:cubicBezTo>
                    <a:pt x="1" y="568"/>
                    <a:pt x="127" y="725"/>
                    <a:pt x="347" y="725"/>
                  </a:cubicBezTo>
                  <a:lnTo>
                    <a:pt x="4537" y="725"/>
                  </a:lnTo>
                  <a:cubicBezTo>
                    <a:pt x="4758" y="725"/>
                    <a:pt x="4916" y="568"/>
                    <a:pt x="4916" y="379"/>
                  </a:cubicBezTo>
                  <a:cubicBezTo>
                    <a:pt x="4916" y="158"/>
                    <a:pt x="4758" y="1"/>
                    <a:pt x="4537" y="1"/>
                  </a:cubicBezTo>
                  <a:close/>
                </a:path>
              </a:pathLst>
            </a:custGeom>
            <a:grpFill/>
            <a:ln>
              <a:noFill/>
            </a:ln>
          </p:spPr>
          <p:txBody>
            <a:bodyPr spcFirstLastPara="1" wrap="square" lIns="62728" tIns="62728" rIns="62728" bIns="62728" anchor="ctr" anchorCtr="0">
              <a:noAutofit/>
            </a:bodyPr>
            <a:lstStyle/>
            <a:p>
              <a:endParaRPr sz="764"/>
            </a:p>
          </p:txBody>
        </p:sp>
        <p:sp>
          <p:nvSpPr>
            <p:cNvPr id="838" name="Google Shape;5838;p61">
              <a:extLst>
                <a:ext uri="{FF2B5EF4-FFF2-40B4-BE49-F238E27FC236}">
                  <a16:creationId xmlns:a16="http://schemas.microsoft.com/office/drawing/2014/main" id="{C0DD9D44-E3E4-4D74-85EB-D6F3F8DDDB54}"/>
                </a:ext>
              </a:extLst>
            </p:cNvPr>
            <p:cNvSpPr/>
            <p:nvPr/>
          </p:nvSpPr>
          <p:spPr>
            <a:xfrm>
              <a:off x="-47333600" y="218605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68" y="693"/>
                    <a:pt x="726" y="536"/>
                    <a:pt x="726" y="347"/>
                  </a:cubicBezTo>
                  <a:cubicBezTo>
                    <a:pt x="726" y="126"/>
                    <a:pt x="568"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839" name="Google Shape;5839;p61">
              <a:extLst>
                <a:ext uri="{FF2B5EF4-FFF2-40B4-BE49-F238E27FC236}">
                  <a16:creationId xmlns:a16="http://schemas.microsoft.com/office/drawing/2014/main" id="{1A897CE1-1767-48EF-A172-D5226E900648}"/>
                </a:ext>
              </a:extLst>
            </p:cNvPr>
            <p:cNvSpPr/>
            <p:nvPr/>
          </p:nvSpPr>
          <p:spPr>
            <a:xfrm>
              <a:off x="-47509225" y="1974175"/>
              <a:ext cx="263075" cy="300900"/>
            </a:xfrm>
            <a:custGeom>
              <a:avLst/>
              <a:gdLst/>
              <a:ahLst/>
              <a:cxnLst/>
              <a:rect l="l" t="t" r="r" b="b"/>
              <a:pathLst>
                <a:path w="10523" h="12036" extrusionOk="0">
                  <a:moveTo>
                    <a:pt x="9483" y="2111"/>
                  </a:moveTo>
                  <a:cubicBezTo>
                    <a:pt x="9672" y="2111"/>
                    <a:pt x="9830" y="2269"/>
                    <a:pt x="9830" y="2489"/>
                  </a:cubicBezTo>
                  <a:lnTo>
                    <a:pt x="9830" y="3529"/>
                  </a:lnTo>
                  <a:lnTo>
                    <a:pt x="9105" y="3529"/>
                  </a:lnTo>
                  <a:lnTo>
                    <a:pt x="9105" y="2111"/>
                  </a:lnTo>
                  <a:close/>
                  <a:moveTo>
                    <a:pt x="9830" y="4222"/>
                  </a:moveTo>
                  <a:lnTo>
                    <a:pt x="9830" y="5640"/>
                  </a:lnTo>
                  <a:lnTo>
                    <a:pt x="9105" y="5640"/>
                  </a:lnTo>
                  <a:lnTo>
                    <a:pt x="9105" y="4222"/>
                  </a:lnTo>
                  <a:close/>
                  <a:moveTo>
                    <a:pt x="9861" y="6333"/>
                  </a:moveTo>
                  <a:lnTo>
                    <a:pt x="9861" y="7751"/>
                  </a:lnTo>
                  <a:lnTo>
                    <a:pt x="9168" y="7751"/>
                  </a:lnTo>
                  <a:lnTo>
                    <a:pt x="9168" y="6333"/>
                  </a:lnTo>
                  <a:close/>
                  <a:moveTo>
                    <a:pt x="9830" y="8412"/>
                  </a:moveTo>
                  <a:lnTo>
                    <a:pt x="9830" y="9483"/>
                  </a:lnTo>
                  <a:cubicBezTo>
                    <a:pt x="9830" y="9672"/>
                    <a:pt x="9672" y="9830"/>
                    <a:pt x="9483" y="9830"/>
                  </a:cubicBezTo>
                  <a:lnTo>
                    <a:pt x="9137" y="9830"/>
                  </a:lnTo>
                  <a:lnTo>
                    <a:pt x="9137" y="8412"/>
                  </a:lnTo>
                  <a:close/>
                  <a:moveTo>
                    <a:pt x="8444" y="630"/>
                  </a:moveTo>
                  <a:lnTo>
                    <a:pt x="8444" y="11248"/>
                  </a:lnTo>
                  <a:lnTo>
                    <a:pt x="1450" y="11248"/>
                  </a:lnTo>
                  <a:lnTo>
                    <a:pt x="1450" y="10554"/>
                  </a:lnTo>
                  <a:lnTo>
                    <a:pt x="1796" y="10554"/>
                  </a:lnTo>
                  <a:cubicBezTo>
                    <a:pt x="1985" y="10554"/>
                    <a:pt x="2143" y="10397"/>
                    <a:pt x="2143" y="10176"/>
                  </a:cubicBezTo>
                  <a:cubicBezTo>
                    <a:pt x="2143" y="9987"/>
                    <a:pt x="1985" y="9830"/>
                    <a:pt x="1796" y="9830"/>
                  </a:cubicBezTo>
                  <a:lnTo>
                    <a:pt x="1450" y="9830"/>
                  </a:lnTo>
                  <a:lnTo>
                    <a:pt x="1450" y="8412"/>
                  </a:lnTo>
                  <a:lnTo>
                    <a:pt x="1796" y="8412"/>
                  </a:lnTo>
                  <a:cubicBezTo>
                    <a:pt x="1985" y="8412"/>
                    <a:pt x="2143" y="8255"/>
                    <a:pt x="2143" y="8066"/>
                  </a:cubicBezTo>
                  <a:cubicBezTo>
                    <a:pt x="2143" y="7877"/>
                    <a:pt x="1985" y="7719"/>
                    <a:pt x="1796" y="7719"/>
                  </a:cubicBezTo>
                  <a:lnTo>
                    <a:pt x="1450" y="7719"/>
                  </a:lnTo>
                  <a:lnTo>
                    <a:pt x="1450" y="6301"/>
                  </a:lnTo>
                  <a:lnTo>
                    <a:pt x="1796" y="6301"/>
                  </a:lnTo>
                  <a:cubicBezTo>
                    <a:pt x="1985" y="6301"/>
                    <a:pt x="2143" y="6144"/>
                    <a:pt x="2143" y="5923"/>
                  </a:cubicBezTo>
                  <a:cubicBezTo>
                    <a:pt x="2143" y="5734"/>
                    <a:pt x="1985" y="5577"/>
                    <a:pt x="1796" y="5577"/>
                  </a:cubicBezTo>
                  <a:lnTo>
                    <a:pt x="1450" y="5577"/>
                  </a:lnTo>
                  <a:lnTo>
                    <a:pt x="1450" y="4159"/>
                  </a:lnTo>
                  <a:lnTo>
                    <a:pt x="1796" y="4159"/>
                  </a:lnTo>
                  <a:cubicBezTo>
                    <a:pt x="1985" y="4159"/>
                    <a:pt x="2143" y="4001"/>
                    <a:pt x="2143" y="3812"/>
                  </a:cubicBezTo>
                  <a:cubicBezTo>
                    <a:pt x="2143" y="3623"/>
                    <a:pt x="1985" y="3466"/>
                    <a:pt x="1796" y="3466"/>
                  </a:cubicBezTo>
                  <a:lnTo>
                    <a:pt x="1450" y="3466"/>
                  </a:lnTo>
                  <a:lnTo>
                    <a:pt x="1450" y="2048"/>
                  </a:lnTo>
                  <a:lnTo>
                    <a:pt x="1796" y="2048"/>
                  </a:lnTo>
                  <a:cubicBezTo>
                    <a:pt x="1985" y="2048"/>
                    <a:pt x="2143" y="1891"/>
                    <a:pt x="2143" y="1670"/>
                  </a:cubicBezTo>
                  <a:cubicBezTo>
                    <a:pt x="2143" y="1481"/>
                    <a:pt x="1985" y="1324"/>
                    <a:pt x="1796" y="1324"/>
                  </a:cubicBezTo>
                  <a:lnTo>
                    <a:pt x="1450" y="1324"/>
                  </a:lnTo>
                  <a:lnTo>
                    <a:pt x="1450" y="630"/>
                  </a:lnTo>
                  <a:close/>
                  <a:moveTo>
                    <a:pt x="1040" y="0"/>
                  </a:moveTo>
                  <a:cubicBezTo>
                    <a:pt x="851" y="0"/>
                    <a:pt x="693" y="158"/>
                    <a:pt x="693" y="347"/>
                  </a:cubicBezTo>
                  <a:lnTo>
                    <a:pt x="693" y="1418"/>
                  </a:lnTo>
                  <a:lnTo>
                    <a:pt x="347" y="1418"/>
                  </a:lnTo>
                  <a:cubicBezTo>
                    <a:pt x="158" y="1418"/>
                    <a:pt x="0" y="1576"/>
                    <a:pt x="0" y="1765"/>
                  </a:cubicBezTo>
                  <a:cubicBezTo>
                    <a:pt x="0" y="1954"/>
                    <a:pt x="158" y="2111"/>
                    <a:pt x="347" y="2111"/>
                  </a:cubicBezTo>
                  <a:lnTo>
                    <a:pt x="693" y="2111"/>
                  </a:lnTo>
                  <a:lnTo>
                    <a:pt x="693" y="3529"/>
                  </a:lnTo>
                  <a:lnTo>
                    <a:pt x="347" y="3529"/>
                  </a:lnTo>
                  <a:cubicBezTo>
                    <a:pt x="158" y="3529"/>
                    <a:pt x="0" y="3686"/>
                    <a:pt x="0" y="3907"/>
                  </a:cubicBezTo>
                  <a:cubicBezTo>
                    <a:pt x="0" y="4096"/>
                    <a:pt x="158" y="4254"/>
                    <a:pt x="347" y="4254"/>
                  </a:cubicBezTo>
                  <a:lnTo>
                    <a:pt x="693" y="4254"/>
                  </a:lnTo>
                  <a:lnTo>
                    <a:pt x="693" y="5671"/>
                  </a:lnTo>
                  <a:lnTo>
                    <a:pt x="347" y="5671"/>
                  </a:lnTo>
                  <a:cubicBezTo>
                    <a:pt x="158" y="5671"/>
                    <a:pt x="0" y="5829"/>
                    <a:pt x="0" y="6018"/>
                  </a:cubicBezTo>
                  <a:cubicBezTo>
                    <a:pt x="0" y="6207"/>
                    <a:pt x="158" y="6364"/>
                    <a:pt x="347" y="6364"/>
                  </a:cubicBezTo>
                  <a:lnTo>
                    <a:pt x="693" y="6364"/>
                  </a:lnTo>
                  <a:lnTo>
                    <a:pt x="693" y="7782"/>
                  </a:lnTo>
                  <a:lnTo>
                    <a:pt x="347" y="7782"/>
                  </a:lnTo>
                  <a:cubicBezTo>
                    <a:pt x="158" y="7782"/>
                    <a:pt x="0" y="7940"/>
                    <a:pt x="0" y="8160"/>
                  </a:cubicBezTo>
                  <a:cubicBezTo>
                    <a:pt x="0" y="8349"/>
                    <a:pt x="158" y="8507"/>
                    <a:pt x="347" y="8507"/>
                  </a:cubicBezTo>
                  <a:lnTo>
                    <a:pt x="693" y="8507"/>
                  </a:lnTo>
                  <a:lnTo>
                    <a:pt x="693" y="9924"/>
                  </a:lnTo>
                  <a:lnTo>
                    <a:pt x="347" y="9924"/>
                  </a:lnTo>
                  <a:cubicBezTo>
                    <a:pt x="158" y="9924"/>
                    <a:pt x="0" y="10082"/>
                    <a:pt x="0" y="10271"/>
                  </a:cubicBezTo>
                  <a:cubicBezTo>
                    <a:pt x="0" y="10460"/>
                    <a:pt x="158" y="10617"/>
                    <a:pt x="347" y="10617"/>
                  </a:cubicBezTo>
                  <a:lnTo>
                    <a:pt x="693" y="10617"/>
                  </a:lnTo>
                  <a:lnTo>
                    <a:pt x="693" y="11689"/>
                  </a:lnTo>
                  <a:cubicBezTo>
                    <a:pt x="693" y="11878"/>
                    <a:pt x="851" y="12035"/>
                    <a:pt x="1040" y="12035"/>
                  </a:cubicBezTo>
                  <a:lnTo>
                    <a:pt x="8759" y="12035"/>
                  </a:lnTo>
                  <a:cubicBezTo>
                    <a:pt x="8979" y="12035"/>
                    <a:pt x="9137" y="11878"/>
                    <a:pt x="9137" y="11689"/>
                  </a:cubicBezTo>
                  <a:lnTo>
                    <a:pt x="9137" y="10617"/>
                  </a:lnTo>
                  <a:lnTo>
                    <a:pt x="9483" y="10617"/>
                  </a:lnTo>
                  <a:cubicBezTo>
                    <a:pt x="10050" y="10617"/>
                    <a:pt x="10523" y="10145"/>
                    <a:pt x="10523" y="9578"/>
                  </a:cubicBezTo>
                  <a:lnTo>
                    <a:pt x="10523" y="2552"/>
                  </a:lnTo>
                  <a:cubicBezTo>
                    <a:pt x="10523" y="1891"/>
                    <a:pt x="10050" y="1418"/>
                    <a:pt x="9483" y="1418"/>
                  </a:cubicBezTo>
                  <a:lnTo>
                    <a:pt x="9137" y="1418"/>
                  </a:lnTo>
                  <a:lnTo>
                    <a:pt x="9137" y="347"/>
                  </a:lnTo>
                  <a:cubicBezTo>
                    <a:pt x="9137" y="158"/>
                    <a:pt x="8979" y="0"/>
                    <a:pt x="875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56" name="Google Shape;5840;p61">
            <a:extLst>
              <a:ext uri="{FF2B5EF4-FFF2-40B4-BE49-F238E27FC236}">
                <a16:creationId xmlns:a16="http://schemas.microsoft.com/office/drawing/2014/main" id="{CEDABB34-2D66-4B2C-BBBC-C38FDE05AB9E}"/>
              </a:ext>
            </a:extLst>
          </p:cNvPr>
          <p:cNvGrpSpPr/>
          <p:nvPr/>
        </p:nvGrpSpPr>
        <p:grpSpPr>
          <a:xfrm>
            <a:off x="8342614" y="4442807"/>
            <a:ext cx="229449" cy="227514"/>
            <a:chOff x="-47529700" y="2342000"/>
            <a:chExt cx="302450" cy="299900"/>
          </a:xfrm>
          <a:solidFill>
            <a:schemeClr val="tx1"/>
          </a:solidFill>
        </p:grpSpPr>
        <p:sp>
          <p:nvSpPr>
            <p:cNvPr id="833" name="Google Shape;5841;p61">
              <a:extLst>
                <a:ext uri="{FF2B5EF4-FFF2-40B4-BE49-F238E27FC236}">
                  <a16:creationId xmlns:a16="http://schemas.microsoft.com/office/drawing/2014/main" id="{8B3D365A-0103-48DC-96EE-CDDB9EBC62EE}"/>
                </a:ext>
              </a:extLst>
            </p:cNvPr>
            <p:cNvSpPr/>
            <p:nvPr/>
          </p:nvSpPr>
          <p:spPr>
            <a:xfrm>
              <a:off x="-47529700" y="2342000"/>
              <a:ext cx="302450" cy="299900"/>
            </a:xfrm>
            <a:custGeom>
              <a:avLst/>
              <a:gdLst/>
              <a:ahLst/>
              <a:cxnLst/>
              <a:rect l="l" t="t" r="r" b="b"/>
              <a:pathLst>
                <a:path w="12098" h="11996" extrusionOk="0">
                  <a:moveTo>
                    <a:pt x="7530" y="725"/>
                  </a:moveTo>
                  <a:cubicBezTo>
                    <a:pt x="9672" y="725"/>
                    <a:pt x="11405" y="2457"/>
                    <a:pt x="11405" y="4568"/>
                  </a:cubicBezTo>
                  <a:cubicBezTo>
                    <a:pt x="11405" y="6711"/>
                    <a:pt x="9672" y="8443"/>
                    <a:pt x="7530" y="8443"/>
                  </a:cubicBezTo>
                  <a:cubicBezTo>
                    <a:pt x="5419" y="8443"/>
                    <a:pt x="3686" y="6711"/>
                    <a:pt x="3686" y="4568"/>
                  </a:cubicBezTo>
                  <a:cubicBezTo>
                    <a:pt x="3686" y="2457"/>
                    <a:pt x="5419" y="725"/>
                    <a:pt x="7530" y="725"/>
                  </a:cubicBezTo>
                  <a:close/>
                  <a:moveTo>
                    <a:pt x="4064" y="7530"/>
                  </a:moveTo>
                  <a:cubicBezTo>
                    <a:pt x="4222" y="7719"/>
                    <a:pt x="4379" y="7876"/>
                    <a:pt x="4568" y="8034"/>
                  </a:cubicBezTo>
                  <a:lnTo>
                    <a:pt x="3686" y="8947"/>
                  </a:lnTo>
                  <a:lnTo>
                    <a:pt x="3151" y="8443"/>
                  </a:lnTo>
                  <a:lnTo>
                    <a:pt x="4064" y="7530"/>
                  </a:lnTo>
                  <a:close/>
                  <a:moveTo>
                    <a:pt x="2647" y="8916"/>
                  </a:moveTo>
                  <a:lnTo>
                    <a:pt x="3151" y="9420"/>
                  </a:lnTo>
                  <a:lnTo>
                    <a:pt x="1386" y="11184"/>
                  </a:lnTo>
                  <a:cubicBezTo>
                    <a:pt x="1323" y="11247"/>
                    <a:pt x="1237" y="11279"/>
                    <a:pt x="1146" y="11279"/>
                  </a:cubicBezTo>
                  <a:cubicBezTo>
                    <a:pt x="1056" y="11279"/>
                    <a:pt x="961" y="11247"/>
                    <a:pt x="882" y="11184"/>
                  </a:cubicBezTo>
                  <a:cubicBezTo>
                    <a:pt x="756" y="11090"/>
                    <a:pt x="756" y="10838"/>
                    <a:pt x="882" y="10680"/>
                  </a:cubicBezTo>
                  <a:lnTo>
                    <a:pt x="2647" y="8916"/>
                  </a:lnTo>
                  <a:close/>
                  <a:moveTo>
                    <a:pt x="7530" y="0"/>
                  </a:moveTo>
                  <a:cubicBezTo>
                    <a:pt x="5009" y="0"/>
                    <a:pt x="2962" y="2048"/>
                    <a:pt x="2962" y="4568"/>
                  </a:cubicBezTo>
                  <a:cubicBezTo>
                    <a:pt x="2962" y="5450"/>
                    <a:pt x="3214" y="6270"/>
                    <a:pt x="3623" y="6963"/>
                  </a:cubicBezTo>
                  <a:lnTo>
                    <a:pt x="410" y="10208"/>
                  </a:lnTo>
                  <a:cubicBezTo>
                    <a:pt x="0" y="10586"/>
                    <a:pt x="0" y="11279"/>
                    <a:pt x="410" y="11688"/>
                  </a:cubicBezTo>
                  <a:cubicBezTo>
                    <a:pt x="599" y="11893"/>
                    <a:pt x="867" y="11996"/>
                    <a:pt x="1138" y="11996"/>
                  </a:cubicBezTo>
                  <a:cubicBezTo>
                    <a:pt x="1410" y="11996"/>
                    <a:pt x="1686" y="11893"/>
                    <a:pt x="1890" y="11688"/>
                  </a:cubicBezTo>
                  <a:lnTo>
                    <a:pt x="5135" y="8475"/>
                  </a:lnTo>
                  <a:cubicBezTo>
                    <a:pt x="5829" y="8916"/>
                    <a:pt x="6679" y="9137"/>
                    <a:pt x="7530" y="9137"/>
                  </a:cubicBezTo>
                  <a:cubicBezTo>
                    <a:pt x="10050" y="9137"/>
                    <a:pt x="12098" y="7089"/>
                    <a:pt x="12098" y="4568"/>
                  </a:cubicBezTo>
                  <a:cubicBezTo>
                    <a:pt x="12098" y="2048"/>
                    <a:pt x="10050" y="0"/>
                    <a:pt x="7530" y="0"/>
                  </a:cubicBezTo>
                  <a:close/>
                </a:path>
              </a:pathLst>
            </a:custGeom>
            <a:grpFill/>
            <a:ln>
              <a:noFill/>
            </a:ln>
          </p:spPr>
          <p:txBody>
            <a:bodyPr spcFirstLastPara="1" wrap="square" lIns="62728" tIns="62728" rIns="62728" bIns="62728" anchor="ctr" anchorCtr="0">
              <a:noAutofit/>
            </a:bodyPr>
            <a:lstStyle/>
            <a:p>
              <a:endParaRPr sz="764"/>
            </a:p>
          </p:txBody>
        </p:sp>
        <p:sp>
          <p:nvSpPr>
            <p:cNvPr id="834" name="Google Shape;5842;p61">
              <a:extLst>
                <a:ext uri="{FF2B5EF4-FFF2-40B4-BE49-F238E27FC236}">
                  <a16:creationId xmlns:a16="http://schemas.microsoft.com/office/drawing/2014/main" id="{827D0856-4075-4B5C-8FC5-0AA937B2CC42}"/>
                </a:ext>
              </a:extLst>
            </p:cNvPr>
            <p:cNvSpPr/>
            <p:nvPr/>
          </p:nvSpPr>
          <p:spPr>
            <a:xfrm>
              <a:off x="-47404475" y="2395550"/>
              <a:ext cx="124475" cy="123675"/>
            </a:xfrm>
            <a:custGeom>
              <a:avLst/>
              <a:gdLst/>
              <a:ahLst/>
              <a:cxnLst/>
              <a:rect l="l" t="t" r="r" b="b"/>
              <a:pathLst>
                <a:path w="4979" h="4947" extrusionOk="0">
                  <a:moveTo>
                    <a:pt x="2804" y="2080"/>
                  </a:moveTo>
                  <a:cubicBezTo>
                    <a:pt x="2678" y="2395"/>
                    <a:pt x="2458" y="2647"/>
                    <a:pt x="2174" y="2710"/>
                  </a:cubicBezTo>
                  <a:lnTo>
                    <a:pt x="2174" y="2080"/>
                  </a:lnTo>
                  <a:close/>
                  <a:moveTo>
                    <a:pt x="1828" y="694"/>
                  </a:moveTo>
                  <a:cubicBezTo>
                    <a:pt x="2300" y="694"/>
                    <a:pt x="2678" y="977"/>
                    <a:pt x="2804" y="1418"/>
                  </a:cubicBezTo>
                  <a:lnTo>
                    <a:pt x="1828" y="1418"/>
                  </a:lnTo>
                  <a:cubicBezTo>
                    <a:pt x="1607" y="1418"/>
                    <a:pt x="1481" y="1576"/>
                    <a:pt x="1481" y="1765"/>
                  </a:cubicBezTo>
                  <a:lnTo>
                    <a:pt x="1481" y="2741"/>
                  </a:lnTo>
                  <a:cubicBezTo>
                    <a:pt x="1072" y="2584"/>
                    <a:pt x="757" y="2206"/>
                    <a:pt x="757" y="1765"/>
                  </a:cubicBezTo>
                  <a:cubicBezTo>
                    <a:pt x="757" y="1166"/>
                    <a:pt x="1229" y="694"/>
                    <a:pt x="1828" y="694"/>
                  </a:cubicBezTo>
                  <a:close/>
                  <a:moveTo>
                    <a:pt x="4254" y="2080"/>
                  </a:moveTo>
                  <a:lnTo>
                    <a:pt x="4254" y="4222"/>
                  </a:lnTo>
                  <a:lnTo>
                    <a:pt x="2143" y="4222"/>
                  </a:lnTo>
                  <a:lnTo>
                    <a:pt x="2143" y="3466"/>
                  </a:lnTo>
                  <a:cubicBezTo>
                    <a:pt x="2804" y="3308"/>
                    <a:pt x="3371" y="2804"/>
                    <a:pt x="3498" y="2080"/>
                  </a:cubicBezTo>
                  <a:close/>
                  <a:moveTo>
                    <a:pt x="1796" y="0"/>
                  </a:moveTo>
                  <a:cubicBezTo>
                    <a:pt x="788" y="0"/>
                    <a:pt x="0" y="788"/>
                    <a:pt x="0" y="1765"/>
                  </a:cubicBezTo>
                  <a:cubicBezTo>
                    <a:pt x="0" y="2615"/>
                    <a:pt x="599" y="3340"/>
                    <a:pt x="1418" y="3497"/>
                  </a:cubicBezTo>
                  <a:lnTo>
                    <a:pt x="1418" y="4600"/>
                  </a:lnTo>
                  <a:cubicBezTo>
                    <a:pt x="1418" y="4789"/>
                    <a:pt x="1576" y="4947"/>
                    <a:pt x="1796" y="4947"/>
                  </a:cubicBezTo>
                  <a:lnTo>
                    <a:pt x="4569" y="4947"/>
                  </a:lnTo>
                  <a:cubicBezTo>
                    <a:pt x="4789" y="4947"/>
                    <a:pt x="4947" y="4789"/>
                    <a:pt x="4947" y="4600"/>
                  </a:cubicBezTo>
                  <a:lnTo>
                    <a:pt x="4947" y="1796"/>
                  </a:lnTo>
                  <a:cubicBezTo>
                    <a:pt x="4978" y="1576"/>
                    <a:pt x="4821" y="1418"/>
                    <a:pt x="4632" y="1418"/>
                  </a:cubicBezTo>
                  <a:lnTo>
                    <a:pt x="3498" y="1418"/>
                  </a:lnTo>
                  <a:cubicBezTo>
                    <a:pt x="3371" y="631"/>
                    <a:pt x="2647" y="0"/>
                    <a:pt x="1796"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57" name="Google Shape;5843;p61">
            <a:extLst>
              <a:ext uri="{FF2B5EF4-FFF2-40B4-BE49-F238E27FC236}">
                <a16:creationId xmlns:a16="http://schemas.microsoft.com/office/drawing/2014/main" id="{671C16A0-4EF8-478C-9802-451C81D4A5B9}"/>
              </a:ext>
            </a:extLst>
          </p:cNvPr>
          <p:cNvGrpSpPr/>
          <p:nvPr/>
        </p:nvGrpSpPr>
        <p:grpSpPr>
          <a:xfrm>
            <a:off x="7768152" y="4760729"/>
            <a:ext cx="227666" cy="173291"/>
            <a:chOff x="-47527350" y="2747625"/>
            <a:chExt cx="300100" cy="228425"/>
          </a:xfrm>
          <a:solidFill>
            <a:schemeClr val="tx1"/>
          </a:solidFill>
        </p:grpSpPr>
        <p:sp>
          <p:nvSpPr>
            <p:cNvPr id="827" name="Google Shape;5844;p61">
              <a:extLst>
                <a:ext uri="{FF2B5EF4-FFF2-40B4-BE49-F238E27FC236}">
                  <a16:creationId xmlns:a16="http://schemas.microsoft.com/office/drawing/2014/main" id="{F8D0EE56-8503-403D-8C13-A93AC9D35CED}"/>
                </a:ext>
              </a:extLst>
            </p:cNvPr>
            <p:cNvSpPr/>
            <p:nvPr/>
          </p:nvSpPr>
          <p:spPr>
            <a:xfrm>
              <a:off x="-47475350" y="2782275"/>
              <a:ext cx="124450" cy="124475"/>
            </a:xfrm>
            <a:custGeom>
              <a:avLst/>
              <a:gdLst/>
              <a:ahLst/>
              <a:cxnLst/>
              <a:rect l="l" t="t" r="r" b="b"/>
              <a:pathLst>
                <a:path w="4978" h="4979" extrusionOk="0">
                  <a:moveTo>
                    <a:pt x="2804" y="2080"/>
                  </a:moveTo>
                  <a:cubicBezTo>
                    <a:pt x="2678" y="2395"/>
                    <a:pt x="2457" y="2647"/>
                    <a:pt x="2174" y="2710"/>
                  </a:cubicBezTo>
                  <a:lnTo>
                    <a:pt x="2174" y="2080"/>
                  </a:lnTo>
                  <a:close/>
                  <a:moveTo>
                    <a:pt x="1827" y="725"/>
                  </a:moveTo>
                  <a:cubicBezTo>
                    <a:pt x="2300" y="725"/>
                    <a:pt x="2678" y="977"/>
                    <a:pt x="2804" y="1418"/>
                  </a:cubicBezTo>
                  <a:lnTo>
                    <a:pt x="1827" y="1418"/>
                  </a:lnTo>
                  <a:cubicBezTo>
                    <a:pt x="1607" y="1418"/>
                    <a:pt x="1481" y="1576"/>
                    <a:pt x="1481" y="1765"/>
                  </a:cubicBezTo>
                  <a:lnTo>
                    <a:pt x="1481" y="2773"/>
                  </a:lnTo>
                  <a:cubicBezTo>
                    <a:pt x="1071" y="2615"/>
                    <a:pt x="756" y="2206"/>
                    <a:pt x="756" y="1765"/>
                  </a:cubicBezTo>
                  <a:cubicBezTo>
                    <a:pt x="756" y="1197"/>
                    <a:pt x="1229" y="725"/>
                    <a:pt x="1827" y="725"/>
                  </a:cubicBezTo>
                  <a:close/>
                  <a:moveTo>
                    <a:pt x="4253" y="2080"/>
                  </a:moveTo>
                  <a:lnTo>
                    <a:pt x="4253" y="4222"/>
                  </a:lnTo>
                  <a:lnTo>
                    <a:pt x="2142" y="4222"/>
                  </a:lnTo>
                  <a:lnTo>
                    <a:pt x="2142" y="3466"/>
                  </a:lnTo>
                  <a:cubicBezTo>
                    <a:pt x="2804" y="3308"/>
                    <a:pt x="3371" y="2804"/>
                    <a:pt x="3529" y="2080"/>
                  </a:cubicBezTo>
                  <a:close/>
                  <a:moveTo>
                    <a:pt x="1764" y="0"/>
                  </a:moveTo>
                  <a:cubicBezTo>
                    <a:pt x="788" y="0"/>
                    <a:pt x="0" y="788"/>
                    <a:pt x="0" y="1765"/>
                  </a:cubicBezTo>
                  <a:cubicBezTo>
                    <a:pt x="0" y="2647"/>
                    <a:pt x="599" y="3340"/>
                    <a:pt x="1418" y="3497"/>
                  </a:cubicBezTo>
                  <a:lnTo>
                    <a:pt x="1418" y="4600"/>
                  </a:lnTo>
                  <a:cubicBezTo>
                    <a:pt x="1418" y="4821"/>
                    <a:pt x="1575" y="4978"/>
                    <a:pt x="1764" y="4978"/>
                  </a:cubicBezTo>
                  <a:lnTo>
                    <a:pt x="4568" y="4978"/>
                  </a:lnTo>
                  <a:cubicBezTo>
                    <a:pt x="4757" y="4978"/>
                    <a:pt x="4915" y="4821"/>
                    <a:pt x="4915" y="4600"/>
                  </a:cubicBezTo>
                  <a:lnTo>
                    <a:pt x="4915" y="1828"/>
                  </a:lnTo>
                  <a:cubicBezTo>
                    <a:pt x="4978" y="1576"/>
                    <a:pt x="4820" y="1418"/>
                    <a:pt x="4600" y="1418"/>
                  </a:cubicBezTo>
                  <a:lnTo>
                    <a:pt x="3497" y="1418"/>
                  </a:lnTo>
                  <a:cubicBezTo>
                    <a:pt x="3340" y="630"/>
                    <a:pt x="2646" y="0"/>
                    <a:pt x="1764" y="0"/>
                  </a:cubicBezTo>
                  <a:close/>
                </a:path>
              </a:pathLst>
            </a:custGeom>
            <a:grpFill/>
            <a:ln>
              <a:noFill/>
            </a:ln>
          </p:spPr>
          <p:txBody>
            <a:bodyPr spcFirstLastPara="1" wrap="square" lIns="62728" tIns="62728" rIns="62728" bIns="62728" anchor="ctr" anchorCtr="0">
              <a:noAutofit/>
            </a:bodyPr>
            <a:lstStyle/>
            <a:p>
              <a:endParaRPr sz="764"/>
            </a:p>
          </p:txBody>
        </p:sp>
        <p:sp>
          <p:nvSpPr>
            <p:cNvPr id="828" name="Google Shape;5845;p61">
              <a:extLst>
                <a:ext uri="{FF2B5EF4-FFF2-40B4-BE49-F238E27FC236}">
                  <a16:creationId xmlns:a16="http://schemas.microsoft.com/office/drawing/2014/main" id="{52EB8FCA-A4E1-482E-A105-2EC384404D99}"/>
                </a:ext>
              </a:extLst>
            </p:cNvPr>
            <p:cNvSpPr/>
            <p:nvPr/>
          </p:nvSpPr>
          <p:spPr>
            <a:xfrm>
              <a:off x="-47333600" y="2782275"/>
              <a:ext cx="53600" cy="18125"/>
            </a:xfrm>
            <a:custGeom>
              <a:avLst/>
              <a:gdLst/>
              <a:ahLst/>
              <a:cxnLst/>
              <a:rect l="l" t="t" r="r" b="b"/>
              <a:pathLst>
                <a:path w="2144" h="725" extrusionOk="0">
                  <a:moveTo>
                    <a:pt x="347" y="0"/>
                  </a:moveTo>
                  <a:cubicBezTo>
                    <a:pt x="158" y="0"/>
                    <a:pt x="1" y="158"/>
                    <a:pt x="1" y="347"/>
                  </a:cubicBezTo>
                  <a:cubicBezTo>
                    <a:pt x="1" y="567"/>
                    <a:pt x="158" y="725"/>
                    <a:pt x="347" y="725"/>
                  </a:cubicBezTo>
                  <a:lnTo>
                    <a:pt x="1797" y="725"/>
                  </a:lnTo>
                  <a:cubicBezTo>
                    <a:pt x="1986" y="725"/>
                    <a:pt x="2143" y="567"/>
                    <a:pt x="2143" y="347"/>
                  </a:cubicBezTo>
                  <a:cubicBezTo>
                    <a:pt x="2143" y="158"/>
                    <a:pt x="1986" y="0"/>
                    <a:pt x="1797" y="0"/>
                  </a:cubicBezTo>
                  <a:close/>
                </a:path>
              </a:pathLst>
            </a:custGeom>
            <a:grpFill/>
            <a:ln>
              <a:noFill/>
            </a:ln>
          </p:spPr>
          <p:txBody>
            <a:bodyPr spcFirstLastPara="1" wrap="square" lIns="62728" tIns="62728" rIns="62728" bIns="62728" anchor="ctr" anchorCtr="0">
              <a:noAutofit/>
            </a:bodyPr>
            <a:lstStyle/>
            <a:p>
              <a:endParaRPr sz="764"/>
            </a:p>
          </p:txBody>
        </p:sp>
        <p:sp>
          <p:nvSpPr>
            <p:cNvPr id="829" name="Google Shape;5846;p61">
              <a:extLst>
                <a:ext uri="{FF2B5EF4-FFF2-40B4-BE49-F238E27FC236}">
                  <a16:creationId xmlns:a16="http://schemas.microsoft.com/office/drawing/2014/main" id="{6F5D3AEB-2382-4AB4-9502-501F79680206}"/>
                </a:ext>
              </a:extLst>
            </p:cNvPr>
            <p:cNvSpPr/>
            <p:nvPr/>
          </p:nvSpPr>
          <p:spPr>
            <a:xfrm>
              <a:off x="-47333600" y="2817725"/>
              <a:ext cx="53600" cy="18125"/>
            </a:xfrm>
            <a:custGeom>
              <a:avLst/>
              <a:gdLst/>
              <a:ahLst/>
              <a:cxnLst/>
              <a:rect l="l" t="t" r="r" b="b"/>
              <a:pathLst>
                <a:path w="2144" h="725" extrusionOk="0">
                  <a:moveTo>
                    <a:pt x="347" y="0"/>
                  </a:moveTo>
                  <a:cubicBezTo>
                    <a:pt x="158" y="0"/>
                    <a:pt x="1" y="158"/>
                    <a:pt x="1" y="347"/>
                  </a:cubicBezTo>
                  <a:cubicBezTo>
                    <a:pt x="1" y="567"/>
                    <a:pt x="158" y="725"/>
                    <a:pt x="347" y="725"/>
                  </a:cubicBezTo>
                  <a:lnTo>
                    <a:pt x="1797" y="725"/>
                  </a:lnTo>
                  <a:cubicBezTo>
                    <a:pt x="1986" y="725"/>
                    <a:pt x="2143" y="567"/>
                    <a:pt x="2143" y="347"/>
                  </a:cubicBezTo>
                  <a:cubicBezTo>
                    <a:pt x="2143" y="158"/>
                    <a:pt x="1986" y="0"/>
                    <a:pt x="1797" y="0"/>
                  </a:cubicBezTo>
                  <a:close/>
                </a:path>
              </a:pathLst>
            </a:custGeom>
            <a:grpFill/>
            <a:ln>
              <a:noFill/>
            </a:ln>
          </p:spPr>
          <p:txBody>
            <a:bodyPr spcFirstLastPara="1" wrap="square" lIns="62728" tIns="62728" rIns="62728" bIns="62728" anchor="ctr" anchorCtr="0">
              <a:noAutofit/>
            </a:bodyPr>
            <a:lstStyle/>
            <a:p>
              <a:endParaRPr sz="764"/>
            </a:p>
          </p:txBody>
        </p:sp>
        <p:sp>
          <p:nvSpPr>
            <p:cNvPr id="830" name="Google Shape;5847;p61">
              <a:extLst>
                <a:ext uri="{FF2B5EF4-FFF2-40B4-BE49-F238E27FC236}">
                  <a16:creationId xmlns:a16="http://schemas.microsoft.com/office/drawing/2014/main" id="{5FD342D9-1576-4CEC-821D-07F2EA5B043C}"/>
                </a:ext>
              </a:extLst>
            </p:cNvPr>
            <p:cNvSpPr/>
            <p:nvPr/>
          </p:nvSpPr>
          <p:spPr>
            <a:xfrm>
              <a:off x="-47333600" y="2852375"/>
              <a:ext cx="53600" cy="17350"/>
            </a:xfrm>
            <a:custGeom>
              <a:avLst/>
              <a:gdLst/>
              <a:ahLst/>
              <a:cxnLst/>
              <a:rect l="l" t="t" r="r" b="b"/>
              <a:pathLst>
                <a:path w="2144" h="694" extrusionOk="0">
                  <a:moveTo>
                    <a:pt x="347" y="0"/>
                  </a:moveTo>
                  <a:cubicBezTo>
                    <a:pt x="158" y="0"/>
                    <a:pt x="1" y="158"/>
                    <a:pt x="1" y="347"/>
                  </a:cubicBezTo>
                  <a:cubicBezTo>
                    <a:pt x="1" y="536"/>
                    <a:pt x="158" y="693"/>
                    <a:pt x="347" y="693"/>
                  </a:cubicBezTo>
                  <a:lnTo>
                    <a:pt x="1797" y="693"/>
                  </a:lnTo>
                  <a:cubicBezTo>
                    <a:pt x="1986" y="693"/>
                    <a:pt x="2143" y="536"/>
                    <a:pt x="2143" y="347"/>
                  </a:cubicBezTo>
                  <a:cubicBezTo>
                    <a:pt x="2143" y="158"/>
                    <a:pt x="1986" y="0"/>
                    <a:pt x="1797" y="0"/>
                  </a:cubicBezTo>
                  <a:close/>
                </a:path>
              </a:pathLst>
            </a:custGeom>
            <a:grpFill/>
            <a:ln>
              <a:noFill/>
            </a:ln>
          </p:spPr>
          <p:txBody>
            <a:bodyPr spcFirstLastPara="1" wrap="square" lIns="62728" tIns="62728" rIns="62728" bIns="62728" anchor="ctr" anchorCtr="0">
              <a:noAutofit/>
            </a:bodyPr>
            <a:lstStyle/>
            <a:p>
              <a:endParaRPr sz="764"/>
            </a:p>
          </p:txBody>
        </p:sp>
        <p:sp>
          <p:nvSpPr>
            <p:cNvPr id="831" name="Google Shape;5848;p61">
              <a:extLst>
                <a:ext uri="{FF2B5EF4-FFF2-40B4-BE49-F238E27FC236}">
                  <a16:creationId xmlns:a16="http://schemas.microsoft.com/office/drawing/2014/main" id="{5B763846-50E5-4C6B-84A4-B658FAFB8167}"/>
                </a:ext>
              </a:extLst>
            </p:cNvPr>
            <p:cNvSpPr/>
            <p:nvPr/>
          </p:nvSpPr>
          <p:spPr>
            <a:xfrm>
              <a:off x="-47333600" y="2887800"/>
              <a:ext cx="53600" cy="17375"/>
            </a:xfrm>
            <a:custGeom>
              <a:avLst/>
              <a:gdLst/>
              <a:ahLst/>
              <a:cxnLst/>
              <a:rect l="l" t="t" r="r" b="b"/>
              <a:pathLst>
                <a:path w="2144" h="695" extrusionOk="0">
                  <a:moveTo>
                    <a:pt x="347" y="1"/>
                  </a:moveTo>
                  <a:cubicBezTo>
                    <a:pt x="158" y="1"/>
                    <a:pt x="1" y="158"/>
                    <a:pt x="1" y="347"/>
                  </a:cubicBezTo>
                  <a:cubicBezTo>
                    <a:pt x="1" y="537"/>
                    <a:pt x="158" y="694"/>
                    <a:pt x="347" y="694"/>
                  </a:cubicBezTo>
                  <a:lnTo>
                    <a:pt x="1797" y="694"/>
                  </a:lnTo>
                  <a:cubicBezTo>
                    <a:pt x="1986" y="694"/>
                    <a:pt x="2143" y="537"/>
                    <a:pt x="2143" y="347"/>
                  </a:cubicBezTo>
                  <a:cubicBezTo>
                    <a:pt x="2143" y="158"/>
                    <a:pt x="1986" y="1"/>
                    <a:pt x="1797" y="1"/>
                  </a:cubicBezTo>
                  <a:close/>
                </a:path>
              </a:pathLst>
            </a:custGeom>
            <a:grpFill/>
            <a:ln>
              <a:noFill/>
            </a:ln>
          </p:spPr>
          <p:txBody>
            <a:bodyPr spcFirstLastPara="1" wrap="square" lIns="62728" tIns="62728" rIns="62728" bIns="62728" anchor="ctr" anchorCtr="0">
              <a:noAutofit/>
            </a:bodyPr>
            <a:lstStyle/>
            <a:p>
              <a:endParaRPr sz="764"/>
            </a:p>
          </p:txBody>
        </p:sp>
        <p:sp>
          <p:nvSpPr>
            <p:cNvPr id="832" name="Google Shape;5849;p61">
              <a:extLst>
                <a:ext uri="{FF2B5EF4-FFF2-40B4-BE49-F238E27FC236}">
                  <a16:creationId xmlns:a16="http://schemas.microsoft.com/office/drawing/2014/main" id="{3F7C266C-6576-4248-99AA-A0591352436C}"/>
                </a:ext>
              </a:extLst>
            </p:cNvPr>
            <p:cNvSpPr/>
            <p:nvPr/>
          </p:nvSpPr>
          <p:spPr>
            <a:xfrm>
              <a:off x="-47527350" y="2747625"/>
              <a:ext cx="300100" cy="228425"/>
            </a:xfrm>
            <a:custGeom>
              <a:avLst/>
              <a:gdLst/>
              <a:ahLst/>
              <a:cxnLst/>
              <a:rect l="l" t="t" r="r" b="b"/>
              <a:pathLst>
                <a:path w="12004" h="9137" extrusionOk="0">
                  <a:moveTo>
                    <a:pt x="10586" y="693"/>
                  </a:moveTo>
                  <a:lnTo>
                    <a:pt x="10586" y="7026"/>
                  </a:lnTo>
                  <a:lnTo>
                    <a:pt x="1418" y="7026"/>
                  </a:lnTo>
                  <a:lnTo>
                    <a:pt x="1418" y="693"/>
                  </a:lnTo>
                  <a:close/>
                  <a:moveTo>
                    <a:pt x="11311" y="7687"/>
                  </a:moveTo>
                  <a:lnTo>
                    <a:pt x="11311" y="8412"/>
                  </a:lnTo>
                  <a:lnTo>
                    <a:pt x="725" y="8412"/>
                  </a:lnTo>
                  <a:lnTo>
                    <a:pt x="725" y="7687"/>
                  </a:lnTo>
                  <a:close/>
                  <a:moveTo>
                    <a:pt x="1072" y="0"/>
                  </a:moveTo>
                  <a:cubicBezTo>
                    <a:pt x="883" y="0"/>
                    <a:pt x="725" y="158"/>
                    <a:pt x="725" y="378"/>
                  </a:cubicBezTo>
                  <a:lnTo>
                    <a:pt x="725" y="7026"/>
                  </a:lnTo>
                  <a:lnTo>
                    <a:pt x="347" y="7026"/>
                  </a:lnTo>
                  <a:cubicBezTo>
                    <a:pt x="158" y="7026"/>
                    <a:pt x="1" y="7183"/>
                    <a:pt x="1" y="7372"/>
                  </a:cubicBezTo>
                  <a:lnTo>
                    <a:pt x="1" y="8790"/>
                  </a:lnTo>
                  <a:cubicBezTo>
                    <a:pt x="1" y="8979"/>
                    <a:pt x="158" y="9136"/>
                    <a:pt x="347" y="9136"/>
                  </a:cubicBezTo>
                  <a:lnTo>
                    <a:pt x="11658" y="9136"/>
                  </a:lnTo>
                  <a:cubicBezTo>
                    <a:pt x="11847" y="9136"/>
                    <a:pt x="12004" y="8979"/>
                    <a:pt x="12004" y="8790"/>
                  </a:cubicBezTo>
                  <a:lnTo>
                    <a:pt x="12004" y="7372"/>
                  </a:lnTo>
                  <a:cubicBezTo>
                    <a:pt x="12004" y="7183"/>
                    <a:pt x="11847" y="7026"/>
                    <a:pt x="11658" y="7026"/>
                  </a:cubicBezTo>
                  <a:lnTo>
                    <a:pt x="11311" y="7026"/>
                  </a:lnTo>
                  <a:lnTo>
                    <a:pt x="11311" y="378"/>
                  </a:lnTo>
                  <a:cubicBezTo>
                    <a:pt x="11311" y="158"/>
                    <a:pt x="11153" y="0"/>
                    <a:pt x="10964" y="0"/>
                  </a:cubicBezTo>
                  <a:close/>
                </a:path>
              </a:pathLst>
            </a:custGeom>
            <a:grpFill/>
            <a:ln>
              <a:noFill/>
            </a:ln>
          </p:spPr>
          <p:txBody>
            <a:bodyPr spcFirstLastPara="1" wrap="square" lIns="62728" tIns="62728" rIns="62728" bIns="62728" anchor="ctr" anchorCtr="0">
              <a:noAutofit/>
            </a:bodyPr>
            <a:lstStyle/>
            <a:p>
              <a:endParaRPr sz="764"/>
            </a:p>
          </p:txBody>
        </p:sp>
      </p:grpSp>
      <p:sp>
        <p:nvSpPr>
          <p:cNvPr id="758" name="Google Shape;5850;p61">
            <a:extLst>
              <a:ext uri="{FF2B5EF4-FFF2-40B4-BE49-F238E27FC236}">
                <a16:creationId xmlns:a16="http://schemas.microsoft.com/office/drawing/2014/main" id="{C10E2EAE-0871-4F2C-B0BA-6245AE5A49D1}"/>
              </a:ext>
            </a:extLst>
          </p:cNvPr>
          <p:cNvSpPr/>
          <p:nvPr/>
        </p:nvSpPr>
        <p:spPr>
          <a:xfrm>
            <a:off x="9758423" y="4155769"/>
            <a:ext cx="226471" cy="229315"/>
          </a:xfrm>
          <a:custGeom>
            <a:avLst/>
            <a:gdLst/>
            <a:ahLst/>
            <a:cxnLst/>
            <a:rect l="l" t="t" r="r" b="b"/>
            <a:pathLst>
              <a:path w="11941" h="12091" extrusionOk="0">
                <a:moveTo>
                  <a:pt x="5955" y="796"/>
                </a:moveTo>
                <a:lnTo>
                  <a:pt x="10933" y="3915"/>
                </a:lnTo>
                <a:lnTo>
                  <a:pt x="5955" y="7034"/>
                </a:lnTo>
                <a:lnTo>
                  <a:pt x="977" y="3915"/>
                </a:lnTo>
                <a:lnTo>
                  <a:pt x="5955" y="796"/>
                </a:lnTo>
                <a:close/>
                <a:moveTo>
                  <a:pt x="9924" y="5428"/>
                </a:moveTo>
                <a:lnTo>
                  <a:pt x="10964" y="6058"/>
                </a:lnTo>
                <a:lnTo>
                  <a:pt x="5955" y="9145"/>
                </a:lnTo>
                <a:lnTo>
                  <a:pt x="977" y="6058"/>
                </a:lnTo>
                <a:lnTo>
                  <a:pt x="2017" y="5428"/>
                </a:lnTo>
                <a:lnTo>
                  <a:pt x="5797" y="7790"/>
                </a:lnTo>
                <a:cubicBezTo>
                  <a:pt x="5860" y="7822"/>
                  <a:pt x="5931" y="7838"/>
                  <a:pt x="5994" y="7838"/>
                </a:cubicBezTo>
                <a:cubicBezTo>
                  <a:pt x="6057" y="7838"/>
                  <a:pt x="6112" y="7822"/>
                  <a:pt x="6144" y="7790"/>
                </a:cubicBezTo>
                <a:lnTo>
                  <a:pt x="9924" y="5428"/>
                </a:lnTo>
                <a:close/>
                <a:moveTo>
                  <a:pt x="9956" y="7538"/>
                </a:moveTo>
                <a:lnTo>
                  <a:pt x="10964" y="8169"/>
                </a:lnTo>
                <a:lnTo>
                  <a:pt x="5986" y="11288"/>
                </a:lnTo>
                <a:lnTo>
                  <a:pt x="1040" y="8169"/>
                </a:lnTo>
                <a:lnTo>
                  <a:pt x="2048" y="7538"/>
                </a:lnTo>
                <a:lnTo>
                  <a:pt x="5829" y="9901"/>
                </a:lnTo>
                <a:cubicBezTo>
                  <a:pt x="5892" y="9949"/>
                  <a:pt x="5963" y="9972"/>
                  <a:pt x="6026" y="9972"/>
                </a:cubicBezTo>
                <a:cubicBezTo>
                  <a:pt x="6089" y="9972"/>
                  <a:pt x="6144" y="9949"/>
                  <a:pt x="6175" y="9901"/>
                </a:cubicBezTo>
                <a:lnTo>
                  <a:pt x="9956" y="7538"/>
                </a:lnTo>
                <a:close/>
                <a:moveTo>
                  <a:pt x="5959" y="1"/>
                </a:moveTo>
                <a:cubicBezTo>
                  <a:pt x="5900" y="1"/>
                  <a:pt x="5845" y="25"/>
                  <a:pt x="5797" y="72"/>
                </a:cubicBezTo>
                <a:lnTo>
                  <a:pt x="158" y="3600"/>
                </a:lnTo>
                <a:cubicBezTo>
                  <a:pt x="32" y="3695"/>
                  <a:pt x="0" y="3758"/>
                  <a:pt x="0" y="3915"/>
                </a:cubicBezTo>
                <a:cubicBezTo>
                  <a:pt x="0" y="4073"/>
                  <a:pt x="95" y="4136"/>
                  <a:pt x="158" y="4230"/>
                </a:cubicBezTo>
                <a:lnTo>
                  <a:pt x="1387" y="4987"/>
                </a:lnTo>
                <a:lnTo>
                  <a:pt x="158" y="5743"/>
                </a:lnTo>
                <a:cubicBezTo>
                  <a:pt x="32" y="5806"/>
                  <a:pt x="0" y="5869"/>
                  <a:pt x="0" y="6058"/>
                </a:cubicBezTo>
                <a:cubicBezTo>
                  <a:pt x="0" y="6152"/>
                  <a:pt x="95" y="6278"/>
                  <a:pt x="158" y="6373"/>
                </a:cubicBezTo>
                <a:lnTo>
                  <a:pt x="1387" y="7097"/>
                </a:lnTo>
                <a:lnTo>
                  <a:pt x="158" y="7854"/>
                </a:lnTo>
                <a:cubicBezTo>
                  <a:pt x="32" y="7948"/>
                  <a:pt x="0" y="8011"/>
                  <a:pt x="0" y="8169"/>
                </a:cubicBezTo>
                <a:cubicBezTo>
                  <a:pt x="0" y="8295"/>
                  <a:pt x="95" y="8421"/>
                  <a:pt x="158" y="8484"/>
                </a:cubicBezTo>
                <a:lnTo>
                  <a:pt x="5797" y="12044"/>
                </a:lnTo>
                <a:cubicBezTo>
                  <a:pt x="5860" y="12075"/>
                  <a:pt x="5931" y="12091"/>
                  <a:pt x="5994" y="12091"/>
                </a:cubicBezTo>
                <a:cubicBezTo>
                  <a:pt x="6057" y="12091"/>
                  <a:pt x="6112" y="12075"/>
                  <a:pt x="6144" y="12044"/>
                </a:cubicBezTo>
                <a:lnTo>
                  <a:pt x="11783" y="8484"/>
                </a:lnTo>
                <a:cubicBezTo>
                  <a:pt x="11909" y="8421"/>
                  <a:pt x="11941" y="8326"/>
                  <a:pt x="11941" y="8169"/>
                </a:cubicBezTo>
                <a:cubicBezTo>
                  <a:pt x="11941" y="8043"/>
                  <a:pt x="11846" y="7948"/>
                  <a:pt x="11783" y="7854"/>
                </a:cubicBezTo>
                <a:lnTo>
                  <a:pt x="10555" y="7097"/>
                </a:lnTo>
                <a:lnTo>
                  <a:pt x="11783" y="6373"/>
                </a:lnTo>
                <a:cubicBezTo>
                  <a:pt x="11909" y="6278"/>
                  <a:pt x="11941" y="6152"/>
                  <a:pt x="11941" y="6058"/>
                </a:cubicBezTo>
                <a:cubicBezTo>
                  <a:pt x="11941" y="5932"/>
                  <a:pt x="11846" y="5806"/>
                  <a:pt x="11783" y="5743"/>
                </a:cubicBezTo>
                <a:lnTo>
                  <a:pt x="10555" y="4987"/>
                </a:lnTo>
                <a:lnTo>
                  <a:pt x="11783" y="4230"/>
                </a:lnTo>
                <a:cubicBezTo>
                  <a:pt x="11909" y="4136"/>
                  <a:pt x="11941" y="4073"/>
                  <a:pt x="11941" y="3915"/>
                </a:cubicBezTo>
                <a:cubicBezTo>
                  <a:pt x="11941" y="3758"/>
                  <a:pt x="11846" y="3695"/>
                  <a:pt x="11783" y="3600"/>
                </a:cubicBezTo>
                <a:lnTo>
                  <a:pt x="6144" y="72"/>
                </a:lnTo>
                <a:cubicBezTo>
                  <a:pt x="6081" y="25"/>
                  <a:pt x="6018" y="1"/>
                  <a:pt x="5959"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759" name="Google Shape;5851;p61">
            <a:extLst>
              <a:ext uri="{FF2B5EF4-FFF2-40B4-BE49-F238E27FC236}">
                <a16:creationId xmlns:a16="http://schemas.microsoft.com/office/drawing/2014/main" id="{0B587CE5-43DF-4120-87EA-C8978FCA3EAA}"/>
              </a:ext>
            </a:extLst>
          </p:cNvPr>
          <p:cNvGrpSpPr/>
          <p:nvPr/>
        </p:nvGrpSpPr>
        <p:grpSpPr>
          <a:xfrm>
            <a:off x="9756344" y="4450564"/>
            <a:ext cx="227685" cy="200185"/>
            <a:chOff x="-45664625" y="2352225"/>
            <a:chExt cx="300125" cy="263875"/>
          </a:xfrm>
          <a:solidFill>
            <a:schemeClr val="tx1"/>
          </a:solidFill>
        </p:grpSpPr>
        <p:sp>
          <p:nvSpPr>
            <p:cNvPr id="820" name="Google Shape;5852;p61">
              <a:extLst>
                <a:ext uri="{FF2B5EF4-FFF2-40B4-BE49-F238E27FC236}">
                  <a16:creationId xmlns:a16="http://schemas.microsoft.com/office/drawing/2014/main" id="{131CF85C-FE4E-4278-AB94-670FF6A00642}"/>
                </a:ext>
              </a:extLst>
            </p:cNvPr>
            <p:cNvSpPr/>
            <p:nvPr/>
          </p:nvSpPr>
          <p:spPr>
            <a:xfrm>
              <a:off x="-45664625" y="2352225"/>
              <a:ext cx="300125" cy="263875"/>
            </a:xfrm>
            <a:custGeom>
              <a:avLst/>
              <a:gdLst/>
              <a:ahLst/>
              <a:cxnLst/>
              <a:rect l="l" t="t" r="r" b="b"/>
              <a:pathLst>
                <a:path w="12005" h="10555" extrusionOk="0">
                  <a:moveTo>
                    <a:pt x="10965" y="694"/>
                  </a:moveTo>
                  <a:cubicBezTo>
                    <a:pt x="11154" y="694"/>
                    <a:pt x="11311" y="851"/>
                    <a:pt x="11311" y="1072"/>
                  </a:cubicBezTo>
                  <a:lnTo>
                    <a:pt x="11311" y="2836"/>
                  </a:lnTo>
                  <a:lnTo>
                    <a:pt x="726" y="2836"/>
                  </a:lnTo>
                  <a:lnTo>
                    <a:pt x="726" y="1072"/>
                  </a:lnTo>
                  <a:cubicBezTo>
                    <a:pt x="694" y="851"/>
                    <a:pt x="852" y="694"/>
                    <a:pt x="1072" y="694"/>
                  </a:cubicBezTo>
                  <a:close/>
                  <a:moveTo>
                    <a:pt x="11311" y="3498"/>
                  </a:moveTo>
                  <a:lnTo>
                    <a:pt x="11311" y="9484"/>
                  </a:lnTo>
                  <a:cubicBezTo>
                    <a:pt x="11311" y="9673"/>
                    <a:pt x="11154" y="9830"/>
                    <a:pt x="10933" y="9830"/>
                  </a:cubicBezTo>
                  <a:lnTo>
                    <a:pt x="1072" y="9830"/>
                  </a:lnTo>
                  <a:cubicBezTo>
                    <a:pt x="852" y="9830"/>
                    <a:pt x="694" y="9673"/>
                    <a:pt x="694" y="9484"/>
                  </a:cubicBezTo>
                  <a:lnTo>
                    <a:pt x="694" y="3498"/>
                  </a:lnTo>
                  <a:close/>
                  <a:moveTo>
                    <a:pt x="1072" y="1"/>
                  </a:moveTo>
                  <a:cubicBezTo>
                    <a:pt x="473" y="1"/>
                    <a:pt x="1" y="473"/>
                    <a:pt x="1" y="1040"/>
                  </a:cubicBezTo>
                  <a:lnTo>
                    <a:pt x="1" y="9484"/>
                  </a:lnTo>
                  <a:cubicBezTo>
                    <a:pt x="1" y="10082"/>
                    <a:pt x="473" y="10555"/>
                    <a:pt x="1072" y="10555"/>
                  </a:cubicBezTo>
                  <a:lnTo>
                    <a:pt x="10933" y="10555"/>
                  </a:lnTo>
                  <a:cubicBezTo>
                    <a:pt x="11532" y="10555"/>
                    <a:pt x="12004" y="10082"/>
                    <a:pt x="12004" y="9484"/>
                  </a:cubicBezTo>
                  <a:lnTo>
                    <a:pt x="12004" y="1040"/>
                  </a:lnTo>
                  <a:cubicBezTo>
                    <a:pt x="11973" y="473"/>
                    <a:pt x="11500" y="1"/>
                    <a:pt x="10933" y="1"/>
                  </a:cubicBezTo>
                  <a:close/>
                </a:path>
              </a:pathLst>
            </a:custGeom>
            <a:grpFill/>
            <a:ln>
              <a:noFill/>
            </a:ln>
          </p:spPr>
          <p:txBody>
            <a:bodyPr spcFirstLastPara="1" wrap="square" lIns="62728" tIns="62728" rIns="62728" bIns="62728" anchor="ctr" anchorCtr="0">
              <a:noAutofit/>
            </a:bodyPr>
            <a:lstStyle/>
            <a:p>
              <a:endParaRPr sz="764"/>
            </a:p>
          </p:txBody>
        </p:sp>
        <p:sp>
          <p:nvSpPr>
            <p:cNvPr id="821" name="Google Shape;5853;p61">
              <a:extLst>
                <a:ext uri="{FF2B5EF4-FFF2-40B4-BE49-F238E27FC236}">
                  <a16:creationId xmlns:a16="http://schemas.microsoft.com/office/drawing/2014/main" id="{F5996E00-8DC5-4149-944A-B02D4A29F971}"/>
                </a:ext>
              </a:extLst>
            </p:cNvPr>
            <p:cNvSpPr/>
            <p:nvPr/>
          </p:nvSpPr>
          <p:spPr>
            <a:xfrm>
              <a:off x="-45612625" y="2475100"/>
              <a:ext cx="55150" cy="88225"/>
            </a:xfrm>
            <a:custGeom>
              <a:avLst/>
              <a:gdLst/>
              <a:ahLst/>
              <a:cxnLst/>
              <a:rect l="l" t="t" r="r" b="b"/>
              <a:pathLst>
                <a:path w="2206" h="3529" extrusionOk="0">
                  <a:moveTo>
                    <a:pt x="1808" y="0"/>
                  </a:moveTo>
                  <a:cubicBezTo>
                    <a:pt x="1717" y="0"/>
                    <a:pt x="1623" y="32"/>
                    <a:pt x="1544" y="95"/>
                  </a:cubicBezTo>
                  <a:lnTo>
                    <a:pt x="126" y="1513"/>
                  </a:lnTo>
                  <a:cubicBezTo>
                    <a:pt x="0" y="1607"/>
                    <a:pt x="0" y="1859"/>
                    <a:pt x="126" y="2017"/>
                  </a:cubicBezTo>
                  <a:lnTo>
                    <a:pt x="1544" y="3434"/>
                  </a:lnTo>
                  <a:cubicBezTo>
                    <a:pt x="1607" y="3497"/>
                    <a:pt x="1694" y="3529"/>
                    <a:pt x="1784" y="3529"/>
                  </a:cubicBezTo>
                  <a:cubicBezTo>
                    <a:pt x="1875" y="3529"/>
                    <a:pt x="1969" y="3497"/>
                    <a:pt x="2048" y="3434"/>
                  </a:cubicBezTo>
                  <a:cubicBezTo>
                    <a:pt x="2174" y="3308"/>
                    <a:pt x="2174" y="3088"/>
                    <a:pt x="2048" y="2930"/>
                  </a:cubicBezTo>
                  <a:lnTo>
                    <a:pt x="914" y="1765"/>
                  </a:lnTo>
                  <a:lnTo>
                    <a:pt x="2048" y="631"/>
                  </a:lnTo>
                  <a:cubicBezTo>
                    <a:pt x="2206" y="473"/>
                    <a:pt x="2206" y="252"/>
                    <a:pt x="2048" y="95"/>
                  </a:cubicBezTo>
                  <a:cubicBezTo>
                    <a:pt x="1985" y="32"/>
                    <a:pt x="1898" y="0"/>
                    <a:pt x="1808" y="0"/>
                  </a:cubicBezTo>
                  <a:close/>
                </a:path>
              </a:pathLst>
            </a:custGeom>
            <a:grpFill/>
            <a:ln>
              <a:noFill/>
            </a:ln>
          </p:spPr>
          <p:txBody>
            <a:bodyPr spcFirstLastPara="1" wrap="square" lIns="62728" tIns="62728" rIns="62728" bIns="62728" anchor="ctr" anchorCtr="0">
              <a:noAutofit/>
            </a:bodyPr>
            <a:lstStyle/>
            <a:p>
              <a:endParaRPr sz="764"/>
            </a:p>
          </p:txBody>
        </p:sp>
        <p:sp>
          <p:nvSpPr>
            <p:cNvPr id="822" name="Google Shape;5854;p61">
              <a:extLst>
                <a:ext uri="{FF2B5EF4-FFF2-40B4-BE49-F238E27FC236}">
                  <a16:creationId xmlns:a16="http://schemas.microsoft.com/office/drawing/2014/main" id="{39F16737-E011-49DF-A21A-AF8F4B1C9655}"/>
                </a:ext>
              </a:extLst>
            </p:cNvPr>
            <p:cNvSpPr/>
            <p:nvPr/>
          </p:nvSpPr>
          <p:spPr>
            <a:xfrm>
              <a:off x="-45471650" y="2475100"/>
              <a:ext cx="54375" cy="86850"/>
            </a:xfrm>
            <a:custGeom>
              <a:avLst/>
              <a:gdLst/>
              <a:ahLst/>
              <a:cxnLst/>
              <a:rect l="l" t="t" r="r" b="b"/>
              <a:pathLst>
                <a:path w="2175" h="3474" extrusionOk="0">
                  <a:moveTo>
                    <a:pt x="391" y="0"/>
                  </a:moveTo>
                  <a:cubicBezTo>
                    <a:pt x="300" y="0"/>
                    <a:pt x="205" y="32"/>
                    <a:pt x="127" y="95"/>
                  </a:cubicBezTo>
                  <a:cubicBezTo>
                    <a:pt x="1" y="189"/>
                    <a:pt x="1" y="441"/>
                    <a:pt x="127" y="599"/>
                  </a:cubicBezTo>
                  <a:lnTo>
                    <a:pt x="1261" y="1733"/>
                  </a:lnTo>
                  <a:lnTo>
                    <a:pt x="127" y="2867"/>
                  </a:lnTo>
                  <a:cubicBezTo>
                    <a:pt x="1" y="2993"/>
                    <a:pt x="1" y="3245"/>
                    <a:pt x="127" y="3403"/>
                  </a:cubicBezTo>
                  <a:cubicBezTo>
                    <a:pt x="174" y="3450"/>
                    <a:pt x="261" y="3474"/>
                    <a:pt x="355" y="3474"/>
                  </a:cubicBezTo>
                  <a:cubicBezTo>
                    <a:pt x="450" y="3474"/>
                    <a:pt x="552" y="3450"/>
                    <a:pt x="631" y="3403"/>
                  </a:cubicBezTo>
                  <a:lnTo>
                    <a:pt x="2048" y="1985"/>
                  </a:lnTo>
                  <a:cubicBezTo>
                    <a:pt x="2174" y="1859"/>
                    <a:pt x="2174" y="1607"/>
                    <a:pt x="2048" y="1450"/>
                  </a:cubicBezTo>
                  <a:lnTo>
                    <a:pt x="631" y="95"/>
                  </a:lnTo>
                  <a:cubicBezTo>
                    <a:pt x="568" y="32"/>
                    <a:pt x="481" y="0"/>
                    <a:pt x="391" y="0"/>
                  </a:cubicBezTo>
                  <a:close/>
                </a:path>
              </a:pathLst>
            </a:custGeom>
            <a:grpFill/>
            <a:ln>
              <a:noFill/>
            </a:ln>
          </p:spPr>
          <p:txBody>
            <a:bodyPr spcFirstLastPara="1" wrap="square" lIns="62728" tIns="62728" rIns="62728" bIns="62728" anchor="ctr" anchorCtr="0">
              <a:noAutofit/>
            </a:bodyPr>
            <a:lstStyle/>
            <a:p>
              <a:endParaRPr sz="764"/>
            </a:p>
          </p:txBody>
        </p:sp>
        <p:sp>
          <p:nvSpPr>
            <p:cNvPr id="823" name="Google Shape;5855;p61">
              <a:extLst>
                <a:ext uri="{FF2B5EF4-FFF2-40B4-BE49-F238E27FC236}">
                  <a16:creationId xmlns:a16="http://schemas.microsoft.com/office/drawing/2014/main" id="{1B1BBA2E-C6C9-4C3A-BC03-79D1FBA0AC08}"/>
                </a:ext>
              </a:extLst>
            </p:cNvPr>
            <p:cNvSpPr/>
            <p:nvPr/>
          </p:nvSpPr>
          <p:spPr>
            <a:xfrm>
              <a:off x="-45542525" y="2456975"/>
              <a:ext cx="55150" cy="123300"/>
            </a:xfrm>
            <a:custGeom>
              <a:avLst/>
              <a:gdLst/>
              <a:ahLst/>
              <a:cxnLst/>
              <a:rect l="l" t="t" r="r" b="b"/>
              <a:pathLst>
                <a:path w="2206" h="4932" extrusionOk="0">
                  <a:moveTo>
                    <a:pt x="1791" y="0"/>
                  </a:moveTo>
                  <a:cubicBezTo>
                    <a:pt x="1651" y="0"/>
                    <a:pt x="1529" y="108"/>
                    <a:pt x="1481" y="253"/>
                  </a:cubicBezTo>
                  <a:lnTo>
                    <a:pt x="63" y="4474"/>
                  </a:lnTo>
                  <a:cubicBezTo>
                    <a:pt x="0" y="4664"/>
                    <a:pt x="126" y="4853"/>
                    <a:pt x="315" y="4916"/>
                  </a:cubicBezTo>
                  <a:cubicBezTo>
                    <a:pt x="349" y="4927"/>
                    <a:pt x="382" y="4932"/>
                    <a:pt x="415" y="4932"/>
                  </a:cubicBezTo>
                  <a:cubicBezTo>
                    <a:pt x="567" y="4932"/>
                    <a:pt x="704" y="4819"/>
                    <a:pt x="756" y="4664"/>
                  </a:cubicBezTo>
                  <a:lnTo>
                    <a:pt x="2174" y="442"/>
                  </a:lnTo>
                  <a:cubicBezTo>
                    <a:pt x="2206" y="284"/>
                    <a:pt x="2111" y="95"/>
                    <a:pt x="1922" y="32"/>
                  </a:cubicBezTo>
                  <a:cubicBezTo>
                    <a:pt x="1878" y="10"/>
                    <a:pt x="1834" y="0"/>
                    <a:pt x="1791" y="0"/>
                  </a:cubicBezTo>
                  <a:close/>
                </a:path>
              </a:pathLst>
            </a:custGeom>
            <a:grpFill/>
            <a:ln>
              <a:noFill/>
            </a:ln>
          </p:spPr>
          <p:txBody>
            <a:bodyPr spcFirstLastPara="1" wrap="square" lIns="62728" tIns="62728" rIns="62728" bIns="62728" anchor="ctr" anchorCtr="0">
              <a:noAutofit/>
            </a:bodyPr>
            <a:lstStyle/>
            <a:p>
              <a:endParaRPr sz="764"/>
            </a:p>
          </p:txBody>
        </p:sp>
        <p:sp>
          <p:nvSpPr>
            <p:cNvPr id="824" name="Google Shape;5856;p61">
              <a:extLst>
                <a:ext uri="{FF2B5EF4-FFF2-40B4-BE49-F238E27FC236}">
                  <a16:creationId xmlns:a16="http://schemas.microsoft.com/office/drawing/2014/main" id="{525C67F2-B695-4B67-8918-333F55CF342E}"/>
                </a:ext>
              </a:extLst>
            </p:cNvPr>
            <p:cNvSpPr/>
            <p:nvPr/>
          </p:nvSpPr>
          <p:spPr>
            <a:xfrm>
              <a:off x="-45541750" y="2386100"/>
              <a:ext cx="35475" cy="18125"/>
            </a:xfrm>
            <a:custGeom>
              <a:avLst/>
              <a:gdLst/>
              <a:ahLst/>
              <a:cxnLst/>
              <a:rect l="l" t="t" r="r" b="b"/>
              <a:pathLst>
                <a:path w="1419" h="725" extrusionOk="0">
                  <a:moveTo>
                    <a:pt x="347" y="0"/>
                  </a:moveTo>
                  <a:cubicBezTo>
                    <a:pt x="158" y="0"/>
                    <a:pt x="1" y="189"/>
                    <a:pt x="1" y="378"/>
                  </a:cubicBezTo>
                  <a:cubicBezTo>
                    <a:pt x="32" y="567"/>
                    <a:pt x="221" y="725"/>
                    <a:pt x="347" y="725"/>
                  </a:cubicBezTo>
                  <a:lnTo>
                    <a:pt x="1072" y="725"/>
                  </a:lnTo>
                  <a:cubicBezTo>
                    <a:pt x="1261" y="725"/>
                    <a:pt x="1418" y="567"/>
                    <a:pt x="1418" y="378"/>
                  </a:cubicBezTo>
                  <a:cubicBezTo>
                    <a:pt x="1418" y="189"/>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825" name="Google Shape;5857;p61">
              <a:extLst>
                <a:ext uri="{FF2B5EF4-FFF2-40B4-BE49-F238E27FC236}">
                  <a16:creationId xmlns:a16="http://schemas.microsoft.com/office/drawing/2014/main" id="{485A5FBB-EEF7-48B4-A948-F0648B1CF6AB}"/>
                </a:ext>
              </a:extLst>
            </p:cNvPr>
            <p:cNvSpPr/>
            <p:nvPr/>
          </p:nvSpPr>
          <p:spPr>
            <a:xfrm>
              <a:off x="-45488175" y="2386100"/>
              <a:ext cx="35450" cy="18125"/>
            </a:xfrm>
            <a:custGeom>
              <a:avLst/>
              <a:gdLst/>
              <a:ahLst/>
              <a:cxnLst/>
              <a:rect l="l" t="t" r="r" b="b"/>
              <a:pathLst>
                <a:path w="1418" h="725" extrusionOk="0">
                  <a:moveTo>
                    <a:pt x="347" y="0"/>
                  </a:moveTo>
                  <a:cubicBezTo>
                    <a:pt x="158" y="0"/>
                    <a:pt x="0" y="189"/>
                    <a:pt x="0" y="378"/>
                  </a:cubicBezTo>
                  <a:cubicBezTo>
                    <a:pt x="0" y="567"/>
                    <a:pt x="158" y="725"/>
                    <a:pt x="347" y="725"/>
                  </a:cubicBezTo>
                  <a:lnTo>
                    <a:pt x="1040" y="725"/>
                  </a:lnTo>
                  <a:cubicBezTo>
                    <a:pt x="1260" y="725"/>
                    <a:pt x="1418" y="567"/>
                    <a:pt x="1418" y="378"/>
                  </a:cubicBezTo>
                  <a:cubicBezTo>
                    <a:pt x="1418" y="189"/>
                    <a:pt x="1260" y="0"/>
                    <a:pt x="1040" y="0"/>
                  </a:cubicBezTo>
                  <a:close/>
                </a:path>
              </a:pathLst>
            </a:custGeom>
            <a:grpFill/>
            <a:ln>
              <a:noFill/>
            </a:ln>
          </p:spPr>
          <p:txBody>
            <a:bodyPr spcFirstLastPara="1" wrap="square" lIns="62728" tIns="62728" rIns="62728" bIns="62728" anchor="ctr" anchorCtr="0">
              <a:noAutofit/>
            </a:bodyPr>
            <a:lstStyle/>
            <a:p>
              <a:endParaRPr sz="764"/>
            </a:p>
          </p:txBody>
        </p:sp>
        <p:sp>
          <p:nvSpPr>
            <p:cNvPr id="826" name="Google Shape;5858;p61">
              <a:extLst>
                <a:ext uri="{FF2B5EF4-FFF2-40B4-BE49-F238E27FC236}">
                  <a16:creationId xmlns:a16="http://schemas.microsoft.com/office/drawing/2014/main" id="{AA742B9D-D5AE-452F-9E7E-2F54ED6C1F89}"/>
                </a:ext>
              </a:extLst>
            </p:cNvPr>
            <p:cNvSpPr/>
            <p:nvPr/>
          </p:nvSpPr>
          <p:spPr>
            <a:xfrm>
              <a:off x="-45436200" y="2386100"/>
              <a:ext cx="35450" cy="18125"/>
            </a:xfrm>
            <a:custGeom>
              <a:avLst/>
              <a:gdLst/>
              <a:ahLst/>
              <a:cxnLst/>
              <a:rect l="l" t="t" r="r" b="b"/>
              <a:pathLst>
                <a:path w="1418" h="725" extrusionOk="0">
                  <a:moveTo>
                    <a:pt x="347" y="0"/>
                  </a:moveTo>
                  <a:cubicBezTo>
                    <a:pt x="158" y="0"/>
                    <a:pt x="0" y="189"/>
                    <a:pt x="0" y="378"/>
                  </a:cubicBezTo>
                  <a:cubicBezTo>
                    <a:pt x="32" y="567"/>
                    <a:pt x="189" y="725"/>
                    <a:pt x="347" y="725"/>
                  </a:cubicBezTo>
                  <a:lnTo>
                    <a:pt x="1072" y="725"/>
                  </a:lnTo>
                  <a:cubicBezTo>
                    <a:pt x="1261" y="725"/>
                    <a:pt x="1418" y="567"/>
                    <a:pt x="1418" y="378"/>
                  </a:cubicBezTo>
                  <a:cubicBezTo>
                    <a:pt x="1418" y="189"/>
                    <a:pt x="1261" y="0"/>
                    <a:pt x="107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60" name="Google Shape;5859;p61">
            <a:extLst>
              <a:ext uri="{FF2B5EF4-FFF2-40B4-BE49-F238E27FC236}">
                <a16:creationId xmlns:a16="http://schemas.microsoft.com/office/drawing/2014/main" id="{576E2048-C346-46F5-9227-D88E68C0E992}"/>
              </a:ext>
            </a:extLst>
          </p:cNvPr>
          <p:cNvGrpSpPr/>
          <p:nvPr/>
        </p:nvGrpSpPr>
        <p:grpSpPr>
          <a:xfrm>
            <a:off x="9476968" y="4423592"/>
            <a:ext cx="228728" cy="227267"/>
            <a:chOff x="-45665400" y="2703250"/>
            <a:chExt cx="301500" cy="299575"/>
          </a:xfrm>
          <a:solidFill>
            <a:schemeClr val="tx1"/>
          </a:solidFill>
        </p:grpSpPr>
        <p:sp>
          <p:nvSpPr>
            <p:cNvPr id="816" name="Google Shape;5860;p61">
              <a:extLst>
                <a:ext uri="{FF2B5EF4-FFF2-40B4-BE49-F238E27FC236}">
                  <a16:creationId xmlns:a16="http://schemas.microsoft.com/office/drawing/2014/main" id="{4A5ABBD1-CFEC-4E3B-AE76-FE496601E1DD}"/>
                </a:ext>
              </a:extLst>
            </p:cNvPr>
            <p:cNvSpPr/>
            <p:nvPr/>
          </p:nvSpPr>
          <p:spPr>
            <a:xfrm>
              <a:off x="-45664625" y="2703250"/>
              <a:ext cx="300725" cy="299575"/>
            </a:xfrm>
            <a:custGeom>
              <a:avLst/>
              <a:gdLst/>
              <a:ahLst/>
              <a:cxnLst/>
              <a:rect l="l" t="t" r="r" b="b"/>
              <a:pathLst>
                <a:path w="12029" h="11983" extrusionOk="0">
                  <a:moveTo>
                    <a:pt x="9799" y="1271"/>
                  </a:moveTo>
                  <a:lnTo>
                    <a:pt x="4947" y="4926"/>
                  </a:lnTo>
                  <a:lnTo>
                    <a:pt x="1482" y="3823"/>
                  </a:lnTo>
                  <a:lnTo>
                    <a:pt x="9799" y="1271"/>
                  </a:lnTo>
                  <a:close/>
                  <a:moveTo>
                    <a:pt x="9830" y="2153"/>
                  </a:moveTo>
                  <a:lnTo>
                    <a:pt x="6459" y="6627"/>
                  </a:lnTo>
                  <a:lnTo>
                    <a:pt x="4727" y="7257"/>
                  </a:lnTo>
                  <a:lnTo>
                    <a:pt x="5357" y="5524"/>
                  </a:lnTo>
                  <a:lnTo>
                    <a:pt x="9830" y="2153"/>
                  </a:lnTo>
                  <a:close/>
                  <a:moveTo>
                    <a:pt x="10681" y="2153"/>
                  </a:moveTo>
                  <a:lnTo>
                    <a:pt x="8098" y="10439"/>
                  </a:lnTo>
                  <a:lnTo>
                    <a:pt x="6995" y="6973"/>
                  </a:lnTo>
                  <a:lnTo>
                    <a:pt x="10681" y="2153"/>
                  </a:lnTo>
                  <a:close/>
                  <a:moveTo>
                    <a:pt x="11627" y="0"/>
                  </a:moveTo>
                  <a:cubicBezTo>
                    <a:pt x="11596" y="0"/>
                    <a:pt x="11564" y="4"/>
                    <a:pt x="11532" y="11"/>
                  </a:cubicBezTo>
                  <a:lnTo>
                    <a:pt x="221" y="3508"/>
                  </a:lnTo>
                  <a:cubicBezTo>
                    <a:pt x="64" y="3571"/>
                    <a:pt x="1" y="3728"/>
                    <a:pt x="1" y="3886"/>
                  </a:cubicBezTo>
                  <a:cubicBezTo>
                    <a:pt x="1" y="4043"/>
                    <a:pt x="127" y="4138"/>
                    <a:pt x="221" y="4232"/>
                  </a:cubicBezTo>
                  <a:lnTo>
                    <a:pt x="4569" y="5619"/>
                  </a:lnTo>
                  <a:lnTo>
                    <a:pt x="3750" y="7824"/>
                  </a:lnTo>
                  <a:cubicBezTo>
                    <a:pt x="3687" y="7919"/>
                    <a:pt x="3750" y="8076"/>
                    <a:pt x="3813" y="8171"/>
                  </a:cubicBezTo>
                  <a:cubicBezTo>
                    <a:pt x="3880" y="8215"/>
                    <a:pt x="3978" y="8260"/>
                    <a:pt x="4063" y="8260"/>
                  </a:cubicBezTo>
                  <a:cubicBezTo>
                    <a:pt x="4099" y="8260"/>
                    <a:pt x="4132" y="8252"/>
                    <a:pt x="4160" y="8234"/>
                  </a:cubicBezTo>
                  <a:lnTo>
                    <a:pt x="6365" y="7414"/>
                  </a:lnTo>
                  <a:lnTo>
                    <a:pt x="7751" y="11762"/>
                  </a:lnTo>
                  <a:cubicBezTo>
                    <a:pt x="7783" y="11920"/>
                    <a:pt x="7940" y="11983"/>
                    <a:pt x="8098" y="11983"/>
                  </a:cubicBezTo>
                  <a:cubicBezTo>
                    <a:pt x="8255" y="11983"/>
                    <a:pt x="8381" y="11857"/>
                    <a:pt x="8476" y="11762"/>
                  </a:cubicBezTo>
                  <a:lnTo>
                    <a:pt x="11973" y="483"/>
                  </a:lnTo>
                  <a:cubicBezTo>
                    <a:pt x="12029" y="205"/>
                    <a:pt x="11862" y="0"/>
                    <a:pt x="11627" y="0"/>
                  </a:cubicBezTo>
                  <a:close/>
                </a:path>
              </a:pathLst>
            </a:custGeom>
            <a:grpFill/>
            <a:ln>
              <a:noFill/>
            </a:ln>
          </p:spPr>
          <p:txBody>
            <a:bodyPr spcFirstLastPara="1" wrap="square" lIns="62728" tIns="62728" rIns="62728" bIns="62728" anchor="ctr" anchorCtr="0">
              <a:noAutofit/>
            </a:bodyPr>
            <a:lstStyle/>
            <a:p>
              <a:endParaRPr sz="764"/>
            </a:p>
          </p:txBody>
        </p:sp>
        <p:sp>
          <p:nvSpPr>
            <p:cNvPr id="817" name="Google Shape;5861;p61">
              <a:extLst>
                <a:ext uri="{FF2B5EF4-FFF2-40B4-BE49-F238E27FC236}">
                  <a16:creationId xmlns:a16="http://schemas.microsoft.com/office/drawing/2014/main" id="{3BCF9E72-5E56-483F-916F-C459E1237DFE}"/>
                </a:ext>
              </a:extLst>
            </p:cNvPr>
            <p:cNvSpPr/>
            <p:nvPr/>
          </p:nvSpPr>
          <p:spPr>
            <a:xfrm>
              <a:off x="-45663825" y="2879150"/>
              <a:ext cx="71700" cy="71500"/>
            </a:xfrm>
            <a:custGeom>
              <a:avLst/>
              <a:gdLst/>
              <a:ahLst/>
              <a:cxnLst/>
              <a:rect l="l" t="t" r="r" b="b"/>
              <a:pathLst>
                <a:path w="2868" h="2860" extrusionOk="0">
                  <a:moveTo>
                    <a:pt x="2517" y="0"/>
                  </a:moveTo>
                  <a:cubicBezTo>
                    <a:pt x="2418" y="0"/>
                    <a:pt x="2316" y="32"/>
                    <a:pt x="2237" y="95"/>
                  </a:cubicBezTo>
                  <a:lnTo>
                    <a:pt x="126" y="2237"/>
                  </a:lnTo>
                  <a:cubicBezTo>
                    <a:pt x="0" y="2363"/>
                    <a:pt x="0" y="2584"/>
                    <a:pt x="126" y="2741"/>
                  </a:cubicBezTo>
                  <a:cubicBezTo>
                    <a:pt x="205" y="2820"/>
                    <a:pt x="300" y="2859"/>
                    <a:pt x="390" y="2859"/>
                  </a:cubicBezTo>
                  <a:cubicBezTo>
                    <a:pt x="481" y="2859"/>
                    <a:pt x="568" y="2820"/>
                    <a:pt x="631" y="2741"/>
                  </a:cubicBezTo>
                  <a:lnTo>
                    <a:pt x="2773" y="630"/>
                  </a:lnTo>
                  <a:cubicBezTo>
                    <a:pt x="2867" y="504"/>
                    <a:pt x="2867" y="252"/>
                    <a:pt x="2773" y="95"/>
                  </a:cubicBezTo>
                  <a:cubicBezTo>
                    <a:pt x="2710" y="32"/>
                    <a:pt x="2615" y="0"/>
                    <a:pt x="2517" y="0"/>
                  </a:cubicBezTo>
                  <a:close/>
                </a:path>
              </a:pathLst>
            </a:custGeom>
            <a:grpFill/>
            <a:ln>
              <a:noFill/>
            </a:ln>
          </p:spPr>
          <p:txBody>
            <a:bodyPr spcFirstLastPara="1" wrap="square" lIns="62728" tIns="62728" rIns="62728" bIns="62728" anchor="ctr" anchorCtr="0">
              <a:noAutofit/>
            </a:bodyPr>
            <a:lstStyle/>
            <a:p>
              <a:endParaRPr sz="764"/>
            </a:p>
          </p:txBody>
        </p:sp>
        <p:sp>
          <p:nvSpPr>
            <p:cNvPr id="818" name="Google Shape;5862;p61">
              <a:extLst>
                <a:ext uri="{FF2B5EF4-FFF2-40B4-BE49-F238E27FC236}">
                  <a16:creationId xmlns:a16="http://schemas.microsoft.com/office/drawing/2014/main" id="{0C652DA4-A407-41C9-82AE-5418A8092239}"/>
                </a:ext>
              </a:extLst>
            </p:cNvPr>
            <p:cNvSpPr/>
            <p:nvPr/>
          </p:nvSpPr>
          <p:spPr>
            <a:xfrm>
              <a:off x="-45613425" y="2929750"/>
              <a:ext cx="71700" cy="71500"/>
            </a:xfrm>
            <a:custGeom>
              <a:avLst/>
              <a:gdLst/>
              <a:ahLst/>
              <a:cxnLst/>
              <a:rect l="l" t="t" r="r" b="b"/>
              <a:pathLst>
                <a:path w="2868" h="2860" extrusionOk="0">
                  <a:moveTo>
                    <a:pt x="2478" y="1"/>
                  </a:moveTo>
                  <a:cubicBezTo>
                    <a:pt x="2387" y="1"/>
                    <a:pt x="2301" y="40"/>
                    <a:pt x="2238" y="119"/>
                  </a:cubicBezTo>
                  <a:lnTo>
                    <a:pt x="127" y="2261"/>
                  </a:lnTo>
                  <a:cubicBezTo>
                    <a:pt x="1" y="2387"/>
                    <a:pt x="1" y="2608"/>
                    <a:pt x="127" y="2765"/>
                  </a:cubicBezTo>
                  <a:cubicBezTo>
                    <a:pt x="190" y="2828"/>
                    <a:pt x="276" y="2860"/>
                    <a:pt x="367" y="2860"/>
                  </a:cubicBezTo>
                  <a:cubicBezTo>
                    <a:pt x="458" y="2860"/>
                    <a:pt x="552" y="2828"/>
                    <a:pt x="631" y="2765"/>
                  </a:cubicBezTo>
                  <a:lnTo>
                    <a:pt x="2742" y="654"/>
                  </a:lnTo>
                  <a:cubicBezTo>
                    <a:pt x="2868" y="528"/>
                    <a:pt x="2868" y="276"/>
                    <a:pt x="2742" y="119"/>
                  </a:cubicBezTo>
                  <a:cubicBezTo>
                    <a:pt x="2663" y="40"/>
                    <a:pt x="2568" y="1"/>
                    <a:pt x="2478" y="1"/>
                  </a:cubicBezTo>
                  <a:close/>
                </a:path>
              </a:pathLst>
            </a:custGeom>
            <a:grpFill/>
            <a:ln>
              <a:noFill/>
            </a:ln>
          </p:spPr>
          <p:txBody>
            <a:bodyPr spcFirstLastPara="1" wrap="square" lIns="62728" tIns="62728" rIns="62728" bIns="62728" anchor="ctr" anchorCtr="0">
              <a:noAutofit/>
            </a:bodyPr>
            <a:lstStyle/>
            <a:p>
              <a:endParaRPr sz="764"/>
            </a:p>
          </p:txBody>
        </p:sp>
        <p:sp>
          <p:nvSpPr>
            <p:cNvPr id="819" name="Google Shape;5863;p61">
              <a:extLst>
                <a:ext uri="{FF2B5EF4-FFF2-40B4-BE49-F238E27FC236}">
                  <a16:creationId xmlns:a16="http://schemas.microsoft.com/office/drawing/2014/main" id="{4A75BB49-6038-4B5B-B43A-DDCFB56D0988}"/>
                </a:ext>
              </a:extLst>
            </p:cNvPr>
            <p:cNvSpPr/>
            <p:nvPr/>
          </p:nvSpPr>
          <p:spPr>
            <a:xfrm>
              <a:off x="-45665400" y="2923050"/>
              <a:ext cx="81150" cy="79000"/>
            </a:xfrm>
            <a:custGeom>
              <a:avLst/>
              <a:gdLst/>
              <a:ahLst/>
              <a:cxnLst/>
              <a:rect l="l" t="t" r="r" b="b"/>
              <a:pathLst>
                <a:path w="3246" h="3160" extrusionOk="0">
                  <a:moveTo>
                    <a:pt x="2859" y="1"/>
                  </a:moveTo>
                  <a:cubicBezTo>
                    <a:pt x="2765" y="1"/>
                    <a:pt x="2663" y="24"/>
                    <a:pt x="2584" y="72"/>
                  </a:cubicBezTo>
                  <a:lnTo>
                    <a:pt x="95" y="2561"/>
                  </a:lnTo>
                  <a:cubicBezTo>
                    <a:pt x="0" y="2687"/>
                    <a:pt x="0" y="2907"/>
                    <a:pt x="95" y="3065"/>
                  </a:cubicBezTo>
                  <a:cubicBezTo>
                    <a:pt x="158" y="3128"/>
                    <a:pt x="252" y="3159"/>
                    <a:pt x="351" y="3159"/>
                  </a:cubicBezTo>
                  <a:cubicBezTo>
                    <a:pt x="449" y="3159"/>
                    <a:pt x="552" y="3128"/>
                    <a:pt x="631" y="3065"/>
                  </a:cubicBezTo>
                  <a:lnTo>
                    <a:pt x="3088" y="607"/>
                  </a:lnTo>
                  <a:cubicBezTo>
                    <a:pt x="3245" y="450"/>
                    <a:pt x="3245" y="229"/>
                    <a:pt x="3088" y="72"/>
                  </a:cubicBezTo>
                  <a:cubicBezTo>
                    <a:pt x="3041" y="24"/>
                    <a:pt x="2954" y="1"/>
                    <a:pt x="285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61" name="Google Shape;5864;p61">
            <a:extLst>
              <a:ext uri="{FF2B5EF4-FFF2-40B4-BE49-F238E27FC236}">
                <a16:creationId xmlns:a16="http://schemas.microsoft.com/office/drawing/2014/main" id="{04A010A7-B031-47D0-842A-FBC82C5D32F8}"/>
              </a:ext>
            </a:extLst>
          </p:cNvPr>
          <p:cNvGrpSpPr/>
          <p:nvPr/>
        </p:nvGrpSpPr>
        <p:grpSpPr>
          <a:xfrm>
            <a:off x="10627503" y="4170325"/>
            <a:ext cx="228273" cy="228880"/>
            <a:chOff x="-44528075" y="1982825"/>
            <a:chExt cx="300900" cy="301700"/>
          </a:xfrm>
          <a:solidFill>
            <a:schemeClr val="tx1"/>
          </a:solidFill>
        </p:grpSpPr>
        <p:sp>
          <p:nvSpPr>
            <p:cNvPr id="809" name="Google Shape;5865;p61">
              <a:extLst>
                <a:ext uri="{FF2B5EF4-FFF2-40B4-BE49-F238E27FC236}">
                  <a16:creationId xmlns:a16="http://schemas.microsoft.com/office/drawing/2014/main" id="{E7503C77-D872-4B5B-96A6-CF6CF3A3C29B}"/>
                </a:ext>
              </a:extLst>
            </p:cNvPr>
            <p:cNvSpPr/>
            <p:nvPr/>
          </p:nvSpPr>
          <p:spPr>
            <a:xfrm>
              <a:off x="-44528075" y="1982825"/>
              <a:ext cx="300900" cy="301700"/>
            </a:xfrm>
            <a:custGeom>
              <a:avLst/>
              <a:gdLst/>
              <a:ahLst/>
              <a:cxnLst/>
              <a:rect l="l" t="t" r="r" b="b"/>
              <a:pathLst>
                <a:path w="12036" h="12068" extrusionOk="0">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grpFill/>
            <a:ln>
              <a:noFill/>
            </a:ln>
          </p:spPr>
          <p:txBody>
            <a:bodyPr spcFirstLastPara="1" wrap="square" lIns="62728" tIns="62728" rIns="62728" bIns="62728" anchor="ctr" anchorCtr="0">
              <a:noAutofit/>
            </a:bodyPr>
            <a:lstStyle/>
            <a:p>
              <a:endParaRPr sz="764"/>
            </a:p>
          </p:txBody>
        </p:sp>
        <p:sp>
          <p:nvSpPr>
            <p:cNvPr id="810" name="Google Shape;5866;p61">
              <a:extLst>
                <a:ext uri="{FF2B5EF4-FFF2-40B4-BE49-F238E27FC236}">
                  <a16:creationId xmlns:a16="http://schemas.microsoft.com/office/drawing/2014/main" id="{BD767D97-C53B-4D08-885F-111D7AC7A985}"/>
                </a:ext>
              </a:extLst>
            </p:cNvPr>
            <p:cNvSpPr/>
            <p:nvPr/>
          </p:nvSpPr>
          <p:spPr>
            <a:xfrm>
              <a:off x="-44455600" y="2053725"/>
              <a:ext cx="17350" cy="18125"/>
            </a:xfrm>
            <a:custGeom>
              <a:avLst/>
              <a:gdLst/>
              <a:ahLst/>
              <a:cxnLst/>
              <a:rect l="l" t="t" r="r" b="b"/>
              <a:pathLst>
                <a:path w="694" h="725" extrusionOk="0">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811" name="Google Shape;5867;p61">
              <a:extLst>
                <a:ext uri="{FF2B5EF4-FFF2-40B4-BE49-F238E27FC236}">
                  <a16:creationId xmlns:a16="http://schemas.microsoft.com/office/drawing/2014/main" id="{E88E2244-3399-4D1A-8076-79B06455A622}"/>
                </a:ext>
              </a:extLst>
            </p:cNvPr>
            <p:cNvSpPr/>
            <p:nvPr/>
          </p:nvSpPr>
          <p:spPr>
            <a:xfrm>
              <a:off x="-44455600"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812" name="Google Shape;5868;p61">
              <a:extLst>
                <a:ext uri="{FF2B5EF4-FFF2-40B4-BE49-F238E27FC236}">
                  <a16:creationId xmlns:a16="http://schemas.microsoft.com/office/drawing/2014/main" id="{D0EC6F58-2DC6-41CD-AD3C-8D7DC0F353AF}"/>
                </a:ext>
              </a:extLst>
            </p:cNvPr>
            <p:cNvSpPr/>
            <p:nvPr/>
          </p:nvSpPr>
          <p:spPr>
            <a:xfrm>
              <a:off x="-44314625"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813" name="Google Shape;5869;p61">
              <a:extLst>
                <a:ext uri="{FF2B5EF4-FFF2-40B4-BE49-F238E27FC236}">
                  <a16:creationId xmlns:a16="http://schemas.microsoft.com/office/drawing/2014/main" id="{99F513AA-C9CE-4FAC-B807-E9B739FA13B7}"/>
                </a:ext>
              </a:extLst>
            </p:cNvPr>
            <p:cNvSpPr/>
            <p:nvPr/>
          </p:nvSpPr>
          <p:spPr>
            <a:xfrm>
              <a:off x="-44314625" y="2053725"/>
              <a:ext cx="17350" cy="18125"/>
            </a:xfrm>
            <a:custGeom>
              <a:avLst/>
              <a:gdLst/>
              <a:ahLst/>
              <a:cxnLst/>
              <a:rect l="l" t="t" r="r" b="b"/>
              <a:pathLst>
                <a:path w="694" h="725" extrusionOk="0">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814" name="Google Shape;5870;p61">
              <a:extLst>
                <a:ext uri="{FF2B5EF4-FFF2-40B4-BE49-F238E27FC236}">
                  <a16:creationId xmlns:a16="http://schemas.microsoft.com/office/drawing/2014/main" id="{A34E1019-42B6-4656-9B3C-8C3DEAD3A7F4}"/>
                </a:ext>
              </a:extLst>
            </p:cNvPr>
            <p:cNvSpPr/>
            <p:nvPr/>
          </p:nvSpPr>
          <p:spPr>
            <a:xfrm>
              <a:off x="-44447725" y="2062375"/>
              <a:ext cx="143350" cy="140225"/>
            </a:xfrm>
            <a:custGeom>
              <a:avLst/>
              <a:gdLst/>
              <a:ahLst/>
              <a:cxnLst/>
              <a:rect l="l" t="t" r="r" b="b"/>
              <a:pathLst>
                <a:path w="5734" h="5609" extrusionOk="0">
                  <a:moveTo>
                    <a:pt x="3182" y="757"/>
                  </a:moveTo>
                  <a:lnTo>
                    <a:pt x="3182" y="883"/>
                  </a:lnTo>
                  <a:cubicBezTo>
                    <a:pt x="3182" y="1041"/>
                    <a:pt x="3277" y="1167"/>
                    <a:pt x="3434" y="1198"/>
                  </a:cubicBezTo>
                  <a:cubicBezTo>
                    <a:pt x="3623" y="1261"/>
                    <a:pt x="3812" y="1387"/>
                    <a:pt x="3970" y="1513"/>
                  </a:cubicBezTo>
                  <a:cubicBezTo>
                    <a:pt x="4049" y="1553"/>
                    <a:pt x="4142" y="1593"/>
                    <a:pt x="4231" y="1593"/>
                  </a:cubicBezTo>
                  <a:cubicBezTo>
                    <a:pt x="4282" y="1593"/>
                    <a:pt x="4333" y="1579"/>
                    <a:pt x="4379" y="1545"/>
                  </a:cubicBezTo>
                  <a:lnTo>
                    <a:pt x="4505" y="1482"/>
                  </a:lnTo>
                  <a:lnTo>
                    <a:pt x="4852" y="2049"/>
                  </a:lnTo>
                  <a:lnTo>
                    <a:pt x="4726" y="2143"/>
                  </a:lnTo>
                  <a:cubicBezTo>
                    <a:pt x="4600" y="2206"/>
                    <a:pt x="4537" y="2364"/>
                    <a:pt x="4568" y="2490"/>
                  </a:cubicBezTo>
                  <a:cubicBezTo>
                    <a:pt x="4600" y="2710"/>
                    <a:pt x="4600" y="2899"/>
                    <a:pt x="4568" y="3120"/>
                  </a:cubicBezTo>
                  <a:cubicBezTo>
                    <a:pt x="4537" y="3277"/>
                    <a:pt x="4600" y="3403"/>
                    <a:pt x="4726" y="3466"/>
                  </a:cubicBezTo>
                  <a:lnTo>
                    <a:pt x="4852" y="3561"/>
                  </a:lnTo>
                  <a:lnTo>
                    <a:pt x="4505" y="4128"/>
                  </a:lnTo>
                  <a:lnTo>
                    <a:pt x="4379" y="4065"/>
                  </a:lnTo>
                  <a:cubicBezTo>
                    <a:pt x="4323" y="4037"/>
                    <a:pt x="4260" y="4021"/>
                    <a:pt x="4196" y="4021"/>
                  </a:cubicBezTo>
                  <a:cubicBezTo>
                    <a:pt x="4118" y="4021"/>
                    <a:pt x="4039" y="4044"/>
                    <a:pt x="3970" y="4097"/>
                  </a:cubicBezTo>
                  <a:cubicBezTo>
                    <a:pt x="3812" y="4254"/>
                    <a:pt x="3623" y="4349"/>
                    <a:pt x="3434" y="4412"/>
                  </a:cubicBezTo>
                  <a:cubicBezTo>
                    <a:pt x="3277" y="4475"/>
                    <a:pt x="3182" y="4632"/>
                    <a:pt x="3182" y="4727"/>
                  </a:cubicBezTo>
                  <a:lnTo>
                    <a:pt x="3182" y="4853"/>
                  </a:lnTo>
                  <a:lnTo>
                    <a:pt x="2489" y="4853"/>
                  </a:lnTo>
                  <a:lnTo>
                    <a:pt x="2489" y="4727"/>
                  </a:lnTo>
                  <a:cubicBezTo>
                    <a:pt x="2489" y="4569"/>
                    <a:pt x="2394" y="4475"/>
                    <a:pt x="2237" y="4412"/>
                  </a:cubicBezTo>
                  <a:cubicBezTo>
                    <a:pt x="2048" y="4349"/>
                    <a:pt x="1859" y="4223"/>
                    <a:pt x="1701" y="4097"/>
                  </a:cubicBezTo>
                  <a:cubicBezTo>
                    <a:pt x="1622" y="4057"/>
                    <a:pt x="1529" y="4017"/>
                    <a:pt x="1440" y="4017"/>
                  </a:cubicBezTo>
                  <a:cubicBezTo>
                    <a:pt x="1389" y="4017"/>
                    <a:pt x="1338" y="4030"/>
                    <a:pt x="1292" y="4065"/>
                  </a:cubicBezTo>
                  <a:lnTo>
                    <a:pt x="1166" y="4128"/>
                  </a:lnTo>
                  <a:lnTo>
                    <a:pt x="819" y="3561"/>
                  </a:lnTo>
                  <a:lnTo>
                    <a:pt x="945" y="3466"/>
                  </a:lnTo>
                  <a:cubicBezTo>
                    <a:pt x="1071" y="3403"/>
                    <a:pt x="1134" y="3246"/>
                    <a:pt x="1103" y="3120"/>
                  </a:cubicBezTo>
                  <a:cubicBezTo>
                    <a:pt x="1071" y="2899"/>
                    <a:pt x="1071" y="2710"/>
                    <a:pt x="1103" y="2490"/>
                  </a:cubicBezTo>
                  <a:cubicBezTo>
                    <a:pt x="1134" y="2332"/>
                    <a:pt x="1071" y="2206"/>
                    <a:pt x="945" y="2143"/>
                  </a:cubicBezTo>
                  <a:lnTo>
                    <a:pt x="819" y="2049"/>
                  </a:lnTo>
                  <a:lnTo>
                    <a:pt x="1166" y="1482"/>
                  </a:lnTo>
                  <a:lnTo>
                    <a:pt x="1292" y="1545"/>
                  </a:lnTo>
                  <a:cubicBezTo>
                    <a:pt x="1350" y="1589"/>
                    <a:pt x="1416" y="1612"/>
                    <a:pt x="1481" y="1612"/>
                  </a:cubicBezTo>
                  <a:cubicBezTo>
                    <a:pt x="1557" y="1612"/>
                    <a:pt x="1634" y="1581"/>
                    <a:pt x="1701" y="1513"/>
                  </a:cubicBezTo>
                  <a:cubicBezTo>
                    <a:pt x="1859" y="1356"/>
                    <a:pt x="2048" y="1261"/>
                    <a:pt x="2237" y="1198"/>
                  </a:cubicBezTo>
                  <a:cubicBezTo>
                    <a:pt x="2394" y="1167"/>
                    <a:pt x="2489" y="1009"/>
                    <a:pt x="2489" y="883"/>
                  </a:cubicBezTo>
                  <a:lnTo>
                    <a:pt x="2489" y="757"/>
                  </a:lnTo>
                  <a:close/>
                  <a:moveTo>
                    <a:pt x="2174" y="1"/>
                  </a:moveTo>
                  <a:cubicBezTo>
                    <a:pt x="1953" y="1"/>
                    <a:pt x="1796" y="158"/>
                    <a:pt x="1796" y="347"/>
                  </a:cubicBezTo>
                  <a:lnTo>
                    <a:pt x="1796" y="599"/>
                  </a:lnTo>
                  <a:cubicBezTo>
                    <a:pt x="1701" y="631"/>
                    <a:pt x="1575" y="726"/>
                    <a:pt x="1481" y="789"/>
                  </a:cubicBezTo>
                  <a:lnTo>
                    <a:pt x="1292" y="663"/>
                  </a:lnTo>
                  <a:cubicBezTo>
                    <a:pt x="1242" y="643"/>
                    <a:pt x="1186" y="632"/>
                    <a:pt x="1129" y="632"/>
                  </a:cubicBezTo>
                  <a:cubicBezTo>
                    <a:pt x="1007" y="632"/>
                    <a:pt x="884" y="681"/>
                    <a:pt x="819" y="789"/>
                  </a:cubicBezTo>
                  <a:lnTo>
                    <a:pt x="126" y="2017"/>
                  </a:lnTo>
                  <a:cubicBezTo>
                    <a:pt x="32" y="2175"/>
                    <a:pt x="63" y="2395"/>
                    <a:pt x="221" y="2490"/>
                  </a:cubicBezTo>
                  <a:lnTo>
                    <a:pt x="441" y="2616"/>
                  </a:lnTo>
                  <a:lnTo>
                    <a:pt x="441" y="2994"/>
                  </a:lnTo>
                  <a:lnTo>
                    <a:pt x="221" y="3120"/>
                  </a:lnTo>
                  <a:cubicBezTo>
                    <a:pt x="95" y="3183"/>
                    <a:pt x="0" y="3435"/>
                    <a:pt x="126" y="3592"/>
                  </a:cubicBezTo>
                  <a:lnTo>
                    <a:pt x="819" y="4821"/>
                  </a:lnTo>
                  <a:cubicBezTo>
                    <a:pt x="879" y="4921"/>
                    <a:pt x="989" y="4983"/>
                    <a:pt x="1102" y="4983"/>
                  </a:cubicBezTo>
                  <a:cubicBezTo>
                    <a:pt x="1168" y="4983"/>
                    <a:pt x="1234" y="4962"/>
                    <a:pt x="1292" y="4916"/>
                  </a:cubicBezTo>
                  <a:lnTo>
                    <a:pt x="1481" y="4821"/>
                  </a:lnTo>
                  <a:cubicBezTo>
                    <a:pt x="1607" y="4884"/>
                    <a:pt x="1733" y="4979"/>
                    <a:pt x="1796" y="5010"/>
                  </a:cubicBezTo>
                  <a:lnTo>
                    <a:pt x="1796" y="5231"/>
                  </a:lnTo>
                  <a:cubicBezTo>
                    <a:pt x="1796" y="5451"/>
                    <a:pt x="1953" y="5609"/>
                    <a:pt x="2174" y="5609"/>
                  </a:cubicBezTo>
                  <a:lnTo>
                    <a:pt x="3592" y="5609"/>
                  </a:lnTo>
                  <a:cubicBezTo>
                    <a:pt x="3781" y="5609"/>
                    <a:pt x="3938" y="5451"/>
                    <a:pt x="3938" y="5231"/>
                  </a:cubicBezTo>
                  <a:lnTo>
                    <a:pt x="3938" y="5010"/>
                  </a:lnTo>
                  <a:cubicBezTo>
                    <a:pt x="4064" y="4979"/>
                    <a:pt x="4159" y="4884"/>
                    <a:pt x="4253" y="4821"/>
                  </a:cubicBezTo>
                  <a:lnTo>
                    <a:pt x="4442" y="4916"/>
                  </a:lnTo>
                  <a:cubicBezTo>
                    <a:pt x="4501" y="4951"/>
                    <a:pt x="4574" y="4969"/>
                    <a:pt x="4644" y="4969"/>
                  </a:cubicBezTo>
                  <a:cubicBezTo>
                    <a:pt x="4762" y="4969"/>
                    <a:pt x="4875" y="4920"/>
                    <a:pt x="4915" y="4821"/>
                  </a:cubicBezTo>
                  <a:lnTo>
                    <a:pt x="5639" y="3592"/>
                  </a:lnTo>
                  <a:cubicBezTo>
                    <a:pt x="5702" y="3435"/>
                    <a:pt x="5671" y="3246"/>
                    <a:pt x="5513" y="3120"/>
                  </a:cubicBezTo>
                  <a:lnTo>
                    <a:pt x="5324" y="2994"/>
                  </a:lnTo>
                  <a:lnTo>
                    <a:pt x="5324" y="2616"/>
                  </a:lnTo>
                  <a:lnTo>
                    <a:pt x="5513" y="2490"/>
                  </a:lnTo>
                  <a:cubicBezTo>
                    <a:pt x="5671" y="2395"/>
                    <a:pt x="5734" y="2175"/>
                    <a:pt x="5639" y="2017"/>
                  </a:cubicBezTo>
                  <a:lnTo>
                    <a:pt x="4915" y="789"/>
                  </a:lnTo>
                  <a:cubicBezTo>
                    <a:pt x="4872" y="681"/>
                    <a:pt x="4742" y="618"/>
                    <a:pt x="4614" y="618"/>
                  </a:cubicBezTo>
                  <a:cubicBezTo>
                    <a:pt x="4553" y="618"/>
                    <a:pt x="4493" y="632"/>
                    <a:pt x="4442" y="663"/>
                  </a:cubicBezTo>
                  <a:lnTo>
                    <a:pt x="4253" y="789"/>
                  </a:lnTo>
                  <a:cubicBezTo>
                    <a:pt x="4127" y="726"/>
                    <a:pt x="4001" y="631"/>
                    <a:pt x="3938" y="599"/>
                  </a:cubicBezTo>
                  <a:lnTo>
                    <a:pt x="3938" y="347"/>
                  </a:lnTo>
                  <a:cubicBezTo>
                    <a:pt x="3938" y="158"/>
                    <a:pt x="3781" y="1"/>
                    <a:pt x="3592" y="1"/>
                  </a:cubicBezTo>
                  <a:close/>
                </a:path>
              </a:pathLst>
            </a:custGeom>
            <a:grpFill/>
            <a:ln>
              <a:noFill/>
            </a:ln>
          </p:spPr>
          <p:txBody>
            <a:bodyPr spcFirstLastPara="1" wrap="square" lIns="62728" tIns="62728" rIns="62728" bIns="62728" anchor="ctr" anchorCtr="0">
              <a:noAutofit/>
            </a:bodyPr>
            <a:lstStyle/>
            <a:p>
              <a:endParaRPr sz="764"/>
            </a:p>
          </p:txBody>
        </p:sp>
        <p:sp>
          <p:nvSpPr>
            <p:cNvPr id="815" name="Google Shape;5871;p61">
              <a:extLst>
                <a:ext uri="{FF2B5EF4-FFF2-40B4-BE49-F238E27FC236}">
                  <a16:creationId xmlns:a16="http://schemas.microsoft.com/office/drawing/2014/main" id="{E8F67591-3029-44DF-9705-F75A4754703E}"/>
                </a:ext>
              </a:extLst>
            </p:cNvPr>
            <p:cNvSpPr/>
            <p:nvPr/>
          </p:nvSpPr>
          <p:spPr>
            <a:xfrm>
              <a:off x="-44403625" y="2107275"/>
              <a:ext cx="53575" cy="52800"/>
            </a:xfrm>
            <a:custGeom>
              <a:avLst/>
              <a:gdLst/>
              <a:ahLst/>
              <a:cxnLst/>
              <a:rect l="l" t="t" r="r" b="b"/>
              <a:pathLst>
                <a:path w="2143" h="2112" extrusionOk="0">
                  <a:moveTo>
                    <a:pt x="1072" y="662"/>
                  </a:moveTo>
                  <a:cubicBezTo>
                    <a:pt x="1261" y="662"/>
                    <a:pt x="1418" y="820"/>
                    <a:pt x="1418" y="1009"/>
                  </a:cubicBezTo>
                  <a:cubicBezTo>
                    <a:pt x="1418" y="1198"/>
                    <a:pt x="1261" y="1355"/>
                    <a:pt x="1072" y="1355"/>
                  </a:cubicBezTo>
                  <a:cubicBezTo>
                    <a:pt x="882" y="1355"/>
                    <a:pt x="725" y="1198"/>
                    <a:pt x="725" y="1009"/>
                  </a:cubicBezTo>
                  <a:cubicBezTo>
                    <a:pt x="725" y="820"/>
                    <a:pt x="882" y="662"/>
                    <a:pt x="1072" y="662"/>
                  </a:cubicBezTo>
                  <a:close/>
                  <a:moveTo>
                    <a:pt x="1072" y="1"/>
                  </a:moveTo>
                  <a:cubicBezTo>
                    <a:pt x="473" y="1"/>
                    <a:pt x="0" y="473"/>
                    <a:pt x="0" y="1040"/>
                  </a:cubicBezTo>
                  <a:cubicBezTo>
                    <a:pt x="0" y="1639"/>
                    <a:pt x="473" y="2112"/>
                    <a:pt x="1072" y="2112"/>
                  </a:cubicBezTo>
                  <a:cubicBezTo>
                    <a:pt x="1670" y="2112"/>
                    <a:pt x="2143" y="1639"/>
                    <a:pt x="2143" y="1040"/>
                  </a:cubicBezTo>
                  <a:cubicBezTo>
                    <a:pt x="2143" y="473"/>
                    <a:pt x="1670" y="1"/>
                    <a:pt x="1072" y="1"/>
                  </a:cubicBezTo>
                  <a:close/>
                </a:path>
              </a:pathLst>
            </a:custGeom>
            <a:grpFill/>
            <a:ln>
              <a:noFill/>
            </a:ln>
          </p:spPr>
          <p:txBody>
            <a:bodyPr spcFirstLastPara="1" wrap="square" lIns="62728" tIns="62728" rIns="62728" bIns="62728" anchor="ctr" anchorCtr="0">
              <a:noAutofit/>
            </a:bodyPr>
            <a:lstStyle/>
            <a:p>
              <a:endParaRPr sz="764"/>
            </a:p>
          </p:txBody>
        </p:sp>
      </p:grpSp>
      <p:sp>
        <p:nvSpPr>
          <p:cNvPr id="762" name="Google Shape;5872;p61">
            <a:extLst>
              <a:ext uri="{FF2B5EF4-FFF2-40B4-BE49-F238E27FC236}">
                <a16:creationId xmlns:a16="http://schemas.microsoft.com/office/drawing/2014/main" id="{2C437C90-B6C4-42DD-A0B5-D561173F6FC0}"/>
              </a:ext>
            </a:extLst>
          </p:cNvPr>
          <p:cNvSpPr/>
          <p:nvPr/>
        </p:nvSpPr>
        <p:spPr>
          <a:xfrm>
            <a:off x="7208582" y="4143384"/>
            <a:ext cx="227666" cy="227666"/>
          </a:xfrm>
          <a:custGeom>
            <a:avLst/>
            <a:gdLst/>
            <a:ahLst/>
            <a:cxnLst/>
            <a:rect l="l" t="t" r="r" b="b"/>
            <a:pathLst>
              <a:path w="12004" h="12004" extrusionOk="0">
                <a:moveTo>
                  <a:pt x="5671" y="725"/>
                </a:moveTo>
                <a:lnTo>
                  <a:pt x="5671" y="2395"/>
                </a:lnTo>
                <a:cubicBezTo>
                  <a:pt x="5671" y="2616"/>
                  <a:pt x="5843" y="2760"/>
                  <a:pt x="6021" y="2760"/>
                </a:cubicBezTo>
                <a:cubicBezTo>
                  <a:pt x="6097" y="2760"/>
                  <a:pt x="6173" y="2734"/>
                  <a:pt x="6239" y="2678"/>
                </a:cubicBezTo>
                <a:cubicBezTo>
                  <a:pt x="6365" y="2552"/>
                  <a:pt x="6554" y="2489"/>
                  <a:pt x="6711" y="2489"/>
                </a:cubicBezTo>
                <a:cubicBezTo>
                  <a:pt x="7121" y="2489"/>
                  <a:pt x="7436" y="2804"/>
                  <a:pt x="7436" y="3182"/>
                </a:cubicBezTo>
                <a:cubicBezTo>
                  <a:pt x="7436" y="3592"/>
                  <a:pt x="7121" y="3907"/>
                  <a:pt x="6711" y="3907"/>
                </a:cubicBezTo>
                <a:cubicBezTo>
                  <a:pt x="6554" y="3907"/>
                  <a:pt x="6365" y="3812"/>
                  <a:pt x="6239" y="3686"/>
                </a:cubicBezTo>
                <a:cubicBezTo>
                  <a:pt x="6173" y="3630"/>
                  <a:pt x="6097" y="3605"/>
                  <a:pt x="6021" y="3605"/>
                </a:cubicBezTo>
                <a:cubicBezTo>
                  <a:pt x="5843" y="3605"/>
                  <a:pt x="5671" y="3748"/>
                  <a:pt x="5671" y="3970"/>
                </a:cubicBezTo>
                <a:lnTo>
                  <a:pt x="5671" y="5640"/>
                </a:lnTo>
                <a:lnTo>
                  <a:pt x="4569" y="5640"/>
                </a:lnTo>
                <a:cubicBezTo>
                  <a:pt x="4600" y="5514"/>
                  <a:pt x="4600" y="5388"/>
                  <a:pt x="4600" y="5262"/>
                </a:cubicBezTo>
                <a:cubicBezTo>
                  <a:pt x="4600" y="4474"/>
                  <a:pt x="3970" y="3875"/>
                  <a:pt x="3183" y="3875"/>
                </a:cubicBezTo>
                <a:cubicBezTo>
                  <a:pt x="2395" y="3875"/>
                  <a:pt x="1765" y="4474"/>
                  <a:pt x="1765" y="5262"/>
                </a:cubicBezTo>
                <a:cubicBezTo>
                  <a:pt x="1765" y="5388"/>
                  <a:pt x="1765" y="5514"/>
                  <a:pt x="1796" y="5640"/>
                </a:cubicBezTo>
                <a:lnTo>
                  <a:pt x="694" y="5640"/>
                </a:lnTo>
                <a:lnTo>
                  <a:pt x="694" y="1071"/>
                </a:lnTo>
                <a:cubicBezTo>
                  <a:pt x="694" y="882"/>
                  <a:pt x="851" y="725"/>
                  <a:pt x="1040" y="725"/>
                </a:cubicBezTo>
                <a:close/>
                <a:moveTo>
                  <a:pt x="10964" y="725"/>
                </a:moveTo>
                <a:cubicBezTo>
                  <a:pt x="11122" y="725"/>
                  <a:pt x="11311" y="882"/>
                  <a:pt x="11311" y="1071"/>
                </a:cubicBezTo>
                <a:lnTo>
                  <a:pt x="11311" y="5671"/>
                </a:lnTo>
                <a:lnTo>
                  <a:pt x="9610" y="5671"/>
                </a:lnTo>
                <a:cubicBezTo>
                  <a:pt x="9295" y="5671"/>
                  <a:pt x="9169" y="6018"/>
                  <a:pt x="9326" y="6270"/>
                </a:cubicBezTo>
                <a:cubicBezTo>
                  <a:pt x="9452" y="6396"/>
                  <a:pt x="9515" y="6585"/>
                  <a:pt x="9515" y="6742"/>
                </a:cubicBezTo>
                <a:cubicBezTo>
                  <a:pt x="9515" y="7120"/>
                  <a:pt x="9200" y="7435"/>
                  <a:pt x="8822" y="7435"/>
                </a:cubicBezTo>
                <a:cubicBezTo>
                  <a:pt x="8412" y="7435"/>
                  <a:pt x="8097" y="7120"/>
                  <a:pt x="8097" y="6742"/>
                </a:cubicBezTo>
                <a:cubicBezTo>
                  <a:pt x="8097" y="6585"/>
                  <a:pt x="8192" y="6364"/>
                  <a:pt x="8286" y="6270"/>
                </a:cubicBezTo>
                <a:cubicBezTo>
                  <a:pt x="8507" y="6018"/>
                  <a:pt x="8349" y="5671"/>
                  <a:pt x="8034" y="5671"/>
                </a:cubicBezTo>
                <a:lnTo>
                  <a:pt x="6365" y="5671"/>
                </a:lnTo>
                <a:lnTo>
                  <a:pt x="6365" y="4568"/>
                </a:lnTo>
                <a:cubicBezTo>
                  <a:pt x="6491" y="4600"/>
                  <a:pt x="6617" y="4600"/>
                  <a:pt x="6711" y="4600"/>
                </a:cubicBezTo>
                <a:cubicBezTo>
                  <a:pt x="7499" y="4600"/>
                  <a:pt x="8160" y="3970"/>
                  <a:pt x="8160" y="3182"/>
                </a:cubicBezTo>
                <a:cubicBezTo>
                  <a:pt x="8160" y="2395"/>
                  <a:pt x="7499" y="1764"/>
                  <a:pt x="6711" y="1764"/>
                </a:cubicBezTo>
                <a:cubicBezTo>
                  <a:pt x="6617" y="1764"/>
                  <a:pt x="6491" y="1764"/>
                  <a:pt x="6365" y="1796"/>
                </a:cubicBezTo>
                <a:lnTo>
                  <a:pt x="6365" y="725"/>
                </a:lnTo>
                <a:close/>
                <a:moveTo>
                  <a:pt x="3183" y="4568"/>
                </a:moveTo>
                <a:cubicBezTo>
                  <a:pt x="3561" y="4568"/>
                  <a:pt x="3876" y="4883"/>
                  <a:pt x="3876" y="5293"/>
                </a:cubicBezTo>
                <a:cubicBezTo>
                  <a:pt x="3876" y="5451"/>
                  <a:pt x="3813" y="5640"/>
                  <a:pt x="3687" y="5766"/>
                </a:cubicBezTo>
                <a:cubicBezTo>
                  <a:pt x="3498" y="5986"/>
                  <a:pt x="3655" y="6333"/>
                  <a:pt x="3970" y="6333"/>
                </a:cubicBezTo>
                <a:lnTo>
                  <a:pt x="5608" y="6333"/>
                </a:lnTo>
                <a:lnTo>
                  <a:pt x="5608" y="7435"/>
                </a:lnTo>
                <a:cubicBezTo>
                  <a:pt x="5514" y="7404"/>
                  <a:pt x="5388" y="7404"/>
                  <a:pt x="5262" y="7404"/>
                </a:cubicBezTo>
                <a:cubicBezTo>
                  <a:pt x="4474" y="7404"/>
                  <a:pt x="3844" y="8034"/>
                  <a:pt x="3844" y="8822"/>
                </a:cubicBezTo>
                <a:cubicBezTo>
                  <a:pt x="3844" y="9609"/>
                  <a:pt x="4474" y="10239"/>
                  <a:pt x="5262" y="10239"/>
                </a:cubicBezTo>
                <a:cubicBezTo>
                  <a:pt x="5388" y="10239"/>
                  <a:pt x="5514" y="10239"/>
                  <a:pt x="5608" y="10208"/>
                </a:cubicBezTo>
                <a:lnTo>
                  <a:pt x="5608" y="11310"/>
                </a:lnTo>
                <a:lnTo>
                  <a:pt x="1009" y="11310"/>
                </a:lnTo>
                <a:cubicBezTo>
                  <a:pt x="851" y="11310"/>
                  <a:pt x="694" y="11153"/>
                  <a:pt x="694" y="10964"/>
                </a:cubicBezTo>
                <a:lnTo>
                  <a:pt x="694" y="6333"/>
                </a:lnTo>
                <a:lnTo>
                  <a:pt x="2395" y="6333"/>
                </a:lnTo>
                <a:cubicBezTo>
                  <a:pt x="2710" y="6333"/>
                  <a:pt x="2868" y="5986"/>
                  <a:pt x="2679" y="5766"/>
                </a:cubicBezTo>
                <a:cubicBezTo>
                  <a:pt x="2552" y="5640"/>
                  <a:pt x="2458" y="5482"/>
                  <a:pt x="2458" y="5293"/>
                </a:cubicBezTo>
                <a:cubicBezTo>
                  <a:pt x="2458" y="4883"/>
                  <a:pt x="2773" y="4568"/>
                  <a:pt x="3183" y="4568"/>
                </a:cubicBezTo>
                <a:close/>
                <a:moveTo>
                  <a:pt x="11311" y="6333"/>
                </a:moveTo>
                <a:lnTo>
                  <a:pt x="11311" y="10964"/>
                </a:lnTo>
                <a:cubicBezTo>
                  <a:pt x="11311" y="11153"/>
                  <a:pt x="11153" y="11310"/>
                  <a:pt x="10933" y="11310"/>
                </a:cubicBezTo>
                <a:lnTo>
                  <a:pt x="6333" y="11310"/>
                </a:lnTo>
                <a:lnTo>
                  <a:pt x="6333" y="9609"/>
                </a:lnTo>
                <a:cubicBezTo>
                  <a:pt x="6333" y="9388"/>
                  <a:pt x="6162" y="9244"/>
                  <a:pt x="5972" y="9244"/>
                </a:cubicBezTo>
                <a:cubicBezTo>
                  <a:pt x="5892" y="9244"/>
                  <a:pt x="5809" y="9270"/>
                  <a:pt x="5735" y="9326"/>
                </a:cubicBezTo>
                <a:cubicBezTo>
                  <a:pt x="5640" y="9452"/>
                  <a:pt x="5482" y="9546"/>
                  <a:pt x="5262" y="9546"/>
                </a:cubicBezTo>
                <a:cubicBezTo>
                  <a:pt x="4884" y="9546"/>
                  <a:pt x="4569" y="9231"/>
                  <a:pt x="4569" y="8822"/>
                </a:cubicBezTo>
                <a:cubicBezTo>
                  <a:pt x="4569" y="8443"/>
                  <a:pt x="4884" y="8097"/>
                  <a:pt x="5262" y="8097"/>
                </a:cubicBezTo>
                <a:cubicBezTo>
                  <a:pt x="5419" y="8097"/>
                  <a:pt x="5640" y="8191"/>
                  <a:pt x="5735" y="8317"/>
                </a:cubicBezTo>
                <a:cubicBezTo>
                  <a:pt x="5809" y="8374"/>
                  <a:pt x="5892" y="8399"/>
                  <a:pt x="5972" y="8399"/>
                </a:cubicBezTo>
                <a:cubicBezTo>
                  <a:pt x="6162" y="8399"/>
                  <a:pt x="6333" y="8255"/>
                  <a:pt x="6333" y="8034"/>
                </a:cubicBezTo>
                <a:lnTo>
                  <a:pt x="6333" y="6333"/>
                </a:lnTo>
                <a:lnTo>
                  <a:pt x="7436" y="6333"/>
                </a:lnTo>
                <a:cubicBezTo>
                  <a:pt x="7404" y="6459"/>
                  <a:pt x="7404" y="6585"/>
                  <a:pt x="7404" y="6711"/>
                </a:cubicBezTo>
                <a:cubicBezTo>
                  <a:pt x="7404" y="7498"/>
                  <a:pt x="8034" y="8097"/>
                  <a:pt x="8822" y="8097"/>
                </a:cubicBezTo>
                <a:cubicBezTo>
                  <a:pt x="9610" y="8097"/>
                  <a:pt x="10240" y="7498"/>
                  <a:pt x="10240" y="6711"/>
                </a:cubicBezTo>
                <a:cubicBezTo>
                  <a:pt x="10240" y="6585"/>
                  <a:pt x="10240" y="6459"/>
                  <a:pt x="10208" y="6333"/>
                </a:cubicBezTo>
                <a:close/>
                <a:moveTo>
                  <a:pt x="1040" y="0"/>
                </a:moveTo>
                <a:cubicBezTo>
                  <a:pt x="473" y="0"/>
                  <a:pt x="1" y="473"/>
                  <a:pt x="1" y="1071"/>
                </a:cubicBezTo>
                <a:lnTo>
                  <a:pt x="1" y="10964"/>
                </a:lnTo>
                <a:cubicBezTo>
                  <a:pt x="1" y="11531"/>
                  <a:pt x="473" y="12004"/>
                  <a:pt x="1040" y="12004"/>
                </a:cubicBezTo>
                <a:lnTo>
                  <a:pt x="10933" y="12004"/>
                </a:lnTo>
                <a:cubicBezTo>
                  <a:pt x="11531" y="12004"/>
                  <a:pt x="12004" y="11531"/>
                  <a:pt x="12004" y="10964"/>
                </a:cubicBezTo>
                <a:lnTo>
                  <a:pt x="12004" y="1071"/>
                </a:lnTo>
                <a:cubicBezTo>
                  <a:pt x="11972" y="473"/>
                  <a:pt x="11500" y="0"/>
                  <a:pt x="10933"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763" name="Google Shape;5873;p61">
            <a:extLst>
              <a:ext uri="{FF2B5EF4-FFF2-40B4-BE49-F238E27FC236}">
                <a16:creationId xmlns:a16="http://schemas.microsoft.com/office/drawing/2014/main" id="{F8187301-E559-496D-980B-C50492387650}"/>
              </a:ext>
            </a:extLst>
          </p:cNvPr>
          <p:cNvGrpSpPr/>
          <p:nvPr/>
        </p:nvGrpSpPr>
        <p:grpSpPr>
          <a:xfrm>
            <a:off x="7207002" y="4423671"/>
            <a:ext cx="227666" cy="227685"/>
            <a:chOff x="-49048250" y="2316775"/>
            <a:chExt cx="300100" cy="300125"/>
          </a:xfrm>
          <a:solidFill>
            <a:schemeClr val="tx1"/>
          </a:solidFill>
        </p:grpSpPr>
        <p:sp>
          <p:nvSpPr>
            <p:cNvPr id="805" name="Google Shape;5874;p61">
              <a:extLst>
                <a:ext uri="{FF2B5EF4-FFF2-40B4-BE49-F238E27FC236}">
                  <a16:creationId xmlns:a16="http://schemas.microsoft.com/office/drawing/2014/main" id="{2336A3FD-DADF-4C4E-A2DA-53A14D48C385}"/>
                </a:ext>
              </a:extLst>
            </p:cNvPr>
            <p:cNvSpPr/>
            <p:nvPr/>
          </p:nvSpPr>
          <p:spPr>
            <a:xfrm>
              <a:off x="-49048250" y="2316775"/>
              <a:ext cx="300100" cy="300125"/>
            </a:xfrm>
            <a:custGeom>
              <a:avLst/>
              <a:gdLst/>
              <a:ahLst/>
              <a:cxnLst/>
              <a:rect l="l" t="t" r="r" b="b"/>
              <a:pathLst>
                <a:path w="12004" h="12005" extrusionOk="0">
                  <a:moveTo>
                    <a:pt x="10933" y="663"/>
                  </a:moveTo>
                  <a:cubicBezTo>
                    <a:pt x="11122" y="694"/>
                    <a:pt x="11311" y="852"/>
                    <a:pt x="11311" y="1009"/>
                  </a:cubicBezTo>
                  <a:lnTo>
                    <a:pt x="11311" y="1734"/>
                  </a:lnTo>
                  <a:lnTo>
                    <a:pt x="10366" y="1734"/>
                  </a:lnTo>
                  <a:lnTo>
                    <a:pt x="9106" y="663"/>
                  </a:lnTo>
                  <a:close/>
                  <a:moveTo>
                    <a:pt x="5136" y="694"/>
                  </a:moveTo>
                  <a:lnTo>
                    <a:pt x="6396" y="1765"/>
                  </a:lnTo>
                  <a:lnTo>
                    <a:pt x="4726" y="1765"/>
                  </a:lnTo>
                  <a:lnTo>
                    <a:pt x="3466" y="694"/>
                  </a:lnTo>
                  <a:close/>
                  <a:moveTo>
                    <a:pt x="7971" y="694"/>
                  </a:moveTo>
                  <a:lnTo>
                    <a:pt x="9232" y="1765"/>
                  </a:lnTo>
                  <a:lnTo>
                    <a:pt x="7562" y="1765"/>
                  </a:lnTo>
                  <a:lnTo>
                    <a:pt x="6302" y="694"/>
                  </a:lnTo>
                  <a:close/>
                  <a:moveTo>
                    <a:pt x="2363" y="663"/>
                  </a:moveTo>
                  <a:lnTo>
                    <a:pt x="4033" y="2080"/>
                  </a:lnTo>
                  <a:lnTo>
                    <a:pt x="2363" y="3498"/>
                  </a:lnTo>
                  <a:lnTo>
                    <a:pt x="694" y="3498"/>
                  </a:lnTo>
                  <a:lnTo>
                    <a:pt x="694" y="1009"/>
                  </a:lnTo>
                  <a:cubicBezTo>
                    <a:pt x="694" y="820"/>
                    <a:pt x="851" y="663"/>
                    <a:pt x="1040" y="663"/>
                  </a:cubicBezTo>
                  <a:close/>
                  <a:moveTo>
                    <a:pt x="6396" y="2427"/>
                  </a:moveTo>
                  <a:lnTo>
                    <a:pt x="5136" y="3498"/>
                  </a:lnTo>
                  <a:lnTo>
                    <a:pt x="3466" y="3498"/>
                  </a:lnTo>
                  <a:lnTo>
                    <a:pt x="4726" y="2427"/>
                  </a:lnTo>
                  <a:close/>
                  <a:moveTo>
                    <a:pt x="9200" y="2427"/>
                  </a:moveTo>
                  <a:lnTo>
                    <a:pt x="7940" y="3498"/>
                  </a:lnTo>
                  <a:lnTo>
                    <a:pt x="6239" y="3498"/>
                  </a:lnTo>
                  <a:lnTo>
                    <a:pt x="7499" y="2427"/>
                  </a:lnTo>
                  <a:close/>
                  <a:moveTo>
                    <a:pt x="11248" y="2427"/>
                  </a:moveTo>
                  <a:lnTo>
                    <a:pt x="11248" y="3498"/>
                  </a:lnTo>
                  <a:lnTo>
                    <a:pt x="9043" y="3498"/>
                  </a:lnTo>
                  <a:lnTo>
                    <a:pt x="10303" y="2427"/>
                  </a:lnTo>
                  <a:close/>
                  <a:moveTo>
                    <a:pt x="11311" y="4160"/>
                  </a:moveTo>
                  <a:lnTo>
                    <a:pt x="11311" y="10902"/>
                  </a:lnTo>
                  <a:cubicBezTo>
                    <a:pt x="11311" y="11091"/>
                    <a:pt x="11153" y="11248"/>
                    <a:pt x="10933" y="11248"/>
                  </a:cubicBezTo>
                  <a:lnTo>
                    <a:pt x="1072" y="11248"/>
                  </a:lnTo>
                  <a:cubicBezTo>
                    <a:pt x="851" y="11248"/>
                    <a:pt x="694" y="11091"/>
                    <a:pt x="694" y="10902"/>
                  </a:cubicBezTo>
                  <a:lnTo>
                    <a:pt x="694" y="4160"/>
                  </a:lnTo>
                  <a:close/>
                  <a:moveTo>
                    <a:pt x="1040" y="1"/>
                  </a:moveTo>
                  <a:cubicBezTo>
                    <a:pt x="473" y="1"/>
                    <a:pt x="1" y="474"/>
                    <a:pt x="1" y="1041"/>
                  </a:cubicBezTo>
                  <a:lnTo>
                    <a:pt x="1" y="10933"/>
                  </a:lnTo>
                  <a:cubicBezTo>
                    <a:pt x="1" y="11532"/>
                    <a:pt x="473" y="12004"/>
                    <a:pt x="1040" y="12004"/>
                  </a:cubicBezTo>
                  <a:lnTo>
                    <a:pt x="10933" y="12004"/>
                  </a:lnTo>
                  <a:cubicBezTo>
                    <a:pt x="11531" y="12004"/>
                    <a:pt x="12004" y="11532"/>
                    <a:pt x="12004" y="10933"/>
                  </a:cubicBezTo>
                  <a:lnTo>
                    <a:pt x="12004" y="3845"/>
                  </a:lnTo>
                  <a:lnTo>
                    <a:pt x="12004" y="1041"/>
                  </a:lnTo>
                  <a:cubicBezTo>
                    <a:pt x="11972" y="474"/>
                    <a:pt x="11500" y="1"/>
                    <a:pt x="10933" y="1"/>
                  </a:cubicBezTo>
                  <a:close/>
                </a:path>
              </a:pathLst>
            </a:custGeom>
            <a:grpFill/>
            <a:ln>
              <a:noFill/>
            </a:ln>
          </p:spPr>
          <p:txBody>
            <a:bodyPr spcFirstLastPara="1" wrap="square" lIns="62728" tIns="62728" rIns="62728" bIns="62728" anchor="ctr" anchorCtr="0">
              <a:noAutofit/>
            </a:bodyPr>
            <a:lstStyle/>
            <a:p>
              <a:endParaRPr sz="764"/>
            </a:p>
          </p:txBody>
        </p:sp>
        <p:sp>
          <p:nvSpPr>
            <p:cNvPr id="806" name="Google Shape;5875;p61">
              <a:extLst>
                <a:ext uri="{FF2B5EF4-FFF2-40B4-BE49-F238E27FC236}">
                  <a16:creationId xmlns:a16="http://schemas.microsoft.com/office/drawing/2014/main" id="{F8EE0A6F-DCDF-46EB-BAF5-01019511EC3E}"/>
                </a:ext>
              </a:extLst>
            </p:cNvPr>
            <p:cNvSpPr/>
            <p:nvPr/>
          </p:nvSpPr>
          <p:spPr>
            <a:xfrm>
              <a:off x="-49004150" y="2360100"/>
              <a:ext cx="17350" cy="17350"/>
            </a:xfrm>
            <a:custGeom>
              <a:avLst/>
              <a:gdLst/>
              <a:ahLst/>
              <a:cxnLst/>
              <a:rect l="l" t="t" r="r" b="b"/>
              <a:pathLst>
                <a:path w="694" h="694" extrusionOk="0">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807" name="Google Shape;5876;p61">
              <a:extLst>
                <a:ext uri="{FF2B5EF4-FFF2-40B4-BE49-F238E27FC236}">
                  <a16:creationId xmlns:a16="http://schemas.microsoft.com/office/drawing/2014/main" id="{7450A915-0554-4002-998E-27D4BBA3BDF7}"/>
                </a:ext>
              </a:extLst>
            </p:cNvPr>
            <p:cNvSpPr/>
            <p:nvPr/>
          </p:nvSpPr>
          <p:spPr>
            <a:xfrm>
              <a:off x="-48925375" y="2465650"/>
              <a:ext cx="71700" cy="86650"/>
            </a:xfrm>
            <a:custGeom>
              <a:avLst/>
              <a:gdLst/>
              <a:ahLst/>
              <a:cxnLst/>
              <a:rect l="l" t="t" r="r" b="b"/>
              <a:pathLst>
                <a:path w="2868" h="3466" extrusionOk="0">
                  <a:moveTo>
                    <a:pt x="693" y="1040"/>
                  </a:moveTo>
                  <a:lnTo>
                    <a:pt x="1859" y="1796"/>
                  </a:lnTo>
                  <a:lnTo>
                    <a:pt x="693" y="2552"/>
                  </a:lnTo>
                  <a:lnTo>
                    <a:pt x="693" y="1040"/>
                  </a:lnTo>
                  <a:close/>
                  <a:moveTo>
                    <a:pt x="343" y="1"/>
                  </a:moveTo>
                  <a:cubicBezTo>
                    <a:pt x="167" y="1"/>
                    <a:pt x="0" y="141"/>
                    <a:pt x="0" y="347"/>
                  </a:cubicBezTo>
                  <a:lnTo>
                    <a:pt x="0" y="3151"/>
                  </a:lnTo>
                  <a:cubicBezTo>
                    <a:pt x="0" y="3333"/>
                    <a:pt x="165" y="3466"/>
                    <a:pt x="340" y="3466"/>
                  </a:cubicBezTo>
                  <a:cubicBezTo>
                    <a:pt x="407" y="3466"/>
                    <a:pt x="475" y="3446"/>
                    <a:pt x="536" y="3403"/>
                  </a:cubicBezTo>
                  <a:lnTo>
                    <a:pt x="2678" y="1985"/>
                  </a:lnTo>
                  <a:cubicBezTo>
                    <a:pt x="2867" y="1922"/>
                    <a:pt x="2867" y="1639"/>
                    <a:pt x="2678" y="1481"/>
                  </a:cubicBezTo>
                  <a:lnTo>
                    <a:pt x="536" y="63"/>
                  </a:lnTo>
                  <a:cubicBezTo>
                    <a:pt x="476" y="20"/>
                    <a:pt x="409" y="1"/>
                    <a:pt x="343" y="1"/>
                  </a:cubicBezTo>
                  <a:close/>
                </a:path>
              </a:pathLst>
            </a:custGeom>
            <a:grpFill/>
            <a:ln>
              <a:noFill/>
            </a:ln>
          </p:spPr>
          <p:txBody>
            <a:bodyPr spcFirstLastPara="1" wrap="square" lIns="62728" tIns="62728" rIns="62728" bIns="62728" anchor="ctr" anchorCtr="0">
              <a:noAutofit/>
            </a:bodyPr>
            <a:lstStyle/>
            <a:p>
              <a:endParaRPr sz="764"/>
            </a:p>
          </p:txBody>
        </p:sp>
        <p:sp>
          <p:nvSpPr>
            <p:cNvPr id="808" name="Google Shape;5877;p61">
              <a:extLst>
                <a:ext uri="{FF2B5EF4-FFF2-40B4-BE49-F238E27FC236}">
                  <a16:creationId xmlns:a16="http://schemas.microsoft.com/office/drawing/2014/main" id="{FC7AD63C-8D32-4F54-9C81-56B5424DA528}"/>
                </a:ext>
              </a:extLst>
            </p:cNvPr>
            <p:cNvSpPr/>
            <p:nvPr/>
          </p:nvSpPr>
          <p:spPr>
            <a:xfrm>
              <a:off x="-48977350" y="2431000"/>
              <a:ext cx="157525" cy="157550"/>
            </a:xfrm>
            <a:custGeom>
              <a:avLst/>
              <a:gdLst/>
              <a:ahLst/>
              <a:cxnLst/>
              <a:rect l="l" t="t" r="r" b="b"/>
              <a:pathLst>
                <a:path w="6301" h="6302" extrusionOk="0">
                  <a:moveTo>
                    <a:pt x="3151" y="756"/>
                  </a:moveTo>
                  <a:cubicBezTo>
                    <a:pt x="4474" y="756"/>
                    <a:pt x="5576" y="1859"/>
                    <a:pt x="5576" y="3182"/>
                  </a:cubicBezTo>
                  <a:cubicBezTo>
                    <a:pt x="5608" y="4537"/>
                    <a:pt x="4537" y="5640"/>
                    <a:pt x="3151" y="5640"/>
                  </a:cubicBezTo>
                  <a:cubicBezTo>
                    <a:pt x="1796" y="5640"/>
                    <a:pt x="693" y="4537"/>
                    <a:pt x="693" y="3182"/>
                  </a:cubicBezTo>
                  <a:cubicBezTo>
                    <a:pt x="693" y="1859"/>
                    <a:pt x="1796" y="756"/>
                    <a:pt x="3151" y="756"/>
                  </a:cubicBezTo>
                  <a:close/>
                  <a:moveTo>
                    <a:pt x="3151" y="0"/>
                  </a:moveTo>
                  <a:cubicBezTo>
                    <a:pt x="1418" y="0"/>
                    <a:pt x="0" y="1418"/>
                    <a:pt x="0" y="3151"/>
                  </a:cubicBezTo>
                  <a:cubicBezTo>
                    <a:pt x="0" y="4883"/>
                    <a:pt x="1418" y="6301"/>
                    <a:pt x="3151" y="6301"/>
                  </a:cubicBezTo>
                  <a:cubicBezTo>
                    <a:pt x="4883" y="6301"/>
                    <a:pt x="6301" y="4883"/>
                    <a:pt x="6301" y="3151"/>
                  </a:cubicBezTo>
                  <a:cubicBezTo>
                    <a:pt x="6301" y="1418"/>
                    <a:pt x="4915" y="0"/>
                    <a:pt x="3151" y="0"/>
                  </a:cubicBezTo>
                  <a:close/>
                </a:path>
              </a:pathLst>
            </a:custGeom>
            <a:grpFill/>
            <a:ln>
              <a:noFill/>
            </a:ln>
          </p:spPr>
          <p:txBody>
            <a:bodyPr spcFirstLastPara="1" wrap="square" lIns="62728" tIns="62728" rIns="62728" bIns="62728" anchor="ctr" anchorCtr="0">
              <a:noAutofit/>
            </a:bodyPr>
            <a:lstStyle/>
            <a:p>
              <a:endParaRPr sz="764"/>
            </a:p>
          </p:txBody>
        </p:sp>
      </p:grpSp>
      <p:sp>
        <p:nvSpPr>
          <p:cNvPr id="764" name="Google Shape;5878;p61">
            <a:extLst>
              <a:ext uri="{FF2B5EF4-FFF2-40B4-BE49-F238E27FC236}">
                <a16:creationId xmlns:a16="http://schemas.microsoft.com/office/drawing/2014/main" id="{42BE5A5E-6E43-4C76-A48D-4C2173A563B1}"/>
              </a:ext>
            </a:extLst>
          </p:cNvPr>
          <p:cNvSpPr/>
          <p:nvPr/>
        </p:nvSpPr>
        <p:spPr>
          <a:xfrm>
            <a:off x="6632336" y="4713640"/>
            <a:ext cx="229449" cy="227457"/>
          </a:xfrm>
          <a:custGeom>
            <a:avLst/>
            <a:gdLst/>
            <a:ahLst/>
            <a:cxnLst/>
            <a:rect l="l" t="t" r="r" b="b"/>
            <a:pathLst>
              <a:path w="12098" h="11993" extrusionOk="0">
                <a:moveTo>
                  <a:pt x="9042" y="4337"/>
                </a:moveTo>
                <a:lnTo>
                  <a:pt x="10208" y="4935"/>
                </a:lnTo>
                <a:lnTo>
                  <a:pt x="8695" y="4935"/>
                </a:lnTo>
                <a:lnTo>
                  <a:pt x="9042" y="4337"/>
                </a:lnTo>
                <a:close/>
                <a:moveTo>
                  <a:pt x="5167" y="1753"/>
                </a:moveTo>
                <a:lnTo>
                  <a:pt x="7593" y="5534"/>
                </a:lnTo>
                <a:lnTo>
                  <a:pt x="7026" y="6574"/>
                </a:lnTo>
                <a:lnTo>
                  <a:pt x="5356" y="4022"/>
                </a:lnTo>
                <a:lnTo>
                  <a:pt x="5167" y="1753"/>
                </a:lnTo>
                <a:close/>
                <a:moveTo>
                  <a:pt x="9105" y="5629"/>
                </a:moveTo>
                <a:lnTo>
                  <a:pt x="8664" y="9189"/>
                </a:lnTo>
                <a:lnTo>
                  <a:pt x="7435" y="7298"/>
                </a:lnTo>
                <a:cubicBezTo>
                  <a:pt x="7593" y="7015"/>
                  <a:pt x="8223" y="5849"/>
                  <a:pt x="8349" y="5629"/>
                </a:cubicBezTo>
                <a:close/>
                <a:moveTo>
                  <a:pt x="3088" y="1753"/>
                </a:moveTo>
                <a:lnTo>
                  <a:pt x="8034" y="9504"/>
                </a:lnTo>
                <a:lnTo>
                  <a:pt x="3623" y="7834"/>
                </a:lnTo>
                <a:lnTo>
                  <a:pt x="3088" y="1753"/>
                </a:lnTo>
                <a:close/>
                <a:moveTo>
                  <a:pt x="1355" y="9378"/>
                </a:moveTo>
                <a:lnTo>
                  <a:pt x="4096" y="10134"/>
                </a:lnTo>
                <a:lnTo>
                  <a:pt x="4757" y="11268"/>
                </a:lnTo>
                <a:lnTo>
                  <a:pt x="2773" y="11268"/>
                </a:lnTo>
                <a:lnTo>
                  <a:pt x="1355" y="9378"/>
                </a:lnTo>
                <a:close/>
                <a:moveTo>
                  <a:pt x="4064" y="8748"/>
                </a:moveTo>
                <a:lnTo>
                  <a:pt x="8380" y="10354"/>
                </a:lnTo>
                <a:lnTo>
                  <a:pt x="7971" y="11268"/>
                </a:lnTo>
                <a:lnTo>
                  <a:pt x="5545" y="11268"/>
                </a:lnTo>
                <a:cubicBezTo>
                  <a:pt x="5387" y="10984"/>
                  <a:pt x="4253" y="9063"/>
                  <a:pt x="4064" y="8748"/>
                </a:cubicBezTo>
                <a:close/>
                <a:moveTo>
                  <a:pt x="2485" y="1"/>
                </a:moveTo>
                <a:cubicBezTo>
                  <a:pt x="2453" y="1"/>
                  <a:pt x="2422" y="7"/>
                  <a:pt x="2394" y="21"/>
                </a:cubicBezTo>
                <a:cubicBezTo>
                  <a:pt x="2237" y="52"/>
                  <a:pt x="2174" y="210"/>
                  <a:pt x="2174" y="367"/>
                </a:cubicBezTo>
                <a:cubicBezTo>
                  <a:pt x="2930" y="8527"/>
                  <a:pt x="2836" y="8117"/>
                  <a:pt x="2930" y="8243"/>
                </a:cubicBezTo>
                <a:lnTo>
                  <a:pt x="3497" y="9252"/>
                </a:lnTo>
                <a:lnTo>
                  <a:pt x="473" y="8432"/>
                </a:lnTo>
                <a:cubicBezTo>
                  <a:pt x="437" y="8425"/>
                  <a:pt x="402" y="8422"/>
                  <a:pt x="368" y="8422"/>
                </a:cubicBezTo>
                <a:cubicBezTo>
                  <a:pt x="249" y="8422"/>
                  <a:pt x="143" y="8468"/>
                  <a:pt x="95" y="8590"/>
                </a:cubicBezTo>
                <a:cubicBezTo>
                  <a:pt x="0" y="8716"/>
                  <a:pt x="0" y="8874"/>
                  <a:pt x="95" y="9000"/>
                </a:cubicBezTo>
                <a:lnTo>
                  <a:pt x="2205" y="11835"/>
                </a:lnTo>
                <a:cubicBezTo>
                  <a:pt x="2300" y="11898"/>
                  <a:pt x="2363" y="11993"/>
                  <a:pt x="2489" y="11993"/>
                </a:cubicBezTo>
                <a:lnTo>
                  <a:pt x="8128" y="11993"/>
                </a:lnTo>
                <a:cubicBezTo>
                  <a:pt x="8223" y="11993"/>
                  <a:pt x="8380" y="11898"/>
                  <a:pt x="8443" y="11772"/>
                </a:cubicBezTo>
                <a:lnTo>
                  <a:pt x="9137" y="10354"/>
                </a:lnTo>
                <a:cubicBezTo>
                  <a:pt x="9137" y="10323"/>
                  <a:pt x="9168" y="10291"/>
                  <a:pt x="9168" y="10260"/>
                </a:cubicBezTo>
                <a:lnTo>
                  <a:pt x="9735" y="5629"/>
                </a:lnTo>
                <a:lnTo>
                  <a:pt x="11657" y="5629"/>
                </a:lnTo>
                <a:cubicBezTo>
                  <a:pt x="11814" y="5629"/>
                  <a:pt x="11972" y="5534"/>
                  <a:pt x="12003" y="5377"/>
                </a:cubicBezTo>
                <a:cubicBezTo>
                  <a:pt x="12098" y="5219"/>
                  <a:pt x="12003" y="4998"/>
                  <a:pt x="11846" y="4967"/>
                </a:cubicBezTo>
                <a:lnTo>
                  <a:pt x="9042" y="3549"/>
                </a:lnTo>
                <a:cubicBezTo>
                  <a:pt x="9001" y="3533"/>
                  <a:pt x="8954" y="3525"/>
                  <a:pt x="8906" y="3525"/>
                </a:cubicBezTo>
                <a:cubicBezTo>
                  <a:pt x="8767" y="3525"/>
                  <a:pt x="8616" y="3590"/>
                  <a:pt x="8569" y="3707"/>
                </a:cubicBezTo>
                <a:lnTo>
                  <a:pt x="7908" y="4841"/>
                </a:lnTo>
                <a:lnTo>
                  <a:pt x="4915" y="178"/>
                </a:lnTo>
                <a:cubicBezTo>
                  <a:pt x="4866" y="80"/>
                  <a:pt x="4740" y="1"/>
                  <a:pt x="4627" y="1"/>
                </a:cubicBezTo>
                <a:cubicBezTo>
                  <a:pt x="4595" y="1"/>
                  <a:pt x="4564" y="7"/>
                  <a:pt x="4537" y="21"/>
                </a:cubicBezTo>
                <a:cubicBezTo>
                  <a:pt x="4411" y="52"/>
                  <a:pt x="4285" y="210"/>
                  <a:pt x="4285" y="367"/>
                </a:cubicBezTo>
                <a:lnTo>
                  <a:pt x="4505" y="2762"/>
                </a:lnTo>
                <a:lnTo>
                  <a:pt x="2804" y="178"/>
                </a:lnTo>
                <a:cubicBezTo>
                  <a:pt x="2730" y="80"/>
                  <a:pt x="2599" y="1"/>
                  <a:pt x="248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765" name="Google Shape;5879;p61">
            <a:extLst>
              <a:ext uri="{FF2B5EF4-FFF2-40B4-BE49-F238E27FC236}">
                <a16:creationId xmlns:a16="http://schemas.microsoft.com/office/drawing/2014/main" id="{748FEE69-B2FC-4125-82EE-423E19E4D27C}"/>
              </a:ext>
            </a:extLst>
          </p:cNvPr>
          <p:cNvGrpSpPr/>
          <p:nvPr/>
        </p:nvGrpSpPr>
        <p:grpSpPr>
          <a:xfrm>
            <a:off x="8622825" y="4163763"/>
            <a:ext cx="228880" cy="227666"/>
            <a:chOff x="-47160325" y="1974175"/>
            <a:chExt cx="301700" cy="300100"/>
          </a:xfrm>
          <a:solidFill>
            <a:schemeClr val="tx1"/>
          </a:solidFill>
        </p:grpSpPr>
        <p:sp>
          <p:nvSpPr>
            <p:cNvPr id="803" name="Google Shape;5880;p61">
              <a:extLst>
                <a:ext uri="{FF2B5EF4-FFF2-40B4-BE49-F238E27FC236}">
                  <a16:creationId xmlns:a16="http://schemas.microsoft.com/office/drawing/2014/main" id="{6F2B9B9C-2F88-43A3-8959-A0F84DB92F71}"/>
                </a:ext>
              </a:extLst>
            </p:cNvPr>
            <p:cNvSpPr/>
            <p:nvPr/>
          </p:nvSpPr>
          <p:spPr>
            <a:xfrm>
              <a:off x="-47160325" y="1974175"/>
              <a:ext cx="301700" cy="300100"/>
            </a:xfrm>
            <a:custGeom>
              <a:avLst/>
              <a:gdLst/>
              <a:ahLst/>
              <a:cxnLst/>
              <a:rect l="l" t="t" r="r" b="b"/>
              <a:pathLst>
                <a:path w="12068" h="12004" extrusionOk="0">
                  <a:moveTo>
                    <a:pt x="8539" y="1166"/>
                  </a:moveTo>
                  <a:lnTo>
                    <a:pt x="9452" y="2080"/>
                  </a:lnTo>
                  <a:lnTo>
                    <a:pt x="8539" y="2080"/>
                  </a:lnTo>
                  <a:lnTo>
                    <a:pt x="8539" y="1166"/>
                  </a:lnTo>
                  <a:close/>
                  <a:moveTo>
                    <a:pt x="7846" y="693"/>
                  </a:moveTo>
                  <a:lnTo>
                    <a:pt x="7846" y="2489"/>
                  </a:lnTo>
                  <a:cubicBezTo>
                    <a:pt x="7846" y="2678"/>
                    <a:pt x="8003" y="2836"/>
                    <a:pt x="8192" y="2836"/>
                  </a:cubicBezTo>
                  <a:lnTo>
                    <a:pt x="9957" y="2836"/>
                  </a:lnTo>
                  <a:lnTo>
                    <a:pt x="9957" y="4254"/>
                  </a:lnTo>
                  <a:lnTo>
                    <a:pt x="4916" y="4254"/>
                  </a:lnTo>
                  <a:lnTo>
                    <a:pt x="4538" y="3434"/>
                  </a:lnTo>
                  <a:cubicBezTo>
                    <a:pt x="4349" y="3056"/>
                    <a:pt x="3971" y="2836"/>
                    <a:pt x="3593" y="2836"/>
                  </a:cubicBezTo>
                  <a:lnTo>
                    <a:pt x="2206" y="2836"/>
                  </a:lnTo>
                  <a:lnTo>
                    <a:pt x="2206" y="693"/>
                  </a:lnTo>
                  <a:close/>
                  <a:moveTo>
                    <a:pt x="3561" y="3529"/>
                  </a:moveTo>
                  <a:cubicBezTo>
                    <a:pt x="3656" y="3529"/>
                    <a:pt x="3782" y="3623"/>
                    <a:pt x="3876" y="3718"/>
                  </a:cubicBezTo>
                  <a:lnTo>
                    <a:pt x="4380" y="4758"/>
                  </a:lnTo>
                  <a:cubicBezTo>
                    <a:pt x="4443" y="4884"/>
                    <a:pt x="4569" y="4947"/>
                    <a:pt x="4695" y="4947"/>
                  </a:cubicBezTo>
                  <a:lnTo>
                    <a:pt x="11028" y="4947"/>
                  </a:lnTo>
                  <a:cubicBezTo>
                    <a:pt x="11248" y="4947"/>
                    <a:pt x="11406" y="5104"/>
                    <a:pt x="11406" y="5293"/>
                  </a:cubicBezTo>
                  <a:lnTo>
                    <a:pt x="11406" y="10933"/>
                  </a:lnTo>
                  <a:lnTo>
                    <a:pt x="11343" y="10933"/>
                  </a:lnTo>
                  <a:cubicBezTo>
                    <a:pt x="11343" y="11153"/>
                    <a:pt x="11185" y="11311"/>
                    <a:pt x="10996" y="11311"/>
                  </a:cubicBezTo>
                  <a:lnTo>
                    <a:pt x="1104" y="11311"/>
                  </a:lnTo>
                  <a:cubicBezTo>
                    <a:pt x="915" y="11311"/>
                    <a:pt x="757" y="11153"/>
                    <a:pt x="757" y="10933"/>
                  </a:cubicBezTo>
                  <a:lnTo>
                    <a:pt x="757" y="3875"/>
                  </a:lnTo>
                  <a:cubicBezTo>
                    <a:pt x="757" y="3686"/>
                    <a:pt x="915" y="3529"/>
                    <a:pt x="1104" y="3529"/>
                  </a:cubicBezTo>
                  <a:close/>
                  <a:moveTo>
                    <a:pt x="1797" y="0"/>
                  </a:moveTo>
                  <a:cubicBezTo>
                    <a:pt x="1576" y="0"/>
                    <a:pt x="1419" y="158"/>
                    <a:pt x="1419" y="347"/>
                  </a:cubicBezTo>
                  <a:lnTo>
                    <a:pt x="1419" y="2836"/>
                  </a:lnTo>
                  <a:lnTo>
                    <a:pt x="1072" y="2836"/>
                  </a:lnTo>
                  <a:cubicBezTo>
                    <a:pt x="474" y="2836"/>
                    <a:pt x="1" y="3308"/>
                    <a:pt x="1" y="3907"/>
                  </a:cubicBezTo>
                  <a:lnTo>
                    <a:pt x="1" y="10933"/>
                  </a:lnTo>
                  <a:cubicBezTo>
                    <a:pt x="1" y="11531"/>
                    <a:pt x="474" y="12004"/>
                    <a:pt x="1072" y="12004"/>
                  </a:cubicBezTo>
                  <a:lnTo>
                    <a:pt x="10965" y="12004"/>
                  </a:lnTo>
                  <a:cubicBezTo>
                    <a:pt x="11563" y="12004"/>
                    <a:pt x="12036" y="11531"/>
                    <a:pt x="12036" y="10933"/>
                  </a:cubicBezTo>
                  <a:lnTo>
                    <a:pt x="12036" y="5325"/>
                  </a:lnTo>
                  <a:cubicBezTo>
                    <a:pt x="12067" y="4726"/>
                    <a:pt x="11595" y="4254"/>
                    <a:pt x="10996" y="4254"/>
                  </a:cubicBezTo>
                  <a:lnTo>
                    <a:pt x="10650" y="4254"/>
                  </a:lnTo>
                  <a:lnTo>
                    <a:pt x="10650" y="2489"/>
                  </a:lnTo>
                  <a:cubicBezTo>
                    <a:pt x="10650" y="2395"/>
                    <a:pt x="10618" y="2269"/>
                    <a:pt x="10524" y="2237"/>
                  </a:cubicBezTo>
                  <a:lnTo>
                    <a:pt x="8413" y="126"/>
                  </a:lnTo>
                  <a:cubicBezTo>
                    <a:pt x="8318" y="32"/>
                    <a:pt x="8255" y="0"/>
                    <a:pt x="8161" y="0"/>
                  </a:cubicBezTo>
                  <a:close/>
                </a:path>
              </a:pathLst>
            </a:custGeom>
            <a:grpFill/>
            <a:ln>
              <a:noFill/>
            </a:ln>
          </p:spPr>
          <p:txBody>
            <a:bodyPr spcFirstLastPara="1" wrap="square" lIns="62728" tIns="62728" rIns="62728" bIns="62728" anchor="ctr" anchorCtr="0">
              <a:noAutofit/>
            </a:bodyPr>
            <a:lstStyle/>
            <a:p>
              <a:endParaRPr sz="764"/>
            </a:p>
          </p:txBody>
        </p:sp>
        <p:sp>
          <p:nvSpPr>
            <p:cNvPr id="804" name="Google Shape;5881;p61">
              <a:extLst>
                <a:ext uri="{FF2B5EF4-FFF2-40B4-BE49-F238E27FC236}">
                  <a16:creationId xmlns:a16="http://schemas.microsoft.com/office/drawing/2014/main" id="{0F03C043-364F-4BC8-9266-0E948E593D1D}"/>
                </a:ext>
              </a:extLst>
            </p:cNvPr>
            <p:cNvSpPr/>
            <p:nvPr/>
          </p:nvSpPr>
          <p:spPr>
            <a:xfrm>
              <a:off x="-47070525" y="2115150"/>
              <a:ext cx="123675" cy="123675"/>
            </a:xfrm>
            <a:custGeom>
              <a:avLst/>
              <a:gdLst/>
              <a:ahLst/>
              <a:cxnLst/>
              <a:rect l="l" t="t" r="r" b="b"/>
              <a:pathLst>
                <a:path w="4947" h="4947" extrusionOk="0">
                  <a:moveTo>
                    <a:pt x="1796" y="694"/>
                  </a:moveTo>
                  <a:cubicBezTo>
                    <a:pt x="2269" y="694"/>
                    <a:pt x="2678" y="977"/>
                    <a:pt x="2804" y="1418"/>
                  </a:cubicBezTo>
                  <a:lnTo>
                    <a:pt x="1796" y="1418"/>
                  </a:lnTo>
                  <a:cubicBezTo>
                    <a:pt x="1607" y="1418"/>
                    <a:pt x="1450" y="1576"/>
                    <a:pt x="1450" y="1765"/>
                  </a:cubicBezTo>
                  <a:lnTo>
                    <a:pt x="1450" y="2742"/>
                  </a:lnTo>
                  <a:cubicBezTo>
                    <a:pt x="1009" y="2584"/>
                    <a:pt x="757" y="2175"/>
                    <a:pt x="757" y="1765"/>
                  </a:cubicBezTo>
                  <a:cubicBezTo>
                    <a:pt x="757" y="1166"/>
                    <a:pt x="1229" y="694"/>
                    <a:pt x="1796" y="694"/>
                  </a:cubicBezTo>
                  <a:close/>
                  <a:moveTo>
                    <a:pt x="2804" y="2112"/>
                  </a:moveTo>
                  <a:cubicBezTo>
                    <a:pt x="2678" y="2427"/>
                    <a:pt x="2426" y="2679"/>
                    <a:pt x="2174" y="2742"/>
                  </a:cubicBezTo>
                  <a:lnTo>
                    <a:pt x="2174" y="2112"/>
                  </a:lnTo>
                  <a:close/>
                  <a:moveTo>
                    <a:pt x="4254" y="2080"/>
                  </a:moveTo>
                  <a:lnTo>
                    <a:pt x="4254" y="4191"/>
                  </a:lnTo>
                  <a:lnTo>
                    <a:pt x="2143" y="4191"/>
                  </a:lnTo>
                  <a:lnTo>
                    <a:pt x="2143" y="3466"/>
                  </a:lnTo>
                  <a:cubicBezTo>
                    <a:pt x="2804" y="3309"/>
                    <a:pt x="3340" y="2773"/>
                    <a:pt x="3498" y="2080"/>
                  </a:cubicBezTo>
                  <a:close/>
                  <a:moveTo>
                    <a:pt x="1765" y="1"/>
                  </a:moveTo>
                  <a:cubicBezTo>
                    <a:pt x="788" y="1"/>
                    <a:pt x="1" y="788"/>
                    <a:pt x="1" y="1765"/>
                  </a:cubicBezTo>
                  <a:cubicBezTo>
                    <a:pt x="1" y="2616"/>
                    <a:pt x="599" y="3340"/>
                    <a:pt x="1418" y="3498"/>
                  </a:cubicBezTo>
                  <a:lnTo>
                    <a:pt x="1418" y="4600"/>
                  </a:lnTo>
                  <a:cubicBezTo>
                    <a:pt x="1418" y="4789"/>
                    <a:pt x="1576" y="4947"/>
                    <a:pt x="1765" y="4947"/>
                  </a:cubicBezTo>
                  <a:lnTo>
                    <a:pt x="4569" y="4947"/>
                  </a:lnTo>
                  <a:cubicBezTo>
                    <a:pt x="4758" y="4947"/>
                    <a:pt x="4915" y="4789"/>
                    <a:pt x="4915" y="4600"/>
                  </a:cubicBezTo>
                  <a:lnTo>
                    <a:pt x="4915" y="1797"/>
                  </a:lnTo>
                  <a:cubicBezTo>
                    <a:pt x="4947" y="1576"/>
                    <a:pt x="4789" y="1387"/>
                    <a:pt x="4600" y="1387"/>
                  </a:cubicBezTo>
                  <a:lnTo>
                    <a:pt x="3498" y="1387"/>
                  </a:lnTo>
                  <a:cubicBezTo>
                    <a:pt x="3340" y="599"/>
                    <a:pt x="2647" y="1"/>
                    <a:pt x="1765"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66" name="Google Shape;5882;p61">
            <a:extLst>
              <a:ext uri="{FF2B5EF4-FFF2-40B4-BE49-F238E27FC236}">
                <a16:creationId xmlns:a16="http://schemas.microsoft.com/office/drawing/2014/main" id="{3F0B083E-CF12-4304-A9F8-7874A9BF9B44}"/>
              </a:ext>
            </a:extLst>
          </p:cNvPr>
          <p:cNvGrpSpPr/>
          <p:nvPr/>
        </p:nvGrpSpPr>
        <p:grpSpPr>
          <a:xfrm>
            <a:off x="8623128" y="4442808"/>
            <a:ext cx="228273" cy="228253"/>
            <a:chOff x="-47159525" y="2342000"/>
            <a:chExt cx="300900" cy="300875"/>
          </a:xfrm>
          <a:solidFill>
            <a:schemeClr val="tx1"/>
          </a:solidFill>
        </p:grpSpPr>
        <p:sp>
          <p:nvSpPr>
            <p:cNvPr id="798" name="Google Shape;5883;p61">
              <a:extLst>
                <a:ext uri="{FF2B5EF4-FFF2-40B4-BE49-F238E27FC236}">
                  <a16:creationId xmlns:a16="http://schemas.microsoft.com/office/drawing/2014/main" id="{23039AEF-421C-46E7-B628-A3EE6BB4862A}"/>
                </a:ext>
              </a:extLst>
            </p:cNvPr>
            <p:cNvSpPr/>
            <p:nvPr/>
          </p:nvSpPr>
          <p:spPr>
            <a:xfrm>
              <a:off x="-47122500" y="2376650"/>
              <a:ext cx="123675" cy="125250"/>
            </a:xfrm>
            <a:custGeom>
              <a:avLst/>
              <a:gdLst/>
              <a:ahLst/>
              <a:cxnLst/>
              <a:rect l="l" t="t" r="r" b="b"/>
              <a:pathLst>
                <a:path w="4947" h="5010" extrusionOk="0">
                  <a:moveTo>
                    <a:pt x="1765" y="756"/>
                  </a:moveTo>
                  <a:cubicBezTo>
                    <a:pt x="2237" y="756"/>
                    <a:pt x="2615" y="1008"/>
                    <a:pt x="2741" y="1450"/>
                  </a:cubicBezTo>
                  <a:lnTo>
                    <a:pt x="1765" y="1450"/>
                  </a:lnTo>
                  <a:cubicBezTo>
                    <a:pt x="1575" y="1450"/>
                    <a:pt x="1418" y="1607"/>
                    <a:pt x="1418" y="1828"/>
                  </a:cubicBezTo>
                  <a:lnTo>
                    <a:pt x="1418" y="2804"/>
                  </a:lnTo>
                  <a:cubicBezTo>
                    <a:pt x="1008" y="2647"/>
                    <a:pt x="693" y="2237"/>
                    <a:pt x="693" y="1828"/>
                  </a:cubicBezTo>
                  <a:cubicBezTo>
                    <a:pt x="693" y="1229"/>
                    <a:pt x="1166" y="756"/>
                    <a:pt x="1765" y="756"/>
                  </a:cubicBezTo>
                  <a:close/>
                  <a:moveTo>
                    <a:pt x="2741" y="2174"/>
                  </a:moveTo>
                  <a:cubicBezTo>
                    <a:pt x="2615" y="2458"/>
                    <a:pt x="2395" y="2678"/>
                    <a:pt x="2111" y="2804"/>
                  </a:cubicBezTo>
                  <a:lnTo>
                    <a:pt x="2111" y="2174"/>
                  </a:lnTo>
                  <a:close/>
                  <a:moveTo>
                    <a:pt x="4253" y="2143"/>
                  </a:moveTo>
                  <a:lnTo>
                    <a:pt x="4253" y="4285"/>
                  </a:lnTo>
                  <a:lnTo>
                    <a:pt x="2111" y="4285"/>
                  </a:lnTo>
                  <a:lnTo>
                    <a:pt x="2111" y="3497"/>
                  </a:lnTo>
                  <a:cubicBezTo>
                    <a:pt x="2804" y="3340"/>
                    <a:pt x="3340" y="2836"/>
                    <a:pt x="3497" y="2143"/>
                  </a:cubicBezTo>
                  <a:close/>
                  <a:moveTo>
                    <a:pt x="1765" y="0"/>
                  </a:moveTo>
                  <a:cubicBezTo>
                    <a:pt x="788" y="0"/>
                    <a:pt x="0" y="788"/>
                    <a:pt x="0" y="1765"/>
                  </a:cubicBezTo>
                  <a:cubicBezTo>
                    <a:pt x="0" y="2647"/>
                    <a:pt x="567" y="3340"/>
                    <a:pt x="1418" y="3497"/>
                  </a:cubicBezTo>
                  <a:lnTo>
                    <a:pt x="1418" y="4663"/>
                  </a:lnTo>
                  <a:cubicBezTo>
                    <a:pt x="1418" y="4852"/>
                    <a:pt x="1575" y="5010"/>
                    <a:pt x="1765" y="5010"/>
                  </a:cubicBezTo>
                  <a:lnTo>
                    <a:pt x="4600" y="5010"/>
                  </a:lnTo>
                  <a:cubicBezTo>
                    <a:pt x="4789" y="5010"/>
                    <a:pt x="4947" y="4852"/>
                    <a:pt x="4947" y="4663"/>
                  </a:cubicBezTo>
                  <a:lnTo>
                    <a:pt x="4947" y="1765"/>
                  </a:lnTo>
                  <a:cubicBezTo>
                    <a:pt x="4947" y="1576"/>
                    <a:pt x="4789" y="1418"/>
                    <a:pt x="4600" y="1418"/>
                  </a:cubicBezTo>
                  <a:lnTo>
                    <a:pt x="3497" y="1418"/>
                  </a:lnTo>
                  <a:cubicBezTo>
                    <a:pt x="3340" y="630"/>
                    <a:pt x="2615" y="0"/>
                    <a:pt x="1765" y="0"/>
                  </a:cubicBezTo>
                  <a:close/>
                </a:path>
              </a:pathLst>
            </a:custGeom>
            <a:grpFill/>
            <a:ln>
              <a:noFill/>
            </a:ln>
          </p:spPr>
          <p:txBody>
            <a:bodyPr spcFirstLastPara="1" wrap="square" lIns="62728" tIns="62728" rIns="62728" bIns="62728" anchor="ctr" anchorCtr="0">
              <a:noAutofit/>
            </a:bodyPr>
            <a:lstStyle/>
            <a:p>
              <a:endParaRPr sz="764"/>
            </a:p>
          </p:txBody>
        </p:sp>
        <p:sp>
          <p:nvSpPr>
            <p:cNvPr id="799" name="Google Shape;5884;p61">
              <a:extLst>
                <a:ext uri="{FF2B5EF4-FFF2-40B4-BE49-F238E27FC236}">
                  <a16:creationId xmlns:a16="http://schemas.microsoft.com/office/drawing/2014/main" id="{2FA7A7F9-12D0-4A7F-94F0-0DDBE49334BB}"/>
                </a:ext>
              </a:extLst>
            </p:cNvPr>
            <p:cNvSpPr/>
            <p:nvPr/>
          </p:nvSpPr>
          <p:spPr>
            <a:xfrm>
              <a:off x="-47159525" y="2342000"/>
              <a:ext cx="300900" cy="300875"/>
            </a:xfrm>
            <a:custGeom>
              <a:avLst/>
              <a:gdLst/>
              <a:ahLst/>
              <a:cxnLst/>
              <a:rect l="l" t="t" r="r" b="b"/>
              <a:pathLst>
                <a:path w="12036" h="12035" extrusionOk="0">
                  <a:moveTo>
                    <a:pt x="7089" y="1229"/>
                  </a:moveTo>
                  <a:lnTo>
                    <a:pt x="8003" y="2142"/>
                  </a:lnTo>
                  <a:lnTo>
                    <a:pt x="7089" y="2142"/>
                  </a:lnTo>
                  <a:lnTo>
                    <a:pt x="7089" y="1229"/>
                  </a:lnTo>
                  <a:close/>
                  <a:moveTo>
                    <a:pt x="8538" y="6396"/>
                  </a:moveTo>
                  <a:lnTo>
                    <a:pt x="8538" y="6711"/>
                  </a:lnTo>
                  <a:cubicBezTo>
                    <a:pt x="8538" y="6900"/>
                    <a:pt x="8664" y="7057"/>
                    <a:pt x="8885" y="7057"/>
                  </a:cubicBezTo>
                  <a:cubicBezTo>
                    <a:pt x="9074" y="7057"/>
                    <a:pt x="9231" y="6900"/>
                    <a:pt x="9231" y="6711"/>
                  </a:cubicBezTo>
                  <a:lnTo>
                    <a:pt x="9231" y="6427"/>
                  </a:lnTo>
                  <a:cubicBezTo>
                    <a:pt x="10303" y="6585"/>
                    <a:pt x="11153" y="7467"/>
                    <a:pt x="11311" y="8506"/>
                  </a:cubicBezTo>
                  <a:lnTo>
                    <a:pt x="10996" y="8506"/>
                  </a:lnTo>
                  <a:cubicBezTo>
                    <a:pt x="10807" y="8506"/>
                    <a:pt x="10649" y="8664"/>
                    <a:pt x="10649" y="8884"/>
                  </a:cubicBezTo>
                  <a:cubicBezTo>
                    <a:pt x="10649" y="9073"/>
                    <a:pt x="10807" y="9231"/>
                    <a:pt x="10996" y="9231"/>
                  </a:cubicBezTo>
                  <a:lnTo>
                    <a:pt x="11311" y="9231"/>
                  </a:lnTo>
                  <a:cubicBezTo>
                    <a:pt x="11153" y="10302"/>
                    <a:pt x="10303" y="11121"/>
                    <a:pt x="9231" y="11279"/>
                  </a:cubicBezTo>
                  <a:lnTo>
                    <a:pt x="9231" y="10964"/>
                  </a:lnTo>
                  <a:cubicBezTo>
                    <a:pt x="9231" y="10775"/>
                    <a:pt x="9074" y="10617"/>
                    <a:pt x="8885" y="10617"/>
                  </a:cubicBezTo>
                  <a:cubicBezTo>
                    <a:pt x="8664" y="10617"/>
                    <a:pt x="8538" y="10775"/>
                    <a:pt x="8538" y="10964"/>
                  </a:cubicBezTo>
                  <a:lnTo>
                    <a:pt x="8538" y="11279"/>
                  </a:lnTo>
                  <a:cubicBezTo>
                    <a:pt x="7467" y="11121"/>
                    <a:pt x="6585" y="10239"/>
                    <a:pt x="6428" y="9200"/>
                  </a:cubicBezTo>
                  <a:lnTo>
                    <a:pt x="6743" y="9200"/>
                  </a:lnTo>
                  <a:cubicBezTo>
                    <a:pt x="6963" y="9200"/>
                    <a:pt x="7089" y="9042"/>
                    <a:pt x="7089" y="8821"/>
                  </a:cubicBezTo>
                  <a:cubicBezTo>
                    <a:pt x="7089" y="8632"/>
                    <a:pt x="6963" y="8475"/>
                    <a:pt x="6743" y="8475"/>
                  </a:cubicBezTo>
                  <a:lnTo>
                    <a:pt x="6428" y="8475"/>
                  </a:lnTo>
                  <a:cubicBezTo>
                    <a:pt x="6585" y="7404"/>
                    <a:pt x="7467" y="6553"/>
                    <a:pt x="8538" y="6396"/>
                  </a:cubicBezTo>
                  <a:close/>
                  <a:moveTo>
                    <a:pt x="6428" y="725"/>
                  </a:moveTo>
                  <a:lnTo>
                    <a:pt x="6428" y="2489"/>
                  </a:lnTo>
                  <a:cubicBezTo>
                    <a:pt x="6428" y="2678"/>
                    <a:pt x="6585" y="2836"/>
                    <a:pt x="6774" y="2836"/>
                  </a:cubicBezTo>
                  <a:lnTo>
                    <a:pt x="8570" y="2836"/>
                  </a:lnTo>
                  <a:lnTo>
                    <a:pt x="8570" y="5734"/>
                  </a:lnTo>
                  <a:cubicBezTo>
                    <a:pt x="6995" y="5892"/>
                    <a:pt x="5766" y="7246"/>
                    <a:pt x="5766" y="8884"/>
                  </a:cubicBezTo>
                  <a:cubicBezTo>
                    <a:pt x="5766" y="9861"/>
                    <a:pt x="6238" y="10775"/>
                    <a:pt x="6932" y="11310"/>
                  </a:cubicBezTo>
                  <a:lnTo>
                    <a:pt x="757" y="11310"/>
                  </a:lnTo>
                  <a:lnTo>
                    <a:pt x="757" y="725"/>
                  </a:lnTo>
                  <a:close/>
                  <a:moveTo>
                    <a:pt x="379" y="0"/>
                  </a:moveTo>
                  <a:cubicBezTo>
                    <a:pt x="158" y="0"/>
                    <a:pt x="0" y="158"/>
                    <a:pt x="0" y="378"/>
                  </a:cubicBezTo>
                  <a:lnTo>
                    <a:pt x="0" y="11657"/>
                  </a:lnTo>
                  <a:cubicBezTo>
                    <a:pt x="0" y="11877"/>
                    <a:pt x="158" y="12035"/>
                    <a:pt x="379" y="12035"/>
                  </a:cubicBezTo>
                  <a:lnTo>
                    <a:pt x="8822" y="12035"/>
                  </a:lnTo>
                  <a:cubicBezTo>
                    <a:pt x="10555" y="12035"/>
                    <a:pt x="11972" y="10617"/>
                    <a:pt x="11972" y="8884"/>
                  </a:cubicBezTo>
                  <a:cubicBezTo>
                    <a:pt x="12035" y="7215"/>
                    <a:pt x="10807" y="5892"/>
                    <a:pt x="9231" y="5734"/>
                  </a:cubicBezTo>
                  <a:lnTo>
                    <a:pt x="9231" y="2489"/>
                  </a:lnTo>
                  <a:cubicBezTo>
                    <a:pt x="9231" y="2426"/>
                    <a:pt x="9200" y="2300"/>
                    <a:pt x="9105" y="2268"/>
                  </a:cubicBezTo>
                  <a:lnTo>
                    <a:pt x="6995" y="126"/>
                  </a:lnTo>
                  <a:cubicBezTo>
                    <a:pt x="6900" y="63"/>
                    <a:pt x="6837" y="0"/>
                    <a:pt x="6743" y="0"/>
                  </a:cubicBezTo>
                  <a:close/>
                </a:path>
              </a:pathLst>
            </a:custGeom>
            <a:grpFill/>
            <a:ln>
              <a:noFill/>
            </a:ln>
          </p:spPr>
          <p:txBody>
            <a:bodyPr spcFirstLastPara="1" wrap="square" lIns="62728" tIns="62728" rIns="62728" bIns="62728" anchor="ctr" anchorCtr="0">
              <a:noAutofit/>
            </a:bodyPr>
            <a:lstStyle/>
            <a:p>
              <a:endParaRPr sz="764"/>
            </a:p>
          </p:txBody>
        </p:sp>
        <p:sp>
          <p:nvSpPr>
            <p:cNvPr id="800" name="Google Shape;5885;p61">
              <a:extLst>
                <a:ext uri="{FF2B5EF4-FFF2-40B4-BE49-F238E27FC236}">
                  <a16:creationId xmlns:a16="http://schemas.microsoft.com/office/drawing/2014/main" id="{F7FB1171-00AF-4C82-AC1D-9796018F334D}"/>
                </a:ext>
              </a:extLst>
            </p:cNvPr>
            <p:cNvSpPr/>
            <p:nvPr/>
          </p:nvSpPr>
          <p:spPr>
            <a:xfrm>
              <a:off x="-46946075" y="2537325"/>
              <a:ext cx="35450" cy="35475"/>
            </a:xfrm>
            <a:custGeom>
              <a:avLst/>
              <a:gdLst/>
              <a:ahLst/>
              <a:cxnLst/>
              <a:rect l="l" t="t" r="r" b="b"/>
              <a:pathLst>
                <a:path w="1418" h="1419" extrusionOk="0">
                  <a:moveTo>
                    <a:pt x="347" y="0"/>
                  </a:moveTo>
                  <a:cubicBezTo>
                    <a:pt x="158" y="0"/>
                    <a:pt x="0" y="158"/>
                    <a:pt x="0" y="347"/>
                  </a:cubicBezTo>
                  <a:lnTo>
                    <a:pt x="0" y="1071"/>
                  </a:lnTo>
                  <a:cubicBezTo>
                    <a:pt x="0" y="1260"/>
                    <a:pt x="158" y="1418"/>
                    <a:pt x="347" y="1418"/>
                  </a:cubicBezTo>
                  <a:lnTo>
                    <a:pt x="1040" y="1418"/>
                  </a:lnTo>
                  <a:cubicBezTo>
                    <a:pt x="1261" y="1418"/>
                    <a:pt x="1418" y="1260"/>
                    <a:pt x="1418" y="1071"/>
                  </a:cubicBezTo>
                  <a:cubicBezTo>
                    <a:pt x="1387" y="851"/>
                    <a:pt x="1261" y="693"/>
                    <a:pt x="1040" y="693"/>
                  </a:cubicBezTo>
                  <a:lnTo>
                    <a:pt x="693" y="693"/>
                  </a:lnTo>
                  <a:lnTo>
                    <a:pt x="693" y="347"/>
                  </a:ln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801" name="Google Shape;5886;p61">
              <a:extLst>
                <a:ext uri="{FF2B5EF4-FFF2-40B4-BE49-F238E27FC236}">
                  <a16:creationId xmlns:a16="http://schemas.microsoft.com/office/drawing/2014/main" id="{0238CBD9-4CD2-4227-BEBA-6D8BAEC42C22}"/>
                </a:ext>
              </a:extLst>
            </p:cNvPr>
            <p:cNvSpPr/>
            <p:nvPr/>
          </p:nvSpPr>
          <p:spPr>
            <a:xfrm>
              <a:off x="-47122500" y="2537325"/>
              <a:ext cx="87450" cy="17350"/>
            </a:xfrm>
            <a:custGeom>
              <a:avLst/>
              <a:gdLst/>
              <a:ahLst/>
              <a:cxnLst/>
              <a:rect l="l" t="t" r="r" b="b"/>
              <a:pathLst>
                <a:path w="3498" h="694" extrusionOk="0">
                  <a:moveTo>
                    <a:pt x="347" y="0"/>
                  </a:moveTo>
                  <a:cubicBezTo>
                    <a:pt x="158" y="0"/>
                    <a:pt x="0" y="158"/>
                    <a:pt x="0" y="347"/>
                  </a:cubicBezTo>
                  <a:cubicBezTo>
                    <a:pt x="0" y="536"/>
                    <a:pt x="158" y="693"/>
                    <a:pt x="347" y="693"/>
                  </a:cubicBezTo>
                  <a:lnTo>
                    <a:pt x="3151" y="693"/>
                  </a:lnTo>
                  <a:cubicBezTo>
                    <a:pt x="3340" y="693"/>
                    <a:pt x="3497" y="536"/>
                    <a:pt x="3497" y="347"/>
                  </a:cubicBezTo>
                  <a:cubicBezTo>
                    <a:pt x="3497" y="158"/>
                    <a:pt x="3340" y="0"/>
                    <a:pt x="3151" y="0"/>
                  </a:cubicBezTo>
                  <a:close/>
                </a:path>
              </a:pathLst>
            </a:custGeom>
            <a:grpFill/>
            <a:ln>
              <a:noFill/>
            </a:ln>
          </p:spPr>
          <p:txBody>
            <a:bodyPr spcFirstLastPara="1" wrap="square" lIns="62728" tIns="62728" rIns="62728" bIns="62728" anchor="ctr" anchorCtr="0">
              <a:noAutofit/>
            </a:bodyPr>
            <a:lstStyle/>
            <a:p>
              <a:endParaRPr sz="764"/>
            </a:p>
          </p:txBody>
        </p:sp>
        <p:sp>
          <p:nvSpPr>
            <p:cNvPr id="802" name="Google Shape;5887;p61">
              <a:extLst>
                <a:ext uri="{FF2B5EF4-FFF2-40B4-BE49-F238E27FC236}">
                  <a16:creationId xmlns:a16="http://schemas.microsoft.com/office/drawing/2014/main" id="{153C7635-F527-4DE5-AFF2-F99B0EFA0A20}"/>
                </a:ext>
              </a:extLst>
            </p:cNvPr>
            <p:cNvSpPr/>
            <p:nvPr/>
          </p:nvSpPr>
          <p:spPr>
            <a:xfrm>
              <a:off x="-47122500" y="2572775"/>
              <a:ext cx="87450" cy="17350"/>
            </a:xfrm>
            <a:custGeom>
              <a:avLst/>
              <a:gdLst/>
              <a:ahLst/>
              <a:cxnLst/>
              <a:rect l="l" t="t" r="r" b="b"/>
              <a:pathLst>
                <a:path w="3498" h="694" extrusionOk="0">
                  <a:moveTo>
                    <a:pt x="347" y="0"/>
                  </a:moveTo>
                  <a:cubicBezTo>
                    <a:pt x="158" y="0"/>
                    <a:pt x="0" y="158"/>
                    <a:pt x="0" y="347"/>
                  </a:cubicBezTo>
                  <a:cubicBezTo>
                    <a:pt x="0" y="536"/>
                    <a:pt x="158" y="693"/>
                    <a:pt x="347" y="693"/>
                  </a:cubicBezTo>
                  <a:lnTo>
                    <a:pt x="3151" y="693"/>
                  </a:lnTo>
                  <a:cubicBezTo>
                    <a:pt x="3340" y="693"/>
                    <a:pt x="3497" y="536"/>
                    <a:pt x="3497" y="347"/>
                  </a:cubicBezTo>
                  <a:cubicBezTo>
                    <a:pt x="3497" y="158"/>
                    <a:pt x="3340" y="0"/>
                    <a:pt x="315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767" name="Google Shape;5888;p61">
            <a:extLst>
              <a:ext uri="{FF2B5EF4-FFF2-40B4-BE49-F238E27FC236}">
                <a16:creationId xmlns:a16="http://schemas.microsoft.com/office/drawing/2014/main" id="{AE3231B1-BB05-459E-936F-37B28B874AE8}"/>
              </a:ext>
            </a:extLst>
          </p:cNvPr>
          <p:cNvGrpSpPr/>
          <p:nvPr/>
        </p:nvGrpSpPr>
        <p:grpSpPr>
          <a:xfrm>
            <a:off x="8048078" y="4733836"/>
            <a:ext cx="227666" cy="228273"/>
            <a:chOff x="-47157950" y="2712175"/>
            <a:chExt cx="300100" cy="300900"/>
          </a:xfrm>
          <a:solidFill>
            <a:schemeClr val="tx1"/>
          </a:solidFill>
        </p:grpSpPr>
        <p:sp>
          <p:nvSpPr>
            <p:cNvPr id="791" name="Google Shape;5889;p61">
              <a:extLst>
                <a:ext uri="{FF2B5EF4-FFF2-40B4-BE49-F238E27FC236}">
                  <a16:creationId xmlns:a16="http://schemas.microsoft.com/office/drawing/2014/main" id="{D9BCCBF8-E3CF-4709-945D-CFEB9C412FBA}"/>
                </a:ext>
              </a:extLst>
            </p:cNvPr>
            <p:cNvSpPr/>
            <p:nvPr/>
          </p:nvSpPr>
          <p:spPr>
            <a:xfrm>
              <a:off x="-47157950" y="2712175"/>
              <a:ext cx="300100" cy="300900"/>
            </a:xfrm>
            <a:custGeom>
              <a:avLst/>
              <a:gdLst/>
              <a:ahLst/>
              <a:cxnLst/>
              <a:rect l="l" t="t" r="r" b="b"/>
              <a:pathLst>
                <a:path w="12004" h="12036" extrusionOk="0">
                  <a:moveTo>
                    <a:pt x="7026" y="1166"/>
                  </a:moveTo>
                  <a:lnTo>
                    <a:pt x="7940" y="2048"/>
                  </a:lnTo>
                  <a:lnTo>
                    <a:pt x="7026" y="2048"/>
                  </a:lnTo>
                  <a:lnTo>
                    <a:pt x="7026" y="1166"/>
                  </a:lnTo>
                  <a:close/>
                  <a:moveTo>
                    <a:pt x="6333" y="693"/>
                  </a:moveTo>
                  <a:lnTo>
                    <a:pt x="6333" y="2458"/>
                  </a:lnTo>
                  <a:cubicBezTo>
                    <a:pt x="6333" y="2647"/>
                    <a:pt x="6491" y="2804"/>
                    <a:pt x="6680" y="2804"/>
                  </a:cubicBezTo>
                  <a:lnTo>
                    <a:pt x="8444" y="2804"/>
                  </a:lnTo>
                  <a:lnTo>
                    <a:pt x="8444" y="4222"/>
                  </a:lnTo>
                  <a:lnTo>
                    <a:pt x="3529" y="4222"/>
                  </a:lnTo>
                  <a:lnTo>
                    <a:pt x="3529" y="693"/>
                  </a:lnTo>
                  <a:close/>
                  <a:moveTo>
                    <a:pt x="10933" y="4222"/>
                  </a:moveTo>
                  <a:cubicBezTo>
                    <a:pt x="11122" y="4222"/>
                    <a:pt x="11279" y="4380"/>
                    <a:pt x="11279" y="4569"/>
                  </a:cubicBezTo>
                  <a:lnTo>
                    <a:pt x="11279" y="8097"/>
                  </a:lnTo>
                  <a:lnTo>
                    <a:pt x="11248" y="8097"/>
                  </a:lnTo>
                  <a:cubicBezTo>
                    <a:pt x="11248" y="8286"/>
                    <a:pt x="11090" y="8444"/>
                    <a:pt x="10901" y="8444"/>
                  </a:cubicBezTo>
                  <a:lnTo>
                    <a:pt x="9137" y="8444"/>
                  </a:lnTo>
                  <a:lnTo>
                    <a:pt x="9137" y="7719"/>
                  </a:lnTo>
                  <a:lnTo>
                    <a:pt x="9483" y="7719"/>
                  </a:lnTo>
                  <a:cubicBezTo>
                    <a:pt x="9673" y="7719"/>
                    <a:pt x="9830" y="7562"/>
                    <a:pt x="9830" y="7372"/>
                  </a:cubicBezTo>
                  <a:cubicBezTo>
                    <a:pt x="9830" y="7183"/>
                    <a:pt x="9673" y="7026"/>
                    <a:pt x="9483" y="7026"/>
                  </a:cubicBezTo>
                  <a:lnTo>
                    <a:pt x="2458" y="7026"/>
                  </a:lnTo>
                  <a:cubicBezTo>
                    <a:pt x="2269" y="7026"/>
                    <a:pt x="2111" y="7183"/>
                    <a:pt x="2111" y="7372"/>
                  </a:cubicBezTo>
                  <a:cubicBezTo>
                    <a:pt x="2111" y="7562"/>
                    <a:pt x="2269" y="7719"/>
                    <a:pt x="2458" y="7719"/>
                  </a:cubicBezTo>
                  <a:lnTo>
                    <a:pt x="2836" y="7719"/>
                  </a:lnTo>
                  <a:lnTo>
                    <a:pt x="2836" y="8444"/>
                  </a:lnTo>
                  <a:lnTo>
                    <a:pt x="1040" y="8444"/>
                  </a:lnTo>
                  <a:cubicBezTo>
                    <a:pt x="851" y="8444"/>
                    <a:pt x="694" y="8286"/>
                    <a:pt x="694" y="8097"/>
                  </a:cubicBezTo>
                  <a:lnTo>
                    <a:pt x="694" y="4569"/>
                  </a:lnTo>
                  <a:cubicBezTo>
                    <a:pt x="694" y="4380"/>
                    <a:pt x="851" y="4222"/>
                    <a:pt x="1040" y="4222"/>
                  </a:cubicBezTo>
                  <a:lnTo>
                    <a:pt x="2836" y="4222"/>
                  </a:lnTo>
                  <a:lnTo>
                    <a:pt x="2836" y="4569"/>
                  </a:lnTo>
                  <a:cubicBezTo>
                    <a:pt x="2836" y="4789"/>
                    <a:pt x="2993" y="4947"/>
                    <a:pt x="3183" y="4947"/>
                  </a:cubicBezTo>
                  <a:lnTo>
                    <a:pt x="8822" y="4947"/>
                  </a:lnTo>
                  <a:cubicBezTo>
                    <a:pt x="9011" y="4947"/>
                    <a:pt x="9168" y="4789"/>
                    <a:pt x="9168" y="4569"/>
                  </a:cubicBezTo>
                  <a:lnTo>
                    <a:pt x="9168" y="4222"/>
                  </a:lnTo>
                  <a:close/>
                  <a:moveTo>
                    <a:pt x="8412" y="7719"/>
                  </a:moveTo>
                  <a:lnTo>
                    <a:pt x="8412" y="11279"/>
                  </a:lnTo>
                  <a:lnTo>
                    <a:pt x="3498" y="11279"/>
                  </a:lnTo>
                  <a:lnTo>
                    <a:pt x="3498" y="7719"/>
                  </a:lnTo>
                  <a:close/>
                  <a:moveTo>
                    <a:pt x="3183" y="0"/>
                  </a:moveTo>
                  <a:cubicBezTo>
                    <a:pt x="2993" y="0"/>
                    <a:pt x="2836" y="158"/>
                    <a:pt x="2836" y="378"/>
                  </a:cubicBezTo>
                  <a:lnTo>
                    <a:pt x="2836" y="3560"/>
                  </a:lnTo>
                  <a:lnTo>
                    <a:pt x="1072" y="3560"/>
                  </a:lnTo>
                  <a:cubicBezTo>
                    <a:pt x="473" y="3560"/>
                    <a:pt x="1" y="4033"/>
                    <a:pt x="1" y="4600"/>
                  </a:cubicBezTo>
                  <a:lnTo>
                    <a:pt x="1" y="8129"/>
                  </a:lnTo>
                  <a:cubicBezTo>
                    <a:pt x="1" y="8696"/>
                    <a:pt x="473" y="9168"/>
                    <a:pt x="1072" y="9168"/>
                  </a:cubicBezTo>
                  <a:lnTo>
                    <a:pt x="2836" y="9168"/>
                  </a:lnTo>
                  <a:lnTo>
                    <a:pt x="2836" y="11657"/>
                  </a:lnTo>
                  <a:cubicBezTo>
                    <a:pt x="2836" y="11846"/>
                    <a:pt x="2993" y="12035"/>
                    <a:pt x="3183" y="12035"/>
                  </a:cubicBezTo>
                  <a:lnTo>
                    <a:pt x="8822" y="12035"/>
                  </a:lnTo>
                  <a:cubicBezTo>
                    <a:pt x="9011" y="12035"/>
                    <a:pt x="9168" y="11846"/>
                    <a:pt x="9168" y="11657"/>
                  </a:cubicBezTo>
                  <a:lnTo>
                    <a:pt x="9168" y="9168"/>
                  </a:lnTo>
                  <a:lnTo>
                    <a:pt x="10933" y="9168"/>
                  </a:lnTo>
                  <a:cubicBezTo>
                    <a:pt x="11531" y="9168"/>
                    <a:pt x="12004" y="8696"/>
                    <a:pt x="12004" y="8129"/>
                  </a:cubicBezTo>
                  <a:lnTo>
                    <a:pt x="12004" y="4600"/>
                  </a:lnTo>
                  <a:cubicBezTo>
                    <a:pt x="11972" y="4001"/>
                    <a:pt x="11500" y="3529"/>
                    <a:pt x="10901" y="3529"/>
                  </a:cubicBezTo>
                  <a:lnTo>
                    <a:pt x="9137" y="3529"/>
                  </a:lnTo>
                  <a:lnTo>
                    <a:pt x="9137" y="2458"/>
                  </a:lnTo>
                  <a:cubicBezTo>
                    <a:pt x="9137" y="2363"/>
                    <a:pt x="9074" y="2269"/>
                    <a:pt x="9011" y="2206"/>
                  </a:cubicBezTo>
                  <a:lnTo>
                    <a:pt x="6932" y="126"/>
                  </a:lnTo>
                  <a:cubicBezTo>
                    <a:pt x="6837" y="63"/>
                    <a:pt x="6774" y="0"/>
                    <a:pt x="6680" y="0"/>
                  </a:cubicBezTo>
                  <a:close/>
                </a:path>
              </a:pathLst>
            </a:custGeom>
            <a:grpFill/>
            <a:ln>
              <a:noFill/>
            </a:ln>
          </p:spPr>
          <p:txBody>
            <a:bodyPr spcFirstLastPara="1" wrap="square" lIns="62728" tIns="62728" rIns="62728" bIns="62728" anchor="ctr" anchorCtr="0">
              <a:noAutofit/>
            </a:bodyPr>
            <a:lstStyle/>
            <a:p>
              <a:endParaRPr sz="764"/>
            </a:p>
          </p:txBody>
        </p:sp>
        <p:sp>
          <p:nvSpPr>
            <p:cNvPr id="792" name="Google Shape;5890;p61">
              <a:extLst>
                <a:ext uri="{FF2B5EF4-FFF2-40B4-BE49-F238E27FC236}">
                  <a16:creationId xmlns:a16="http://schemas.microsoft.com/office/drawing/2014/main" id="{CB47B981-0F14-4D77-96EC-A779B1FC39AA}"/>
                </a:ext>
              </a:extLst>
            </p:cNvPr>
            <p:cNvSpPr/>
            <p:nvPr/>
          </p:nvSpPr>
          <p:spPr>
            <a:xfrm>
              <a:off x="-47087075" y="2852375"/>
              <a:ext cx="17350" cy="17350"/>
            </a:xfrm>
            <a:custGeom>
              <a:avLst/>
              <a:gdLst/>
              <a:ahLst/>
              <a:cxnLst/>
              <a:rect l="l" t="t" r="r" b="b"/>
              <a:pathLst>
                <a:path w="694" h="694" extrusionOk="0">
                  <a:moveTo>
                    <a:pt x="348" y="0"/>
                  </a:moveTo>
                  <a:cubicBezTo>
                    <a:pt x="158" y="0"/>
                    <a:pt x="1" y="158"/>
                    <a:pt x="1" y="347"/>
                  </a:cubicBezTo>
                  <a:cubicBezTo>
                    <a:pt x="1" y="536"/>
                    <a:pt x="158" y="693"/>
                    <a:pt x="348" y="693"/>
                  </a:cubicBezTo>
                  <a:cubicBezTo>
                    <a:pt x="537" y="693"/>
                    <a:pt x="694" y="536"/>
                    <a:pt x="694" y="347"/>
                  </a:cubicBezTo>
                  <a:cubicBezTo>
                    <a:pt x="694" y="158"/>
                    <a:pt x="537" y="0"/>
                    <a:pt x="348" y="0"/>
                  </a:cubicBezTo>
                  <a:close/>
                </a:path>
              </a:pathLst>
            </a:custGeom>
            <a:grpFill/>
            <a:ln>
              <a:noFill/>
            </a:ln>
          </p:spPr>
          <p:txBody>
            <a:bodyPr spcFirstLastPara="1" wrap="square" lIns="62728" tIns="62728" rIns="62728" bIns="62728" anchor="ctr" anchorCtr="0">
              <a:noAutofit/>
            </a:bodyPr>
            <a:lstStyle/>
            <a:p>
              <a:endParaRPr sz="764"/>
            </a:p>
          </p:txBody>
        </p:sp>
        <p:sp>
          <p:nvSpPr>
            <p:cNvPr id="793" name="Google Shape;5891;p61">
              <a:extLst>
                <a:ext uri="{FF2B5EF4-FFF2-40B4-BE49-F238E27FC236}">
                  <a16:creationId xmlns:a16="http://schemas.microsoft.com/office/drawing/2014/main" id="{CBDCBBDA-C213-4AB5-86D4-E4E46D306E41}"/>
                </a:ext>
              </a:extLst>
            </p:cNvPr>
            <p:cNvSpPr/>
            <p:nvPr/>
          </p:nvSpPr>
          <p:spPr>
            <a:xfrm>
              <a:off x="-47052400" y="2852375"/>
              <a:ext cx="17350" cy="17350"/>
            </a:xfrm>
            <a:custGeom>
              <a:avLst/>
              <a:gdLst/>
              <a:ahLst/>
              <a:cxnLst/>
              <a:rect l="l" t="t" r="r" b="b"/>
              <a:pathLst>
                <a:path w="694" h="694" extrusionOk="0">
                  <a:moveTo>
                    <a:pt x="347" y="0"/>
                  </a:moveTo>
                  <a:cubicBezTo>
                    <a:pt x="126" y="0"/>
                    <a:pt x="0" y="158"/>
                    <a:pt x="0" y="347"/>
                  </a:cubicBezTo>
                  <a:cubicBezTo>
                    <a:pt x="0" y="536"/>
                    <a:pt x="126" y="693"/>
                    <a:pt x="347" y="693"/>
                  </a:cubicBezTo>
                  <a:cubicBezTo>
                    <a:pt x="536" y="693"/>
                    <a:pt x="693" y="536"/>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794" name="Google Shape;5892;p61">
              <a:extLst>
                <a:ext uri="{FF2B5EF4-FFF2-40B4-BE49-F238E27FC236}">
                  <a16:creationId xmlns:a16="http://schemas.microsoft.com/office/drawing/2014/main" id="{982F8CE0-A963-4B63-BEE5-1FAF81AD26E5}"/>
                </a:ext>
              </a:extLst>
            </p:cNvPr>
            <p:cNvSpPr/>
            <p:nvPr/>
          </p:nvSpPr>
          <p:spPr>
            <a:xfrm>
              <a:off x="-47051625" y="2957900"/>
              <a:ext cx="87450" cy="17350"/>
            </a:xfrm>
            <a:custGeom>
              <a:avLst/>
              <a:gdLst/>
              <a:ahLst/>
              <a:cxnLst/>
              <a:rect l="l" t="t" r="r" b="b"/>
              <a:pathLst>
                <a:path w="3498" h="694" extrusionOk="0">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grpFill/>
            <a:ln>
              <a:noFill/>
            </a:ln>
          </p:spPr>
          <p:txBody>
            <a:bodyPr spcFirstLastPara="1" wrap="square" lIns="62728" tIns="62728" rIns="62728" bIns="62728" anchor="ctr" anchorCtr="0">
              <a:noAutofit/>
            </a:bodyPr>
            <a:lstStyle/>
            <a:p>
              <a:endParaRPr sz="764"/>
            </a:p>
          </p:txBody>
        </p:sp>
        <p:sp>
          <p:nvSpPr>
            <p:cNvPr id="795" name="Google Shape;5893;p61">
              <a:extLst>
                <a:ext uri="{FF2B5EF4-FFF2-40B4-BE49-F238E27FC236}">
                  <a16:creationId xmlns:a16="http://schemas.microsoft.com/office/drawing/2014/main" id="{B649EE6F-EF13-44A2-8AC1-5094BB09D2EB}"/>
                </a:ext>
              </a:extLst>
            </p:cNvPr>
            <p:cNvSpPr/>
            <p:nvPr/>
          </p:nvSpPr>
          <p:spPr>
            <a:xfrm>
              <a:off x="-47051625" y="2923250"/>
              <a:ext cx="87450" cy="17350"/>
            </a:xfrm>
            <a:custGeom>
              <a:avLst/>
              <a:gdLst/>
              <a:ahLst/>
              <a:cxnLst/>
              <a:rect l="l" t="t" r="r" b="b"/>
              <a:pathLst>
                <a:path w="3498" h="694" extrusionOk="0">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grpFill/>
            <a:ln>
              <a:noFill/>
            </a:ln>
          </p:spPr>
          <p:txBody>
            <a:bodyPr spcFirstLastPara="1" wrap="square" lIns="62728" tIns="62728" rIns="62728" bIns="62728" anchor="ctr" anchorCtr="0">
              <a:noAutofit/>
            </a:bodyPr>
            <a:lstStyle/>
            <a:p>
              <a:endParaRPr sz="764"/>
            </a:p>
          </p:txBody>
        </p:sp>
        <p:sp>
          <p:nvSpPr>
            <p:cNvPr id="796" name="Google Shape;5894;p61">
              <a:extLst>
                <a:ext uri="{FF2B5EF4-FFF2-40B4-BE49-F238E27FC236}">
                  <a16:creationId xmlns:a16="http://schemas.microsoft.com/office/drawing/2014/main" id="{B98875AA-1102-4D75-B64D-98E34B72BDC0}"/>
                </a:ext>
              </a:extLst>
            </p:cNvPr>
            <p:cNvSpPr/>
            <p:nvPr/>
          </p:nvSpPr>
          <p:spPr>
            <a:xfrm>
              <a:off x="-47017750" y="2852375"/>
              <a:ext cx="35450" cy="17350"/>
            </a:xfrm>
            <a:custGeom>
              <a:avLst/>
              <a:gdLst/>
              <a:ahLst/>
              <a:cxnLst/>
              <a:rect l="l" t="t" r="r" b="b"/>
              <a:pathLst>
                <a:path w="1418" h="694" extrusionOk="0">
                  <a:moveTo>
                    <a:pt x="378" y="0"/>
                  </a:moveTo>
                  <a:cubicBezTo>
                    <a:pt x="158" y="0"/>
                    <a:pt x="0" y="158"/>
                    <a:pt x="0" y="347"/>
                  </a:cubicBezTo>
                  <a:cubicBezTo>
                    <a:pt x="0" y="536"/>
                    <a:pt x="158" y="693"/>
                    <a:pt x="378" y="693"/>
                  </a:cubicBezTo>
                  <a:lnTo>
                    <a:pt x="1072" y="693"/>
                  </a:lnTo>
                  <a:cubicBezTo>
                    <a:pt x="1261" y="693"/>
                    <a:pt x="1418" y="536"/>
                    <a:pt x="1418" y="347"/>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sp>
          <p:nvSpPr>
            <p:cNvPr id="797" name="Google Shape;5895;p61">
              <a:extLst>
                <a:ext uri="{FF2B5EF4-FFF2-40B4-BE49-F238E27FC236}">
                  <a16:creationId xmlns:a16="http://schemas.microsoft.com/office/drawing/2014/main" id="{DBE71567-8C5D-4A29-A848-F6E6767B9A8D}"/>
                </a:ext>
              </a:extLst>
            </p:cNvPr>
            <p:cNvSpPr/>
            <p:nvPr/>
          </p:nvSpPr>
          <p:spPr>
            <a:xfrm>
              <a:off x="-46964975" y="2852375"/>
              <a:ext cx="35450" cy="17350"/>
            </a:xfrm>
            <a:custGeom>
              <a:avLst/>
              <a:gdLst/>
              <a:ahLst/>
              <a:cxnLst/>
              <a:rect l="l" t="t" r="r" b="b"/>
              <a:pathLst>
                <a:path w="1418" h="694" extrusionOk="0">
                  <a:moveTo>
                    <a:pt x="347" y="0"/>
                  </a:moveTo>
                  <a:cubicBezTo>
                    <a:pt x="158" y="0"/>
                    <a:pt x="0" y="158"/>
                    <a:pt x="0" y="347"/>
                  </a:cubicBezTo>
                  <a:cubicBezTo>
                    <a:pt x="0" y="536"/>
                    <a:pt x="158" y="693"/>
                    <a:pt x="347" y="693"/>
                  </a:cubicBezTo>
                  <a:lnTo>
                    <a:pt x="1040" y="693"/>
                  </a:lnTo>
                  <a:cubicBezTo>
                    <a:pt x="1260" y="693"/>
                    <a:pt x="1418" y="536"/>
                    <a:pt x="1418" y="347"/>
                  </a:cubicBezTo>
                  <a:cubicBezTo>
                    <a:pt x="1418" y="158"/>
                    <a:pt x="1260" y="0"/>
                    <a:pt x="1040" y="0"/>
                  </a:cubicBezTo>
                  <a:close/>
                </a:path>
              </a:pathLst>
            </a:custGeom>
            <a:grpFill/>
            <a:ln>
              <a:noFill/>
            </a:ln>
          </p:spPr>
          <p:txBody>
            <a:bodyPr spcFirstLastPara="1" wrap="square" lIns="62728" tIns="62728" rIns="62728" bIns="62728" anchor="ctr" anchorCtr="0">
              <a:noAutofit/>
            </a:bodyPr>
            <a:lstStyle/>
            <a:p>
              <a:endParaRPr sz="764"/>
            </a:p>
          </p:txBody>
        </p:sp>
      </p:grpSp>
      <p:sp>
        <p:nvSpPr>
          <p:cNvPr id="768" name="Google Shape;5896;p61">
            <a:extLst>
              <a:ext uri="{FF2B5EF4-FFF2-40B4-BE49-F238E27FC236}">
                <a16:creationId xmlns:a16="http://schemas.microsoft.com/office/drawing/2014/main" id="{C0119BC5-C74E-4DC2-8483-71BAA8FED5D9}"/>
              </a:ext>
            </a:extLst>
          </p:cNvPr>
          <p:cNvSpPr/>
          <p:nvPr/>
        </p:nvSpPr>
        <p:spPr>
          <a:xfrm>
            <a:off x="10051261" y="4157115"/>
            <a:ext cx="200185" cy="227078"/>
          </a:xfrm>
          <a:custGeom>
            <a:avLst/>
            <a:gdLst/>
            <a:ahLst/>
            <a:cxnLst/>
            <a:rect l="l" t="t" r="r" b="b"/>
            <a:pathLst>
              <a:path w="10555" h="11973" extrusionOk="0">
                <a:moveTo>
                  <a:pt x="3151" y="2836"/>
                </a:moveTo>
                <a:cubicBezTo>
                  <a:pt x="3340" y="2836"/>
                  <a:pt x="3498" y="2994"/>
                  <a:pt x="3498" y="3183"/>
                </a:cubicBezTo>
                <a:lnTo>
                  <a:pt x="3498" y="3529"/>
                </a:lnTo>
                <a:lnTo>
                  <a:pt x="2805" y="3529"/>
                </a:lnTo>
                <a:lnTo>
                  <a:pt x="2805" y="3183"/>
                </a:lnTo>
                <a:cubicBezTo>
                  <a:pt x="2805" y="2994"/>
                  <a:pt x="2962" y="2836"/>
                  <a:pt x="3151" y="2836"/>
                </a:cubicBezTo>
                <a:close/>
                <a:moveTo>
                  <a:pt x="9862" y="4191"/>
                </a:moveTo>
                <a:lnTo>
                  <a:pt x="9862" y="5262"/>
                </a:lnTo>
                <a:cubicBezTo>
                  <a:pt x="9862" y="5451"/>
                  <a:pt x="9704" y="5609"/>
                  <a:pt x="9484" y="5609"/>
                </a:cubicBezTo>
                <a:cubicBezTo>
                  <a:pt x="9295" y="5609"/>
                  <a:pt x="9137" y="5451"/>
                  <a:pt x="9137" y="5262"/>
                </a:cubicBezTo>
                <a:lnTo>
                  <a:pt x="9137" y="4191"/>
                </a:lnTo>
                <a:close/>
                <a:moveTo>
                  <a:pt x="3151" y="5609"/>
                </a:moveTo>
                <a:cubicBezTo>
                  <a:pt x="3340" y="5609"/>
                  <a:pt x="3498" y="5766"/>
                  <a:pt x="3498" y="5987"/>
                </a:cubicBezTo>
                <a:cubicBezTo>
                  <a:pt x="3498" y="6176"/>
                  <a:pt x="3340" y="6333"/>
                  <a:pt x="3151" y="6333"/>
                </a:cubicBezTo>
                <a:cubicBezTo>
                  <a:pt x="2962" y="6333"/>
                  <a:pt x="2805" y="6176"/>
                  <a:pt x="2805" y="5987"/>
                </a:cubicBezTo>
                <a:cubicBezTo>
                  <a:pt x="2805" y="5766"/>
                  <a:pt x="2962" y="5609"/>
                  <a:pt x="3151" y="5609"/>
                </a:cubicBezTo>
                <a:close/>
                <a:moveTo>
                  <a:pt x="3592" y="4254"/>
                </a:moveTo>
                <a:cubicBezTo>
                  <a:pt x="4695" y="4443"/>
                  <a:pt x="5640" y="5451"/>
                  <a:pt x="5640" y="6680"/>
                </a:cubicBezTo>
                <a:lnTo>
                  <a:pt x="5640" y="8822"/>
                </a:lnTo>
                <a:cubicBezTo>
                  <a:pt x="5640" y="10145"/>
                  <a:pt x="4538" y="11248"/>
                  <a:pt x="3183" y="11248"/>
                </a:cubicBezTo>
                <a:cubicBezTo>
                  <a:pt x="1860" y="11248"/>
                  <a:pt x="757" y="10145"/>
                  <a:pt x="757" y="8822"/>
                </a:cubicBezTo>
                <a:lnTo>
                  <a:pt x="757" y="6680"/>
                </a:lnTo>
                <a:cubicBezTo>
                  <a:pt x="757" y="5451"/>
                  <a:pt x="1671" y="4443"/>
                  <a:pt x="2868" y="4254"/>
                </a:cubicBezTo>
                <a:lnTo>
                  <a:pt x="2868" y="4979"/>
                </a:lnTo>
                <a:cubicBezTo>
                  <a:pt x="2490" y="5136"/>
                  <a:pt x="2175" y="5546"/>
                  <a:pt x="2175" y="5987"/>
                </a:cubicBezTo>
                <a:cubicBezTo>
                  <a:pt x="2175" y="6396"/>
                  <a:pt x="2458" y="6837"/>
                  <a:pt x="2868" y="6963"/>
                </a:cubicBezTo>
                <a:lnTo>
                  <a:pt x="2868" y="7341"/>
                </a:lnTo>
                <a:cubicBezTo>
                  <a:pt x="2868" y="7562"/>
                  <a:pt x="3025" y="7719"/>
                  <a:pt x="3246" y="7719"/>
                </a:cubicBezTo>
                <a:cubicBezTo>
                  <a:pt x="3435" y="7719"/>
                  <a:pt x="3592" y="7562"/>
                  <a:pt x="3592" y="7341"/>
                </a:cubicBezTo>
                <a:lnTo>
                  <a:pt x="3592" y="6963"/>
                </a:lnTo>
                <a:cubicBezTo>
                  <a:pt x="3970" y="6806"/>
                  <a:pt x="4286" y="6396"/>
                  <a:pt x="4286" y="5987"/>
                </a:cubicBezTo>
                <a:cubicBezTo>
                  <a:pt x="4286" y="5546"/>
                  <a:pt x="4033" y="5105"/>
                  <a:pt x="3592" y="4979"/>
                </a:cubicBezTo>
                <a:lnTo>
                  <a:pt x="3592" y="4254"/>
                </a:lnTo>
                <a:close/>
                <a:moveTo>
                  <a:pt x="5294" y="1"/>
                </a:moveTo>
                <a:cubicBezTo>
                  <a:pt x="4033" y="1"/>
                  <a:pt x="2994" y="946"/>
                  <a:pt x="2836" y="2143"/>
                </a:cubicBezTo>
                <a:cubicBezTo>
                  <a:pt x="2427" y="2301"/>
                  <a:pt x="2143" y="2710"/>
                  <a:pt x="2143" y="3151"/>
                </a:cubicBezTo>
                <a:lnTo>
                  <a:pt x="2143" y="3687"/>
                </a:lnTo>
                <a:cubicBezTo>
                  <a:pt x="914" y="4128"/>
                  <a:pt x="1" y="5294"/>
                  <a:pt x="1" y="6680"/>
                </a:cubicBezTo>
                <a:lnTo>
                  <a:pt x="1" y="8822"/>
                </a:lnTo>
                <a:cubicBezTo>
                  <a:pt x="1" y="10555"/>
                  <a:pt x="1419" y="11973"/>
                  <a:pt x="3151" y="11973"/>
                </a:cubicBezTo>
                <a:cubicBezTo>
                  <a:pt x="4884" y="11973"/>
                  <a:pt x="6302" y="10555"/>
                  <a:pt x="6302" y="8822"/>
                </a:cubicBezTo>
                <a:lnTo>
                  <a:pt x="6302" y="6680"/>
                </a:lnTo>
                <a:cubicBezTo>
                  <a:pt x="6302" y="5294"/>
                  <a:pt x="5451" y="4128"/>
                  <a:pt x="4191" y="3687"/>
                </a:cubicBezTo>
                <a:lnTo>
                  <a:pt x="4191" y="3151"/>
                </a:lnTo>
                <a:cubicBezTo>
                  <a:pt x="4191" y="2710"/>
                  <a:pt x="3907" y="2301"/>
                  <a:pt x="3529" y="2143"/>
                </a:cubicBezTo>
                <a:cubicBezTo>
                  <a:pt x="3624" y="1293"/>
                  <a:pt x="4380" y="662"/>
                  <a:pt x="5262" y="662"/>
                </a:cubicBezTo>
                <a:cubicBezTo>
                  <a:pt x="6239" y="662"/>
                  <a:pt x="7026" y="1450"/>
                  <a:pt x="7026" y="2427"/>
                </a:cubicBezTo>
                <a:lnTo>
                  <a:pt x="7026" y="8413"/>
                </a:lnTo>
                <a:cubicBezTo>
                  <a:pt x="7026" y="9200"/>
                  <a:pt x="7657" y="9830"/>
                  <a:pt x="8444" y="9830"/>
                </a:cubicBezTo>
                <a:cubicBezTo>
                  <a:pt x="9232" y="9830"/>
                  <a:pt x="9862" y="9200"/>
                  <a:pt x="9862" y="8413"/>
                </a:cubicBezTo>
                <a:lnTo>
                  <a:pt x="9862" y="6239"/>
                </a:lnTo>
                <a:cubicBezTo>
                  <a:pt x="10240" y="6081"/>
                  <a:pt x="10555" y="5703"/>
                  <a:pt x="10555" y="5262"/>
                </a:cubicBezTo>
                <a:lnTo>
                  <a:pt x="10555" y="3844"/>
                </a:lnTo>
                <a:cubicBezTo>
                  <a:pt x="10555" y="3687"/>
                  <a:pt x="10397" y="3529"/>
                  <a:pt x="10208" y="3529"/>
                </a:cubicBezTo>
                <a:lnTo>
                  <a:pt x="9862" y="3529"/>
                </a:lnTo>
                <a:lnTo>
                  <a:pt x="9862" y="2458"/>
                </a:lnTo>
                <a:cubicBezTo>
                  <a:pt x="9862" y="2269"/>
                  <a:pt x="9704" y="2112"/>
                  <a:pt x="9515" y="2112"/>
                </a:cubicBezTo>
                <a:cubicBezTo>
                  <a:pt x="9295" y="2112"/>
                  <a:pt x="9137" y="2269"/>
                  <a:pt x="9137" y="2458"/>
                </a:cubicBezTo>
                <a:lnTo>
                  <a:pt x="9137" y="3529"/>
                </a:lnTo>
                <a:lnTo>
                  <a:pt x="8791" y="3529"/>
                </a:lnTo>
                <a:cubicBezTo>
                  <a:pt x="8602" y="3529"/>
                  <a:pt x="8444" y="3687"/>
                  <a:pt x="8444" y="3876"/>
                </a:cubicBezTo>
                <a:lnTo>
                  <a:pt x="8444" y="5294"/>
                </a:lnTo>
                <a:cubicBezTo>
                  <a:pt x="8444" y="5766"/>
                  <a:pt x="8728" y="6176"/>
                  <a:pt x="9137" y="6302"/>
                </a:cubicBezTo>
                <a:lnTo>
                  <a:pt x="9137" y="8444"/>
                </a:lnTo>
                <a:cubicBezTo>
                  <a:pt x="9137" y="8854"/>
                  <a:pt x="8822" y="9169"/>
                  <a:pt x="8444" y="9169"/>
                </a:cubicBezTo>
                <a:cubicBezTo>
                  <a:pt x="8035" y="9169"/>
                  <a:pt x="7720" y="8854"/>
                  <a:pt x="7720" y="8444"/>
                </a:cubicBezTo>
                <a:lnTo>
                  <a:pt x="7720" y="2458"/>
                </a:lnTo>
                <a:cubicBezTo>
                  <a:pt x="7720" y="1103"/>
                  <a:pt x="6617" y="1"/>
                  <a:pt x="529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771" name="Google Shape;5907;p61">
            <a:extLst>
              <a:ext uri="{FF2B5EF4-FFF2-40B4-BE49-F238E27FC236}">
                <a16:creationId xmlns:a16="http://schemas.microsoft.com/office/drawing/2014/main" id="{94C3EE34-2479-46B6-8D87-138F13A3A7C4}"/>
              </a:ext>
            </a:extLst>
          </p:cNvPr>
          <p:cNvSpPr/>
          <p:nvPr/>
        </p:nvSpPr>
        <p:spPr>
          <a:xfrm>
            <a:off x="6056782" y="4415597"/>
            <a:ext cx="227666" cy="227666"/>
          </a:xfrm>
          <a:custGeom>
            <a:avLst/>
            <a:gdLst/>
            <a:ahLst/>
            <a:cxnLst/>
            <a:rect l="l" t="t" r="r" b="b"/>
            <a:pathLst>
              <a:path w="12004" h="12004" extrusionOk="0">
                <a:moveTo>
                  <a:pt x="2867" y="725"/>
                </a:moveTo>
                <a:lnTo>
                  <a:pt x="2867" y="1449"/>
                </a:lnTo>
                <a:lnTo>
                  <a:pt x="2174" y="1449"/>
                </a:lnTo>
                <a:lnTo>
                  <a:pt x="2174" y="725"/>
                </a:lnTo>
                <a:close/>
                <a:moveTo>
                  <a:pt x="7971" y="3592"/>
                </a:moveTo>
                <a:lnTo>
                  <a:pt x="3560" y="8002"/>
                </a:lnTo>
                <a:lnTo>
                  <a:pt x="3560" y="3592"/>
                </a:lnTo>
                <a:close/>
                <a:moveTo>
                  <a:pt x="8506" y="4064"/>
                </a:moveTo>
                <a:lnTo>
                  <a:pt x="8506" y="8475"/>
                </a:lnTo>
                <a:lnTo>
                  <a:pt x="4096" y="8475"/>
                </a:lnTo>
                <a:lnTo>
                  <a:pt x="8506" y="4064"/>
                </a:lnTo>
                <a:close/>
                <a:moveTo>
                  <a:pt x="2867" y="3529"/>
                </a:moveTo>
                <a:lnTo>
                  <a:pt x="2867" y="8821"/>
                </a:lnTo>
                <a:cubicBezTo>
                  <a:pt x="2867" y="9011"/>
                  <a:pt x="3025" y="9168"/>
                  <a:pt x="3214" y="9168"/>
                </a:cubicBezTo>
                <a:lnTo>
                  <a:pt x="8506" y="9168"/>
                </a:lnTo>
                <a:lnTo>
                  <a:pt x="8506" y="9893"/>
                </a:lnTo>
                <a:lnTo>
                  <a:pt x="2174" y="9893"/>
                </a:lnTo>
                <a:lnTo>
                  <a:pt x="2174" y="3529"/>
                </a:lnTo>
                <a:close/>
                <a:moveTo>
                  <a:pt x="11342" y="9168"/>
                </a:moveTo>
                <a:lnTo>
                  <a:pt x="11342" y="9893"/>
                </a:lnTo>
                <a:lnTo>
                  <a:pt x="10617" y="9893"/>
                </a:lnTo>
                <a:lnTo>
                  <a:pt x="10617" y="9168"/>
                </a:lnTo>
                <a:close/>
                <a:moveTo>
                  <a:pt x="9830" y="2111"/>
                </a:moveTo>
                <a:lnTo>
                  <a:pt x="9830" y="11310"/>
                </a:lnTo>
                <a:lnTo>
                  <a:pt x="9168" y="11310"/>
                </a:lnTo>
                <a:lnTo>
                  <a:pt x="9168" y="3182"/>
                </a:lnTo>
                <a:lnTo>
                  <a:pt x="9168" y="3151"/>
                </a:lnTo>
                <a:cubicBezTo>
                  <a:pt x="9168" y="2993"/>
                  <a:pt x="9010" y="2836"/>
                  <a:pt x="8821" y="2836"/>
                </a:cubicBezTo>
                <a:lnTo>
                  <a:pt x="693" y="2836"/>
                </a:lnTo>
                <a:lnTo>
                  <a:pt x="693" y="2111"/>
                </a:lnTo>
                <a:close/>
                <a:moveTo>
                  <a:pt x="1764" y="0"/>
                </a:moveTo>
                <a:cubicBezTo>
                  <a:pt x="1575" y="0"/>
                  <a:pt x="1418" y="158"/>
                  <a:pt x="1418" y="347"/>
                </a:cubicBezTo>
                <a:lnTo>
                  <a:pt x="1418" y="1418"/>
                </a:lnTo>
                <a:lnTo>
                  <a:pt x="347" y="1418"/>
                </a:lnTo>
                <a:cubicBezTo>
                  <a:pt x="158" y="1418"/>
                  <a:pt x="0" y="1575"/>
                  <a:pt x="0" y="1764"/>
                </a:cubicBezTo>
                <a:lnTo>
                  <a:pt x="0" y="3182"/>
                </a:lnTo>
                <a:cubicBezTo>
                  <a:pt x="0" y="3371"/>
                  <a:pt x="158" y="3529"/>
                  <a:pt x="347" y="3529"/>
                </a:cubicBezTo>
                <a:lnTo>
                  <a:pt x="1418" y="3529"/>
                </a:lnTo>
                <a:lnTo>
                  <a:pt x="1418" y="10082"/>
                </a:lnTo>
                <a:lnTo>
                  <a:pt x="819" y="10680"/>
                </a:lnTo>
                <a:cubicBezTo>
                  <a:pt x="693" y="10775"/>
                  <a:pt x="693" y="11027"/>
                  <a:pt x="819" y="11184"/>
                </a:cubicBezTo>
                <a:cubicBezTo>
                  <a:pt x="882" y="11247"/>
                  <a:pt x="969" y="11279"/>
                  <a:pt x="1059" y="11279"/>
                </a:cubicBezTo>
                <a:cubicBezTo>
                  <a:pt x="1150" y="11279"/>
                  <a:pt x="1245" y="11247"/>
                  <a:pt x="1323" y="11184"/>
                </a:cubicBezTo>
                <a:lnTo>
                  <a:pt x="1922" y="10586"/>
                </a:lnTo>
                <a:lnTo>
                  <a:pt x="8475" y="10586"/>
                </a:lnTo>
                <a:lnTo>
                  <a:pt x="8475" y="11657"/>
                </a:lnTo>
                <a:cubicBezTo>
                  <a:pt x="8475" y="11846"/>
                  <a:pt x="8601" y="12003"/>
                  <a:pt x="8821" y="12003"/>
                </a:cubicBezTo>
                <a:lnTo>
                  <a:pt x="10239" y="12003"/>
                </a:lnTo>
                <a:cubicBezTo>
                  <a:pt x="10428" y="12003"/>
                  <a:pt x="10586" y="11846"/>
                  <a:pt x="10586" y="11657"/>
                </a:cubicBezTo>
                <a:lnTo>
                  <a:pt x="10586" y="10586"/>
                </a:lnTo>
                <a:lnTo>
                  <a:pt x="11657" y="10586"/>
                </a:lnTo>
                <a:cubicBezTo>
                  <a:pt x="11846" y="10586"/>
                  <a:pt x="12003" y="10428"/>
                  <a:pt x="12003" y="10239"/>
                </a:cubicBezTo>
                <a:lnTo>
                  <a:pt x="12003" y="8821"/>
                </a:lnTo>
                <a:cubicBezTo>
                  <a:pt x="12003" y="8632"/>
                  <a:pt x="11846" y="8475"/>
                  <a:pt x="11657" y="8475"/>
                </a:cubicBezTo>
                <a:lnTo>
                  <a:pt x="10586" y="8475"/>
                </a:lnTo>
                <a:lnTo>
                  <a:pt x="10586" y="1922"/>
                </a:lnTo>
                <a:lnTo>
                  <a:pt x="11184" y="1323"/>
                </a:lnTo>
                <a:cubicBezTo>
                  <a:pt x="11279" y="1229"/>
                  <a:pt x="11279" y="977"/>
                  <a:pt x="11184" y="819"/>
                </a:cubicBezTo>
                <a:cubicBezTo>
                  <a:pt x="11121" y="756"/>
                  <a:pt x="11035" y="725"/>
                  <a:pt x="10940" y="725"/>
                </a:cubicBezTo>
                <a:cubicBezTo>
                  <a:pt x="10846" y="725"/>
                  <a:pt x="10743" y="756"/>
                  <a:pt x="10649" y="819"/>
                </a:cubicBezTo>
                <a:lnTo>
                  <a:pt x="10082" y="1418"/>
                </a:lnTo>
                <a:lnTo>
                  <a:pt x="3529" y="1418"/>
                </a:lnTo>
                <a:lnTo>
                  <a:pt x="3529" y="347"/>
                </a:lnTo>
                <a:cubicBezTo>
                  <a:pt x="3529" y="158"/>
                  <a:pt x="3371" y="0"/>
                  <a:pt x="3182"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772" name="Google Shape;6235;p61">
            <a:extLst>
              <a:ext uri="{FF2B5EF4-FFF2-40B4-BE49-F238E27FC236}">
                <a16:creationId xmlns:a16="http://schemas.microsoft.com/office/drawing/2014/main" id="{49D1405A-0519-4F2C-B310-92161DA57CF6}"/>
              </a:ext>
            </a:extLst>
          </p:cNvPr>
          <p:cNvGrpSpPr/>
          <p:nvPr/>
        </p:nvGrpSpPr>
        <p:grpSpPr>
          <a:xfrm>
            <a:off x="6942184" y="4481372"/>
            <a:ext cx="195409" cy="165651"/>
            <a:chOff x="1636184" y="2959225"/>
            <a:chExt cx="232666" cy="197250"/>
          </a:xfrm>
          <a:solidFill>
            <a:schemeClr val="tx1"/>
          </a:solidFill>
        </p:grpSpPr>
        <p:sp>
          <p:nvSpPr>
            <p:cNvPr id="779" name="Google Shape;6236;p61">
              <a:extLst>
                <a:ext uri="{FF2B5EF4-FFF2-40B4-BE49-F238E27FC236}">
                  <a16:creationId xmlns:a16="http://schemas.microsoft.com/office/drawing/2014/main" id="{3A571C84-F95C-4C62-B88A-A051C53CC663}"/>
                </a:ext>
              </a:extLst>
            </p:cNvPr>
            <p:cNvSpPr/>
            <p:nvPr/>
          </p:nvSpPr>
          <p:spPr>
            <a:xfrm>
              <a:off x="1649300" y="2959225"/>
              <a:ext cx="219550" cy="197250"/>
            </a:xfrm>
            <a:custGeom>
              <a:avLst/>
              <a:gdLst/>
              <a:ahLst/>
              <a:cxnLst/>
              <a:rect l="l" t="t" r="r" b="b"/>
              <a:pathLst>
                <a:path w="8782" h="7890" extrusionOk="0">
                  <a:moveTo>
                    <a:pt x="3485" y="419"/>
                  </a:moveTo>
                  <a:lnTo>
                    <a:pt x="2342" y="1952"/>
                  </a:lnTo>
                  <a:lnTo>
                    <a:pt x="1757" y="419"/>
                  </a:lnTo>
                  <a:close/>
                  <a:moveTo>
                    <a:pt x="6495" y="419"/>
                  </a:moveTo>
                  <a:lnTo>
                    <a:pt x="5882" y="1952"/>
                  </a:lnTo>
                  <a:lnTo>
                    <a:pt x="4739" y="419"/>
                  </a:lnTo>
                  <a:close/>
                  <a:moveTo>
                    <a:pt x="1255" y="809"/>
                  </a:moveTo>
                  <a:lnTo>
                    <a:pt x="1812" y="2314"/>
                  </a:lnTo>
                  <a:lnTo>
                    <a:pt x="307" y="2314"/>
                  </a:lnTo>
                  <a:lnTo>
                    <a:pt x="1255" y="809"/>
                  </a:lnTo>
                  <a:close/>
                  <a:moveTo>
                    <a:pt x="4154" y="614"/>
                  </a:moveTo>
                  <a:lnTo>
                    <a:pt x="5408" y="2314"/>
                  </a:lnTo>
                  <a:lnTo>
                    <a:pt x="2900" y="2314"/>
                  </a:lnTo>
                  <a:lnTo>
                    <a:pt x="4154" y="614"/>
                  </a:lnTo>
                  <a:close/>
                  <a:moveTo>
                    <a:pt x="6997" y="809"/>
                  </a:moveTo>
                  <a:lnTo>
                    <a:pt x="7945" y="2314"/>
                  </a:lnTo>
                  <a:lnTo>
                    <a:pt x="6440" y="2314"/>
                  </a:lnTo>
                  <a:lnTo>
                    <a:pt x="6997" y="809"/>
                  </a:lnTo>
                  <a:close/>
                  <a:moveTo>
                    <a:pt x="2035" y="2928"/>
                  </a:moveTo>
                  <a:lnTo>
                    <a:pt x="3206" y="6133"/>
                  </a:lnTo>
                  <a:lnTo>
                    <a:pt x="419" y="2928"/>
                  </a:lnTo>
                  <a:close/>
                  <a:moveTo>
                    <a:pt x="7806" y="2928"/>
                  </a:moveTo>
                  <a:lnTo>
                    <a:pt x="5018" y="6133"/>
                  </a:lnTo>
                  <a:lnTo>
                    <a:pt x="6217" y="2928"/>
                  </a:lnTo>
                  <a:close/>
                  <a:moveTo>
                    <a:pt x="5548" y="2928"/>
                  </a:moveTo>
                  <a:lnTo>
                    <a:pt x="4126" y="6719"/>
                  </a:lnTo>
                  <a:lnTo>
                    <a:pt x="2677" y="2928"/>
                  </a:lnTo>
                  <a:close/>
                  <a:moveTo>
                    <a:pt x="1562" y="1"/>
                  </a:moveTo>
                  <a:lnTo>
                    <a:pt x="1" y="2482"/>
                  </a:lnTo>
                  <a:lnTo>
                    <a:pt x="1" y="2510"/>
                  </a:lnTo>
                  <a:lnTo>
                    <a:pt x="1" y="2537"/>
                  </a:lnTo>
                  <a:lnTo>
                    <a:pt x="1" y="2593"/>
                  </a:lnTo>
                  <a:lnTo>
                    <a:pt x="1" y="2621"/>
                  </a:lnTo>
                  <a:lnTo>
                    <a:pt x="1" y="2649"/>
                  </a:lnTo>
                  <a:lnTo>
                    <a:pt x="1" y="2677"/>
                  </a:lnTo>
                  <a:lnTo>
                    <a:pt x="1" y="2733"/>
                  </a:lnTo>
                  <a:lnTo>
                    <a:pt x="1" y="2760"/>
                  </a:lnTo>
                  <a:lnTo>
                    <a:pt x="1" y="2788"/>
                  </a:lnTo>
                  <a:lnTo>
                    <a:pt x="1" y="2816"/>
                  </a:lnTo>
                  <a:lnTo>
                    <a:pt x="1" y="2872"/>
                  </a:lnTo>
                  <a:lnTo>
                    <a:pt x="4349" y="7834"/>
                  </a:lnTo>
                  <a:lnTo>
                    <a:pt x="4405" y="7890"/>
                  </a:lnTo>
                  <a:lnTo>
                    <a:pt x="4879" y="7890"/>
                  </a:lnTo>
                  <a:lnTo>
                    <a:pt x="4907" y="7834"/>
                  </a:lnTo>
                  <a:lnTo>
                    <a:pt x="8753" y="2788"/>
                  </a:lnTo>
                  <a:lnTo>
                    <a:pt x="8753" y="2788"/>
                  </a:lnTo>
                  <a:cubicBezTo>
                    <a:pt x="8744" y="2798"/>
                    <a:pt x="8738" y="2801"/>
                    <a:pt x="8735" y="2801"/>
                  </a:cubicBezTo>
                  <a:cubicBezTo>
                    <a:pt x="8729" y="2801"/>
                    <a:pt x="8735" y="2788"/>
                    <a:pt x="8753" y="2788"/>
                  </a:cubicBezTo>
                  <a:lnTo>
                    <a:pt x="8781" y="2760"/>
                  </a:lnTo>
                  <a:lnTo>
                    <a:pt x="8781" y="2733"/>
                  </a:lnTo>
                  <a:lnTo>
                    <a:pt x="8781" y="2677"/>
                  </a:lnTo>
                  <a:lnTo>
                    <a:pt x="8781" y="2649"/>
                  </a:lnTo>
                  <a:lnTo>
                    <a:pt x="8781" y="2621"/>
                  </a:lnTo>
                  <a:lnTo>
                    <a:pt x="8781" y="2593"/>
                  </a:lnTo>
                  <a:lnTo>
                    <a:pt x="8781" y="2537"/>
                  </a:lnTo>
                  <a:lnTo>
                    <a:pt x="8781" y="2510"/>
                  </a:lnTo>
                  <a:lnTo>
                    <a:pt x="8781" y="2482"/>
                  </a:lnTo>
                  <a:lnTo>
                    <a:pt x="7220" y="1"/>
                  </a:lnTo>
                  <a:close/>
                </a:path>
              </a:pathLst>
            </a:custGeom>
            <a:grpFill/>
            <a:ln>
              <a:noFill/>
            </a:ln>
          </p:spPr>
          <p:txBody>
            <a:bodyPr spcFirstLastPara="1" wrap="square" lIns="62728" tIns="62728" rIns="62728" bIns="62728" anchor="ctr" anchorCtr="0">
              <a:noAutofit/>
            </a:bodyPr>
            <a:lstStyle/>
            <a:p>
              <a:endParaRPr sz="764"/>
            </a:p>
          </p:txBody>
        </p:sp>
        <p:sp>
          <p:nvSpPr>
            <p:cNvPr id="780" name="Google Shape;6237;p61">
              <a:extLst>
                <a:ext uri="{FF2B5EF4-FFF2-40B4-BE49-F238E27FC236}">
                  <a16:creationId xmlns:a16="http://schemas.microsoft.com/office/drawing/2014/main" id="{C44AE175-2DF1-4A7C-BC71-6AD363339187}"/>
                </a:ext>
              </a:extLst>
            </p:cNvPr>
            <p:cNvSpPr/>
            <p:nvPr/>
          </p:nvSpPr>
          <p:spPr>
            <a:xfrm flipH="1">
              <a:off x="1636184" y="2959225"/>
              <a:ext cx="219550" cy="197250"/>
            </a:xfrm>
            <a:custGeom>
              <a:avLst/>
              <a:gdLst/>
              <a:ahLst/>
              <a:cxnLst/>
              <a:rect l="l" t="t" r="r" b="b"/>
              <a:pathLst>
                <a:path w="8782" h="7890" extrusionOk="0">
                  <a:moveTo>
                    <a:pt x="3485" y="419"/>
                  </a:moveTo>
                  <a:lnTo>
                    <a:pt x="2342" y="1952"/>
                  </a:lnTo>
                  <a:lnTo>
                    <a:pt x="1757" y="419"/>
                  </a:lnTo>
                  <a:close/>
                  <a:moveTo>
                    <a:pt x="6495" y="419"/>
                  </a:moveTo>
                  <a:lnTo>
                    <a:pt x="5882" y="1952"/>
                  </a:lnTo>
                  <a:lnTo>
                    <a:pt x="4739" y="419"/>
                  </a:lnTo>
                  <a:close/>
                  <a:moveTo>
                    <a:pt x="1255" y="809"/>
                  </a:moveTo>
                  <a:lnTo>
                    <a:pt x="1812" y="2314"/>
                  </a:lnTo>
                  <a:lnTo>
                    <a:pt x="307" y="2314"/>
                  </a:lnTo>
                  <a:lnTo>
                    <a:pt x="1255" y="809"/>
                  </a:lnTo>
                  <a:close/>
                  <a:moveTo>
                    <a:pt x="4154" y="614"/>
                  </a:moveTo>
                  <a:lnTo>
                    <a:pt x="5408" y="2314"/>
                  </a:lnTo>
                  <a:lnTo>
                    <a:pt x="2900" y="2314"/>
                  </a:lnTo>
                  <a:lnTo>
                    <a:pt x="4154" y="614"/>
                  </a:lnTo>
                  <a:close/>
                  <a:moveTo>
                    <a:pt x="6997" y="809"/>
                  </a:moveTo>
                  <a:lnTo>
                    <a:pt x="7945" y="2314"/>
                  </a:lnTo>
                  <a:lnTo>
                    <a:pt x="6440" y="2314"/>
                  </a:lnTo>
                  <a:lnTo>
                    <a:pt x="6997" y="809"/>
                  </a:lnTo>
                  <a:close/>
                  <a:moveTo>
                    <a:pt x="2035" y="2928"/>
                  </a:moveTo>
                  <a:lnTo>
                    <a:pt x="3206" y="6133"/>
                  </a:lnTo>
                  <a:lnTo>
                    <a:pt x="419" y="2928"/>
                  </a:lnTo>
                  <a:close/>
                  <a:moveTo>
                    <a:pt x="7806" y="2928"/>
                  </a:moveTo>
                  <a:lnTo>
                    <a:pt x="5018" y="6133"/>
                  </a:lnTo>
                  <a:lnTo>
                    <a:pt x="6217" y="2928"/>
                  </a:lnTo>
                  <a:close/>
                  <a:moveTo>
                    <a:pt x="5548" y="2928"/>
                  </a:moveTo>
                  <a:lnTo>
                    <a:pt x="4126" y="6719"/>
                  </a:lnTo>
                  <a:lnTo>
                    <a:pt x="2677" y="2928"/>
                  </a:lnTo>
                  <a:close/>
                  <a:moveTo>
                    <a:pt x="1562" y="1"/>
                  </a:moveTo>
                  <a:lnTo>
                    <a:pt x="1" y="2482"/>
                  </a:lnTo>
                  <a:lnTo>
                    <a:pt x="1" y="2510"/>
                  </a:lnTo>
                  <a:lnTo>
                    <a:pt x="1" y="2537"/>
                  </a:lnTo>
                  <a:lnTo>
                    <a:pt x="1" y="2593"/>
                  </a:lnTo>
                  <a:lnTo>
                    <a:pt x="1" y="2621"/>
                  </a:lnTo>
                  <a:lnTo>
                    <a:pt x="1" y="2649"/>
                  </a:lnTo>
                  <a:lnTo>
                    <a:pt x="1" y="2677"/>
                  </a:lnTo>
                  <a:lnTo>
                    <a:pt x="1" y="2733"/>
                  </a:lnTo>
                  <a:lnTo>
                    <a:pt x="1" y="2760"/>
                  </a:lnTo>
                  <a:lnTo>
                    <a:pt x="1" y="2788"/>
                  </a:lnTo>
                  <a:lnTo>
                    <a:pt x="1" y="2816"/>
                  </a:lnTo>
                  <a:lnTo>
                    <a:pt x="1" y="2872"/>
                  </a:lnTo>
                  <a:lnTo>
                    <a:pt x="4349" y="7834"/>
                  </a:lnTo>
                  <a:lnTo>
                    <a:pt x="4405" y="7890"/>
                  </a:lnTo>
                  <a:lnTo>
                    <a:pt x="4879" y="7890"/>
                  </a:lnTo>
                  <a:lnTo>
                    <a:pt x="4907" y="7834"/>
                  </a:lnTo>
                  <a:lnTo>
                    <a:pt x="8753" y="2788"/>
                  </a:lnTo>
                  <a:lnTo>
                    <a:pt x="8753" y="2788"/>
                  </a:lnTo>
                  <a:cubicBezTo>
                    <a:pt x="8744" y="2798"/>
                    <a:pt x="8738" y="2801"/>
                    <a:pt x="8735" y="2801"/>
                  </a:cubicBezTo>
                  <a:cubicBezTo>
                    <a:pt x="8729" y="2801"/>
                    <a:pt x="8735" y="2788"/>
                    <a:pt x="8753" y="2788"/>
                  </a:cubicBezTo>
                  <a:lnTo>
                    <a:pt x="8781" y="2760"/>
                  </a:lnTo>
                  <a:lnTo>
                    <a:pt x="8781" y="2733"/>
                  </a:lnTo>
                  <a:lnTo>
                    <a:pt x="8781" y="2677"/>
                  </a:lnTo>
                  <a:lnTo>
                    <a:pt x="8781" y="2649"/>
                  </a:lnTo>
                  <a:lnTo>
                    <a:pt x="8781" y="2621"/>
                  </a:lnTo>
                  <a:lnTo>
                    <a:pt x="8781" y="2593"/>
                  </a:lnTo>
                  <a:lnTo>
                    <a:pt x="8781" y="2537"/>
                  </a:lnTo>
                  <a:lnTo>
                    <a:pt x="8781" y="2510"/>
                  </a:lnTo>
                  <a:lnTo>
                    <a:pt x="8781" y="2482"/>
                  </a:lnTo>
                  <a:lnTo>
                    <a:pt x="7220" y="1"/>
                  </a:lnTo>
                  <a:close/>
                </a:path>
              </a:pathLst>
            </a:custGeom>
            <a:grpFill/>
            <a:ln>
              <a:noFill/>
            </a:ln>
          </p:spPr>
          <p:txBody>
            <a:bodyPr spcFirstLastPara="1" wrap="square" lIns="62728" tIns="62728" rIns="62728" bIns="62728" anchor="ctr" anchorCtr="0">
              <a:noAutofit/>
            </a:bodyPr>
            <a:lstStyle/>
            <a:p>
              <a:endParaRPr sz="764"/>
            </a:p>
          </p:txBody>
        </p:sp>
        <p:sp>
          <p:nvSpPr>
            <p:cNvPr id="781" name="Google Shape;6238;p61">
              <a:extLst>
                <a:ext uri="{FF2B5EF4-FFF2-40B4-BE49-F238E27FC236}">
                  <a16:creationId xmlns:a16="http://schemas.microsoft.com/office/drawing/2014/main" id="{EB402535-4AA1-4E51-A228-A9FF048901D0}"/>
                </a:ext>
              </a:extLst>
            </p:cNvPr>
            <p:cNvSpPr/>
            <p:nvPr/>
          </p:nvSpPr>
          <p:spPr>
            <a:xfrm>
              <a:off x="1734750" y="3136775"/>
              <a:ext cx="36900" cy="19650"/>
            </a:xfrm>
            <a:custGeom>
              <a:avLst/>
              <a:gdLst/>
              <a:ahLst/>
              <a:cxnLst/>
              <a:rect l="l" t="t" r="r" b="b"/>
              <a:pathLst>
                <a:path w="1476" h="786" extrusionOk="0">
                  <a:moveTo>
                    <a:pt x="0" y="786"/>
                  </a:moveTo>
                  <a:lnTo>
                    <a:pt x="1476" y="786"/>
                  </a:lnTo>
                  <a:lnTo>
                    <a:pt x="762" y="0"/>
                  </a:lnTo>
                  <a:close/>
                </a:path>
              </a:pathLst>
            </a:custGeom>
            <a:grpFill/>
            <a:ln>
              <a:noFill/>
            </a:ln>
          </p:spPr>
        </p:sp>
        <p:sp>
          <p:nvSpPr>
            <p:cNvPr id="782" name="Google Shape;6239;p61">
              <a:extLst>
                <a:ext uri="{FF2B5EF4-FFF2-40B4-BE49-F238E27FC236}">
                  <a16:creationId xmlns:a16="http://schemas.microsoft.com/office/drawing/2014/main" id="{8EFD2518-499B-4B10-9353-1747EDCD9CD7}"/>
                </a:ext>
              </a:extLst>
            </p:cNvPr>
            <p:cNvSpPr/>
            <p:nvPr/>
          </p:nvSpPr>
          <p:spPr>
            <a:xfrm>
              <a:off x="1684150" y="2963550"/>
              <a:ext cx="139900" cy="11300"/>
            </a:xfrm>
            <a:custGeom>
              <a:avLst/>
              <a:gdLst/>
              <a:ahLst/>
              <a:cxnLst/>
              <a:rect l="l" t="t" r="r" b="b"/>
              <a:pathLst>
                <a:path w="5596" h="452" extrusionOk="0">
                  <a:moveTo>
                    <a:pt x="0" y="452"/>
                  </a:moveTo>
                  <a:lnTo>
                    <a:pt x="5596" y="452"/>
                  </a:lnTo>
                  <a:lnTo>
                    <a:pt x="5500" y="0"/>
                  </a:lnTo>
                  <a:lnTo>
                    <a:pt x="238" y="47"/>
                  </a:lnTo>
                  <a:close/>
                </a:path>
              </a:pathLst>
            </a:custGeom>
            <a:grpFill/>
            <a:ln>
              <a:noFill/>
            </a:ln>
          </p:spPr>
        </p:sp>
      </p:grpSp>
      <p:grpSp>
        <p:nvGrpSpPr>
          <p:cNvPr id="773" name="Google Shape;6240;p61">
            <a:extLst>
              <a:ext uri="{FF2B5EF4-FFF2-40B4-BE49-F238E27FC236}">
                <a16:creationId xmlns:a16="http://schemas.microsoft.com/office/drawing/2014/main" id="{8F1F57B1-8955-4607-BB68-9BF4FE8A1856}"/>
              </a:ext>
            </a:extLst>
          </p:cNvPr>
          <p:cNvGrpSpPr/>
          <p:nvPr/>
        </p:nvGrpSpPr>
        <p:grpSpPr>
          <a:xfrm>
            <a:off x="7236405" y="4731744"/>
            <a:ext cx="164325" cy="232085"/>
            <a:chOff x="-47300587" y="123275"/>
            <a:chExt cx="190975" cy="269725"/>
          </a:xfrm>
          <a:solidFill>
            <a:schemeClr val="tx1"/>
          </a:solidFill>
        </p:grpSpPr>
        <p:sp>
          <p:nvSpPr>
            <p:cNvPr id="774" name="Google Shape;6241;p61">
              <a:extLst>
                <a:ext uri="{FF2B5EF4-FFF2-40B4-BE49-F238E27FC236}">
                  <a16:creationId xmlns:a16="http://schemas.microsoft.com/office/drawing/2014/main" id="{871DD93A-FF82-4EE7-BC45-2F081F4CF081}"/>
                </a:ext>
              </a:extLst>
            </p:cNvPr>
            <p:cNvSpPr/>
            <p:nvPr/>
          </p:nvSpPr>
          <p:spPr>
            <a:xfrm>
              <a:off x="-47300587" y="123275"/>
              <a:ext cx="190975" cy="269725"/>
            </a:xfrm>
            <a:custGeom>
              <a:avLst/>
              <a:gdLst/>
              <a:ahLst/>
              <a:cxnLst/>
              <a:rect l="l" t="t" r="r" b="b"/>
              <a:pathLst>
                <a:path w="7639" h="10789" extrusionOk="0">
                  <a:moveTo>
                    <a:pt x="5130" y="1283"/>
                  </a:moveTo>
                  <a:cubicBezTo>
                    <a:pt x="5659" y="1283"/>
                    <a:pt x="6050" y="1701"/>
                    <a:pt x="6050" y="2231"/>
                  </a:cubicBezTo>
                  <a:lnTo>
                    <a:pt x="6050" y="6273"/>
                  </a:lnTo>
                  <a:lnTo>
                    <a:pt x="4182" y="6273"/>
                  </a:lnTo>
                  <a:lnTo>
                    <a:pt x="4182" y="5687"/>
                  </a:lnTo>
                  <a:lnTo>
                    <a:pt x="4489" y="5687"/>
                  </a:lnTo>
                  <a:cubicBezTo>
                    <a:pt x="4684" y="5687"/>
                    <a:pt x="4823" y="5548"/>
                    <a:pt x="4823" y="5381"/>
                  </a:cubicBezTo>
                  <a:cubicBezTo>
                    <a:pt x="4823" y="5213"/>
                    <a:pt x="4684" y="5074"/>
                    <a:pt x="4489" y="5074"/>
                  </a:cubicBezTo>
                  <a:lnTo>
                    <a:pt x="4182" y="5074"/>
                  </a:lnTo>
                  <a:lnTo>
                    <a:pt x="4182" y="4433"/>
                  </a:lnTo>
                  <a:lnTo>
                    <a:pt x="4489" y="4433"/>
                  </a:lnTo>
                  <a:cubicBezTo>
                    <a:pt x="4684" y="4433"/>
                    <a:pt x="4823" y="4294"/>
                    <a:pt x="4823" y="4126"/>
                  </a:cubicBezTo>
                  <a:cubicBezTo>
                    <a:pt x="4823" y="3931"/>
                    <a:pt x="4684" y="3792"/>
                    <a:pt x="4489" y="3792"/>
                  </a:cubicBezTo>
                  <a:lnTo>
                    <a:pt x="4182" y="3792"/>
                  </a:lnTo>
                  <a:lnTo>
                    <a:pt x="4182" y="3179"/>
                  </a:lnTo>
                  <a:lnTo>
                    <a:pt x="4489" y="3179"/>
                  </a:lnTo>
                  <a:cubicBezTo>
                    <a:pt x="4684" y="3179"/>
                    <a:pt x="4823" y="3039"/>
                    <a:pt x="4823" y="2872"/>
                  </a:cubicBezTo>
                  <a:cubicBezTo>
                    <a:pt x="4823" y="2677"/>
                    <a:pt x="4684" y="2537"/>
                    <a:pt x="4489" y="2537"/>
                  </a:cubicBezTo>
                  <a:lnTo>
                    <a:pt x="4182" y="2537"/>
                  </a:lnTo>
                  <a:lnTo>
                    <a:pt x="4182" y="2231"/>
                  </a:lnTo>
                  <a:cubicBezTo>
                    <a:pt x="4182" y="1701"/>
                    <a:pt x="4600" y="1283"/>
                    <a:pt x="5130" y="1283"/>
                  </a:cubicBezTo>
                  <a:close/>
                  <a:moveTo>
                    <a:pt x="2649" y="1952"/>
                  </a:moveTo>
                  <a:cubicBezTo>
                    <a:pt x="3178" y="1952"/>
                    <a:pt x="3597" y="2370"/>
                    <a:pt x="3597" y="2900"/>
                  </a:cubicBezTo>
                  <a:lnTo>
                    <a:pt x="3597" y="6328"/>
                  </a:lnTo>
                  <a:lnTo>
                    <a:pt x="1701" y="6328"/>
                  </a:lnTo>
                  <a:lnTo>
                    <a:pt x="1701" y="2900"/>
                  </a:lnTo>
                  <a:cubicBezTo>
                    <a:pt x="1701" y="2370"/>
                    <a:pt x="2119" y="1952"/>
                    <a:pt x="2649" y="1952"/>
                  </a:cubicBezTo>
                  <a:close/>
                  <a:moveTo>
                    <a:pt x="6969" y="6942"/>
                  </a:moveTo>
                  <a:lnTo>
                    <a:pt x="6969" y="7248"/>
                  </a:lnTo>
                  <a:lnTo>
                    <a:pt x="6997" y="7248"/>
                  </a:lnTo>
                  <a:cubicBezTo>
                    <a:pt x="6997" y="7443"/>
                    <a:pt x="6858" y="7583"/>
                    <a:pt x="6691" y="7583"/>
                  </a:cubicBezTo>
                  <a:lnTo>
                    <a:pt x="1088" y="7583"/>
                  </a:lnTo>
                  <a:cubicBezTo>
                    <a:pt x="920" y="7583"/>
                    <a:pt x="781" y="7443"/>
                    <a:pt x="781" y="7248"/>
                  </a:cubicBezTo>
                  <a:lnTo>
                    <a:pt x="781" y="6942"/>
                  </a:lnTo>
                  <a:close/>
                  <a:moveTo>
                    <a:pt x="6273" y="8168"/>
                  </a:moveTo>
                  <a:lnTo>
                    <a:pt x="5827" y="10092"/>
                  </a:lnTo>
                  <a:lnTo>
                    <a:pt x="1952" y="10092"/>
                  </a:lnTo>
                  <a:lnTo>
                    <a:pt x="1506" y="8168"/>
                  </a:lnTo>
                  <a:close/>
                  <a:moveTo>
                    <a:pt x="5102" y="1"/>
                  </a:moveTo>
                  <a:cubicBezTo>
                    <a:pt x="4907" y="1"/>
                    <a:pt x="4767" y="140"/>
                    <a:pt x="4767" y="307"/>
                  </a:cubicBezTo>
                  <a:lnTo>
                    <a:pt x="4767" y="670"/>
                  </a:lnTo>
                  <a:cubicBezTo>
                    <a:pt x="4572" y="698"/>
                    <a:pt x="4405" y="781"/>
                    <a:pt x="4210" y="921"/>
                  </a:cubicBezTo>
                  <a:lnTo>
                    <a:pt x="3987" y="670"/>
                  </a:lnTo>
                  <a:cubicBezTo>
                    <a:pt x="3931" y="614"/>
                    <a:pt x="3847" y="586"/>
                    <a:pt x="3760" y="586"/>
                  </a:cubicBezTo>
                  <a:cubicBezTo>
                    <a:pt x="3673" y="586"/>
                    <a:pt x="3583" y="614"/>
                    <a:pt x="3513" y="670"/>
                  </a:cubicBezTo>
                  <a:cubicBezTo>
                    <a:pt x="3429" y="781"/>
                    <a:pt x="3429" y="976"/>
                    <a:pt x="3513" y="1116"/>
                  </a:cubicBezTo>
                  <a:lnTo>
                    <a:pt x="3764" y="1367"/>
                  </a:lnTo>
                  <a:cubicBezTo>
                    <a:pt x="3708" y="1478"/>
                    <a:pt x="3652" y="1562"/>
                    <a:pt x="3597" y="1673"/>
                  </a:cubicBezTo>
                  <a:cubicBezTo>
                    <a:pt x="3374" y="1506"/>
                    <a:pt x="3123" y="1367"/>
                    <a:pt x="2872" y="1339"/>
                  </a:cubicBezTo>
                  <a:lnTo>
                    <a:pt x="2872" y="976"/>
                  </a:lnTo>
                  <a:cubicBezTo>
                    <a:pt x="2872" y="809"/>
                    <a:pt x="2732" y="670"/>
                    <a:pt x="2537" y="670"/>
                  </a:cubicBezTo>
                  <a:cubicBezTo>
                    <a:pt x="2370" y="670"/>
                    <a:pt x="2231" y="809"/>
                    <a:pt x="2231" y="976"/>
                  </a:cubicBezTo>
                  <a:lnTo>
                    <a:pt x="2231" y="1339"/>
                  </a:lnTo>
                  <a:cubicBezTo>
                    <a:pt x="2036" y="1367"/>
                    <a:pt x="1840" y="1450"/>
                    <a:pt x="1673" y="1562"/>
                  </a:cubicBezTo>
                  <a:lnTo>
                    <a:pt x="1422" y="1339"/>
                  </a:lnTo>
                  <a:cubicBezTo>
                    <a:pt x="1380" y="1283"/>
                    <a:pt x="1304" y="1255"/>
                    <a:pt x="1220" y="1255"/>
                  </a:cubicBezTo>
                  <a:cubicBezTo>
                    <a:pt x="1137" y="1255"/>
                    <a:pt x="1046" y="1283"/>
                    <a:pt x="976" y="1339"/>
                  </a:cubicBezTo>
                  <a:cubicBezTo>
                    <a:pt x="865" y="1450"/>
                    <a:pt x="865" y="1645"/>
                    <a:pt x="976" y="1785"/>
                  </a:cubicBezTo>
                  <a:lnTo>
                    <a:pt x="1227" y="2036"/>
                  </a:lnTo>
                  <a:cubicBezTo>
                    <a:pt x="1116" y="2203"/>
                    <a:pt x="1032" y="2370"/>
                    <a:pt x="976" y="2593"/>
                  </a:cubicBezTo>
                  <a:lnTo>
                    <a:pt x="642" y="2593"/>
                  </a:lnTo>
                  <a:cubicBezTo>
                    <a:pt x="447" y="2593"/>
                    <a:pt x="307" y="2733"/>
                    <a:pt x="307" y="2900"/>
                  </a:cubicBezTo>
                  <a:cubicBezTo>
                    <a:pt x="307" y="3067"/>
                    <a:pt x="447" y="3206"/>
                    <a:pt x="642" y="3206"/>
                  </a:cubicBezTo>
                  <a:lnTo>
                    <a:pt x="948" y="3206"/>
                  </a:lnTo>
                  <a:lnTo>
                    <a:pt x="948" y="3848"/>
                  </a:lnTo>
                  <a:lnTo>
                    <a:pt x="642" y="3848"/>
                  </a:lnTo>
                  <a:cubicBezTo>
                    <a:pt x="447" y="3848"/>
                    <a:pt x="307" y="3987"/>
                    <a:pt x="307" y="4154"/>
                  </a:cubicBezTo>
                  <a:cubicBezTo>
                    <a:pt x="307" y="4321"/>
                    <a:pt x="447" y="4461"/>
                    <a:pt x="642" y="4461"/>
                  </a:cubicBezTo>
                  <a:lnTo>
                    <a:pt x="948" y="4461"/>
                  </a:lnTo>
                  <a:lnTo>
                    <a:pt x="948" y="5102"/>
                  </a:lnTo>
                  <a:lnTo>
                    <a:pt x="642" y="5102"/>
                  </a:lnTo>
                  <a:cubicBezTo>
                    <a:pt x="447" y="5102"/>
                    <a:pt x="307" y="5241"/>
                    <a:pt x="307" y="5409"/>
                  </a:cubicBezTo>
                  <a:cubicBezTo>
                    <a:pt x="307" y="5576"/>
                    <a:pt x="447" y="5715"/>
                    <a:pt x="642" y="5715"/>
                  </a:cubicBezTo>
                  <a:lnTo>
                    <a:pt x="948" y="5715"/>
                  </a:lnTo>
                  <a:lnTo>
                    <a:pt x="948" y="6356"/>
                  </a:lnTo>
                  <a:lnTo>
                    <a:pt x="307" y="6356"/>
                  </a:lnTo>
                  <a:cubicBezTo>
                    <a:pt x="140" y="6356"/>
                    <a:pt x="1" y="6496"/>
                    <a:pt x="1" y="6663"/>
                  </a:cubicBezTo>
                  <a:lnTo>
                    <a:pt x="1" y="7304"/>
                  </a:lnTo>
                  <a:cubicBezTo>
                    <a:pt x="1" y="7722"/>
                    <a:pt x="279" y="8085"/>
                    <a:pt x="697" y="8196"/>
                  </a:cubicBezTo>
                  <a:lnTo>
                    <a:pt x="1255" y="10538"/>
                  </a:lnTo>
                  <a:cubicBezTo>
                    <a:pt x="1283" y="10677"/>
                    <a:pt x="1422" y="10789"/>
                    <a:pt x="1562" y="10789"/>
                  </a:cubicBezTo>
                  <a:lnTo>
                    <a:pt x="5910" y="10789"/>
                  </a:lnTo>
                  <a:cubicBezTo>
                    <a:pt x="6050" y="10789"/>
                    <a:pt x="6217" y="10677"/>
                    <a:pt x="6245" y="10538"/>
                  </a:cubicBezTo>
                  <a:lnTo>
                    <a:pt x="6802" y="8196"/>
                  </a:lnTo>
                  <a:cubicBezTo>
                    <a:pt x="7165" y="8085"/>
                    <a:pt x="7499" y="7722"/>
                    <a:pt x="7499" y="7304"/>
                  </a:cubicBezTo>
                  <a:lnTo>
                    <a:pt x="7499" y="6663"/>
                  </a:lnTo>
                  <a:cubicBezTo>
                    <a:pt x="7638" y="6468"/>
                    <a:pt x="7499" y="6328"/>
                    <a:pt x="7332" y="6328"/>
                  </a:cubicBezTo>
                  <a:lnTo>
                    <a:pt x="6691" y="6328"/>
                  </a:lnTo>
                  <a:lnTo>
                    <a:pt x="6691" y="5074"/>
                  </a:lnTo>
                  <a:lnTo>
                    <a:pt x="6997" y="5074"/>
                  </a:lnTo>
                  <a:cubicBezTo>
                    <a:pt x="7192" y="5074"/>
                    <a:pt x="7332" y="4935"/>
                    <a:pt x="7332" y="4740"/>
                  </a:cubicBezTo>
                  <a:cubicBezTo>
                    <a:pt x="7332" y="4572"/>
                    <a:pt x="7192" y="4433"/>
                    <a:pt x="6997" y="4433"/>
                  </a:cubicBezTo>
                  <a:lnTo>
                    <a:pt x="6691" y="4433"/>
                  </a:lnTo>
                  <a:lnTo>
                    <a:pt x="6691" y="3820"/>
                  </a:lnTo>
                  <a:lnTo>
                    <a:pt x="6997" y="3820"/>
                  </a:lnTo>
                  <a:cubicBezTo>
                    <a:pt x="7192" y="3820"/>
                    <a:pt x="7332" y="3680"/>
                    <a:pt x="7332" y="3485"/>
                  </a:cubicBezTo>
                  <a:cubicBezTo>
                    <a:pt x="7332" y="3318"/>
                    <a:pt x="7192" y="3179"/>
                    <a:pt x="6997" y="3179"/>
                  </a:cubicBezTo>
                  <a:lnTo>
                    <a:pt x="6691" y="3179"/>
                  </a:lnTo>
                  <a:lnTo>
                    <a:pt x="6691" y="2537"/>
                  </a:lnTo>
                  <a:lnTo>
                    <a:pt x="6997" y="2537"/>
                  </a:lnTo>
                  <a:cubicBezTo>
                    <a:pt x="7192" y="2537"/>
                    <a:pt x="7332" y="2398"/>
                    <a:pt x="7332" y="2231"/>
                  </a:cubicBezTo>
                  <a:cubicBezTo>
                    <a:pt x="7332" y="2064"/>
                    <a:pt x="7192" y="1924"/>
                    <a:pt x="6997" y="1924"/>
                  </a:cubicBezTo>
                  <a:lnTo>
                    <a:pt x="6663" y="1924"/>
                  </a:lnTo>
                  <a:cubicBezTo>
                    <a:pt x="6635" y="1701"/>
                    <a:pt x="6551" y="1534"/>
                    <a:pt x="6412" y="1367"/>
                  </a:cubicBezTo>
                  <a:lnTo>
                    <a:pt x="6663" y="1116"/>
                  </a:lnTo>
                  <a:cubicBezTo>
                    <a:pt x="6774" y="1004"/>
                    <a:pt x="6774" y="809"/>
                    <a:pt x="6663" y="670"/>
                  </a:cubicBezTo>
                  <a:cubicBezTo>
                    <a:pt x="6607" y="614"/>
                    <a:pt x="6530" y="586"/>
                    <a:pt x="6450" y="586"/>
                  </a:cubicBezTo>
                  <a:cubicBezTo>
                    <a:pt x="6370" y="586"/>
                    <a:pt x="6286" y="614"/>
                    <a:pt x="6217" y="670"/>
                  </a:cubicBezTo>
                  <a:lnTo>
                    <a:pt x="5966" y="921"/>
                  </a:lnTo>
                  <a:cubicBezTo>
                    <a:pt x="5799" y="809"/>
                    <a:pt x="5604" y="726"/>
                    <a:pt x="5408" y="670"/>
                  </a:cubicBezTo>
                  <a:lnTo>
                    <a:pt x="5408" y="307"/>
                  </a:lnTo>
                  <a:cubicBezTo>
                    <a:pt x="5408" y="140"/>
                    <a:pt x="5269" y="1"/>
                    <a:pt x="5102" y="1"/>
                  </a:cubicBezTo>
                  <a:close/>
                </a:path>
              </a:pathLst>
            </a:custGeom>
            <a:grpFill/>
            <a:ln>
              <a:noFill/>
            </a:ln>
          </p:spPr>
          <p:txBody>
            <a:bodyPr spcFirstLastPara="1" wrap="square" lIns="62728" tIns="62728" rIns="62728" bIns="62728" anchor="ctr" anchorCtr="0">
              <a:noAutofit/>
            </a:bodyPr>
            <a:lstStyle/>
            <a:p>
              <a:endParaRPr sz="764"/>
            </a:p>
          </p:txBody>
        </p:sp>
        <p:sp>
          <p:nvSpPr>
            <p:cNvPr id="775" name="Google Shape;6242;p61">
              <a:extLst>
                <a:ext uri="{FF2B5EF4-FFF2-40B4-BE49-F238E27FC236}">
                  <a16:creationId xmlns:a16="http://schemas.microsoft.com/office/drawing/2014/main" id="{12D808ED-38CA-4DFD-BD3E-FFAA44E1BC5E}"/>
                </a:ext>
              </a:extLst>
            </p:cNvPr>
            <p:cNvSpPr/>
            <p:nvPr/>
          </p:nvSpPr>
          <p:spPr>
            <a:xfrm>
              <a:off x="-47242037" y="188100"/>
              <a:ext cx="15350" cy="31375"/>
            </a:xfrm>
            <a:custGeom>
              <a:avLst/>
              <a:gdLst/>
              <a:ahLst/>
              <a:cxnLst/>
              <a:rect l="l" t="t" r="r" b="b"/>
              <a:pathLst>
                <a:path w="614" h="1255" extrusionOk="0">
                  <a:moveTo>
                    <a:pt x="307" y="0"/>
                  </a:moveTo>
                  <a:cubicBezTo>
                    <a:pt x="140" y="0"/>
                    <a:pt x="0" y="140"/>
                    <a:pt x="0" y="307"/>
                  </a:cubicBezTo>
                  <a:lnTo>
                    <a:pt x="0" y="948"/>
                  </a:lnTo>
                  <a:cubicBezTo>
                    <a:pt x="0" y="1115"/>
                    <a:pt x="140" y="1255"/>
                    <a:pt x="307" y="1255"/>
                  </a:cubicBezTo>
                  <a:cubicBezTo>
                    <a:pt x="474" y="1255"/>
                    <a:pt x="613" y="1115"/>
                    <a:pt x="613" y="948"/>
                  </a:cubicBezTo>
                  <a:lnTo>
                    <a:pt x="613" y="307"/>
                  </a:lnTo>
                  <a:cubicBezTo>
                    <a:pt x="613" y="140"/>
                    <a:pt x="474" y="0"/>
                    <a:pt x="307" y="0"/>
                  </a:cubicBezTo>
                  <a:close/>
                </a:path>
              </a:pathLst>
            </a:custGeom>
            <a:grpFill/>
            <a:ln>
              <a:noFill/>
            </a:ln>
          </p:spPr>
          <p:txBody>
            <a:bodyPr spcFirstLastPara="1" wrap="square" lIns="62728" tIns="62728" rIns="62728" bIns="62728" anchor="ctr" anchorCtr="0">
              <a:noAutofit/>
            </a:bodyPr>
            <a:lstStyle/>
            <a:p>
              <a:endParaRPr sz="764"/>
            </a:p>
          </p:txBody>
        </p:sp>
        <p:sp>
          <p:nvSpPr>
            <p:cNvPr id="776" name="Google Shape;6243;p61">
              <a:extLst>
                <a:ext uri="{FF2B5EF4-FFF2-40B4-BE49-F238E27FC236}">
                  <a16:creationId xmlns:a16="http://schemas.microsoft.com/office/drawing/2014/main" id="{64A48812-07D9-497A-82A6-CF48473169B7}"/>
                </a:ext>
              </a:extLst>
            </p:cNvPr>
            <p:cNvSpPr/>
            <p:nvPr/>
          </p:nvSpPr>
          <p:spPr>
            <a:xfrm>
              <a:off x="-47242037" y="234775"/>
              <a:ext cx="15350" cy="31400"/>
            </a:xfrm>
            <a:custGeom>
              <a:avLst/>
              <a:gdLst/>
              <a:ahLst/>
              <a:cxnLst/>
              <a:rect l="l" t="t" r="r" b="b"/>
              <a:pathLst>
                <a:path w="614" h="1256" extrusionOk="0">
                  <a:moveTo>
                    <a:pt x="307" y="1"/>
                  </a:moveTo>
                  <a:cubicBezTo>
                    <a:pt x="140" y="1"/>
                    <a:pt x="0" y="140"/>
                    <a:pt x="0" y="335"/>
                  </a:cubicBezTo>
                  <a:lnTo>
                    <a:pt x="0" y="949"/>
                  </a:lnTo>
                  <a:cubicBezTo>
                    <a:pt x="0" y="1116"/>
                    <a:pt x="140" y="1255"/>
                    <a:pt x="307" y="1255"/>
                  </a:cubicBezTo>
                  <a:cubicBezTo>
                    <a:pt x="474" y="1255"/>
                    <a:pt x="613" y="1116"/>
                    <a:pt x="613" y="949"/>
                  </a:cubicBezTo>
                  <a:lnTo>
                    <a:pt x="613" y="335"/>
                  </a:lnTo>
                  <a:cubicBezTo>
                    <a:pt x="613" y="140"/>
                    <a:pt x="474" y="1"/>
                    <a:pt x="307" y="1"/>
                  </a:cubicBezTo>
                  <a:close/>
                </a:path>
              </a:pathLst>
            </a:custGeom>
            <a:grpFill/>
            <a:ln>
              <a:noFill/>
            </a:ln>
          </p:spPr>
          <p:txBody>
            <a:bodyPr spcFirstLastPara="1" wrap="square" lIns="62728" tIns="62728" rIns="62728" bIns="62728" anchor="ctr" anchorCtr="0">
              <a:noAutofit/>
            </a:bodyPr>
            <a:lstStyle/>
            <a:p>
              <a:endParaRPr sz="764"/>
            </a:p>
          </p:txBody>
        </p:sp>
        <p:sp>
          <p:nvSpPr>
            <p:cNvPr id="777" name="Google Shape;6244;p61">
              <a:extLst>
                <a:ext uri="{FF2B5EF4-FFF2-40B4-BE49-F238E27FC236}">
                  <a16:creationId xmlns:a16="http://schemas.microsoft.com/office/drawing/2014/main" id="{A657145C-9983-4337-A548-7CE3E3365335}"/>
                </a:ext>
              </a:extLst>
            </p:cNvPr>
            <p:cNvSpPr/>
            <p:nvPr/>
          </p:nvSpPr>
          <p:spPr>
            <a:xfrm>
              <a:off x="-47180012" y="172075"/>
              <a:ext cx="15350" cy="31375"/>
            </a:xfrm>
            <a:custGeom>
              <a:avLst/>
              <a:gdLst/>
              <a:ahLst/>
              <a:cxnLst/>
              <a:rect l="l" t="t" r="r" b="b"/>
              <a:pathLst>
                <a:path w="614" h="1255" extrusionOk="0">
                  <a:moveTo>
                    <a:pt x="307" y="0"/>
                  </a:moveTo>
                  <a:cubicBezTo>
                    <a:pt x="139" y="0"/>
                    <a:pt x="0" y="139"/>
                    <a:pt x="0" y="335"/>
                  </a:cubicBezTo>
                  <a:lnTo>
                    <a:pt x="0" y="948"/>
                  </a:lnTo>
                  <a:cubicBezTo>
                    <a:pt x="0" y="1115"/>
                    <a:pt x="139" y="1254"/>
                    <a:pt x="307" y="1254"/>
                  </a:cubicBezTo>
                  <a:cubicBezTo>
                    <a:pt x="474" y="1254"/>
                    <a:pt x="613" y="1115"/>
                    <a:pt x="613" y="948"/>
                  </a:cubicBezTo>
                  <a:lnTo>
                    <a:pt x="613" y="335"/>
                  </a:lnTo>
                  <a:cubicBezTo>
                    <a:pt x="613" y="139"/>
                    <a:pt x="474" y="0"/>
                    <a:pt x="307" y="0"/>
                  </a:cubicBezTo>
                  <a:close/>
                </a:path>
              </a:pathLst>
            </a:custGeom>
            <a:grpFill/>
            <a:ln>
              <a:noFill/>
            </a:ln>
          </p:spPr>
          <p:txBody>
            <a:bodyPr spcFirstLastPara="1" wrap="square" lIns="62728" tIns="62728" rIns="62728" bIns="62728" anchor="ctr" anchorCtr="0">
              <a:noAutofit/>
            </a:bodyPr>
            <a:lstStyle/>
            <a:p>
              <a:endParaRPr sz="764"/>
            </a:p>
          </p:txBody>
        </p:sp>
        <p:sp>
          <p:nvSpPr>
            <p:cNvPr id="778" name="Google Shape;6245;p61">
              <a:extLst>
                <a:ext uri="{FF2B5EF4-FFF2-40B4-BE49-F238E27FC236}">
                  <a16:creationId xmlns:a16="http://schemas.microsoft.com/office/drawing/2014/main" id="{E86B5117-15F3-4CBC-8682-26E524743797}"/>
                </a:ext>
              </a:extLst>
            </p:cNvPr>
            <p:cNvSpPr/>
            <p:nvPr/>
          </p:nvSpPr>
          <p:spPr>
            <a:xfrm>
              <a:off x="-47180012" y="218050"/>
              <a:ext cx="15350" cy="32100"/>
            </a:xfrm>
            <a:custGeom>
              <a:avLst/>
              <a:gdLst/>
              <a:ahLst/>
              <a:cxnLst/>
              <a:rect l="l" t="t" r="r" b="b"/>
              <a:pathLst>
                <a:path w="614" h="1284" extrusionOk="0">
                  <a:moveTo>
                    <a:pt x="307" y="1"/>
                  </a:moveTo>
                  <a:cubicBezTo>
                    <a:pt x="139" y="1"/>
                    <a:pt x="0" y="140"/>
                    <a:pt x="0" y="335"/>
                  </a:cubicBezTo>
                  <a:lnTo>
                    <a:pt x="0" y="949"/>
                  </a:lnTo>
                  <a:cubicBezTo>
                    <a:pt x="0" y="1144"/>
                    <a:pt x="139" y="1283"/>
                    <a:pt x="307" y="1283"/>
                  </a:cubicBezTo>
                  <a:cubicBezTo>
                    <a:pt x="474" y="1283"/>
                    <a:pt x="613" y="1144"/>
                    <a:pt x="613" y="949"/>
                  </a:cubicBezTo>
                  <a:lnTo>
                    <a:pt x="613" y="335"/>
                  </a:lnTo>
                  <a:cubicBezTo>
                    <a:pt x="613" y="140"/>
                    <a:pt x="474" y="1"/>
                    <a:pt x="307" y="1"/>
                  </a:cubicBezTo>
                  <a:close/>
                </a:path>
              </a:pathLst>
            </a:custGeom>
            <a:grpFill/>
            <a:ln>
              <a:noFill/>
            </a:ln>
          </p:spPr>
          <p:txBody>
            <a:bodyPr spcFirstLastPara="1" wrap="square" lIns="62728" tIns="62728" rIns="62728" bIns="62728" anchor="ctr" anchorCtr="0">
              <a:noAutofit/>
            </a:bodyPr>
            <a:lstStyle/>
            <a:p>
              <a:endParaRPr sz="764"/>
            </a:p>
          </p:txBody>
        </p:sp>
      </p:grpSp>
      <p:sp>
        <p:nvSpPr>
          <p:cNvPr id="925" name="Google Shape;6251;p62">
            <a:extLst>
              <a:ext uri="{FF2B5EF4-FFF2-40B4-BE49-F238E27FC236}">
                <a16:creationId xmlns:a16="http://schemas.microsoft.com/office/drawing/2014/main" id="{4D83500D-E1A1-4F58-B874-8C97131321B2}"/>
              </a:ext>
            </a:extLst>
          </p:cNvPr>
          <p:cNvSpPr/>
          <p:nvPr/>
        </p:nvSpPr>
        <p:spPr>
          <a:xfrm>
            <a:off x="545366" y="1511615"/>
            <a:ext cx="204305" cy="235797"/>
          </a:xfrm>
          <a:custGeom>
            <a:avLst/>
            <a:gdLst/>
            <a:ahLst/>
            <a:cxnLst/>
            <a:rect l="l" t="t" r="r" b="b"/>
            <a:pathLst>
              <a:path w="10996" h="12691" extrusionOk="0">
                <a:moveTo>
                  <a:pt x="6050" y="820"/>
                </a:moveTo>
                <a:lnTo>
                  <a:pt x="6050" y="1639"/>
                </a:lnTo>
                <a:lnTo>
                  <a:pt x="5199" y="1639"/>
                </a:lnTo>
                <a:lnTo>
                  <a:pt x="5199" y="820"/>
                </a:lnTo>
                <a:close/>
                <a:moveTo>
                  <a:pt x="9358" y="2458"/>
                </a:moveTo>
                <a:lnTo>
                  <a:pt x="9358" y="8255"/>
                </a:lnTo>
                <a:lnTo>
                  <a:pt x="1923" y="8255"/>
                </a:lnTo>
                <a:lnTo>
                  <a:pt x="1923" y="2458"/>
                </a:lnTo>
                <a:close/>
                <a:moveTo>
                  <a:pt x="9767" y="9074"/>
                </a:moveTo>
                <a:cubicBezTo>
                  <a:pt x="10019" y="9074"/>
                  <a:pt x="10177" y="9295"/>
                  <a:pt x="10208" y="9515"/>
                </a:cubicBezTo>
                <a:cubicBezTo>
                  <a:pt x="10177" y="9704"/>
                  <a:pt x="10051" y="9830"/>
                  <a:pt x="9893" y="9925"/>
                </a:cubicBezTo>
                <a:cubicBezTo>
                  <a:pt x="9862" y="9940"/>
                  <a:pt x="9893" y="9948"/>
                  <a:pt x="9594" y="9948"/>
                </a:cubicBezTo>
                <a:cubicBezTo>
                  <a:pt x="9295" y="9948"/>
                  <a:pt x="8665" y="9940"/>
                  <a:pt x="7310" y="9925"/>
                </a:cubicBezTo>
                <a:lnTo>
                  <a:pt x="1513" y="9925"/>
                </a:lnTo>
                <a:cubicBezTo>
                  <a:pt x="1324" y="9925"/>
                  <a:pt x="1166" y="9799"/>
                  <a:pt x="1103" y="9641"/>
                </a:cubicBezTo>
                <a:cubicBezTo>
                  <a:pt x="1040" y="9358"/>
                  <a:pt x="1229" y="9074"/>
                  <a:pt x="1513" y="9074"/>
                </a:cubicBezTo>
                <a:close/>
                <a:moveTo>
                  <a:pt x="4790" y="1"/>
                </a:moveTo>
                <a:cubicBezTo>
                  <a:pt x="4538" y="1"/>
                  <a:pt x="4348" y="190"/>
                  <a:pt x="4348" y="379"/>
                </a:cubicBezTo>
                <a:lnTo>
                  <a:pt x="4348" y="1639"/>
                </a:lnTo>
                <a:lnTo>
                  <a:pt x="1419" y="1639"/>
                </a:lnTo>
                <a:cubicBezTo>
                  <a:pt x="1198" y="1639"/>
                  <a:pt x="1040" y="1828"/>
                  <a:pt x="1040" y="2080"/>
                </a:cubicBezTo>
                <a:lnTo>
                  <a:pt x="1040" y="8349"/>
                </a:lnTo>
                <a:cubicBezTo>
                  <a:pt x="788" y="8413"/>
                  <a:pt x="568" y="8570"/>
                  <a:pt x="410" y="8791"/>
                </a:cubicBezTo>
                <a:cubicBezTo>
                  <a:pt x="1" y="9358"/>
                  <a:pt x="158" y="10145"/>
                  <a:pt x="725" y="10555"/>
                </a:cubicBezTo>
                <a:cubicBezTo>
                  <a:pt x="914" y="10649"/>
                  <a:pt x="1166" y="10744"/>
                  <a:pt x="1419" y="10744"/>
                </a:cubicBezTo>
                <a:lnTo>
                  <a:pt x="3277" y="10744"/>
                </a:lnTo>
                <a:lnTo>
                  <a:pt x="2679" y="12067"/>
                </a:lnTo>
                <a:cubicBezTo>
                  <a:pt x="2616" y="12288"/>
                  <a:pt x="2679" y="12508"/>
                  <a:pt x="2836" y="12634"/>
                </a:cubicBezTo>
                <a:cubicBezTo>
                  <a:pt x="2913" y="12673"/>
                  <a:pt x="2987" y="12691"/>
                  <a:pt x="3057" y="12691"/>
                </a:cubicBezTo>
                <a:cubicBezTo>
                  <a:pt x="3214" y="12691"/>
                  <a:pt x="3347" y="12598"/>
                  <a:pt x="3435" y="12445"/>
                </a:cubicBezTo>
                <a:lnTo>
                  <a:pt x="4159" y="10744"/>
                </a:lnTo>
                <a:lnTo>
                  <a:pt x="5136" y="10744"/>
                </a:lnTo>
                <a:lnTo>
                  <a:pt x="5136" y="12225"/>
                </a:lnTo>
                <a:cubicBezTo>
                  <a:pt x="5136" y="12445"/>
                  <a:pt x="5294" y="12634"/>
                  <a:pt x="5483" y="12666"/>
                </a:cubicBezTo>
                <a:cubicBezTo>
                  <a:pt x="5501" y="12668"/>
                  <a:pt x="5520" y="12669"/>
                  <a:pt x="5538" y="12669"/>
                </a:cubicBezTo>
                <a:cubicBezTo>
                  <a:pt x="5766" y="12669"/>
                  <a:pt x="5955" y="12492"/>
                  <a:pt x="5955" y="12288"/>
                </a:cubicBezTo>
                <a:lnTo>
                  <a:pt x="5955" y="10744"/>
                </a:lnTo>
                <a:lnTo>
                  <a:pt x="6932" y="10744"/>
                </a:lnTo>
                <a:lnTo>
                  <a:pt x="7657" y="12382"/>
                </a:lnTo>
                <a:cubicBezTo>
                  <a:pt x="7708" y="12538"/>
                  <a:pt x="7888" y="12651"/>
                  <a:pt x="8056" y="12651"/>
                </a:cubicBezTo>
                <a:cubicBezTo>
                  <a:pt x="8092" y="12651"/>
                  <a:pt x="8127" y="12645"/>
                  <a:pt x="8161" y="12634"/>
                </a:cubicBezTo>
                <a:cubicBezTo>
                  <a:pt x="8413" y="12540"/>
                  <a:pt x="8507" y="12256"/>
                  <a:pt x="8444" y="12067"/>
                </a:cubicBezTo>
                <a:lnTo>
                  <a:pt x="7846" y="10744"/>
                </a:lnTo>
                <a:lnTo>
                  <a:pt x="9704" y="10744"/>
                </a:lnTo>
                <a:cubicBezTo>
                  <a:pt x="10366" y="10744"/>
                  <a:pt x="10965" y="10177"/>
                  <a:pt x="10965" y="9484"/>
                </a:cubicBezTo>
                <a:cubicBezTo>
                  <a:pt x="10996" y="8980"/>
                  <a:pt x="10681" y="8507"/>
                  <a:pt x="10177" y="8349"/>
                </a:cubicBezTo>
                <a:lnTo>
                  <a:pt x="10177" y="2080"/>
                </a:lnTo>
                <a:cubicBezTo>
                  <a:pt x="10177" y="1828"/>
                  <a:pt x="9988" y="1639"/>
                  <a:pt x="9736" y="1639"/>
                </a:cubicBezTo>
                <a:lnTo>
                  <a:pt x="6869" y="1639"/>
                </a:lnTo>
                <a:lnTo>
                  <a:pt x="6869" y="379"/>
                </a:lnTo>
                <a:cubicBezTo>
                  <a:pt x="6869" y="158"/>
                  <a:pt x="6680" y="1"/>
                  <a:pt x="6428"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26" name="Google Shape;6252;p62">
            <a:extLst>
              <a:ext uri="{FF2B5EF4-FFF2-40B4-BE49-F238E27FC236}">
                <a16:creationId xmlns:a16="http://schemas.microsoft.com/office/drawing/2014/main" id="{3FE31C28-1E76-4EAD-8DB7-D9FBBEE3C0A2}"/>
              </a:ext>
            </a:extLst>
          </p:cNvPr>
          <p:cNvSpPr/>
          <p:nvPr/>
        </p:nvSpPr>
        <p:spPr>
          <a:xfrm>
            <a:off x="526638" y="1796529"/>
            <a:ext cx="241762" cy="213818"/>
          </a:xfrm>
          <a:custGeom>
            <a:avLst/>
            <a:gdLst/>
            <a:ahLst/>
            <a:cxnLst/>
            <a:rect l="l" t="t" r="r" b="b"/>
            <a:pathLst>
              <a:path w="13012" h="11508" extrusionOk="0">
                <a:moveTo>
                  <a:pt x="9306" y="836"/>
                </a:moveTo>
                <a:cubicBezTo>
                  <a:pt x="9412" y="836"/>
                  <a:pt x="9515" y="875"/>
                  <a:pt x="9578" y="954"/>
                </a:cubicBezTo>
                <a:lnTo>
                  <a:pt x="11909" y="3285"/>
                </a:lnTo>
                <a:cubicBezTo>
                  <a:pt x="12067" y="3443"/>
                  <a:pt x="12067" y="3695"/>
                  <a:pt x="11909" y="3884"/>
                </a:cubicBezTo>
                <a:lnTo>
                  <a:pt x="6900" y="8861"/>
                </a:lnTo>
                <a:lnTo>
                  <a:pt x="4001" y="5963"/>
                </a:lnTo>
                <a:lnTo>
                  <a:pt x="9011" y="954"/>
                </a:lnTo>
                <a:cubicBezTo>
                  <a:pt x="9089" y="875"/>
                  <a:pt x="9200" y="836"/>
                  <a:pt x="9306" y="836"/>
                </a:cubicBezTo>
                <a:close/>
                <a:moveTo>
                  <a:pt x="3466" y="6499"/>
                </a:moveTo>
                <a:lnTo>
                  <a:pt x="6364" y="9428"/>
                </a:lnTo>
                <a:lnTo>
                  <a:pt x="6049" y="9744"/>
                </a:lnTo>
                <a:cubicBezTo>
                  <a:pt x="5986" y="9807"/>
                  <a:pt x="5892" y="9870"/>
                  <a:pt x="5766" y="9870"/>
                </a:cubicBezTo>
                <a:cubicBezTo>
                  <a:pt x="5640" y="9870"/>
                  <a:pt x="5577" y="9807"/>
                  <a:pt x="5514" y="9744"/>
                </a:cubicBezTo>
                <a:cubicBezTo>
                  <a:pt x="5255" y="9506"/>
                  <a:pt x="4936" y="9372"/>
                  <a:pt x="4610" y="9372"/>
                </a:cubicBezTo>
                <a:cubicBezTo>
                  <a:pt x="4460" y="9372"/>
                  <a:pt x="4308" y="9400"/>
                  <a:pt x="4159" y="9460"/>
                </a:cubicBezTo>
                <a:cubicBezTo>
                  <a:pt x="3938" y="9555"/>
                  <a:pt x="3812" y="9712"/>
                  <a:pt x="3686" y="9807"/>
                </a:cubicBezTo>
                <a:lnTo>
                  <a:pt x="3088" y="9239"/>
                </a:lnTo>
                <a:lnTo>
                  <a:pt x="3182" y="9145"/>
                </a:lnTo>
                <a:cubicBezTo>
                  <a:pt x="3655" y="8672"/>
                  <a:pt x="3686" y="7853"/>
                  <a:pt x="3151" y="7381"/>
                </a:cubicBezTo>
                <a:cubicBezTo>
                  <a:pt x="2993" y="7223"/>
                  <a:pt x="3025" y="6940"/>
                  <a:pt x="3182" y="6782"/>
                </a:cubicBezTo>
                <a:lnTo>
                  <a:pt x="3466" y="6499"/>
                </a:lnTo>
                <a:close/>
                <a:moveTo>
                  <a:pt x="2426" y="9807"/>
                </a:moveTo>
                <a:lnTo>
                  <a:pt x="3025" y="10405"/>
                </a:lnTo>
                <a:lnTo>
                  <a:pt x="2773" y="10657"/>
                </a:lnTo>
                <a:lnTo>
                  <a:pt x="1544" y="10657"/>
                </a:lnTo>
                <a:lnTo>
                  <a:pt x="2426" y="9807"/>
                </a:lnTo>
                <a:close/>
                <a:moveTo>
                  <a:pt x="9310" y="1"/>
                </a:moveTo>
                <a:cubicBezTo>
                  <a:pt x="8995" y="1"/>
                  <a:pt x="8680" y="119"/>
                  <a:pt x="8443" y="355"/>
                </a:cubicBezTo>
                <a:lnTo>
                  <a:pt x="2584" y="6247"/>
                </a:lnTo>
                <a:cubicBezTo>
                  <a:pt x="2111" y="6719"/>
                  <a:pt x="2079" y="7538"/>
                  <a:pt x="2552" y="8011"/>
                </a:cubicBezTo>
                <a:cubicBezTo>
                  <a:pt x="2710" y="8137"/>
                  <a:pt x="2710" y="8357"/>
                  <a:pt x="2615" y="8483"/>
                </a:cubicBezTo>
                <a:cubicBezTo>
                  <a:pt x="2584" y="8546"/>
                  <a:pt x="2584" y="8546"/>
                  <a:pt x="2552" y="8609"/>
                </a:cubicBezTo>
                <a:lnTo>
                  <a:pt x="252" y="10815"/>
                </a:lnTo>
                <a:cubicBezTo>
                  <a:pt x="0" y="11067"/>
                  <a:pt x="189" y="11508"/>
                  <a:pt x="536" y="11508"/>
                </a:cubicBezTo>
                <a:lnTo>
                  <a:pt x="2930" y="11508"/>
                </a:lnTo>
                <a:cubicBezTo>
                  <a:pt x="3056" y="11508"/>
                  <a:pt x="3182" y="11476"/>
                  <a:pt x="3245" y="11382"/>
                </a:cubicBezTo>
                <a:lnTo>
                  <a:pt x="4285" y="10374"/>
                </a:lnTo>
                <a:cubicBezTo>
                  <a:pt x="4364" y="10295"/>
                  <a:pt x="4474" y="10255"/>
                  <a:pt x="4584" y="10255"/>
                </a:cubicBezTo>
                <a:cubicBezTo>
                  <a:pt x="4694" y="10255"/>
                  <a:pt x="4805" y="10295"/>
                  <a:pt x="4883" y="10374"/>
                </a:cubicBezTo>
                <a:cubicBezTo>
                  <a:pt x="5092" y="10614"/>
                  <a:pt x="5413" y="10740"/>
                  <a:pt x="5742" y="10740"/>
                </a:cubicBezTo>
                <a:cubicBezTo>
                  <a:pt x="6060" y="10740"/>
                  <a:pt x="6384" y="10622"/>
                  <a:pt x="6616" y="10374"/>
                </a:cubicBezTo>
                <a:lnTo>
                  <a:pt x="12476" y="4482"/>
                </a:lnTo>
                <a:cubicBezTo>
                  <a:pt x="12980" y="3978"/>
                  <a:pt x="13012" y="3191"/>
                  <a:pt x="12508" y="2686"/>
                </a:cubicBezTo>
                <a:lnTo>
                  <a:pt x="10176" y="355"/>
                </a:lnTo>
                <a:cubicBezTo>
                  <a:pt x="9940" y="119"/>
                  <a:pt x="9625" y="1"/>
                  <a:pt x="9310"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27" name="Google Shape;6253;p62">
            <a:extLst>
              <a:ext uri="{FF2B5EF4-FFF2-40B4-BE49-F238E27FC236}">
                <a16:creationId xmlns:a16="http://schemas.microsoft.com/office/drawing/2014/main" id="{8F828EE4-9EA4-41D5-9701-B9E50AD242D9}"/>
              </a:ext>
            </a:extLst>
          </p:cNvPr>
          <p:cNvSpPr/>
          <p:nvPr/>
        </p:nvSpPr>
        <p:spPr>
          <a:xfrm>
            <a:off x="531895" y="2056193"/>
            <a:ext cx="231246" cy="235705"/>
          </a:xfrm>
          <a:custGeom>
            <a:avLst/>
            <a:gdLst/>
            <a:ahLst/>
            <a:cxnLst/>
            <a:rect l="l" t="t" r="r" b="b"/>
            <a:pathLst>
              <a:path w="12446" h="12686" extrusionOk="0">
                <a:moveTo>
                  <a:pt x="6176" y="808"/>
                </a:moveTo>
                <a:cubicBezTo>
                  <a:pt x="6428" y="808"/>
                  <a:pt x="6554" y="997"/>
                  <a:pt x="6554" y="1249"/>
                </a:cubicBezTo>
                <a:cubicBezTo>
                  <a:pt x="6554" y="1497"/>
                  <a:pt x="6359" y="1667"/>
                  <a:pt x="6153" y="1667"/>
                </a:cubicBezTo>
                <a:cubicBezTo>
                  <a:pt x="6097" y="1667"/>
                  <a:pt x="6041" y="1654"/>
                  <a:pt x="5987" y="1627"/>
                </a:cubicBezTo>
                <a:cubicBezTo>
                  <a:pt x="5829" y="1564"/>
                  <a:pt x="5735" y="1438"/>
                  <a:pt x="5735" y="1249"/>
                </a:cubicBezTo>
                <a:cubicBezTo>
                  <a:pt x="5766" y="997"/>
                  <a:pt x="5924" y="808"/>
                  <a:pt x="6176" y="808"/>
                </a:cubicBezTo>
                <a:close/>
                <a:moveTo>
                  <a:pt x="1986" y="2541"/>
                </a:moveTo>
                <a:lnTo>
                  <a:pt x="3088" y="5755"/>
                </a:lnTo>
                <a:lnTo>
                  <a:pt x="946" y="5755"/>
                </a:lnTo>
                <a:lnTo>
                  <a:pt x="1986" y="2541"/>
                </a:lnTo>
                <a:close/>
                <a:moveTo>
                  <a:pt x="10303" y="2541"/>
                </a:moveTo>
                <a:lnTo>
                  <a:pt x="11374" y="5755"/>
                </a:lnTo>
                <a:lnTo>
                  <a:pt x="9200" y="5755"/>
                </a:lnTo>
                <a:lnTo>
                  <a:pt x="10303" y="2541"/>
                </a:lnTo>
                <a:close/>
                <a:moveTo>
                  <a:pt x="3183" y="6605"/>
                </a:moveTo>
                <a:cubicBezTo>
                  <a:pt x="3025" y="7109"/>
                  <a:pt x="2584" y="7424"/>
                  <a:pt x="2049" y="7424"/>
                </a:cubicBezTo>
                <a:cubicBezTo>
                  <a:pt x="1481" y="7424"/>
                  <a:pt x="1040" y="7078"/>
                  <a:pt x="851" y="6605"/>
                </a:cubicBezTo>
                <a:close/>
                <a:moveTo>
                  <a:pt x="11437" y="6605"/>
                </a:moveTo>
                <a:cubicBezTo>
                  <a:pt x="11279" y="7109"/>
                  <a:pt x="10870" y="7424"/>
                  <a:pt x="10303" y="7424"/>
                </a:cubicBezTo>
                <a:cubicBezTo>
                  <a:pt x="9767" y="7424"/>
                  <a:pt x="9326" y="7078"/>
                  <a:pt x="9137" y="6605"/>
                </a:cubicBezTo>
                <a:close/>
                <a:moveTo>
                  <a:pt x="6617" y="2415"/>
                </a:moveTo>
                <a:lnTo>
                  <a:pt x="6617" y="8558"/>
                </a:lnTo>
                <a:lnTo>
                  <a:pt x="5766" y="8558"/>
                </a:lnTo>
                <a:lnTo>
                  <a:pt x="5766" y="2415"/>
                </a:lnTo>
                <a:cubicBezTo>
                  <a:pt x="5908" y="2462"/>
                  <a:pt x="6050" y="2486"/>
                  <a:pt x="6191" y="2486"/>
                </a:cubicBezTo>
                <a:cubicBezTo>
                  <a:pt x="6333" y="2486"/>
                  <a:pt x="6475" y="2462"/>
                  <a:pt x="6617" y="2415"/>
                </a:cubicBezTo>
                <a:close/>
                <a:moveTo>
                  <a:pt x="8255" y="9346"/>
                </a:moveTo>
                <a:lnTo>
                  <a:pt x="8255" y="10165"/>
                </a:lnTo>
                <a:lnTo>
                  <a:pt x="4128" y="10165"/>
                </a:lnTo>
                <a:lnTo>
                  <a:pt x="4128" y="9346"/>
                </a:lnTo>
                <a:close/>
                <a:moveTo>
                  <a:pt x="9074" y="11016"/>
                </a:moveTo>
                <a:lnTo>
                  <a:pt x="9074" y="11835"/>
                </a:lnTo>
                <a:lnTo>
                  <a:pt x="3309" y="11835"/>
                </a:lnTo>
                <a:lnTo>
                  <a:pt x="3309" y="11016"/>
                </a:lnTo>
                <a:close/>
                <a:moveTo>
                  <a:pt x="6265" y="1"/>
                </a:moveTo>
                <a:cubicBezTo>
                  <a:pt x="5747" y="1"/>
                  <a:pt x="5253" y="326"/>
                  <a:pt x="5073" y="840"/>
                </a:cubicBezTo>
                <a:lnTo>
                  <a:pt x="1292" y="840"/>
                </a:lnTo>
                <a:cubicBezTo>
                  <a:pt x="1103" y="840"/>
                  <a:pt x="914" y="997"/>
                  <a:pt x="851" y="1186"/>
                </a:cubicBezTo>
                <a:cubicBezTo>
                  <a:pt x="820" y="1438"/>
                  <a:pt x="1009" y="1659"/>
                  <a:pt x="1261" y="1659"/>
                </a:cubicBezTo>
                <a:lnTo>
                  <a:pt x="1481" y="1659"/>
                </a:lnTo>
                <a:cubicBezTo>
                  <a:pt x="30" y="6044"/>
                  <a:pt x="1" y="6133"/>
                  <a:pt x="1" y="6133"/>
                </a:cubicBezTo>
                <a:lnTo>
                  <a:pt x="1" y="6133"/>
                </a:lnTo>
                <a:cubicBezTo>
                  <a:pt x="1" y="6133"/>
                  <a:pt x="1" y="6133"/>
                  <a:pt x="1" y="6133"/>
                </a:cubicBezTo>
                <a:lnTo>
                  <a:pt x="1" y="6196"/>
                </a:lnTo>
                <a:cubicBezTo>
                  <a:pt x="1" y="6479"/>
                  <a:pt x="64" y="6763"/>
                  <a:pt x="158" y="6983"/>
                </a:cubicBezTo>
                <a:cubicBezTo>
                  <a:pt x="464" y="7784"/>
                  <a:pt x="1229" y="8250"/>
                  <a:pt x="2042" y="8250"/>
                </a:cubicBezTo>
                <a:cubicBezTo>
                  <a:pt x="2317" y="8250"/>
                  <a:pt x="2597" y="8197"/>
                  <a:pt x="2868" y="8086"/>
                </a:cubicBezTo>
                <a:cubicBezTo>
                  <a:pt x="3403" y="7865"/>
                  <a:pt x="3844" y="7393"/>
                  <a:pt x="4033" y="6794"/>
                </a:cubicBezTo>
                <a:cubicBezTo>
                  <a:pt x="4128" y="6542"/>
                  <a:pt x="4159" y="6290"/>
                  <a:pt x="4128" y="6164"/>
                </a:cubicBezTo>
                <a:lnTo>
                  <a:pt x="4128" y="6038"/>
                </a:lnTo>
                <a:cubicBezTo>
                  <a:pt x="4128" y="6007"/>
                  <a:pt x="2679" y="1659"/>
                  <a:pt x="2679" y="1627"/>
                </a:cubicBezTo>
                <a:lnTo>
                  <a:pt x="4978" y="1627"/>
                </a:lnTo>
                <a:lnTo>
                  <a:pt x="4978" y="8527"/>
                </a:lnTo>
                <a:lnTo>
                  <a:pt x="3781" y="8527"/>
                </a:lnTo>
                <a:cubicBezTo>
                  <a:pt x="3529" y="8527"/>
                  <a:pt x="3340" y="8716"/>
                  <a:pt x="3340" y="8968"/>
                </a:cubicBezTo>
                <a:lnTo>
                  <a:pt x="3340" y="10165"/>
                </a:lnTo>
                <a:lnTo>
                  <a:pt x="2931" y="10165"/>
                </a:lnTo>
                <a:cubicBezTo>
                  <a:pt x="2710" y="10165"/>
                  <a:pt x="2521" y="10386"/>
                  <a:pt x="2521" y="10606"/>
                </a:cubicBezTo>
                <a:lnTo>
                  <a:pt x="2521" y="12245"/>
                </a:lnTo>
                <a:cubicBezTo>
                  <a:pt x="2521" y="12497"/>
                  <a:pt x="2710" y="12686"/>
                  <a:pt x="2931" y="12686"/>
                </a:cubicBezTo>
                <a:lnTo>
                  <a:pt x="9547" y="12686"/>
                </a:lnTo>
                <a:cubicBezTo>
                  <a:pt x="9673" y="12686"/>
                  <a:pt x="9767" y="12654"/>
                  <a:pt x="9830" y="12560"/>
                </a:cubicBezTo>
                <a:cubicBezTo>
                  <a:pt x="9925" y="12497"/>
                  <a:pt x="9956" y="12371"/>
                  <a:pt x="9956" y="12308"/>
                </a:cubicBezTo>
                <a:lnTo>
                  <a:pt x="9956" y="10638"/>
                </a:lnTo>
                <a:cubicBezTo>
                  <a:pt x="9956" y="10417"/>
                  <a:pt x="9767" y="10228"/>
                  <a:pt x="9515" y="10228"/>
                </a:cubicBezTo>
                <a:lnTo>
                  <a:pt x="9137" y="10228"/>
                </a:lnTo>
                <a:lnTo>
                  <a:pt x="9137" y="8968"/>
                </a:lnTo>
                <a:cubicBezTo>
                  <a:pt x="9137" y="8716"/>
                  <a:pt x="8917" y="8527"/>
                  <a:pt x="8696" y="8527"/>
                </a:cubicBezTo>
                <a:lnTo>
                  <a:pt x="7467" y="8527"/>
                </a:lnTo>
                <a:lnTo>
                  <a:pt x="7467" y="1627"/>
                </a:lnTo>
                <a:lnTo>
                  <a:pt x="9799" y="1627"/>
                </a:lnTo>
                <a:cubicBezTo>
                  <a:pt x="9799" y="1659"/>
                  <a:pt x="8350" y="6038"/>
                  <a:pt x="8350" y="6070"/>
                </a:cubicBezTo>
                <a:lnTo>
                  <a:pt x="8350" y="6164"/>
                </a:lnTo>
                <a:lnTo>
                  <a:pt x="8350" y="6227"/>
                </a:lnTo>
                <a:cubicBezTo>
                  <a:pt x="8350" y="6952"/>
                  <a:pt x="8696" y="7550"/>
                  <a:pt x="9232" y="7928"/>
                </a:cubicBezTo>
                <a:cubicBezTo>
                  <a:pt x="9601" y="8178"/>
                  <a:pt x="10011" y="8295"/>
                  <a:pt x="10411" y="8295"/>
                </a:cubicBezTo>
                <a:cubicBezTo>
                  <a:pt x="11275" y="8295"/>
                  <a:pt x="12092" y="7751"/>
                  <a:pt x="12351" y="6826"/>
                </a:cubicBezTo>
                <a:cubicBezTo>
                  <a:pt x="12382" y="6637"/>
                  <a:pt x="12445" y="6448"/>
                  <a:pt x="12445" y="6227"/>
                </a:cubicBezTo>
                <a:cubicBezTo>
                  <a:pt x="12382" y="6164"/>
                  <a:pt x="12351" y="6133"/>
                  <a:pt x="12351" y="6070"/>
                </a:cubicBezTo>
                <a:lnTo>
                  <a:pt x="10901" y="1659"/>
                </a:lnTo>
                <a:lnTo>
                  <a:pt x="11153" y="1659"/>
                </a:lnTo>
                <a:cubicBezTo>
                  <a:pt x="11342" y="1659"/>
                  <a:pt x="11532" y="1501"/>
                  <a:pt x="11563" y="1312"/>
                </a:cubicBezTo>
                <a:cubicBezTo>
                  <a:pt x="11626" y="1092"/>
                  <a:pt x="11406" y="840"/>
                  <a:pt x="11185" y="840"/>
                </a:cubicBezTo>
                <a:lnTo>
                  <a:pt x="7404" y="840"/>
                </a:lnTo>
                <a:cubicBezTo>
                  <a:pt x="7278" y="462"/>
                  <a:pt x="6963" y="178"/>
                  <a:pt x="6617" y="52"/>
                </a:cubicBezTo>
                <a:cubicBezTo>
                  <a:pt x="6501" y="17"/>
                  <a:pt x="6382" y="1"/>
                  <a:pt x="626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28" name="Google Shape;6254;p62">
            <a:extLst>
              <a:ext uri="{FF2B5EF4-FFF2-40B4-BE49-F238E27FC236}">
                <a16:creationId xmlns:a16="http://schemas.microsoft.com/office/drawing/2014/main" id="{656D28F4-2350-472A-9B49-4F63C9A6AF63}"/>
              </a:ext>
            </a:extLst>
          </p:cNvPr>
          <p:cNvGrpSpPr/>
          <p:nvPr/>
        </p:nvGrpSpPr>
        <p:grpSpPr>
          <a:xfrm>
            <a:off x="1898519" y="1529216"/>
            <a:ext cx="234739" cy="235928"/>
            <a:chOff x="-41270450" y="1973375"/>
            <a:chExt cx="315850" cy="317450"/>
          </a:xfrm>
          <a:solidFill>
            <a:schemeClr val="tx1"/>
          </a:solidFill>
        </p:grpSpPr>
        <p:sp>
          <p:nvSpPr>
            <p:cNvPr id="1037" name="Google Shape;6255;p62">
              <a:extLst>
                <a:ext uri="{FF2B5EF4-FFF2-40B4-BE49-F238E27FC236}">
                  <a16:creationId xmlns:a16="http://schemas.microsoft.com/office/drawing/2014/main" id="{B9F5FCFD-EE22-499C-A689-7255655F97B6}"/>
                </a:ext>
              </a:extLst>
            </p:cNvPr>
            <p:cNvSpPr/>
            <p:nvPr/>
          </p:nvSpPr>
          <p:spPr>
            <a:xfrm>
              <a:off x="-41270450" y="1973375"/>
              <a:ext cx="315850" cy="317450"/>
            </a:xfrm>
            <a:custGeom>
              <a:avLst/>
              <a:gdLst/>
              <a:ahLst/>
              <a:cxnLst/>
              <a:rect l="l" t="t" r="r" b="b"/>
              <a:pathLst>
                <a:path w="12634" h="12698" extrusionOk="0">
                  <a:moveTo>
                    <a:pt x="11814" y="820"/>
                  </a:moveTo>
                  <a:lnTo>
                    <a:pt x="11814" y="11847"/>
                  </a:lnTo>
                  <a:lnTo>
                    <a:pt x="788" y="11847"/>
                  </a:lnTo>
                  <a:lnTo>
                    <a:pt x="788" y="820"/>
                  </a:lnTo>
                  <a:close/>
                  <a:moveTo>
                    <a:pt x="378" y="1"/>
                  </a:moveTo>
                  <a:cubicBezTo>
                    <a:pt x="158" y="1"/>
                    <a:pt x="0" y="190"/>
                    <a:pt x="0" y="410"/>
                  </a:cubicBezTo>
                  <a:lnTo>
                    <a:pt x="0" y="12288"/>
                  </a:lnTo>
                  <a:cubicBezTo>
                    <a:pt x="0" y="12508"/>
                    <a:pt x="189" y="12697"/>
                    <a:pt x="378" y="12697"/>
                  </a:cubicBezTo>
                  <a:lnTo>
                    <a:pt x="12224" y="12697"/>
                  </a:lnTo>
                  <a:cubicBezTo>
                    <a:pt x="12476" y="12697"/>
                    <a:pt x="12634" y="12508"/>
                    <a:pt x="12634" y="12288"/>
                  </a:cubicBezTo>
                  <a:lnTo>
                    <a:pt x="12634" y="410"/>
                  </a:lnTo>
                  <a:cubicBezTo>
                    <a:pt x="12634" y="158"/>
                    <a:pt x="12476" y="1"/>
                    <a:pt x="12224" y="1"/>
                  </a:cubicBezTo>
                  <a:close/>
                </a:path>
              </a:pathLst>
            </a:custGeom>
            <a:grpFill/>
            <a:ln>
              <a:noFill/>
            </a:ln>
          </p:spPr>
          <p:txBody>
            <a:bodyPr spcFirstLastPara="1" wrap="square" lIns="62728" tIns="62728" rIns="62728" bIns="62728" anchor="ctr" anchorCtr="0">
              <a:noAutofit/>
            </a:bodyPr>
            <a:lstStyle/>
            <a:p>
              <a:endParaRPr sz="764"/>
            </a:p>
          </p:txBody>
        </p:sp>
        <p:sp>
          <p:nvSpPr>
            <p:cNvPr id="1038" name="Google Shape;6256;p62">
              <a:extLst>
                <a:ext uri="{FF2B5EF4-FFF2-40B4-BE49-F238E27FC236}">
                  <a16:creationId xmlns:a16="http://schemas.microsoft.com/office/drawing/2014/main" id="{BFBE864C-3961-44F7-B2C8-2856F5F75A37}"/>
                </a:ext>
              </a:extLst>
            </p:cNvPr>
            <p:cNvSpPr/>
            <p:nvPr/>
          </p:nvSpPr>
          <p:spPr>
            <a:xfrm>
              <a:off x="-41230300" y="2015125"/>
              <a:ext cx="235525" cy="192200"/>
            </a:xfrm>
            <a:custGeom>
              <a:avLst/>
              <a:gdLst/>
              <a:ahLst/>
              <a:cxnLst/>
              <a:rect l="l" t="t" r="r" b="b"/>
              <a:pathLst>
                <a:path w="9421" h="7688" extrusionOk="0">
                  <a:moveTo>
                    <a:pt x="8539" y="788"/>
                  </a:moveTo>
                  <a:lnTo>
                    <a:pt x="8539" y="6869"/>
                  </a:lnTo>
                  <a:lnTo>
                    <a:pt x="820" y="6869"/>
                  </a:lnTo>
                  <a:lnTo>
                    <a:pt x="820" y="788"/>
                  </a:lnTo>
                  <a:close/>
                  <a:moveTo>
                    <a:pt x="442" y="1"/>
                  </a:moveTo>
                  <a:cubicBezTo>
                    <a:pt x="190" y="1"/>
                    <a:pt x="1" y="221"/>
                    <a:pt x="1" y="410"/>
                  </a:cubicBezTo>
                  <a:lnTo>
                    <a:pt x="1" y="7310"/>
                  </a:lnTo>
                  <a:cubicBezTo>
                    <a:pt x="1" y="7404"/>
                    <a:pt x="32" y="7499"/>
                    <a:pt x="127" y="7562"/>
                  </a:cubicBezTo>
                  <a:cubicBezTo>
                    <a:pt x="190" y="7656"/>
                    <a:pt x="316" y="7688"/>
                    <a:pt x="442" y="7688"/>
                  </a:cubicBezTo>
                  <a:lnTo>
                    <a:pt x="8980" y="7688"/>
                  </a:lnTo>
                  <a:cubicBezTo>
                    <a:pt x="9232" y="7688"/>
                    <a:pt x="9421" y="7499"/>
                    <a:pt x="9421" y="7310"/>
                  </a:cubicBezTo>
                  <a:lnTo>
                    <a:pt x="9421" y="410"/>
                  </a:lnTo>
                  <a:cubicBezTo>
                    <a:pt x="9421" y="158"/>
                    <a:pt x="9232" y="1"/>
                    <a:pt x="8980" y="1"/>
                  </a:cubicBezTo>
                  <a:close/>
                </a:path>
              </a:pathLst>
            </a:custGeom>
            <a:grpFill/>
            <a:ln>
              <a:noFill/>
            </a:ln>
          </p:spPr>
          <p:txBody>
            <a:bodyPr spcFirstLastPara="1" wrap="square" lIns="62728" tIns="62728" rIns="62728" bIns="62728" anchor="ctr" anchorCtr="0">
              <a:noAutofit/>
            </a:bodyPr>
            <a:lstStyle/>
            <a:p>
              <a:endParaRPr sz="764"/>
            </a:p>
          </p:txBody>
        </p:sp>
        <p:sp>
          <p:nvSpPr>
            <p:cNvPr id="1039" name="Google Shape;6257;p62">
              <a:extLst>
                <a:ext uri="{FF2B5EF4-FFF2-40B4-BE49-F238E27FC236}">
                  <a16:creationId xmlns:a16="http://schemas.microsoft.com/office/drawing/2014/main" id="{9214110B-3B68-45B2-98C6-2DA297305DFF}"/>
                </a:ext>
              </a:extLst>
            </p:cNvPr>
            <p:cNvSpPr/>
            <p:nvPr/>
          </p:nvSpPr>
          <p:spPr>
            <a:xfrm>
              <a:off x="-41139725" y="2061750"/>
              <a:ext cx="83525" cy="103675"/>
            </a:xfrm>
            <a:custGeom>
              <a:avLst/>
              <a:gdLst/>
              <a:ahLst/>
              <a:cxnLst/>
              <a:rect l="l" t="t" r="r" b="b"/>
              <a:pathLst>
                <a:path w="3341" h="4147" extrusionOk="0">
                  <a:moveTo>
                    <a:pt x="789" y="1223"/>
                  </a:moveTo>
                  <a:lnTo>
                    <a:pt x="2112" y="2074"/>
                  </a:lnTo>
                  <a:lnTo>
                    <a:pt x="789" y="2987"/>
                  </a:lnTo>
                  <a:lnTo>
                    <a:pt x="789" y="1223"/>
                  </a:lnTo>
                  <a:close/>
                  <a:moveTo>
                    <a:pt x="389" y="0"/>
                  </a:moveTo>
                  <a:cubicBezTo>
                    <a:pt x="182" y="0"/>
                    <a:pt x="1" y="185"/>
                    <a:pt x="1" y="435"/>
                  </a:cubicBezTo>
                  <a:lnTo>
                    <a:pt x="1" y="3743"/>
                  </a:lnTo>
                  <a:cubicBezTo>
                    <a:pt x="1" y="3981"/>
                    <a:pt x="198" y="4147"/>
                    <a:pt x="416" y="4147"/>
                  </a:cubicBezTo>
                  <a:cubicBezTo>
                    <a:pt x="487" y="4147"/>
                    <a:pt x="561" y="4129"/>
                    <a:pt x="631" y="4090"/>
                  </a:cubicBezTo>
                  <a:lnTo>
                    <a:pt x="3120" y="2452"/>
                  </a:lnTo>
                  <a:cubicBezTo>
                    <a:pt x="3340" y="2294"/>
                    <a:pt x="3340" y="1916"/>
                    <a:pt x="3120" y="1727"/>
                  </a:cubicBezTo>
                  <a:lnTo>
                    <a:pt x="631" y="89"/>
                  </a:lnTo>
                  <a:cubicBezTo>
                    <a:pt x="552" y="28"/>
                    <a:pt x="469" y="0"/>
                    <a:pt x="389" y="0"/>
                  </a:cubicBezTo>
                  <a:close/>
                </a:path>
              </a:pathLst>
            </a:custGeom>
            <a:grpFill/>
            <a:ln>
              <a:noFill/>
            </a:ln>
          </p:spPr>
          <p:txBody>
            <a:bodyPr spcFirstLastPara="1" wrap="square" lIns="62728" tIns="62728" rIns="62728" bIns="62728" anchor="ctr" anchorCtr="0">
              <a:noAutofit/>
            </a:bodyPr>
            <a:lstStyle/>
            <a:p>
              <a:endParaRPr sz="764"/>
            </a:p>
          </p:txBody>
        </p:sp>
        <p:sp>
          <p:nvSpPr>
            <p:cNvPr id="1040" name="Google Shape;6258;p62">
              <a:extLst>
                <a:ext uri="{FF2B5EF4-FFF2-40B4-BE49-F238E27FC236}">
                  <a16:creationId xmlns:a16="http://schemas.microsoft.com/office/drawing/2014/main" id="{EBEC8DD7-C7A7-41B1-98D5-01F38D06594D}"/>
                </a:ext>
              </a:extLst>
            </p:cNvPr>
            <p:cNvSpPr/>
            <p:nvPr/>
          </p:nvSpPr>
          <p:spPr>
            <a:xfrm>
              <a:off x="-41230300" y="2227000"/>
              <a:ext cx="235525" cy="21300"/>
            </a:xfrm>
            <a:custGeom>
              <a:avLst/>
              <a:gdLst/>
              <a:ahLst/>
              <a:cxnLst/>
              <a:rect l="l" t="t" r="r" b="b"/>
              <a:pathLst>
                <a:path w="9421" h="852" extrusionOk="0">
                  <a:moveTo>
                    <a:pt x="442" y="0"/>
                  </a:moveTo>
                  <a:cubicBezTo>
                    <a:pt x="190" y="0"/>
                    <a:pt x="1" y="189"/>
                    <a:pt x="1" y="441"/>
                  </a:cubicBezTo>
                  <a:cubicBezTo>
                    <a:pt x="1" y="662"/>
                    <a:pt x="190" y="851"/>
                    <a:pt x="442" y="851"/>
                  </a:cubicBezTo>
                  <a:lnTo>
                    <a:pt x="8980" y="851"/>
                  </a:lnTo>
                  <a:cubicBezTo>
                    <a:pt x="9232" y="851"/>
                    <a:pt x="9421" y="662"/>
                    <a:pt x="9421" y="441"/>
                  </a:cubicBezTo>
                  <a:cubicBezTo>
                    <a:pt x="9421" y="189"/>
                    <a:pt x="9232" y="0"/>
                    <a:pt x="8980"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29" name="Google Shape;6259;p62">
            <a:extLst>
              <a:ext uri="{FF2B5EF4-FFF2-40B4-BE49-F238E27FC236}">
                <a16:creationId xmlns:a16="http://schemas.microsoft.com/office/drawing/2014/main" id="{5DC43696-3E90-40AA-A607-53B8FD529120}"/>
              </a:ext>
            </a:extLst>
          </p:cNvPr>
          <p:cNvGrpSpPr/>
          <p:nvPr/>
        </p:nvGrpSpPr>
        <p:grpSpPr>
          <a:xfrm>
            <a:off x="1890948" y="1800966"/>
            <a:ext cx="249881" cy="234868"/>
            <a:chOff x="-41291625" y="2339025"/>
            <a:chExt cx="336225" cy="316025"/>
          </a:xfrm>
          <a:solidFill>
            <a:schemeClr val="tx1"/>
          </a:solidFill>
        </p:grpSpPr>
        <p:sp>
          <p:nvSpPr>
            <p:cNvPr id="1035" name="Google Shape;6260;p62">
              <a:extLst>
                <a:ext uri="{FF2B5EF4-FFF2-40B4-BE49-F238E27FC236}">
                  <a16:creationId xmlns:a16="http://schemas.microsoft.com/office/drawing/2014/main" id="{9A34B7A9-88D9-42D8-93C6-9027E9080582}"/>
                </a:ext>
              </a:extLst>
            </p:cNvPr>
            <p:cNvSpPr/>
            <p:nvPr/>
          </p:nvSpPr>
          <p:spPr>
            <a:xfrm>
              <a:off x="-41291625" y="2339025"/>
              <a:ext cx="336225" cy="316025"/>
            </a:xfrm>
            <a:custGeom>
              <a:avLst/>
              <a:gdLst/>
              <a:ahLst/>
              <a:cxnLst/>
              <a:rect l="l" t="t" r="r" b="b"/>
              <a:pathLst>
                <a:path w="13449" h="12641" extrusionOk="0">
                  <a:moveTo>
                    <a:pt x="6644" y="1064"/>
                  </a:moveTo>
                  <a:lnTo>
                    <a:pt x="7810" y="2261"/>
                  </a:lnTo>
                  <a:lnTo>
                    <a:pt x="6644" y="3427"/>
                  </a:lnTo>
                  <a:lnTo>
                    <a:pt x="5447" y="2261"/>
                  </a:lnTo>
                  <a:lnTo>
                    <a:pt x="6644" y="1064"/>
                  </a:lnTo>
                  <a:close/>
                  <a:moveTo>
                    <a:pt x="11307" y="5727"/>
                  </a:moveTo>
                  <a:lnTo>
                    <a:pt x="12504" y="6893"/>
                  </a:lnTo>
                  <a:lnTo>
                    <a:pt x="11307" y="8090"/>
                  </a:lnTo>
                  <a:lnTo>
                    <a:pt x="10141" y="6893"/>
                  </a:lnTo>
                  <a:lnTo>
                    <a:pt x="11307" y="5727"/>
                  </a:lnTo>
                  <a:close/>
                  <a:moveTo>
                    <a:pt x="4848" y="2829"/>
                  </a:moveTo>
                  <a:lnTo>
                    <a:pt x="6045" y="4026"/>
                  </a:lnTo>
                  <a:cubicBezTo>
                    <a:pt x="3872" y="6200"/>
                    <a:pt x="3935" y="6105"/>
                    <a:pt x="3809" y="6294"/>
                  </a:cubicBezTo>
                  <a:cubicBezTo>
                    <a:pt x="2769" y="7712"/>
                    <a:pt x="3494" y="9728"/>
                    <a:pt x="5226" y="10169"/>
                  </a:cubicBezTo>
                  <a:cubicBezTo>
                    <a:pt x="5463" y="10232"/>
                    <a:pt x="5675" y="10248"/>
                    <a:pt x="5825" y="10248"/>
                  </a:cubicBezTo>
                  <a:cubicBezTo>
                    <a:pt x="5975" y="10248"/>
                    <a:pt x="6061" y="10232"/>
                    <a:pt x="6045" y="10232"/>
                  </a:cubicBezTo>
                  <a:cubicBezTo>
                    <a:pt x="6045" y="10232"/>
                    <a:pt x="6108" y="10232"/>
                    <a:pt x="6234" y="10201"/>
                  </a:cubicBezTo>
                  <a:cubicBezTo>
                    <a:pt x="6739" y="10138"/>
                    <a:pt x="7180" y="9886"/>
                    <a:pt x="7526" y="9539"/>
                  </a:cubicBezTo>
                  <a:lnTo>
                    <a:pt x="9542" y="7523"/>
                  </a:lnTo>
                  <a:lnTo>
                    <a:pt x="10740" y="8720"/>
                  </a:lnTo>
                  <a:cubicBezTo>
                    <a:pt x="8566" y="10831"/>
                    <a:pt x="8629" y="10768"/>
                    <a:pt x="8440" y="10925"/>
                  </a:cubicBezTo>
                  <a:cubicBezTo>
                    <a:pt x="7699" y="11547"/>
                    <a:pt x="6741" y="11878"/>
                    <a:pt x="5785" y="11878"/>
                  </a:cubicBezTo>
                  <a:cubicBezTo>
                    <a:pt x="5480" y="11878"/>
                    <a:pt x="5176" y="11844"/>
                    <a:pt x="4880" y="11776"/>
                  </a:cubicBezTo>
                  <a:cubicBezTo>
                    <a:pt x="2769" y="11303"/>
                    <a:pt x="1257" y="9192"/>
                    <a:pt x="1729" y="6924"/>
                  </a:cubicBezTo>
                  <a:cubicBezTo>
                    <a:pt x="1887" y="6231"/>
                    <a:pt x="2202" y="5506"/>
                    <a:pt x="2769" y="4939"/>
                  </a:cubicBezTo>
                  <a:lnTo>
                    <a:pt x="4848" y="2829"/>
                  </a:lnTo>
                  <a:close/>
                  <a:moveTo>
                    <a:pt x="6565" y="1"/>
                  </a:moveTo>
                  <a:cubicBezTo>
                    <a:pt x="6455" y="1"/>
                    <a:pt x="6345" y="40"/>
                    <a:pt x="6266" y="119"/>
                  </a:cubicBezTo>
                  <a:lnTo>
                    <a:pt x="2202" y="4183"/>
                  </a:lnTo>
                  <a:cubicBezTo>
                    <a:pt x="1635" y="4782"/>
                    <a:pt x="1194" y="5538"/>
                    <a:pt x="942" y="6263"/>
                  </a:cubicBezTo>
                  <a:cubicBezTo>
                    <a:pt x="0" y="9451"/>
                    <a:pt x="2425" y="12640"/>
                    <a:pt x="5705" y="12640"/>
                  </a:cubicBezTo>
                  <a:cubicBezTo>
                    <a:pt x="5828" y="12640"/>
                    <a:pt x="5952" y="12636"/>
                    <a:pt x="6077" y="12627"/>
                  </a:cubicBezTo>
                  <a:cubicBezTo>
                    <a:pt x="6077" y="12627"/>
                    <a:pt x="6203" y="12627"/>
                    <a:pt x="6266" y="12564"/>
                  </a:cubicBezTo>
                  <a:cubicBezTo>
                    <a:pt x="7243" y="12469"/>
                    <a:pt x="8188" y="12059"/>
                    <a:pt x="8975" y="11366"/>
                  </a:cubicBezTo>
                  <a:cubicBezTo>
                    <a:pt x="9133" y="11240"/>
                    <a:pt x="8786" y="11555"/>
                    <a:pt x="13229" y="7113"/>
                  </a:cubicBezTo>
                  <a:cubicBezTo>
                    <a:pt x="13323" y="7019"/>
                    <a:pt x="13355" y="6893"/>
                    <a:pt x="13355" y="6830"/>
                  </a:cubicBezTo>
                  <a:cubicBezTo>
                    <a:pt x="13355" y="6735"/>
                    <a:pt x="13449" y="6704"/>
                    <a:pt x="13355" y="6641"/>
                  </a:cubicBezTo>
                  <a:lnTo>
                    <a:pt x="11590" y="4845"/>
                  </a:lnTo>
                  <a:cubicBezTo>
                    <a:pt x="11512" y="4766"/>
                    <a:pt x="11401" y="4727"/>
                    <a:pt x="11291" y="4727"/>
                  </a:cubicBezTo>
                  <a:cubicBezTo>
                    <a:pt x="11181" y="4727"/>
                    <a:pt x="11070" y="4766"/>
                    <a:pt x="10992" y="4845"/>
                  </a:cubicBezTo>
                  <a:lnTo>
                    <a:pt x="6928" y="8909"/>
                  </a:lnTo>
                  <a:cubicBezTo>
                    <a:pt x="6588" y="9236"/>
                    <a:pt x="6159" y="9392"/>
                    <a:pt x="5737" y="9392"/>
                  </a:cubicBezTo>
                  <a:cubicBezTo>
                    <a:pt x="5102" y="9392"/>
                    <a:pt x="4483" y="9036"/>
                    <a:pt x="4218" y="8373"/>
                  </a:cubicBezTo>
                  <a:cubicBezTo>
                    <a:pt x="3998" y="7743"/>
                    <a:pt x="4092" y="7019"/>
                    <a:pt x="4565" y="6546"/>
                  </a:cubicBezTo>
                  <a:lnTo>
                    <a:pt x="8629" y="2482"/>
                  </a:lnTo>
                  <a:cubicBezTo>
                    <a:pt x="8786" y="2324"/>
                    <a:pt x="8786" y="2072"/>
                    <a:pt x="8629" y="1883"/>
                  </a:cubicBezTo>
                  <a:lnTo>
                    <a:pt x="6865" y="119"/>
                  </a:lnTo>
                  <a:cubicBezTo>
                    <a:pt x="6786" y="40"/>
                    <a:pt x="6676" y="1"/>
                    <a:pt x="6565" y="1"/>
                  </a:cubicBezTo>
                  <a:close/>
                </a:path>
              </a:pathLst>
            </a:custGeom>
            <a:grpFill/>
            <a:ln>
              <a:noFill/>
            </a:ln>
          </p:spPr>
          <p:txBody>
            <a:bodyPr spcFirstLastPara="1" wrap="square" lIns="62728" tIns="62728" rIns="62728" bIns="62728" anchor="ctr" anchorCtr="0">
              <a:noAutofit/>
            </a:bodyPr>
            <a:lstStyle/>
            <a:p>
              <a:endParaRPr sz="764"/>
            </a:p>
          </p:txBody>
        </p:sp>
        <p:sp>
          <p:nvSpPr>
            <p:cNvPr id="1036" name="Google Shape;6261;p62">
              <a:extLst>
                <a:ext uri="{FF2B5EF4-FFF2-40B4-BE49-F238E27FC236}">
                  <a16:creationId xmlns:a16="http://schemas.microsoft.com/office/drawing/2014/main" id="{F7BA55EE-6B4D-455E-8C4C-544D31A6007D}"/>
                </a:ext>
              </a:extLst>
            </p:cNvPr>
            <p:cNvSpPr/>
            <p:nvPr/>
          </p:nvSpPr>
          <p:spPr>
            <a:xfrm>
              <a:off x="-41234225" y="2620800"/>
              <a:ext cx="25" cy="25"/>
            </a:xfrm>
            <a:custGeom>
              <a:avLst/>
              <a:gdLst/>
              <a:ahLst/>
              <a:cxnLst/>
              <a:rect l="l" t="t" r="r" b="b"/>
              <a:pathLst>
                <a:path w="1" h="1" extrusionOk="0">
                  <a:moveTo>
                    <a:pt x="0" y="1"/>
                  </a:moveTo>
                  <a:close/>
                </a:path>
              </a:pathLst>
            </a:custGeom>
            <a:grpFill/>
            <a:ln>
              <a:noFill/>
            </a:ln>
          </p:spPr>
          <p:txBody>
            <a:bodyPr spcFirstLastPara="1" wrap="square" lIns="62728" tIns="62728" rIns="62728" bIns="62728" anchor="ctr" anchorCtr="0">
              <a:noAutofit/>
            </a:bodyPr>
            <a:lstStyle/>
            <a:p>
              <a:endParaRPr sz="764"/>
            </a:p>
          </p:txBody>
        </p:sp>
      </p:grpSp>
      <p:sp>
        <p:nvSpPr>
          <p:cNvPr id="930" name="Google Shape;6262;p62">
            <a:extLst>
              <a:ext uri="{FF2B5EF4-FFF2-40B4-BE49-F238E27FC236}">
                <a16:creationId xmlns:a16="http://schemas.microsoft.com/office/drawing/2014/main" id="{B24AAAEA-B64D-4A88-B221-F338299EC792}"/>
              </a:ext>
            </a:extLst>
          </p:cNvPr>
          <p:cNvSpPr/>
          <p:nvPr/>
        </p:nvSpPr>
        <p:spPr>
          <a:xfrm>
            <a:off x="1876135" y="1919023"/>
            <a:ext cx="0" cy="19"/>
          </a:xfrm>
          <a:custGeom>
            <a:avLst/>
            <a:gdLst/>
            <a:ahLst/>
            <a:cxnLst/>
            <a:rect l="l" t="t" r="r" b="b"/>
            <a:pathLst>
              <a:path h="1" extrusionOk="0">
                <a:moveTo>
                  <a:pt x="0" y="0"/>
                </a:move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31" name="Google Shape;6263;p62">
            <a:extLst>
              <a:ext uri="{FF2B5EF4-FFF2-40B4-BE49-F238E27FC236}">
                <a16:creationId xmlns:a16="http://schemas.microsoft.com/office/drawing/2014/main" id="{339F74AC-1B14-4E7A-AE3C-CE6DAAA10D69}"/>
              </a:ext>
            </a:extLst>
          </p:cNvPr>
          <p:cNvSpPr/>
          <p:nvPr/>
        </p:nvSpPr>
        <p:spPr>
          <a:xfrm>
            <a:off x="1897848" y="2073844"/>
            <a:ext cx="237655" cy="235723"/>
          </a:xfrm>
          <a:custGeom>
            <a:avLst/>
            <a:gdLst/>
            <a:ahLst/>
            <a:cxnLst/>
            <a:rect l="l" t="t" r="r" b="b"/>
            <a:pathLst>
              <a:path w="12791" h="12687" extrusionOk="0">
                <a:moveTo>
                  <a:pt x="2986" y="7684"/>
                </a:moveTo>
                <a:cubicBezTo>
                  <a:pt x="4110" y="7684"/>
                  <a:pt x="5072" y="8568"/>
                  <a:pt x="5072" y="9751"/>
                </a:cubicBezTo>
                <a:cubicBezTo>
                  <a:pt x="5072" y="10727"/>
                  <a:pt x="4474" y="11484"/>
                  <a:pt x="3623" y="11736"/>
                </a:cubicBezTo>
                <a:cubicBezTo>
                  <a:pt x="3405" y="11810"/>
                  <a:pt x="3185" y="11846"/>
                  <a:pt x="2971" y="11846"/>
                </a:cubicBezTo>
                <a:cubicBezTo>
                  <a:pt x="2101" y="11846"/>
                  <a:pt x="1311" y="11265"/>
                  <a:pt x="1008" y="10381"/>
                </a:cubicBezTo>
                <a:cubicBezTo>
                  <a:pt x="662" y="9278"/>
                  <a:pt x="1292" y="8113"/>
                  <a:pt x="2394" y="7766"/>
                </a:cubicBezTo>
                <a:cubicBezTo>
                  <a:pt x="2594" y="7710"/>
                  <a:pt x="2792" y="7684"/>
                  <a:pt x="2986" y="7684"/>
                </a:cubicBezTo>
                <a:close/>
                <a:moveTo>
                  <a:pt x="9886" y="7696"/>
                </a:moveTo>
                <a:cubicBezTo>
                  <a:pt x="10161" y="7696"/>
                  <a:pt x="10441" y="7749"/>
                  <a:pt x="10712" y="7861"/>
                </a:cubicBezTo>
                <a:cubicBezTo>
                  <a:pt x="11468" y="8176"/>
                  <a:pt x="11972" y="8869"/>
                  <a:pt x="11972" y="9751"/>
                </a:cubicBezTo>
                <a:cubicBezTo>
                  <a:pt x="11972" y="10696"/>
                  <a:pt x="11373" y="11484"/>
                  <a:pt x="10523" y="11736"/>
                </a:cubicBezTo>
                <a:cubicBezTo>
                  <a:pt x="10305" y="11810"/>
                  <a:pt x="10085" y="11846"/>
                  <a:pt x="9870" y="11846"/>
                </a:cubicBezTo>
                <a:cubicBezTo>
                  <a:pt x="9001" y="11846"/>
                  <a:pt x="8211" y="11265"/>
                  <a:pt x="7908" y="10381"/>
                </a:cubicBezTo>
                <a:cubicBezTo>
                  <a:pt x="7750" y="9940"/>
                  <a:pt x="7782" y="9436"/>
                  <a:pt x="8002" y="8963"/>
                </a:cubicBezTo>
                <a:cubicBezTo>
                  <a:pt x="8309" y="8162"/>
                  <a:pt x="9073" y="7696"/>
                  <a:pt x="9886" y="7696"/>
                </a:cubicBezTo>
                <a:close/>
                <a:moveTo>
                  <a:pt x="2151" y="1"/>
                </a:moveTo>
                <a:cubicBezTo>
                  <a:pt x="1058" y="1"/>
                  <a:pt x="63" y="900"/>
                  <a:pt x="63" y="2064"/>
                </a:cubicBezTo>
                <a:lnTo>
                  <a:pt x="63" y="9593"/>
                </a:lnTo>
                <a:cubicBezTo>
                  <a:pt x="0" y="10633"/>
                  <a:pt x="504" y="11578"/>
                  <a:pt x="1323" y="12177"/>
                </a:cubicBezTo>
                <a:cubicBezTo>
                  <a:pt x="1822" y="12521"/>
                  <a:pt x="2387" y="12686"/>
                  <a:pt x="2947" y="12686"/>
                </a:cubicBezTo>
                <a:cubicBezTo>
                  <a:pt x="3874" y="12686"/>
                  <a:pt x="4786" y="12233"/>
                  <a:pt x="5356" y="11389"/>
                </a:cubicBezTo>
                <a:cubicBezTo>
                  <a:pt x="5671" y="10916"/>
                  <a:pt x="5860" y="10381"/>
                  <a:pt x="5860" y="9782"/>
                </a:cubicBezTo>
                <a:cubicBezTo>
                  <a:pt x="5860" y="9625"/>
                  <a:pt x="6018" y="9467"/>
                  <a:pt x="6207" y="9373"/>
                </a:cubicBezTo>
                <a:cubicBezTo>
                  <a:pt x="6270" y="9357"/>
                  <a:pt x="6340" y="9349"/>
                  <a:pt x="6411" y="9349"/>
                </a:cubicBezTo>
                <a:cubicBezTo>
                  <a:pt x="6482" y="9349"/>
                  <a:pt x="6553" y="9357"/>
                  <a:pt x="6616" y="9373"/>
                </a:cubicBezTo>
                <a:cubicBezTo>
                  <a:pt x="6805" y="9467"/>
                  <a:pt x="6963" y="9625"/>
                  <a:pt x="6963" y="9782"/>
                </a:cubicBezTo>
                <a:cubicBezTo>
                  <a:pt x="6963" y="10759"/>
                  <a:pt x="7467" y="11641"/>
                  <a:pt x="8223" y="12177"/>
                </a:cubicBezTo>
                <a:cubicBezTo>
                  <a:pt x="8709" y="12521"/>
                  <a:pt x="9272" y="12686"/>
                  <a:pt x="9833" y="12686"/>
                </a:cubicBezTo>
                <a:cubicBezTo>
                  <a:pt x="10762" y="12686"/>
                  <a:pt x="11686" y="12233"/>
                  <a:pt x="12256" y="11389"/>
                </a:cubicBezTo>
                <a:cubicBezTo>
                  <a:pt x="12602" y="10885"/>
                  <a:pt x="12791" y="10223"/>
                  <a:pt x="12728" y="9530"/>
                </a:cubicBezTo>
                <a:cubicBezTo>
                  <a:pt x="12791" y="9467"/>
                  <a:pt x="12791" y="9971"/>
                  <a:pt x="12791" y="2064"/>
                </a:cubicBezTo>
                <a:cubicBezTo>
                  <a:pt x="12791" y="1780"/>
                  <a:pt x="12760" y="1497"/>
                  <a:pt x="12634" y="1276"/>
                </a:cubicBezTo>
                <a:cubicBezTo>
                  <a:pt x="12310" y="458"/>
                  <a:pt x="11539" y="8"/>
                  <a:pt x="10750" y="8"/>
                </a:cubicBezTo>
                <a:cubicBezTo>
                  <a:pt x="10232" y="8"/>
                  <a:pt x="9706" y="202"/>
                  <a:pt x="9294" y="614"/>
                </a:cubicBezTo>
                <a:cubicBezTo>
                  <a:pt x="9137" y="772"/>
                  <a:pt x="9137" y="1024"/>
                  <a:pt x="9294" y="1182"/>
                </a:cubicBezTo>
                <a:cubicBezTo>
                  <a:pt x="9373" y="1260"/>
                  <a:pt x="9483" y="1300"/>
                  <a:pt x="9593" y="1300"/>
                </a:cubicBezTo>
                <a:cubicBezTo>
                  <a:pt x="9704" y="1300"/>
                  <a:pt x="9814" y="1260"/>
                  <a:pt x="9893" y="1182"/>
                </a:cubicBezTo>
                <a:cubicBezTo>
                  <a:pt x="10140" y="935"/>
                  <a:pt x="10448" y="819"/>
                  <a:pt x="10752" y="819"/>
                </a:cubicBezTo>
                <a:cubicBezTo>
                  <a:pt x="11263" y="819"/>
                  <a:pt x="11763" y="1144"/>
                  <a:pt x="11940" y="1717"/>
                </a:cubicBezTo>
                <a:cubicBezTo>
                  <a:pt x="11972" y="1812"/>
                  <a:pt x="11972" y="1938"/>
                  <a:pt x="11972" y="2064"/>
                </a:cubicBezTo>
                <a:lnTo>
                  <a:pt x="11972" y="7766"/>
                </a:lnTo>
                <a:cubicBezTo>
                  <a:pt x="11389" y="7183"/>
                  <a:pt x="10644" y="6907"/>
                  <a:pt x="9909" y="6907"/>
                </a:cubicBezTo>
                <a:cubicBezTo>
                  <a:pt x="8779" y="6907"/>
                  <a:pt x="7673" y="7559"/>
                  <a:pt x="7215" y="8743"/>
                </a:cubicBezTo>
                <a:cubicBezTo>
                  <a:pt x="6994" y="8617"/>
                  <a:pt x="6750" y="8554"/>
                  <a:pt x="6494" y="8554"/>
                </a:cubicBezTo>
                <a:cubicBezTo>
                  <a:pt x="6238" y="8554"/>
                  <a:pt x="5970" y="8617"/>
                  <a:pt x="5702" y="8743"/>
                </a:cubicBezTo>
                <a:cubicBezTo>
                  <a:pt x="5513" y="8207"/>
                  <a:pt x="5135" y="7735"/>
                  <a:pt x="4600" y="7388"/>
                </a:cubicBezTo>
                <a:cubicBezTo>
                  <a:pt x="4117" y="7053"/>
                  <a:pt x="3560" y="6889"/>
                  <a:pt x="3001" y="6889"/>
                </a:cubicBezTo>
                <a:cubicBezTo>
                  <a:pt x="2248" y="6889"/>
                  <a:pt x="1493" y="7187"/>
                  <a:pt x="914" y="7766"/>
                </a:cubicBezTo>
                <a:lnTo>
                  <a:pt x="914" y="2064"/>
                </a:lnTo>
                <a:cubicBezTo>
                  <a:pt x="914" y="1340"/>
                  <a:pt x="1486" y="814"/>
                  <a:pt x="2132" y="814"/>
                </a:cubicBezTo>
                <a:cubicBezTo>
                  <a:pt x="2301" y="814"/>
                  <a:pt x="2476" y="851"/>
                  <a:pt x="2646" y="929"/>
                </a:cubicBezTo>
                <a:cubicBezTo>
                  <a:pt x="2804" y="992"/>
                  <a:pt x="2899" y="1087"/>
                  <a:pt x="3025" y="1182"/>
                </a:cubicBezTo>
                <a:cubicBezTo>
                  <a:pt x="3103" y="1260"/>
                  <a:pt x="3214" y="1300"/>
                  <a:pt x="3324" y="1300"/>
                </a:cubicBezTo>
                <a:cubicBezTo>
                  <a:pt x="3434" y="1300"/>
                  <a:pt x="3544" y="1260"/>
                  <a:pt x="3623" y="1182"/>
                </a:cubicBezTo>
                <a:cubicBezTo>
                  <a:pt x="3781" y="1024"/>
                  <a:pt x="3781" y="772"/>
                  <a:pt x="3623" y="614"/>
                </a:cubicBezTo>
                <a:cubicBezTo>
                  <a:pt x="3434" y="394"/>
                  <a:pt x="3214" y="236"/>
                  <a:pt x="2962" y="173"/>
                </a:cubicBezTo>
                <a:cubicBezTo>
                  <a:pt x="2694" y="55"/>
                  <a:pt x="2420" y="1"/>
                  <a:pt x="2151"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32" name="Google Shape;6264;p62">
            <a:extLst>
              <a:ext uri="{FF2B5EF4-FFF2-40B4-BE49-F238E27FC236}">
                <a16:creationId xmlns:a16="http://schemas.microsoft.com/office/drawing/2014/main" id="{8274B36E-F168-4FB9-B3D1-1D67668513E2}"/>
              </a:ext>
            </a:extLst>
          </p:cNvPr>
          <p:cNvSpPr/>
          <p:nvPr/>
        </p:nvSpPr>
        <p:spPr>
          <a:xfrm>
            <a:off x="3339888" y="1509868"/>
            <a:ext cx="146354" cy="235333"/>
          </a:xfrm>
          <a:custGeom>
            <a:avLst/>
            <a:gdLst/>
            <a:ahLst/>
            <a:cxnLst/>
            <a:rect l="l" t="t" r="r" b="b"/>
            <a:pathLst>
              <a:path w="7877" h="12666" extrusionOk="0">
                <a:moveTo>
                  <a:pt x="6491" y="788"/>
                </a:moveTo>
                <a:cubicBezTo>
                  <a:pt x="6743" y="788"/>
                  <a:pt x="6900" y="977"/>
                  <a:pt x="6932" y="1197"/>
                </a:cubicBezTo>
                <a:cubicBezTo>
                  <a:pt x="6869" y="1449"/>
                  <a:pt x="6711" y="1607"/>
                  <a:pt x="6459" y="1607"/>
                </a:cubicBezTo>
                <a:lnTo>
                  <a:pt x="5640" y="1607"/>
                </a:lnTo>
                <a:cubicBezTo>
                  <a:pt x="5388" y="1607"/>
                  <a:pt x="5230" y="1827"/>
                  <a:pt x="5230" y="2017"/>
                </a:cubicBezTo>
                <a:cubicBezTo>
                  <a:pt x="5230" y="2237"/>
                  <a:pt x="5451" y="2458"/>
                  <a:pt x="5640" y="2458"/>
                </a:cubicBezTo>
                <a:lnTo>
                  <a:pt x="6081" y="2458"/>
                </a:lnTo>
                <a:lnTo>
                  <a:pt x="6081" y="4379"/>
                </a:lnTo>
                <a:lnTo>
                  <a:pt x="1922" y="4379"/>
                </a:lnTo>
                <a:lnTo>
                  <a:pt x="1922" y="2458"/>
                </a:lnTo>
                <a:lnTo>
                  <a:pt x="2364" y="2458"/>
                </a:lnTo>
                <a:cubicBezTo>
                  <a:pt x="2616" y="2458"/>
                  <a:pt x="2805" y="2237"/>
                  <a:pt x="2805" y="2017"/>
                </a:cubicBezTo>
                <a:cubicBezTo>
                  <a:pt x="2805" y="1764"/>
                  <a:pt x="2616" y="1607"/>
                  <a:pt x="2364" y="1607"/>
                </a:cubicBezTo>
                <a:lnTo>
                  <a:pt x="1544" y="1607"/>
                </a:lnTo>
                <a:cubicBezTo>
                  <a:pt x="1292" y="1607"/>
                  <a:pt x="1135" y="1418"/>
                  <a:pt x="1135" y="1197"/>
                </a:cubicBezTo>
                <a:cubicBezTo>
                  <a:pt x="1135" y="945"/>
                  <a:pt x="1355" y="788"/>
                  <a:pt x="1544" y="788"/>
                </a:cubicBezTo>
                <a:close/>
                <a:moveTo>
                  <a:pt x="6018" y="5135"/>
                </a:moveTo>
                <a:lnTo>
                  <a:pt x="6018" y="9641"/>
                </a:lnTo>
                <a:cubicBezTo>
                  <a:pt x="6018" y="10901"/>
                  <a:pt x="5136" y="11815"/>
                  <a:pt x="3970" y="11815"/>
                </a:cubicBezTo>
                <a:cubicBezTo>
                  <a:pt x="2994" y="11815"/>
                  <a:pt x="2143" y="11090"/>
                  <a:pt x="1985" y="10176"/>
                </a:cubicBezTo>
                <a:lnTo>
                  <a:pt x="3151" y="10176"/>
                </a:lnTo>
                <a:cubicBezTo>
                  <a:pt x="3403" y="10176"/>
                  <a:pt x="3561" y="9956"/>
                  <a:pt x="3561" y="9735"/>
                </a:cubicBezTo>
                <a:cubicBezTo>
                  <a:pt x="3561" y="9483"/>
                  <a:pt x="3340" y="9326"/>
                  <a:pt x="3151" y="9326"/>
                </a:cubicBezTo>
                <a:lnTo>
                  <a:pt x="1891" y="9326"/>
                </a:lnTo>
                <a:lnTo>
                  <a:pt x="1891" y="8507"/>
                </a:lnTo>
                <a:lnTo>
                  <a:pt x="3151" y="8507"/>
                </a:lnTo>
                <a:cubicBezTo>
                  <a:pt x="3403" y="8507"/>
                  <a:pt x="3561" y="8317"/>
                  <a:pt x="3561" y="8065"/>
                </a:cubicBezTo>
                <a:cubicBezTo>
                  <a:pt x="3561" y="7845"/>
                  <a:pt x="3340" y="7656"/>
                  <a:pt x="3151" y="7656"/>
                </a:cubicBezTo>
                <a:lnTo>
                  <a:pt x="1891" y="7656"/>
                </a:lnTo>
                <a:lnTo>
                  <a:pt x="1891" y="6805"/>
                </a:lnTo>
                <a:lnTo>
                  <a:pt x="3151" y="6805"/>
                </a:lnTo>
                <a:cubicBezTo>
                  <a:pt x="3403" y="6805"/>
                  <a:pt x="3561" y="6616"/>
                  <a:pt x="3561" y="6396"/>
                </a:cubicBezTo>
                <a:cubicBezTo>
                  <a:pt x="3561" y="6144"/>
                  <a:pt x="3340" y="5955"/>
                  <a:pt x="3151" y="5955"/>
                </a:cubicBezTo>
                <a:lnTo>
                  <a:pt x="1891" y="5955"/>
                </a:lnTo>
                <a:lnTo>
                  <a:pt x="1891" y="5135"/>
                </a:lnTo>
                <a:close/>
                <a:moveTo>
                  <a:pt x="1513" y="0"/>
                </a:moveTo>
                <a:cubicBezTo>
                  <a:pt x="1072" y="0"/>
                  <a:pt x="725" y="189"/>
                  <a:pt x="473" y="567"/>
                </a:cubicBezTo>
                <a:cubicBezTo>
                  <a:pt x="1" y="1229"/>
                  <a:pt x="316" y="2143"/>
                  <a:pt x="1103" y="2395"/>
                </a:cubicBezTo>
                <a:lnTo>
                  <a:pt x="1103" y="9767"/>
                </a:lnTo>
                <a:cubicBezTo>
                  <a:pt x="1103" y="11422"/>
                  <a:pt x="2503" y="12666"/>
                  <a:pt x="4038" y="12666"/>
                </a:cubicBezTo>
                <a:cubicBezTo>
                  <a:pt x="4402" y="12666"/>
                  <a:pt x="4774" y="12596"/>
                  <a:pt x="5136" y="12445"/>
                </a:cubicBezTo>
                <a:cubicBezTo>
                  <a:pt x="6176" y="12004"/>
                  <a:pt x="6900" y="10964"/>
                  <a:pt x="6900" y="9767"/>
                </a:cubicBezTo>
                <a:lnTo>
                  <a:pt x="6900" y="2395"/>
                </a:lnTo>
                <a:cubicBezTo>
                  <a:pt x="7121" y="2332"/>
                  <a:pt x="7373" y="2174"/>
                  <a:pt x="7530" y="1922"/>
                </a:cubicBezTo>
                <a:cubicBezTo>
                  <a:pt x="7877" y="1355"/>
                  <a:pt x="7719" y="599"/>
                  <a:pt x="7184" y="189"/>
                </a:cubicBezTo>
                <a:cubicBezTo>
                  <a:pt x="6963" y="95"/>
                  <a:pt x="6743" y="0"/>
                  <a:pt x="645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33" name="Google Shape;6265;p62">
            <a:extLst>
              <a:ext uri="{FF2B5EF4-FFF2-40B4-BE49-F238E27FC236}">
                <a16:creationId xmlns:a16="http://schemas.microsoft.com/office/drawing/2014/main" id="{53739246-FD89-49AE-8064-56DD53DFD939}"/>
              </a:ext>
            </a:extLst>
          </p:cNvPr>
          <p:cNvSpPr/>
          <p:nvPr/>
        </p:nvSpPr>
        <p:spPr>
          <a:xfrm>
            <a:off x="3309455" y="1781312"/>
            <a:ext cx="207221" cy="236652"/>
          </a:xfrm>
          <a:custGeom>
            <a:avLst/>
            <a:gdLst/>
            <a:ahLst/>
            <a:cxnLst/>
            <a:rect l="l" t="t" r="r" b="b"/>
            <a:pathLst>
              <a:path w="11153" h="12737" extrusionOk="0">
                <a:moveTo>
                  <a:pt x="9452" y="4262"/>
                </a:moveTo>
                <a:lnTo>
                  <a:pt x="9452" y="4262"/>
                </a:lnTo>
                <a:cubicBezTo>
                  <a:pt x="9704" y="4703"/>
                  <a:pt x="9609" y="5270"/>
                  <a:pt x="9231" y="5679"/>
                </a:cubicBezTo>
                <a:cubicBezTo>
                  <a:pt x="8976" y="5915"/>
                  <a:pt x="8672" y="6040"/>
                  <a:pt x="8364" y="6040"/>
                </a:cubicBezTo>
                <a:cubicBezTo>
                  <a:pt x="8178" y="6040"/>
                  <a:pt x="7992" y="5995"/>
                  <a:pt x="7814" y="5900"/>
                </a:cubicBezTo>
                <a:lnTo>
                  <a:pt x="9452" y="4262"/>
                </a:lnTo>
                <a:close/>
                <a:moveTo>
                  <a:pt x="6018" y="835"/>
                </a:moveTo>
                <a:cubicBezTo>
                  <a:pt x="6120" y="835"/>
                  <a:pt x="6223" y="875"/>
                  <a:pt x="6301" y="954"/>
                </a:cubicBezTo>
                <a:lnTo>
                  <a:pt x="7215" y="1867"/>
                </a:lnTo>
                <a:cubicBezTo>
                  <a:pt x="7306" y="1935"/>
                  <a:pt x="7397" y="1987"/>
                  <a:pt x="7499" y="1987"/>
                </a:cubicBezTo>
                <a:cubicBezTo>
                  <a:pt x="7539" y="1987"/>
                  <a:pt x="7581" y="1979"/>
                  <a:pt x="7625" y="1962"/>
                </a:cubicBezTo>
                <a:cubicBezTo>
                  <a:pt x="7863" y="1897"/>
                  <a:pt x="8110" y="1865"/>
                  <a:pt x="8359" y="1865"/>
                </a:cubicBezTo>
                <a:cubicBezTo>
                  <a:pt x="8963" y="1865"/>
                  <a:pt x="9578" y="2055"/>
                  <a:pt x="10113" y="2434"/>
                </a:cubicBezTo>
                <a:lnTo>
                  <a:pt x="6049" y="6498"/>
                </a:lnTo>
                <a:cubicBezTo>
                  <a:pt x="5482" y="5774"/>
                  <a:pt x="5356" y="4892"/>
                  <a:pt x="5577" y="4010"/>
                </a:cubicBezTo>
                <a:cubicBezTo>
                  <a:pt x="5608" y="3852"/>
                  <a:pt x="5577" y="3726"/>
                  <a:pt x="5451" y="3631"/>
                </a:cubicBezTo>
                <a:lnTo>
                  <a:pt x="5199" y="3379"/>
                </a:lnTo>
                <a:lnTo>
                  <a:pt x="4537" y="2718"/>
                </a:lnTo>
                <a:cubicBezTo>
                  <a:pt x="4380" y="2560"/>
                  <a:pt x="4380" y="2277"/>
                  <a:pt x="4537" y="2119"/>
                </a:cubicBezTo>
                <a:lnTo>
                  <a:pt x="5734" y="954"/>
                </a:lnTo>
                <a:cubicBezTo>
                  <a:pt x="5813" y="875"/>
                  <a:pt x="5915" y="835"/>
                  <a:pt x="6018" y="835"/>
                </a:cubicBezTo>
                <a:close/>
                <a:moveTo>
                  <a:pt x="1290" y="6917"/>
                </a:moveTo>
                <a:cubicBezTo>
                  <a:pt x="1502" y="6917"/>
                  <a:pt x="1702" y="7106"/>
                  <a:pt x="1702" y="7318"/>
                </a:cubicBezTo>
                <a:cubicBezTo>
                  <a:pt x="1670" y="7538"/>
                  <a:pt x="1544" y="7696"/>
                  <a:pt x="1387" y="7727"/>
                </a:cubicBezTo>
                <a:cubicBezTo>
                  <a:pt x="1342" y="7740"/>
                  <a:pt x="1298" y="7746"/>
                  <a:pt x="1256" y="7746"/>
                </a:cubicBezTo>
                <a:cubicBezTo>
                  <a:pt x="1084" y="7746"/>
                  <a:pt x="933" y="7645"/>
                  <a:pt x="883" y="7444"/>
                </a:cubicBezTo>
                <a:cubicBezTo>
                  <a:pt x="788" y="7223"/>
                  <a:pt x="914" y="7002"/>
                  <a:pt x="1166" y="6939"/>
                </a:cubicBezTo>
                <a:cubicBezTo>
                  <a:pt x="1207" y="6924"/>
                  <a:pt x="1248" y="6917"/>
                  <a:pt x="1290" y="6917"/>
                </a:cubicBezTo>
                <a:close/>
                <a:moveTo>
                  <a:pt x="5807" y="10240"/>
                </a:moveTo>
                <a:cubicBezTo>
                  <a:pt x="6104" y="10240"/>
                  <a:pt x="6409" y="10293"/>
                  <a:pt x="6711" y="10405"/>
                </a:cubicBezTo>
                <a:cubicBezTo>
                  <a:pt x="7373" y="10626"/>
                  <a:pt x="7877" y="11193"/>
                  <a:pt x="8160" y="11886"/>
                </a:cubicBezTo>
                <a:lnTo>
                  <a:pt x="3529" y="11886"/>
                </a:lnTo>
                <a:cubicBezTo>
                  <a:pt x="3847" y="10882"/>
                  <a:pt x="4774" y="10240"/>
                  <a:pt x="5807" y="10240"/>
                </a:cubicBezTo>
                <a:close/>
                <a:moveTo>
                  <a:pt x="6030" y="1"/>
                </a:moveTo>
                <a:cubicBezTo>
                  <a:pt x="5711" y="1"/>
                  <a:pt x="5388" y="119"/>
                  <a:pt x="5136" y="355"/>
                </a:cubicBezTo>
                <a:lnTo>
                  <a:pt x="3938" y="1552"/>
                </a:lnTo>
                <a:cubicBezTo>
                  <a:pt x="3466" y="1993"/>
                  <a:pt x="3466" y="2781"/>
                  <a:pt x="3938" y="3316"/>
                </a:cubicBezTo>
                <a:lnTo>
                  <a:pt x="4348" y="3694"/>
                </a:lnTo>
                <a:lnTo>
                  <a:pt x="1828" y="6215"/>
                </a:lnTo>
                <a:cubicBezTo>
                  <a:pt x="1652" y="6127"/>
                  <a:pt x="1468" y="6087"/>
                  <a:pt x="1287" y="6087"/>
                </a:cubicBezTo>
                <a:cubicBezTo>
                  <a:pt x="623" y="6087"/>
                  <a:pt x="0" y="6625"/>
                  <a:pt x="0" y="7318"/>
                </a:cubicBezTo>
                <a:cubicBezTo>
                  <a:pt x="0" y="8052"/>
                  <a:pt x="611" y="8583"/>
                  <a:pt x="1293" y="8583"/>
                </a:cubicBezTo>
                <a:cubicBezTo>
                  <a:pt x="1459" y="8583"/>
                  <a:pt x="1629" y="8551"/>
                  <a:pt x="1796" y="8483"/>
                </a:cubicBezTo>
                <a:lnTo>
                  <a:pt x="3592" y="10279"/>
                </a:lnTo>
                <a:cubicBezTo>
                  <a:pt x="3056" y="10783"/>
                  <a:pt x="2647" y="11476"/>
                  <a:pt x="2584" y="12264"/>
                </a:cubicBezTo>
                <a:cubicBezTo>
                  <a:pt x="2521" y="12484"/>
                  <a:pt x="2741" y="12736"/>
                  <a:pt x="2962" y="12736"/>
                </a:cubicBezTo>
                <a:lnTo>
                  <a:pt x="8664" y="12736"/>
                </a:lnTo>
                <a:cubicBezTo>
                  <a:pt x="8916" y="12736"/>
                  <a:pt x="9105" y="12484"/>
                  <a:pt x="9074" y="12264"/>
                </a:cubicBezTo>
                <a:cubicBezTo>
                  <a:pt x="8837" y="10556"/>
                  <a:pt x="7367" y="9419"/>
                  <a:pt x="5795" y="9419"/>
                </a:cubicBezTo>
                <a:cubicBezTo>
                  <a:pt x="5279" y="9419"/>
                  <a:pt x="4752" y="9542"/>
                  <a:pt x="4254" y="9806"/>
                </a:cubicBezTo>
                <a:lnTo>
                  <a:pt x="2363" y="7916"/>
                </a:lnTo>
                <a:cubicBezTo>
                  <a:pt x="2521" y="7601"/>
                  <a:pt x="2521" y="7223"/>
                  <a:pt x="2426" y="6845"/>
                </a:cubicBezTo>
                <a:lnTo>
                  <a:pt x="4663" y="4608"/>
                </a:lnTo>
                <a:lnTo>
                  <a:pt x="4663" y="4608"/>
                </a:lnTo>
                <a:cubicBezTo>
                  <a:pt x="4632" y="5679"/>
                  <a:pt x="4978" y="6687"/>
                  <a:pt x="5734" y="7444"/>
                </a:cubicBezTo>
                <a:cubicBezTo>
                  <a:pt x="5813" y="7522"/>
                  <a:pt x="5915" y="7562"/>
                  <a:pt x="6018" y="7562"/>
                </a:cubicBezTo>
                <a:cubicBezTo>
                  <a:pt x="6120" y="7562"/>
                  <a:pt x="6223" y="7522"/>
                  <a:pt x="6301" y="7444"/>
                </a:cubicBezTo>
                <a:lnTo>
                  <a:pt x="7215" y="6530"/>
                </a:lnTo>
                <a:cubicBezTo>
                  <a:pt x="7564" y="6771"/>
                  <a:pt x="7958" y="6887"/>
                  <a:pt x="8352" y="6887"/>
                </a:cubicBezTo>
                <a:cubicBezTo>
                  <a:pt x="8883" y="6887"/>
                  <a:pt x="9414" y="6676"/>
                  <a:pt x="9830" y="6278"/>
                </a:cubicBezTo>
                <a:cubicBezTo>
                  <a:pt x="10523" y="5553"/>
                  <a:pt x="10618" y="4451"/>
                  <a:pt x="10082" y="3663"/>
                </a:cubicBezTo>
                <a:lnTo>
                  <a:pt x="10996" y="2749"/>
                </a:lnTo>
                <a:cubicBezTo>
                  <a:pt x="11153" y="2560"/>
                  <a:pt x="11153" y="2340"/>
                  <a:pt x="10996" y="2119"/>
                </a:cubicBezTo>
                <a:cubicBezTo>
                  <a:pt x="10259" y="1383"/>
                  <a:pt x="9297" y="1056"/>
                  <a:pt x="8341" y="1056"/>
                </a:cubicBezTo>
                <a:cubicBezTo>
                  <a:pt x="8111" y="1056"/>
                  <a:pt x="7882" y="1074"/>
                  <a:pt x="7656" y="1111"/>
                </a:cubicBezTo>
                <a:lnTo>
                  <a:pt x="6900" y="355"/>
                </a:lnTo>
                <a:cubicBezTo>
                  <a:pt x="6664" y="119"/>
                  <a:pt x="6349" y="1"/>
                  <a:pt x="6030"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34" name="Google Shape;6266;p62">
            <a:extLst>
              <a:ext uri="{FF2B5EF4-FFF2-40B4-BE49-F238E27FC236}">
                <a16:creationId xmlns:a16="http://schemas.microsoft.com/office/drawing/2014/main" id="{00A184AA-8380-4494-BDF7-5B3B0E62EA17}"/>
              </a:ext>
            </a:extLst>
          </p:cNvPr>
          <p:cNvSpPr/>
          <p:nvPr/>
        </p:nvSpPr>
        <p:spPr>
          <a:xfrm>
            <a:off x="3294251" y="2055209"/>
            <a:ext cx="235333" cy="236113"/>
          </a:xfrm>
          <a:custGeom>
            <a:avLst/>
            <a:gdLst/>
            <a:ahLst/>
            <a:cxnLst/>
            <a:rect l="l" t="t" r="r" b="b"/>
            <a:pathLst>
              <a:path w="12666" h="12708" extrusionOk="0">
                <a:moveTo>
                  <a:pt x="6347" y="841"/>
                </a:moveTo>
                <a:cubicBezTo>
                  <a:pt x="6876" y="841"/>
                  <a:pt x="7350" y="1172"/>
                  <a:pt x="7530" y="1712"/>
                </a:cubicBezTo>
                <a:cubicBezTo>
                  <a:pt x="7719" y="2405"/>
                  <a:pt x="7372" y="3067"/>
                  <a:pt x="6679" y="3256"/>
                </a:cubicBezTo>
                <a:cubicBezTo>
                  <a:pt x="6569" y="3289"/>
                  <a:pt x="6457" y="3305"/>
                  <a:pt x="6345" y="3305"/>
                </a:cubicBezTo>
                <a:cubicBezTo>
                  <a:pt x="5822" y="3305"/>
                  <a:pt x="5323" y="2956"/>
                  <a:pt x="5167" y="2437"/>
                </a:cubicBezTo>
                <a:cubicBezTo>
                  <a:pt x="4947" y="1775"/>
                  <a:pt x="5325" y="1082"/>
                  <a:pt x="5986" y="893"/>
                </a:cubicBezTo>
                <a:cubicBezTo>
                  <a:pt x="6108" y="858"/>
                  <a:pt x="6229" y="841"/>
                  <a:pt x="6347" y="841"/>
                </a:cubicBezTo>
                <a:close/>
                <a:moveTo>
                  <a:pt x="6353" y="5919"/>
                </a:moveTo>
                <a:cubicBezTo>
                  <a:pt x="7021" y="5919"/>
                  <a:pt x="7624" y="6459"/>
                  <a:pt x="7624" y="7162"/>
                </a:cubicBezTo>
                <a:cubicBezTo>
                  <a:pt x="7593" y="7698"/>
                  <a:pt x="7215" y="8170"/>
                  <a:pt x="6742" y="8328"/>
                </a:cubicBezTo>
                <a:cubicBezTo>
                  <a:pt x="6608" y="8371"/>
                  <a:pt x="6474" y="8391"/>
                  <a:pt x="6345" y="8391"/>
                </a:cubicBezTo>
                <a:cubicBezTo>
                  <a:pt x="5810" y="8391"/>
                  <a:pt x="5351" y="8042"/>
                  <a:pt x="5199" y="7509"/>
                </a:cubicBezTo>
                <a:cubicBezTo>
                  <a:pt x="5010" y="6847"/>
                  <a:pt x="5356" y="6186"/>
                  <a:pt x="6018" y="5965"/>
                </a:cubicBezTo>
                <a:cubicBezTo>
                  <a:pt x="6130" y="5934"/>
                  <a:pt x="6242" y="5919"/>
                  <a:pt x="6353" y="5919"/>
                </a:cubicBezTo>
                <a:close/>
                <a:moveTo>
                  <a:pt x="2079" y="9351"/>
                </a:moveTo>
                <a:cubicBezTo>
                  <a:pt x="2744" y="9351"/>
                  <a:pt x="3340" y="9871"/>
                  <a:pt x="3340" y="10596"/>
                </a:cubicBezTo>
                <a:cubicBezTo>
                  <a:pt x="3308" y="11163"/>
                  <a:pt x="2962" y="11604"/>
                  <a:pt x="2426" y="11762"/>
                </a:cubicBezTo>
                <a:cubicBezTo>
                  <a:pt x="2305" y="11797"/>
                  <a:pt x="2183" y="11813"/>
                  <a:pt x="2065" y="11813"/>
                </a:cubicBezTo>
                <a:cubicBezTo>
                  <a:pt x="1538" y="11813"/>
                  <a:pt x="1068" y="11483"/>
                  <a:pt x="914" y="10943"/>
                </a:cubicBezTo>
                <a:cubicBezTo>
                  <a:pt x="693" y="10281"/>
                  <a:pt x="1071" y="9588"/>
                  <a:pt x="1733" y="9399"/>
                </a:cubicBezTo>
                <a:cubicBezTo>
                  <a:pt x="1849" y="9367"/>
                  <a:pt x="1965" y="9351"/>
                  <a:pt x="2079" y="9351"/>
                </a:cubicBezTo>
                <a:close/>
                <a:moveTo>
                  <a:pt x="10617" y="9351"/>
                </a:moveTo>
                <a:cubicBezTo>
                  <a:pt x="11281" y="9351"/>
                  <a:pt x="11878" y="9871"/>
                  <a:pt x="11878" y="10596"/>
                </a:cubicBezTo>
                <a:cubicBezTo>
                  <a:pt x="11846" y="11163"/>
                  <a:pt x="11500" y="11604"/>
                  <a:pt x="10995" y="11762"/>
                </a:cubicBezTo>
                <a:cubicBezTo>
                  <a:pt x="10868" y="11797"/>
                  <a:pt x="10742" y="11813"/>
                  <a:pt x="10620" y="11813"/>
                </a:cubicBezTo>
                <a:cubicBezTo>
                  <a:pt x="10076" y="11813"/>
                  <a:pt x="9606" y="11483"/>
                  <a:pt x="9452" y="10943"/>
                </a:cubicBezTo>
                <a:cubicBezTo>
                  <a:pt x="9263" y="10281"/>
                  <a:pt x="9609" y="9588"/>
                  <a:pt x="10271" y="9399"/>
                </a:cubicBezTo>
                <a:cubicBezTo>
                  <a:pt x="10387" y="9367"/>
                  <a:pt x="10503" y="9351"/>
                  <a:pt x="10617" y="9351"/>
                </a:cubicBezTo>
                <a:close/>
                <a:moveTo>
                  <a:pt x="6344" y="0"/>
                </a:moveTo>
                <a:cubicBezTo>
                  <a:pt x="5677" y="0"/>
                  <a:pt x="5021" y="308"/>
                  <a:pt x="4631" y="893"/>
                </a:cubicBezTo>
                <a:cubicBezTo>
                  <a:pt x="3812" y="2122"/>
                  <a:pt x="4474" y="3760"/>
                  <a:pt x="5955" y="4075"/>
                </a:cubicBezTo>
                <a:lnTo>
                  <a:pt x="5955" y="5146"/>
                </a:lnTo>
                <a:cubicBezTo>
                  <a:pt x="4600" y="5430"/>
                  <a:pt x="3907" y="6910"/>
                  <a:pt x="4537" y="8107"/>
                </a:cubicBezTo>
                <a:lnTo>
                  <a:pt x="3434" y="9021"/>
                </a:lnTo>
                <a:cubicBezTo>
                  <a:pt x="3025" y="8706"/>
                  <a:pt x="2584" y="8548"/>
                  <a:pt x="2080" y="8548"/>
                </a:cubicBezTo>
                <a:cubicBezTo>
                  <a:pt x="945" y="8548"/>
                  <a:pt x="0" y="9494"/>
                  <a:pt x="0" y="10628"/>
                </a:cubicBezTo>
                <a:cubicBezTo>
                  <a:pt x="0" y="11762"/>
                  <a:pt x="945" y="12707"/>
                  <a:pt x="2080" y="12707"/>
                </a:cubicBezTo>
                <a:cubicBezTo>
                  <a:pt x="3214" y="12707"/>
                  <a:pt x="4159" y="11793"/>
                  <a:pt x="4159" y="10628"/>
                </a:cubicBezTo>
                <a:cubicBezTo>
                  <a:pt x="4159" y="10281"/>
                  <a:pt x="4096" y="9966"/>
                  <a:pt x="3938" y="9683"/>
                </a:cubicBezTo>
                <a:lnTo>
                  <a:pt x="5041" y="8769"/>
                </a:lnTo>
                <a:cubicBezTo>
                  <a:pt x="5435" y="9084"/>
                  <a:pt x="5907" y="9242"/>
                  <a:pt x="6376" y="9242"/>
                </a:cubicBezTo>
                <a:cubicBezTo>
                  <a:pt x="6845" y="9242"/>
                  <a:pt x="7309" y="9084"/>
                  <a:pt x="7687" y="8769"/>
                </a:cubicBezTo>
                <a:lnTo>
                  <a:pt x="8790" y="9683"/>
                </a:lnTo>
                <a:cubicBezTo>
                  <a:pt x="8318" y="10596"/>
                  <a:pt x="8570" y="11730"/>
                  <a:pt x="9452" y="12361"/>
                </a:cubicBezTo>
                <a:cubicBezTo>
                  <a:pt x="9803" y="12595"/>
                  <a:pt x="10203" y="12707"/>
                  <a:pt x="10598" y="12707"/>
                </a:cubicBezTo>
                <a:cubicBezTo>
                  <a:pt x="11266" y="12707"/>
                  <a:pt x="11923" y="12387"/>
                  <a:pt x="12319" y="11793"/>
                </a:cubicBezTo>
                <a:cubicBezTo>
                  <a:pt x="12571" y="11478"/>
                  <a:pt x="12665" y="11069"/>
                  <a:pt x="12665" y="10659"/>
                </a:cubicBezTo>
                <a:cubicBezTo>
                  <a:pt x="12665" y="9431"/>
                  <a:pt x="11783" y="8548"/>
                  <a:pt x="10617" y="8548"/>
                </a:cubicBezTo>
                <a:cubicBezTo>
                  <a:pt x="10113" y="8548"/>
                  <a:pt x="9672" y="8706"/>
                  <a:pt x="9294" y="9021"/>
                </a:cubicBezTo>
                <a:lnTo>
                  <a:pt x="8192" y="8107"/>
                </a:lnTo>
                <a:cubicBezTo>
                  <a:pt x="8822" y="6879"/>
                  <a:pt x="8097" y="5398"/>
                  <a:pt x="6774" y="5146"/>
                </a:cubicBezTo>
                <a:lnTo>
                  <a:pt x="6774" y="4075"/>
                </a:lnTo>
                <a:cubicBezTo>
                  <a:pt x="7530" y="3917"/>
                  <a:pt x="8097" y="3382"/>
                  <a:pt x="8349" y="2657"/>
                </a:cubicBezTo>
                <a:cubicBezTo>
                  <a:pt x="8633" y="1806"/>
                  <a:pt x="8318" y="861"/>
                  <a:pt x="7530" y="357"/>
                </a:cubicBezTo>
                <a:cubicBezTo>
                  <a:pt x="7170" y="117"/>
                  <a:pt x="6755" y="0"/>
                  <a:pt x="634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35" name="Google Shape;6267;p62">
            <a:extLst>
              <a:ext uri="{FF2B5EF4-FFF2-40B4-BE49-F238E27FC236}">
                <a16:creationId xmlns:a16="http://schemas.microsoft.com/office/drawing/2014/main" id="{BDDCF780-4452-4B2F-9D2F-724D8FF3CE09}"/>
              </a:ext>
            </a:extLst>
          </p:cNvPr>
          <p:cNvSpPr/>
          <p:nvPr/>
        </p:nvSpPr>
        <p:spPr>
          <a:xfrm>
            <a:off x="4694331" y="1510017"/>
            <a:ext cx="236503" cy="235036"/>
          </a:xfrm>
          <a:custGeom>
            <a:avLst/>
            <a:gdLst/>
            <a:ahLst/>
            <a:cxnLst/>
            <a:rect l="l" t="t" r="r" b="b"/>
            <a:pathLst>
              <a:path w="12729" h="12650" extrusionOk="0">
                <a:moveTo>
                  <a:pt x="9326" y="1000"/>
                </a:moveTo>
                <a:lnTo>
                  <a:pt x="11657" y="3332"/>
                </a:lnTo>
                <a:lnTo>
                  <a:pt x="3403" y="11617"/>
                </a:lnTo>
                <a:lnTo>
                  <a:pt x="1072" y="9286"/>
                </a:lnTo>
                <a:lnTo>
                  <a:pt x="2521" y="7837"/>
                </a:lnTo>
                <a:lnTo>
                  <a:pt x="3403" y="8688"/>
                </a:lnTo>
                <a:cubicBezTo>
                  <a:pt x="3482" y="8766"/>
                  <a:pt x="3584" y="8806"/>
                  <a:pt x="3686" y="8806"/>
                </a:cubicBezTo>
                <a:cubicBezTo>
                  <a:pt x="3789" y="8806"/>
                  <a:pt x="3891" y="8766"/>
                  <a:pt x="3970" y="8688"/>
                </a:cubicBezTo>
                <a:cubicBezTo>
                  <a:pt x="4128" y="8530"/>
                  <a:pt x="4128" y="8278"/>
                  <a:pt x="3970" y="8089"/>
                </a:cubicBezTo>
                <a:lnTo>
                  <a:pt x="3119" y="7238"/>
                </a:lnTo>
                <a:lnTo>
                  <a:pt x="4191" y="6167"/>
                </a:lnTo>
                <a:lnTo>
                  <a:pt x="5041" y="7049"/>
                </a:lnTo>
                <a:cubicBezTo>
                  <a:pt x="5120" y="7128"/>
                  <a:pt x="5230" y="7167"/>
                  <a:pt x="5340" y="7167"/>
                </a:cubicBezTo>
                <a:cubicBezTo>
                  <a:pt x="5451" y="7167"/>
                  <a:pt x="5561" y="7128"/>
                  <a:pt x="5640" y="7049"/>
                </a:cubicBezTo>
                <a:cubicBezTo>
                  <a:pt x="5797" y="6892"/>
                  <a:pt x="5797" y="6608"/>
                  <a:pt x="5640" y="6451"/>
                </a:cubicBezTo>
                <a:lnTo>
                  <a:pt x="4758" y="5600"/>
                </a:lnTo>
                <a:lnTo>
                  <a:pt x="5829" y="4529"/>
                </a:lnTo>
                <a:lnTo>
                  <a:pt x="6711" y="5380"/>
                </a:lnTo>
                <a:cubicBezTo>
                  <a:pt x="6790" y="5458"/>
                  <a:pt x="6892" y="5498"/>
                  <a:pt x="6994" y="5498"/>
                </a:cubicBezTo>
                <a:cubicBezTo>
                  <a:pt x="7097" y="5498"/>
                  <a:pt x="7199" y="5458"/>
                  <a:pt x="7278" y="5380"/>
                </a:cubicBezTo>
                <a:cubicBezTo>
                  <a:pt x="7436" y="5222"/>
                  <a:pt x="7436" y="4970"/>
                  <a:pt x="7278" y="4812"/>
                </a:cubicBezTo>
                <a:lnTo>
                  <a:pt x="6427" y="3930"/>
                </a:lnTo>
                <a:lnTo>
                  <a:pt x="7499" y="2859"/>
                </a:lnTo>
                <a:lnTo>
                  <a:pt x="8349" y="3741"/>
                </a:lnTo>
                <a:cubicBezTo>
                  <a:pt x="8428" y="3820"/>
                  <a:pt x="8538" y="3859"/>
                  <a:pt x="8648" y="3859"/>
                </a:cubicBezTo>
                <a:cubicBezTo>
                  <a:pt x="8759" y="3859"/>
                  <a:pt x="8869" y="3820"/>
                  <a:pt x="8948" y="3741"/>
                </a:cubicBezTo>
                <a:cubicBezTo>
                  <a:pt x="9105" y="3584"/>
                  <a:pt x="9105" y="3300"/>
                  <a:pt x="8948" y="3143"/>
                </a:cubicBezTo>
                <a:lnTo>
                  <a:pt x="8066" y="2292"/>
                </a:lnTo>
                <a:lnTo>
                  <a:pt x="9326" y="1000"/>
                </a:lnTo>
                <a:close/>
                <a:moveTo>
                  <a:pt x="9357" y="0"/>
                </a:moveTo>
                <a:cubicBezTo>
                  <a:pt x="9255" y="0"/>
                  <a:pt x="9153" y="39"/>
                  <a:pt x="9074" y="118"/>
                </a:cubicBezTo>
                <a:lnTo>
                  <a:pt x="7247" y="1914"/>
                </a:lnTo>
                <a:lnTo>
                  <a:pt x="7120" y="2040"/>
                </a:lnTo>
                <a:lnTo>
                  <a:pt x="5608" y="3584"/>
                </a:lnTo>
                <a:lnTo>
                  <a:pt x="5482" y="3678"/>
                </a:lnTo>
                <a:lnTo>
                  <a:pt x="3938" y="5222"/>
                </a:lnTo>
                <a:lnTo>
                  <a:pt x="3812" y="5348"/>
                </a:lnTo>
                <a:lnTo>
                  <a:pt x="2300" y="6892"/>
                </a:lnTo>
                <a:lnTo>
                  <a:pt x="2174" y="7018"/>
                </a:lnTo>
                <a:lnTo>
                  <a:pt x="158" y="9003"/>
                </a:lnTo>
                <a:cubicBezTo>
                  <a:pt x="0" y="9160"/>
                  <a:pt x="0" y="9444"/>
                  <a:pt x="158" y="9601"/>
                </a:cubicBezTo>
                <a:lnTo>
                  <a:pt x="3088" y="12531"/>
                </a:lnTo>
                <a:cubicBezTo>
                  <a:pt x="3167" y="12610"/>
                  <a:pt x="3269" y="12649"/>
                  <a:pt x="3371" y="12649"/>
                </a:cubicBezTo>
                <a:cubicBezTo>
                  <a:pt x="3474" y="12649"/>
                  <a:pt x="3576" y="12610"/>
                  <a:pt x="3655" y="12531"/>
                </a:cubicBezTo>
                <a:lnTo>
                  <a:pt x="12539" y="3647"/>
                </a:lnTo>
                <a:cubicBezTo>
                  <a:pt x="12728" y="3458"/>
                  <a:pt x="12728" y="3174"/>
                  <a:pt x="12571" y="3017"/>
                </a:cubicBezTo>
                <a:lnTo>
                  <a:pt x="9641" y="118"/>
                </a:lnTo>
                <a:cubicBezTo>
                  <a:pt x="9562" y="39"/>
                  <a:pt x="9460" y="0"/>
                  <a:pt x="9357"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36" name="Google Shape;6268;p62">
            <a:extLst>
              <a:ext uri="{FF2B5EF4-FFF2-40B4-BE49-F238E27FC236}">
                <a16:creationId xmlns:a16="http://schemas.microsoft.com/office/drawing/2014/main" id="{71F3F74F-DF26-4A81-95E4-982CC3434E1F}"/>
              </a:ext>
            </a:extLst>
          </p:cNvPr>
          <p:cNvGrpSpPr/>
          <p:nvPr/>
        </p:nvGrpSpPr>
        <p:grpSpPr>
          <a:xfrm>
            <a:off x="788717" y="1511548"/>
            <a:ext cx="250550" cy="235537"/>
            <a:chOff x="-42804750" y="1949600"/>
            <a:chExt cx="337125" cy="316925"/>
          </a:xfrm>
          <a:solidFill>
            <a:schemeClr val="tx1"/>
          </a:solidFill>
        </p:grpSpPr>
        <p:sp>
          <p:nvSpPr>
            <p:cNvPr id="1032" name="Google Shape;6269;p62">
              <a:extLst>
                <a:ext uri="{FF2B5EF4-FFF2-40B4-BE49-F238E27FC236}">
                  <a16:creationId xmlns:a16="http://schemas.microsoft.com/office/drawing/2014/main" id="{78C78351-396D-4913-9C61-6DFF9DAF4718}"/>
                </a:ext>
              </a:extLst>
            </p:cNvPr>
            <p:cNvSpPr/>
            <p:nvPr/>
          </p:nvSpPr>
          <p:spPr>
            <a:xfrm>
              <a:off x="-42731500" y="2013125"/>
              <a:ext cx="189825" cy="189900"/>
            </a:xfrm>
            <a:custGeom>
              <a:avLst/>
              <a:gdLst/>
              <a:ahLst/>
              <a:cxnLst/>
              <a:rect l="l" t="t" r="r" b="b"/>
              <a:pathLst>
                <a:path w="7593" h="7596" extrusionOk="0">
                  <a:moveTo>
                    <a:pt x="3781" y="805"/>
                  </a:moveTo>
                  <a:cubicBezTo>
                    <a:pt x="5419" y="805"/>
                    <a:pt x="6742" y="2128"/>
                    <a:pt x="6742" y="3767"/>
                  </a:cubicBezTo>
                  <a:cubicBezTo>
                    <a:pt x="6774" y="5405"/>
                    <a:pt x="5419" y="6760"/>
                    <a:pt x="3781" y="6760"/>
                  </a:cubicBezTo>
                  <a:cubicBezTo>
                    <a:pt x="2426" y="6760"/>
                    <a:pt x="1292" y="5878"/>
                    <a:pt x="946" y="4649"/>
                  </a:cubicBezTo>
                  <a:cubicBezTo>
                    <a:pt x="347" y="2727"/>
                    <a:pt x="1765" y="805"/>
                    <a:pt x="3781" y="805"/>
                  </a:cubicBezTo>
                  <a:close/>
                  <a:moveTo>
                    <a:pt x="3809" y="1"/>
                  </a:moveTo>
                  <a:cubicBezTo>
                    <a:pt x="3297" y="1"/>
                    <a:pt x="2785" y="105"/>
                    <a:pt x="2300" y="301"/>
                  </a:cubicBezTo>
                  <a:cubicBezTo>
                    <a:pt x="946" y="868"/>
                    <a:pt x="0" y="2223"/>
                    <a:pt x="0" y="3798"/>
                  </a:cubicBezTo>
                  <a:cubicBezTo>
                    <a:pt x="0" y="5058"/>
                    <a:pt x="630" y="6224"/>
                    <a:pt x="1670" y="6949"/>
                  </a:cubicBezTo>
                  <a:cubicBezTo>
                    <a:pt x="2333" y="7390"/>
                    <a:pt x="3060" y="7596"/>
                    <a:pt x="3776" y="7596"/>
                  </a:cubicBezTo>
                  <a:cubicBezTo>
                    <a:pt x="4286" y="7596"/>
                    <a:pt x="4790" y="7492"/>
                    <a:pt x="5262" y="7295"/>
                  </a:cubicBezTo>
                  <a:cubicBezTo>
                    <a:pt x="6648" y="6697"/>
                    <a:pt x="7593" y="5373"/>
                    <a:pt x="7593" y="3798"/>
                  </a:cubicBezTo>
                  <a:cubicBezTo>
                    <a:pt x="7593" y="2506"/>
                    <a:pt x="6931" y="1341"/>
                    <a:pt x="5892" y="648"/>
                  </a:cubicBezTo>
                  <a:cubicBezTo>
                    <a:pt x="5248" y="206"/>
                    <a:pt x="4528" y="1"/>
                    <a:pt x="3809" y="1"/>
                  </a:cubicBezTo>
                  <a:close/>
                </a:path>
              </a:pathLst>
            </a:custGeom>
            <a:grpFill/>
            <a:ln>
              <a:noFill/>
            </a:ln>
          </p:spPr>
          <p:txBody>
            <a:bodyPr spcFirstLastPara="1" wrap="square" lIns="62728" tIns="62728" rIns="62728" bIns="62728" anchor="ctr" anchorCtr="0">
              <a:noAutofit/>
            </a:bodyPr>
            <a:lstStyle/>
            <a:p>
              <a:endParaRPr sz="764"/>
            </a:p>
          </p:txBody>
        </p:sp>
        <p:sp>
          <p:nvSpPr>
            <p:cNvPr id="1033" name="Google Shape;6270;p62">
              <a:extLst>
                <a:ext uri="{FF2B5EF4-FFF2-40B4-BE49-F238E27FC236}">
                  <a16:creationId xmlns:a16="http://schemas.microsoft.com/office/drawing/2014/main" id="{5DB7F84D-8429-46A9-A367-8078D106FA9B}"/>
                </a:ext>
              </a:extLst>
            </p:cNvPr>
            <p:cNvSpPr/>
            <p:nvPr/>
          </p:nvSpPr>
          <p:spPr>
            <a:xfrm>
              <a:off x="-42804750" y="1949600"/>
              <a:ext cx="337125" cy="316925"/>
            </a:xfrm>
            <a:custGeom>
              <a:avLst/>
              <a:gdLst/>
              <a:ahLst/>
              <a:cxnLst/>
              <a:rect l="l" t="t" r="r" b="b"/>
              <a:pathLst>
                <a:path w="13485" h="12677" extrusionOk="0">
                  <a:moveTo>
                    <a:pt x="3306" y="817"/>
                  </a:moveTo>
                  <a:cubicBezTo>
                    <a:pt x="3769" y="817"/>
                    <a:pt x="4233" y="967"/>
                    <a:pt x="4600" y="1267"/>
                  </a:cubicBezTo>
                  <a:cubicBezTo>
                    <a:pt x="3277" y="1802"/>
                    <a:pt x="2174" y="2905"/>
                    <a:pt x="1607" y="4260"/>
                  </a:cubicBezTo>
                  <a:cubicBezTo>
                    <a:pt x="914" y="3283"/>
                    <a:pt x="1072" y="1897"/>
                    <a:pt x="2143" y="1172"/>
                  </a:cubicBezTo>
                  <a:cubicBezTo>
                    <a:pt x="2484" y="935"/>
                    <a:pt x="2895" y="817"/>
                    <a:pt x="3306" y="817"/>
                  </a:cubicBezTo>
                  <a:close/>
                  <a:moveTo>
                    <a:pt x="10101" y="823"/>
                  </a:moveTo>
                  <a:cubicBezTo>
                    <a:pt x="10771" y="823"/>
                    <a:pt x="11436" y="1137"/>
                    <a:pt x="11846" y="1771"/>
                  </a:cubicBezTo>
                  <a:cubicBezTo>
                    <a:pt x="12382" y="2527"/>
                    <a:pt x="12319" y="3535"/>
                    <a:pt x="11783" y="4260"/>
                  </a:cubicBezTo>
                  <a:cubicBezTo>
                    <a:pt x="11248" y="2905"/>
                    <a:pt x="10177" y="1802"/>
                    <a:pt x="8790" y="1267"/>
                  </a:cubicBezTo>
                  <a:cubicBezTo>
                    <a:pt x="9176" y="971"/>
                    <a:pt x="9640" y="823"/>
                    <a:pt x="10101" y="823"/>
                  </a:cubicBezTo>
                  <a:close/>
                  <a:moveTo>
                    <a:pt x="6662" y="1686"/>
                  </a:moveTo>
                  <a:cubicBezTo>
                    <a:pt x="7287" y="1686"/>
                    <a:pt x="7908" y="1809"/>
                    <a:pt x="8475" y="2055"/>
                  </a:cubicBezTo>
                  <a:cubicBezTo>
                    <a:pt x="10177" y="2748"/>
                    <a:pt x="11311" y="4417"/>
                    <a:pt x="11311" y="6339"/>
                  </a:cubicBezTo>
                  <a:cubicBezTo>
                    <a:pt x="11374" y="8891"/>
                    <a:pt x="9263" y="10970"/>
                    <a:pt x="6711" y="10970"/>
                  </a:cubicBezTo>
                  <a:cubicBezTo>
                    <a:pt x="4159" y="10970"/>
                    <a:pt x="2048" y="8891"/>
                    <a:pt x="2017" y="6339"/>
                  </a:cubicBezTo>
                  <a:cubicBezTo>
                    <a:pt x="2017" y="4764"/>
                    <a:pt x="2804" y="3346"/>
                    <a:pt x="4065" y="2464"/>
                  </a:cubicBezTo>
                  <a:cubicBezTo>
                    <a:pt x="4846" y="1943"/>
                    <a:pt x="5759" y="1686"/>
                    <a:pt x="6662" y="1686"/>
                  </a:cubicBezTo>
                  <a:close/>
                  <a:moveTo>
                    <a:pt x="3282" y="1"/>
                  </a:moveTo>
                  <a:cubicBezTo>
                    <a:pt x="2347" y="1"/>
                    <a:pt x="1411" y="437"/>
                    <a:pt x="820" y="1298"/>
                  </a:cubicBezTo>
                  <a:cubicBezTo>
                    <a:pt x="0" y="2496"/>
                    <a:pt x="189" y="4165"/>
                    <a:pt x="1292" y="5142"/>
                  </a:cubicBezTo>
                  <a:cubicBezTo>
                    <a:pt x="820" y="7316"/>
                    <a:pt x="1702" y="9553"/>
                    <a:pt x="3497" y="10844"/>
                  </a:cubicBezTo>
                  <a:lnTo>
                    <a:pt x="2867" y="12073"/>
                  </a:lnTo>
                  <a:cubicBezTo>
                    <a:pt x="2773" y="12262"/>
                    <a:pt x="2867" y="12514"/>
                    <a:pt x="3088" y="12640"/>
                  </a:cubicBezTo>
                  <a:cubicBezTo>
                    <a:pt x="3137" y="12665"/>
                    <a:pt x="3189" y="12677"/>
                    <a:pt x="3240" y="12677"/>
                  </a:cubicBezTo>
                  <a:cubicBezTo>
                    <a:pt x="3386" y="12677"/>
                    <a:pt x="3530" y="12582"/>
                    <a:pt x="3623" y="12420"/>
                  </a:cubicBezTo>
                  <a:lnTo>
                    <a:pt x="4222" y="11254"/>
                  </a:lnTo>
                  <a:cubicBezTo>
                    <a:pt x="4994" y="11632"/>
                    <a:pt x="5821" y="11821"/>
                    <a:pt x="6648" y="11821"/>
                  </a:cubicBezTo>
                  <a:cubicBezTo>
                    <a:pt x="7475" y="11821"/>
                    <a:pt x="8302" y="11632"/>
                    <a:pt x="9074" y="11254"/>
                  </a:cubicBezTo>
                  <a:lnTo>
                    <a:pt x="9641" y="12420"/>
                  </a:lnTo>
                  <a:cubicBezTo>
                    <a:pt x="9736" y="12587"/>
                    <a:pt x="9904" y="12663"/>
                    <a:pt x="10062" y="12663"/>
                  </a:cubicBezTo>
                  <a:cubicBezTo>
                    <a:pt x="10113" y="12663"/>
                    <a:pt x="10162" y="12655"/>
                    <a:pt x="10208" y="12640"/>
                  </a:cubicBezTo>
                  <a:cubicBezTo>
                    <a:pt x="10397" y="12514"/>
                    <a:pt x="10492" y="12262"/>
                    <a:pt x="10397" y="12073"/>
                  </a:cubicBezTo>
                  <a:lnTo>
                    <a:pt x="9767" y="10844"/>
                  </a:lnTo>
                  <a:cubicBezTo>
                    <a:pt x="11594" y="9584"/>
                    <a:pt x="12476" y="7347"/>
                    <a:pt x="11972" y="5142"/>
                  </a:cubicBezTo>
                  <a:cubicBezTo>
                    <a:pt x="13485" y="3882"/>
                    <a:pt x="13359" y="1582"/>
                    <a:pt x="11752" y="511"/>
                  </a:cubicBezTo>
                  <a:cubicBezTo>
                    <a:pt x="11243" y="171"/>
                    <a:pt x="10658" y="5"/>
                    <a:pt x="10078" y="5"/>
                  </a:cubicBezTo>
                  <a:cubicBezTo>
                    <a:pt x="9258" y="5"/>
                    <a:pt x="8449" y="338"/>
                    <a:pt x="7877" y="983"/>
                  </a:cubicBezTo>
                  <a:cubicBezTo>
                    <a:pt x="7483" y="905"/>
                    <a:pt x="7081" y="865"/>
                    <a:pt x="6679" y="865"/>
                  </a:cubicBezTo>
                  <a:cubicBezTo>
                    <a:pt x="6278" y="865"/>
                    <a:pt x="5876" y="905"/>
                    <a:pt x="5482" y="983"/>
                  </a:cubicBezTo>
                  <a:cubicBezTo>
                    <a:pt x="4898" y="326"/>
                    <a:pt x="4090" y="1"/>
                    <a:pt x="3282" y="1"/>
                  </a:cubicBezTo>
                  <a:close/>
                </a:path>
              </a:pathLst>
            </a:custGeom>
            <a:grpFill/>
            <a:ln>
              <a:noFill/>
            </a:ln>
          </p:spPr>
          <p:txBody>
            <a:bodyPr spcFirstLastPara="1" wrap="square" lIns="62728" tIns="62728" rIns="62728" bIns="62728" anchor="ctr" anchorCtr="0">
              <a:noAutofit/>
            </a:bodyPr>
            <a:lstStyle/>
            <a:p>
              <a:endParaRPr sz="764"/>
            </a:p>
          </p:txBody>
        </p:sp>
        <p:sp>
          <p:nvSpPr>
            <p:cNvPr id="1034" name="Google Shape;6271;p62">
              <a:extLst>
                <a:ext uri="{FF2B5EF4-FFF2-40B4-BE49-F238E27FC236}">
                  <a16:creationId xmlns:a16="http://schemas.microsoft.com/office/drawing/2014/main" id="{4F688416-FAFF-4FCD-AFE2-FE5578061AA7}"/>
                </a:ext>
              </a:extLst>
            </p:cNvPr>
            <p:cNvSpPr/>
            <p:nvPr/>
          </p:nvSpPr>
          <p:spPr>
            <a:xfrm>
              <a:off x="-42644075" y="2060025"/>
              <a:ext cx="59100" cy="65400"/>
            </a:xfrm>
            <a:custGeom>
              <a:avLst/>
              <a:gdLst/>
              <a:ahLst/>
              <a:cxnLst/>
              <a:rect l="l" t="t" r="r" b="b"/>
              <a:pathLst>
                <a:path w="2364" h="2616" extrusionOk="0">
                  <a:moveTo>
                    <a:pt x="442" y="0"/>
                  </a:moveTo>
                  <a:cubicBezTo>
                    <a:pt x="189" y="0"/>
                    <a:pt x="0" y="189"/>
                    <a:pt x="0" y="410"/>
                  </a:cubicBezTo>
                  <a:lnTo>
                    <a:pt x="0" y="2237"/>
                  </a:lnTo>
                  <a:cubicBezTo>
                    <a:pt x="0" y="2458"/>
                    <a:pt x="189" y="2615"/>
                    <a:pt x="442" y="2615"/>
                  </a:cubicBezTo>
                  <a:lnTo>
                    <a:pt x="1922" y="2615"/>
                  </a:lnTo>
                  <a:cubicBezTo>
                    <a:pt x="2174" y="2615"/>
                    <a:pt x="2363" y="2426"/>
                    <a:pt x="2363" y="2237"/>
                  </a:cubicBezTo>
                  <a:cubicBezTo>
                    <a:pt x="2363" y="1954"/>
                    <a:pt x="2174" y="1796"/>
                    <a:pt x="1922" y="1796"/>
                  </a:cubicBezTo>
                  <a:lnTo>
                    <a:pt x="820" y="1796"/>
                  </a:lnTo>
                  <a:lnTo>
                    <a:pt x="820" y="410"/>
                  </a:lnTo>
                  <a:cubicBezTo>
                    <a:pt x="820" y="189"/>
                    <a:pt x="631" y="0"/>
                    <a:pt x="44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37" name="Google Shape;6272;p62">
            <a:extLst>
              <a:ext uri="{FF2B5EF4-FFF2-40B4-BE49-F238E27FC236}">
                <a16:creationId xmlns:a16="http://schemas.microsoft.com/office/drawing/2014/main" id="{BA2B2F37-4712-4A24-92E0-170E33A52F99}"/>
              </a:ext>
            </a:extLst>
          </p:cNvPr>
          <p:cNvGrpSpPr/>
          <p:nvPr/>
        </p:nvGrpSpPr>
        <p:grpSpPr>
          <a:xfrm>
            <a:off x="809549" y="1786920"/>
            <a:ext cx="211903" cy="229926"/>
            <a:chOff x="-42778750" y="2320125"/>
            <a:chExt cx="285125" cy="309375"/>
          </a:xfrm>
          <a:solidFill>
            <a:schemeClr val="tx1"/>
          </a:solidFill>
        </p:grpSpPr>
        <p:sp>
          <p:nvSpPr>
            <p:cNvPr id="1030" name="Google Shape;6273;p62">
              <a:extLst>
                <a:ext uri="{FF2B5EF4-FFF2-40B4-BE49-F238E27FC236}">
                  <a16:creationId xmlns:a16="http://schemas.microsoft.com/office/drawing/2014/main" id="{4C8A49A7-E965-4001-95CD-0B8584E1B0B9}"/>
                </a:ext>
              </a:extLst>
            </p:cNvPr>
            <p:cNvSpPr/>
            <p:nvPr/>
          </p:nvSpPr>
          <p:spPr>
            <a:xfrm>
              <a:off x="-42778750" y="2320125"/>
              <a:ext cx="285125" cy="309375"/>
            </a:xfrm>
            <a:custGeom>
              <a:avLst/>
              <a:gdLst/>
              <a:ahLst/>
              <a:cxnLst/>
              <a:rect l="l" t="t" r="r" b="b"/>
              <a:pathLst>
                <a:path w="11405" h="12375" extrusionOk="0">
                  <a:moveTo>
                    <a:pt x="5654" y="815"/>
                  </a:moveTo>
                  <a:cubicBezTo>
                    <a:pt x="5920" y="815"/>
                    <a:pt x="6185" y="965"/>
                    <a:pt x="6459" y="1253"/>
                  </a:cubicBezTo>
                  <a:cubicBezTo>
                    <a:pt x="6711" y="1568"/>
                    <a:pt x="6963" y="1978"/>
                    <a:pt x="7120" y="2419"/>
                  </a:cubicBezTo>
                  <a:cubicBezTo>
                    <a:pt x="6616" y="2545"/>
                    <a:pt x="6144" y="2734"/>
                    <a:pt x="5671" y="2923"/>
                  </a:cubicBezTo>
                  <a:cubicBezTo>
                    <a:pt x="5198" y="2734"/>
                    <a:pt x="4726" y="2545"/>
                    <a:pt x="4190" y="2419"/>
                  </a:cubicBezTo>
                  <a:cubicBezTo>
                    <a:pt x="4348" y="2072"/>
                    <a:pt x="4568" y="1663"/>
                    <a:pt x="4789" y="1348"/>
                  </a:cubicBezTo>
                  <a:cubicBezTo>
                    <a:pt x="5083" y="988"/>
                    <a:pt x="5368" y="815"/>
                    <a:pt x="5654" y="815"/>
                  </a:cubicBezTo>
                  <a:close/>
                  <a:moveTo>
                    <a:pt x="3938" y="3238"/>
                  </a:moveTo>
                  <a:cubicBezTo>
                    <a:pt x="4159" y="3332"/>
                    <a:pt x="4411" y="3364"/>
                    <a:pt x="4600" y="3427"/>
                  </a:cubicBezTo>
                  <a:cubicBezTo>
                    <a:pt x="4285" y="3616"/>
                    <a:pt x="4033" y="3774"/>
                    <a:pt x="3781" y="3900"/>
                  </a:cubicBezTo>
                  <a:cubicBezTo>
                    <a:pt x="3844" y="3679"/>
                    <a:pt x="3907" y="3427"/>
                    <a:pt x="3938" y="3238"/>
                  </a:cubicBezTo>
                  <a:close/>
                  <a:moveTo>
                    <a:pt x="7341" y="3238"/>
                  </a:moveTo>
                  <a:cubicBezTo>
                    <a:pt x="7435" y="3490"/>
                    <a:pt x="7467" y="3711"/>
                    <a:pt x="7498" y="3963"/>
                  </a:cubicBezTo>
                  <a:cubicBezTo>
                    <a:pt x="7246" y="3805"/>
                    <a:pt x="6963" y="3616"/>
                    <a:pt x="6679" y="3490"/>
                  </a:cubicBezTo>
                  <a:cubicBezTo>
                    <a:pt x="6868" y="3364"/>
                    <a:pt x="7120" y="3301"/>
                    <a:pt x="7341" y="3238"/>
                  </a:cubicBezTo>
                  <a:close/>
                  <a:moveTo>
                    <a:pt x="2340" y="2993"/>
                  </a:moveTo>
                  <a:cubicBezTo>
                    <a:pt x="2618" y="2993"/>
                    <a:pt x="2897" y="3021"/>
                    <a:pt x="3151" y="3049"/>
                  </a:cubicBezTo>
                  <a:cubicBezTo>
                    <a:pt x="3025" y="3522"/>
                    <a:pt x="2899" y="3994"/>
                    <a:pt x="2867" y="4593"/>
                  </a:cubicBezTo>
                  <a:cubicBezTo>
                    <a:pt x="2457" y="4908"/>
                    <a:pt x="2048" y="5223"/>
                    <a:pt x="1670" y="5569"/>
                  </a:cubicBezTo>
                  <a:cubicBezTo>
                    <a:pt x="1040" y="4782"/>
                    <a:pt x="473" y="3616"/>
                    <a:pt x="1355" y="3175"/>
                  </a:cubicBezTo>
                  <a:cubicBezTo>
                    <a:pt x="1651" y="3036"/>
                    <a:pt x="1995" y="2993"/>
                    <a:pt x="2340" y="2993"/>
                  </a:cubicBezTo>
                  <a:close/>
                  <a:moveTo>
                    <a:pt x="8935" y="3013"/>
                  </a:moveTo>
                  <a:cubicBezTo>
                    <a:pt x="9678" y="3013"/>
                    <a:pt x="10397" y="3218"/>
                    <a:pt x="10397" y="3868"/>
                  </a:cubicBezTo>
                  <a:cubicBezTo>
                    <a:pt x="10397" y="4435"/>
                    <a:pt x="9956" y="5097"/>
                    <a:pt x="9609" y="5569"/>
                  </a:cubicBezTo>
                  <a:cubicBezTo>
                    <a:pt x="9294" y="5254"/>
                    <a:pt x="8884" y="4908"/>
                    <a:pt x="8412" y="4593"/>
                  </a:cubicBezTo>
                  <a:cubicBezTo>
                    <a:pt x="8349" y="4089"/>
                    <a:pt x="8254" y="3553"/>
                    <a:pt x="8160" y="3080"/>
                  </a:cubicBezTo>
                  <a:cubicBezTo>
                    <a:pt x="8400" y="3039"/>
                    <a:pt x="8669" y="3013"/>
                    <a:pt x="8935" y="3013"/>
                  </a:cubicBezTo>
                  <a:close/>
                  <a:moveTo>
                    <a:pt x="8538" y="5695"/>
                  </a:moveTo>
                  <a:cubicBezTo>
                    <a:pt x="8727" y="5853"/>
                    <a:pt x="8884" y="6010"/>
                    <a:pt x="9042" y="6168"/>
                  </a:cubicBezTo>
                  <a:cubicBezTo>
                    <a:pt x="8884" y="6325"/>
                    <a:pt x="8695" y="6483"/>
                    <a:pt x="8538" y="6640"/>
                  </a:cubicBezTo>
                  <a:lnTo>
                    <a:pt x="8538" y="5695"/>
                  </a:lnTo>
                  <a:close/>
                  <a:moveTo>
                    <a:pt x="2741" y="5727"/>
                  </a:moveTo>
                  <a:lnTo>
                    <a:pt x="2741" y="6672"/>
                  </a:lnTo>
                  <a:cubicBezTo>
                    <a:pt x="2552" y="6514"/>
                    <a:pt x="2394" y="6357"/>
                    <a:pt x="2237" y="6199"/>
                  </a:cubicBezTo>
                  <a:cubicBezTo>
                    <a:pt x="2426" y="6010"/>
                    <a:pt x="2583" y="5884"/>
                    <a:pt x="2741" y="5727"/>
                  </a:cubicBezTo>
                  <a:close/>
                  <a:moveTo>
                    <a:pt x="5671" y="3837"/>
                  </a:moveTo>
                  <a:cubicBezTo>
                    <a:pt x="6364" y="4152"/>
                    <a:pt x="7026" y="4561"/>
                    <a:pt x="7656" y="5002"/>
                  </a:cubicBezTo>
                  <a:cubicBezTo>
                    <a:pt x="7750" y="5821"/>
                    <a:pt x="7750" y="6609"/>
                    <a:pt x="7656" y="7334"/>
                  </a:cubicBezTo>
                  <a:cubicBezTo>
                    <a:pt x="7026" y="7775"/>
                    <a:pt x="6364" y="8184"/>
                    <a:pt x="5671" y="8531"/>
                  </a:cubicBezTo>
                  <a:cubicBezTo>
                    <a:pt x="4946" y="8216"/>
                    <a:pt x="4285" y="7806"/>
                    <a:pt x="3655" y="7334"/>
                  </a:cubicBezTo>
                  <a:cubicBezTo>
                    <a:pt x="3560" y="6609"/>
                    <a:pt x="3560" y="5821"/>
                    <a:pt x="3655" y="5002"/>
                  </a:cubicBezTo>
                  <a:cubicBezTo>
                    <a:pt x="3970" y="4782"/>
                    <a:pt x="4285" y="4593"/>
                    <a:pt x="4631" y="4404"/>
                  </a:cubicBezTo>
                  <a:cubicBezTo>
                    <a:pt x="4978" y="4183"/>
                    <a:pt x="5356" y="3994"/>
                    <a:pt x="5671" y="3837"/>
                  </a:cubicBezTo>
                  <a:close/>
                  <a:moveTo>
                    <a:pt x="3781" y="8436"/>
                  </a:moveTo>
                  <a:lnTo>
                    <a:pt x="3781" y="8436"/>
                  </a:lnTo>
                  <a:cubicBezTo>
                    <a:pt x="3907" y="8531"/>
                    <a:pt x="4033" y="8594"/>
                    <a:pt x="4222" y="8688"/>
                  </a:cubicBezTo>
                  <a:cubicBezTo>
                    <a:pt x="4241" y="8641"/>
                    <a:pt x="4248" y="8625"/>
                    <a:pt x="4250" y="8625"/>
                  </a:cubicBezTo>
                  <a:lnTo>
                    <a:pt x="4250" y="8625"/>
                  </a:lnTo>
                  <a:cubicBezTo>
                    <a:pt x="4252" y="8625"/>
                    <a:pt x="4233" y="8679"/>
                    <a:pt x="4225" y="8690"/>
                  </a:cubicBezTo>
                  <a:lnTo>
                    <a:pt x="4225" y="8690"/>
                  </a:lnTo>
                  <a:cubicBezTo>
                    <a:pt x="4224" y="8689"/>
                    <a:pt x="4223" y="8689"/>
                    <a:pt x="4222" y="8688"/>
                  </a:cubicBezTo>
                  <a:lnTo>
                    <a:pt x="4222" y="8688"/>
                  </a:lnTo>
                  <a:cubicBezTo>
                    <a:pt x="4222" y="8691"/>
                    <a:pt x="4222" y="8692"/>
                    <a:pt x="4223" y="8692"/>
                  </a:cubicBezTo>
                  <a:cubicBezTo>
                    <a:pt x="4223" y="8692"/>
                    <a:pt x="4224" y="8691"/>
                    <a:pt x="4225" y="8690"/>
                  </a:cubicBezTo>
                  <a:lnTo>
                    <a:pt x="4225" y="8690"/>
                  </a:lnTo>
                  <a:cubicBezTo>
                    <a:pt x="4350" y="8753"/>
                    <a:pt x="4475" y="8846"/>
                    <a:pt x="4631" y="8909"/>
                  </a:cubicBezTo>
                  <a:cubicBezTo>
                    <a:pt x="4411" y="9003"/>
                    <a:pt x="4159" y="9066"/>
                    <a:pt x="3970" y="9129"/>
                  </a:cubicBezTo>
                  <a:cubicBezTo>
                    <a:pt x="3907" y="8909"/>
                    <a:pt x="3844" y="8688"/>
                    <a:pt x="3781" y="8436"/>
                  </a:cubicBezTo>
                  <a:close/>
                  <a:moveTo>
                    <a:pt x="7498" y="8499"/>
                  </a:moveTo>
                  <a:cubicBezTo>
                    <a:pt x="7467" y="8688"/>
                    <a:pt x="7435" y="8909"/>
                    <a:pt x="7341" y="9161"/>
                  </a:cubicBezTo>
                  <a:cubicBezTo>
                    <a:pt x="7120" y="9066"/>
                    <a:pt x="6868" y="9035"/>
                    <a:pt x="6679" y="8972"/>
                  </a:cubicBezTo>
                  <a:cubicBezTo>
                    <a:pt x="6994" y="8814"/>
                    <a:pt x="7278" y="8625"/>
                    <a:pt x="7498" y="8499"/>
                  </a:cubicBezTo>
                  <a:close/>
                  <a:moveTo>
                    <a:pt x="1638" y="6798"/>
                  </a:moveTo>
                  <a:cubicBezTo>
                    <a:pt x="1985" y="7145"/>
                    <a:pt x="2394" y="7491"/>
                    <a:pt x="2836" y="7775"/>
                  </a:cubicBezTo>
                  <a:cubicBezTo>
                    <a:pt x="2899" y="8279"/>
                    <a:pt x="2993" y="8814"/>
                    <a:pt x="3088" y="9287"/>
                  </a:cubicBezTo>
                  <a:cubicBezTo>
                    <a:pt x="2848" y="9347"/>
                    <a:pt x="2583" y="9369"/>
                    <a:pt x="2309" y="9369"/>
                  </a:cubicBezTo>
                  <a:cubicBezTo>
                    <a:pt x="2150" y="9369"/>
                    <a:pt x="1989" y="9361"/>
                    <a:pt x="1827" y="9350"/>
                  </a:cubicBezTo>
                  <a:cubicBezTo>
                    <a:pt x="1103" y="9224"/>
                    <a:pt x="725" y="8846"/>
                    <a:pt x="945" y="8090"/>
                  </a:cubicBezTo>
                  <a:cubicBezTo>
                    <a:pt x="1040" y="7649"/>
                    <a:pt x="1323" y="7239"/>
                    <a:pt x="1638" y="6798"/>
                  </a:cubicBezTo>
                  <a:close/>
                  <a:moveTo>
                    <a:pt x="9641" y="6830"/>
                  </a:moveTo>
                  <a:cubicBezTo>
                    <a:pt x="9987" y="7271"/>
                    <a:pt x="10428" y="7932"/>
                    <a:pt x="10428" y="8531"/>
                  </a:cubicBezTo>
                  <a:cubicBezTo>
                    <a:pt x="10405" y="9192"/>
                    <a:pt x="9707" y="9391"/>
                    <a:pt x="8988" y="9391"/>
                  </a:cubicBezTo>
                  <a:cubicBezTo>
                    <a:pt x="8713" y="9391"/>
                    <a:pt x="8435" y="9362"/>
                    <a:pt x="8191" y="9318"/>
                  </a:cubicBezTo>
                  <a:cubicBezTo>
                    <a:pt x="8286" y="8846"/>
                    <a:pt x="8412" y="8373"/>
                    <a:pt x="8443" y="7806"/>
                  </a:cubicBezTo>
                  <a:cubicBezTo>
                    <a:pt x="8853" y="7491"/>
                    <a:pt x="9294" y="7176"/>
                    <a:pt x="9641" y="6830"/>
                  </a:cubicBezTo>
                  <a:close/>
                  <a:moveTo>
                    <a:pt x="5671" y="9444"/>
                  </a:moveTo>
                  <a:cubicBezTo>
                    <a:pt x="6144" y="9633"/>
                    <a:pt x="6616" y="9822"/>
                    <a:pt x="7120" y="9948"/>
                  </a:cubicBezTo>
                  <a:cubicBezTo>
                    <a:pt x="6868" y="10453"/>
                    <a:pt x="6522" y="11177"/>
                    <a:pt x="6049" y="11429"/>
                  </a:cubicBezTo>
                  <a:cubicBezTo>
                    <a:pt x="5909" y="11527"/>
                    <a:pt x="5782" y="11569"/>
                    <a:pt x="5659" y="11569"/>
                  </a:cubicBezTo>
                  <a:cubicBezTo>
                    <a:pt x="5504" y="11569"/>
                    <a:pt x="5356" y="11503"/>
                    <a:pt x="5198" y="11398"/>
                  </a:cubicBezTo>
                  <a:cubicBezTo>
                    <a:pt x="4757" y="11083"/>
                    <a:pt x="4411" y="10453"/>
                    <a:pt x="4222" y="9948"/>
                  </a:cubicBezTo>
                  <a:cubicBezTo>
                    <a:pt x="4694" y="9822"/>
                    <a:pt x="5198" y="9633"/>
                    <a:pt x="5671" y="9444"/>
                  </a:cubicBezTo>
                  <a:close/>
                  <a:moveTo>
                    <a:pt x="5689" y="1"/>
                  </a:moveTo>
                  <a:cubicBezTo>
                    <a:pt x="5142" y="1"/>
                    <a:pt x="4663" y="283"/>
                    <a:pt x="4285" y="686"/>
                  </a:cubicBezTo>
                  <a:cubicBezTo>
                    <a:pt x="3907" y="1127"/>
                    <a:pt x="3623" y="1663"/>
                    <a:pt x="3434" y="2261"/>
                  </a:cubicBezTo>
                  <a:cubicBezTo>
                    <a:pt x="3054" y="2197"/>
                    <a:pt x="2712" y="2168"/>
                    <a:pt x="2405" y="2168"/>
                  </a:cubicBezTo>
                  <a:cubicBezTo>
                    <a:pt x="753" y="2168"/>
                    <a:pt x="126" y="3018"/>
                    <a:pt x="126" y="3868"/>
                  </a:cubicBezTo>
                  <a:cubicBezTo>
                    <a:pt x="126" y="4687"/>
                    <a:pt x="630" y="5538"/>
                    <a:pt x="1166" y="6168"/>
                  </a:cubicBezTo>
                  <a:cubicBezTo>
                    <a:pt x="788" y="6640"/>
                    <a:pt x="441" y="7176"/>
                    <a:pt x="221" y="7775"/>
                  </a:cubicBezTo>
                  <a:cubicBezTo>
                    <a:pt x="0" y="8499"/>
                    <a:pt x="126" y="9224"/>
                    <a:pt x="693" y="9696"/>
                  </a:cubicBezTo>
                  <a:cubicBezTo>
                    <a:pt x="1155" y="10078"/>
                    <a:pt x="1784" y="10204"/>
                    <a:pt x="2416" y="10204"/>
                  </a:cubicBezTo>
                  <a:cubicBezTo>
                    <a:pt x="2775" y="10204"/>
                    <a:pt x="3135" y="10163"/>
                    <a:pt x="3466" y="10106"/>
                  </a:cubicBezTo>
                  <a:lnTo>
                    <a:pt x="3812" y="10925"/>
                  </a:lnTo>
                  <a:cubicBezTo>
                    <a:pt x="4442" y="12059"/>
                    <a:pt x="5135" y="12374"/>
                    <a:pt x="5702" y="12374"/>
                  </a:cubicBezTo>
                  <a:cubicBezTo>
                    <a:pt x="6837" y="12374"/>
                    <a:pt x="7593" y="11177"/>
                    <a:pt x="8002" y="10106"/>
                  </a:cubicBezTo>
                  <a:cubicBezTo>
                    <a:pt x="8317" y="10159"/>
                    <a:pt x="8660" y="10194"/>
                    <a:pt x="9004" y="10194"/>
                  </a:cubicBezTo>
                  <a:cubicBezTo>
                    <a:pt x="9690" y="10194"/>
                    <a:pt x="10376" y="10054"/>
                    <a:pt x="10838" y="9633"/>
                  </a:cubicBezTo>
                  <a:cubicBezTo>
                    <a:pt x="11310" y="9161"/>
                    <a:pt x="11373" y="8531"/>
                    <a:pt x="11216" y="7901"/>
                  </a:cubicBezTo>
                  <a:cubicBezTo>
                    <a:pt x="10995" y="7302"/>
                    <a:pt x="10617" y="6703"/>
                    <a:pt x="10208" y="6199"/>
                  </a:cubicBezTo>
                  <a:cubicBezTo>
                    <a:pt x="10838" y="5443"/>
                    <a:pt x="11405" y="4435"/>
                    <a:pt x="11184" y="3490"/>
                  </a:cubicBezTo>
                  <a:cubicBezTo>
                    <a:pt x="10995" y="2765"/>
                    <a:pt x="10397" y="2387"/>
                    <a:pt x="9641" y="2230"/>
                  </a:cubicBezTo>
                  <a:cubicBezTo>
                    <a:pt x="9406" y="2175"/>
                    <a:pt x="9153" y="2150"/>
                    <a:pt x="8895" y="2150"/>
                  </a:cubicBezTo>
                  <a:cubicBezTo>
                    <a:pt x="8565" y="2150"/>
                    <a:pt x="8226" y="2191"/>
                    <a:pt x="7908" y="2261"/>
                  </a:cubicBezTo>
                  <a:cubicBezTo>
                    <a:pt x="7593" y="1348"/>
                    <a:pt x="6994" y="340"/>
                    <a:pt x="6112" y="56"/>
                  </a:cubicBezTo>
                  <a:cubicBezTo>
                    <a:pt x="5967" y="18"/>
                    <a:pt x="5826" y="1"/>
                    <a:pt x="5689" y="1"/>
                  </a:cubicBezTo>
                  <a:close/>
                </a:path>
              </a:pathLst>
            </a:custGeom>
            <a:grpFill/>
            <a:ln>
              <a:noFill/>
            </a:ln>
          </p:spPr>
          <p:txBody>
            <a:bodyPr spcFirstLastPara="1" wrap="square" lIns="62728" tIns="62728" rIns="62728" bIns="62728" anchor="ctr" anchorCtr="0">
              <a:noAutofit/>
            </a:bodyPr>
            <a:lstStyle/>
            <a:p>
              <a:endParaRPr sz="764"/>
            </a:p>
          </p:txBody>
        </p:sp>
        <p:sp>
          <p:nvSpPr>
            <p:cNvPr id="1031" name="Google Shape;6274;p62">
              <a:extLst>
                <a:ext uri="{FF2B5EF4-FFF2-40B4-BE49-F238E27FC236}">
                  <a16:creationId xmlns:a16="http://schemas.microsoft.com/office/drawing/2014/main" id="{40A1CBDD-E12D-4DB0-A5EE-4A01FBC16F4A}"/>
                </a:ext>
              </a:extLst>
            </p:cNvPr>
            <p:cNvSpPr/>
            <p:nvPr/>
          </p:nvSpPr>
          <p:spPr>
            <a:xfrm>
              <a:off x="-42667700" y="2443600"/>
              <a:ext cx="62250" cy="61475"/>
            </a:xfrm>
            <a:custGeom>
              <a:avLst/>
              <a:gdLst/>
              <a:ahLst/>
              <a:cxnLst/>
              <a:rect l="l" t="t" r="r" b="b"/>
              <a:pathLst>
                <a:path w="2490" h="2459" extrusionOk="0">
                  <a:moveTo>
                    <a:pt x="1249" y="858"/>
                  </a:moveTo>
                  <a:cubicBezTo>
                    <a:pt x="1468" y="858"/>
                    <a:pt x="1639" y="1027"/>
                    <a:pt x="1639" y="1260"/>
                  </a:cubicBezTo>
                  <a:cubicBezTo>
                    <a:pt x="1607" y="1418"/>
                    <a:pt x="1481" y="1575"/>
                    <a:pt x="1323" y="1670"/>
                  </a:cubicBezTo>
                  <a:cubicBezTo>
                    <a:pt x="1285" y="1681"/>
                    <a:pt x="1248" y="1686"/>
                    <a:pt x="1211" y="1686"/>
                  </a:cubicBezTo>
                  <a:cubicBezTo>
                    <a:pt x="1040" y="1686"/>
                    <a:pt x="897" y="1569"/>
                    <a:pt x="819" y="1386"/>
                  </a:cubicBezTo>
                  <a:cubicBezTo>
                    <a:pt x="756" y="1134"/>
                    <a:pt x="851" y="945"/>
                    <a:pt x="1103" y="882"/>
                  </a:cubicBezTo>
                  <a:cubicBezTo>
                    <a:pt x="1153" y="866"/>
                    <a:pt x="1202" y="858"/>
                    <a:pt x="1249" y="858"/>
                  </a:cubicBezTo>
                  <a:close/>
                  <a:moveTo>
                    <a:pt x="1229" y="0"/>
                  </a:moveTo>
                  <a:cubicBezTo>
                    <a:pt x="567" y="0"/>
                    <a:pt x="0" y="567"/>
                    <a:pt x="0" y="1229"/>
                  </a:cubicBezTo>
                  <a:cubicBezTo>
                    <a:pt x="0" y="1874"/>
                    <a:pt x="509" y="2459"/>
                    <a:pt x="1177" y="2459"/>
                  </a:cubicBezTo>
                  <a:cubicBezTo>
                    <a:pt x="1194" y="2459"/>
                    <a:pt x="1211" y="2458"/>
                    <a:pt x="1229" y="2458"/>
                  </a:cubicBezTo>
                  <a:cubicBezTo>
                    <a:pt x="1891" y="2458"/>
                    <a:pt x="2489" y="1891"/>
                    <a:pt x="2489" y="1229"/>
                  </a:cubicBezTo>
                  <a:cubicBezTo>
                    <a:pt x="2426" y="567"/>
                    <a:pt x="1891" y="0"/>
                    <a:pt x="122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38" name="Google Shape;6275;p62">
            <a:extLst>
              <a:ext uri="{FF2B5EF4-FFF2-40B4-BE49-F238E27FC236}">
                <a16:creationId xmlns:a16="http://schemas.microsoft.com/office/drawing/2014/main" id="{F84C3A9A-D368-4548-959C-CA8B4828E420}"/>
              </a:ext>
            </a:extLst>
          </p:cNvPr>
          <p:cNvGrpSpPr/>
          <p:nvPr/>
        </p:nvGrpSpPr>
        <p:grpSpPr>
          <a:xfrm>
            <a:off x="795452" y="2054880"/>
            <a:ext cx="237080" cy="236503"/>
            <a:chOff x="-42796875" y="2680675"/>
            <a:chExt cx="319000" cy="318225"/>
          </a:xfrm>
          <a:solidFill>
            <a:schemeClr val="tx1"/>
          </a:solidFill>
        </p:grpSpPr>
        <p:sp>
          <p:nvSpPr>
            <p:cNvPr id="1025" name="Google Shape;6276;p62">
              <a:extLst>
                <a:ext uri="{FF2B5EF4-FFF2-40B4-BE49-F238E27FC236}">
                  <a16:creationId xmlns:a16="http://schemas.microsoft.com/office/drawing/2014/main" id="{1FDDC647-44A1-4484-8D65-3DFE552E9305}"/>
                </a:ext>
              </a:extLst>
            </p:cNvPr>
            <p:cNvSpPr/>
            <p:nvPr/>
          </p:nvSpPr>
          <p:spPr>
            <a:xfrm>
              <a:off x="-42671650" y="2853950"/>
              <a:ext cx="70125" cy="21275"/>
            </a:xfrm>
            <a:custGeom>
              <a:avLst/>
              <a:gdLst/>
              <a:ahLst/>
              <a:cxnLst/>
              <a:rect l="l" t="t" r="r" b="b"/>
              <a:pathLst>
                <a:path w="2805" h="851" extrusionOk="0">
                  <a:moveTo>
                    <a:pt x="442" y="0"/>
                  </a:moveTo>
                  <a:cubicBezTo>
                    <a:pt x="190" y="0"/>
                    <a:pt x="1" y="221"/>
                    <a:pt x="1" y="410"/>
                  </a:cubicBezTo>
                  <a:cubicBezTo>
                    <a:pt x="1" y="630"/>
                    <a:pt x="190" y="851"/>
                    <a:pt x="442" y="851"/>
                  </a:cubicBezTo>
                  <a:lnTo>
                    <a:pt x="2364" y="851"/>
                  </a:lnTo>
                  <a:cubicBezTo>
                    <a:pt x="2616" y="851"/>
                    <a:pt x="2773" y="630"/>
                    <a:pt x="2773" y="410"/>
                  </a:cubicBezTo>
                  <a:cubicBezTo>
                    <a:pt x="2805" y="221"/>
                    <a:pt x="2584" y="0"/>
                    <a:pt x="2364" y="0"/>
                  </a:cubicBezTo>
                  <a:close/>
                </a:path>
              </a:pathLst>
            </a:custGeom>
            <a:grpFill/>
            <a:ln>
              <a:noFill/>
            </a:ln>
          </p:spPr>
          <p:txBody>
            <a:bodyPr spcFirstLastPara="1" wrap="square" lIns="62728" tIns="62728" rIns="62728" bIns="62728" anchor="ctr" anchorCtr="0">
              <a:noAutofit/>
            </a:bodyPr>
            <a:lstStyle/>
            <a:p>
              <a:endParaRPr sz="764"/>
            </a:p>
          </p:txBody>
        </p:sp>
        <p:sp>
          <p:nvSpPr>
            <p:cNvPr id="1026" name="Google Shape;6277;p62">
              <a:extLst>
                <a:ext uri="{FF2B5EF4-FFF2-40B4-BE49-F238E27FC236}">
                  <a16:creationId xmlns:a16="http://schemas.microsoft.com/office/drawing/2014/main" id="{F19A939F-BADD-48C3-A79E-298C0ED536C3}"/>
                </a:ext>
              </a:extLst>
            </p:cNvPr>
            <p:cNvSpPr/>
            <p:nvPr/>
          </p:nvSpPr>
          <p:spPr>
            <a:xfrm>
              <a:off x="-42671650" y="2895675"/>
              <a:ext cx="70125" cy="20525"/>
            </a:xfrm>
            <a:custGeom>
              <a:avLst/>
              <a:gdLst/>
              <a:ahLst/>
              <a:cxnLst/>
              <a:rect l="l" t="t" r="r" b="b"/>
              <a:pathLst>
                <a:path w="2805" h="821" extrusionOk="0">
                  <a:moveTo>
                    <a:pt x="442" y="1"/>
                  </a:moveTo>
                  <a:cubicBezTo>
                    <a:pt x="190" y="1"/>
                    <a:pt x="1" y="190"/>
                    <a:pt x="1" y="442"/>
                  </a:cubicBezTo>
                  <a:cubicBezTo>
                    <a:pt x="1" y="663"/>
                    <a:pt x="190" y="820"/>
                    <a:pt x="442" y="820"/>
                  </a:cubicBezTo>
                  <a:lnTo>
                    <a:pt x="2364" y="820"/>
                  </a:lnTo>
                  <a:cubicBezTo>
                    <a:pt x="2616" y="820"/>
                    <a:pt x="2773" y="631"/>
                    <a:pt x="2773" y="442"/>
                  </a:cubicBezTo>
                  <a:cubicBezTo>
                    <a:pt x="2805" y="190"/>
                    <a:pt x="2584" y="1"/>
                    <a:pt x="2364" y="1"/>
                  </a:cubicBezTo>
                  <a:close/>
                </a:path>
              </a:pathLst>
            </a:custGeom>
            <a:grpFill/>
            <a:ln>
              <a:noFill/>
            </a:ln>
          </p:spPr>
          <p:txBody>
            <a:bodyPr spcFirstLastPara="1" wrap="square" lIns="62728" tIns="62728" rIns="62728" bIns="62728" anchor="ctr" anchorCtr="0">
              <a:noAutofit/>
            </a:bodyPr>
            <a:lstStyle/>
            <a:p>
              <a:endParaRPr sz="764"/>
            </a:p>
          </p:txBody>
        </p:sp>
        <p:sp>
          <p:nvSpPr>
            <p:cNvPr id="1027" name="Google Shape;6278;p62">
              <a:extLst>
                <a:ext uri="{FF2B5EF4-FFF2-40B4-BE49-F238E27FC236}">
                  <a16:creationId xmlns:a16="http://schemas.microsoft.com/office/drawing/2014/main" id="{12E4EDB0-49A5-451B-8075-238E1A69C355}"/>
                </a:ext>
              </a:extLst>
            </p:cNvPr>
            <p:cNvSpPr/>
            <p:nvPr/>
          </p:nvSpPr>
          <p:spPr>
            <a:xfrm>
              <a:off x="-42796875" y="2680675"/>
              <a:ext cx="319000" cy="318225"/>
            </a:xfrm>
            <a:custGeom>
              <a:avLst/>
              <a:gdLst/>
              <a:ahLst/>
              <a:cxnLst/>
              <a:rect l="l" t="t" r="r" b="b"/>
              <a:pathLst>
                <a:path w="12760" h="12729" extrusionOk="0">
                  <a:moveTo>
                    <a:pt x="9011" y="882"/>
                  </a:moveTo>
                  <a:cubicBezTo>
                    <a:pt x="9168" y="882"/>
                    <a:pt x="9357" y="914"/>
                    <a:pt x="9483" y="945"/>
                  </a:cubicBezTo>
                  <a:cubicBezTo>
                    <a:pt x="9799" y="1071"/>
                    <a:pt x="10051" y="1355"/>
                    <a:pt x="10177" y="1701"/>
                  </a:cubicBezTo>
                  <a:lnTo>
                    <a:pt x="2615" y="1701"/>
                  </a:lnTo>
                  <a:cubicBezTo>
                    <a:pt x="2804" y="1229"/>
                    <a:pt x="3245" y="882"/>
                    <a:pt x="3781" y="882"/>
                  </a:cubicBezTo>
                  <a:close/>
                  <a:moveTo>
                    <a:pt x="1733" y="3623"/>
                  </a:moveTo>
                  <a:lnTo>
                    <a:pt x="1733" y="5293"/>
                  </a:lnTo>
                  <a:lnTo>
                    <a:pt x="914" y="5293"/>
                  </a:lnTo>
                  <a:lnTo>
                    <a:pt x="914" y="3623"/>
                  </a:lnTo>
                  <a:close/>
                  <a:moveTo>
                    <a:pt x="11941" y="3623"/>
                  </a:moveTo>
                  <a:lnTo>
                    <a:pt x="11941" y="5293"/>
                  </a:lnTo>
                  <a:lnTo>
                    <a:pt x="11122" y="5293"/>
                  </a:lnTo>
                  <a:lnTo>
                    <a:pt x="11122" y="3623"/>
                  </a:lnTo>
                  <a:close/>
                  <a:moveTo>
                    <a:pt x="10240" y="2521"/>
                  </a:moveTo>
                  <a:lnTo>
                    <a:pt x="10240" y="5316"/>
                  </a:lnTo>
                  <a:lnTo>
                    <a:pt x="10240" y="5316"/>
                  </a:lnTo>
                  <a:cubicBezTo>
                    <a:pt x="10144" y="5293"/>
                    <a:pt x="10003" y="5293"/>
                    <a:pt x="9862" y="5293"/>
                  </a:cubicBezTo>
                  <a:lnTo>
                    <a:pt x="6932" y="5293"/>
                  </a:lnTo>
                  <a:lnTo>
                    <a:pt x="6932" y="2521"/>
                  </a:lnTo>
                  <a:close/>
                  <a:moveTo>
                    <a:pt x="6144" y="2521"/>
                  </a:moveTo>
                  <a:lnTo>
                    <a:pt x="6144" y="5293"/>
                  </a:lnTo>
                  <a:lnTo>
                    <a:pt x="2962" y="5293"/>
                  </a:lnTo>
                  <a:cubicBezTo>
                    <a:pt x="2804" y="5293"/>
                    <a:pt x="2678" y="5293"/>
                    <a:pt x="2552" y="5324"/>
                  </a:cubicBezTo>
                  <a:lnTo>
                    <a:pt x="2552" y="2521"/>
                  </a:lnTo>
                  <a:close/>
                  <a:moveTo>
                    <a:pt x="9893" y="6207"/>
                  </a:moveTo>
                  <a:cubicBezTo>
                    <a:pt x="10555" y="6207"/>
                    <a:pt x="11122" y="6742"/>
                    <a:pt x="11122" y="7404"/>
                  </a:cubicBezTo>
                  <a:lnTo>
                    <a:pt x="11122" y="9861"/>
                  </a:lnTo>
                  <a:cubicBezTo>
                    <a:pt x="11122" y="10019"/>
                    <a:pt x="11027" y="10145"/>
                    <a:pt x="10933" y="10208"/>
                  </a:cubicBezTo>
                  <a:cubicBezTo>
                    <a:pt x="10838" y="10239"/>
                    <a:pt x="10775" y="10302"/>
                    <a:pt x="10681" y="10302"/>
                  </a:cubicBezTo>
                  <a:lnTo>
                    <a:pt x="2143" y="10302"/>
                  </a:lnTo>
                  <a:cubicBezTo>
                    <a:pt x="1922" y="10302"/>
                    <a:pt x="1796" y="10176"/>
                    <a:pt x="1733" y="10019"/>
                  </a:cubicBezTo>
                  <a:cubicBezTo>
                    <a:pt x="1702" y="9924"/>
                    <a:pt x="1733" y="10050"/>
                    <a:pt x="1733" y="8254"/>
                  </a:cubicBezTo>
                  <a:lnTo>
                    <a:pt x="1733" y="7404"/>
                  </a:lnTo>
                  <a:cubicBezTo>
                    <a:pt x="1733" y="6994"/>
                    <a:pt x="1922" y="6616"/>
                    <a:pt x="2300" y="6396"/>
                  </a:cubicBezTo>
                  <a:cubicBezTo>
                    <a:pt x="2489" y="6270"/>
                    <a:pt x="2710" y="6207"/>
                    <a:pt x="2993" y="6207"/>
                  </a:cubicBezTo>
                  <a:close/>
                  <a:moveTo>
                    <a:pt x="3403" y="11090"/>
                  </a:moveTo>
                  <a:lnTo>
                    <a:pt x="3403" y="11909"/>
                  </a:lnTo>
                  <a:lnTo>
                    <a:pt x="2552" y="11909"/>
                  </a:lnTo>
                  <a:lnTo>
                    <a:pt x="2552" y="11090"/>
                  </a:lnTo>
                  <a:close/>
                  <a:moveTo>
                    <a:pt x="10271" y="11090"/>
                  </a:moveTo>
                  <a:lnTo>
                    <a:pt x="10271" y="11909"/>
                  </a:lnTo>
                  <a:lnTo>
                    <a:pt x="9452" y="11909"/>
                  </a:lnTo>
                  <a:lnTo>
                    <a:pt x="9452" y="11090"/>
                  </a:lnTo>
                  <a:close/>
                  <a:moveTo>
                    <a:pt x="3750" y="0"/>
                  </a:moveTo>
                  <a:cubicBezTo>
                    <a:pt x="2615" y="0"/>
                    <a:pt x="1670" y="945"/>
                    <a:pt x="1670" y="2079"/>
                  </a:cubicBezTo>
                  <a:lnTo>
                    <a:pt x="1670" y="2804"/>
                  </a:lnTo>
                  <a:lnTo>
                    <a:pt x="442" y="2804"/>
                  </a:lnTo>
                  <a:cubicBezTo>
                    <a:pt x="190" y="2804"/>
                    <a:pt x="0" y="2993"/>
                    <a:pt x="0" y="3214"/>
                  </a:cubicBezTo>
                  <a:lnTo>
                    <a:pt x="0" y="5671"/>
                  </a:lnTo>
                  <a:cubicBezTo>
                    <a:pt x="0" y="5923"/>
                    <a:pt x="190" y="6112"/>
                    <a:pt x="442" y="6112"/>
                  </a:cubicBezTo>
                  <a:lnTo>
                    <a:pt x="1261" y="6112"/>
                  </a:lnTo>
                  <a:cubicBezTo>
                    <a:pt x="977" y="6459"/>
                    <a:pt x="820" y="6900"/>
                    <a:pt x="820" y="7341"/>
                  </a:cubicBezTo>
                  <a:lnTo>
                    <a:pt x="820" y="9830"/>
                  </a:lnTo>
                  <a:cubicBezTo>
                    <a:pt x="820" y="10365"/>
                    <a:pt x="1198" y="10806"/>
                    <a:pt x="1670" y="10995"/>
                  </a:cubicBezTo>
                  <a:lnTo>
                    <a:pt x="1670" y="12287"/>
                  </a:lnTo>
                  <a:cubicBezTo>
                    <a:pt x="1670" y="12539"/>
                    <a:pt x="1859" y="12728"/>
                    <a:pt x="2048" y="12728"/>
                  </a:cubicBezTo>
                  <a:lnTo>
                    <a:pt x="3718" y="12728"/>
                  </a:lnTo>
                  <a:cubicBezTo>
                    <a:pt x="3939" y="12728"/>
                    <a:pt x="4096" y="12539"/>
                    <a:pt x="4096" y="12287"/>
                  </a:cubicBezTo>
                  <a:lnTo>
                    <a:pt x="4096" y="11090"/>
                  </a:lnTo>
                  <a:lnTo>
                    <a:pt x="8507" y="11090"/>
                  </a:lnTo>
                  <a:lnTo>
                    <a:pt x="8507" y="12287"/>
                  </a:lnTo>
                  <a:cubicBezTo>
                    <a:pt x="8507" y="12539"/>
                    <a:pt x="8696" y="12728"/>
                    <a:pt x="8916" y="12728"/>
                  </a:cubicBezTo>
                  <a:lnTo>
                    <a:pt x="10555" y="12728"/>
                  </a:lnTo>
                  <a:cubicBezTo>
                    <a:pt x="10807" y="12728"/>
                    <a:pt x="10964" y="12539"/>
                    <a:pt x="10964" y="12287"/>
                  </a:cubicBezTo>
                  <a:lnTo>
                    <a:pt x="10964" y="10995"/>
                  </a:lnTo>
                  <a:cubicBezTo>
                    <a:pt x="11468" y="10838"/>
                    <a:pt x="11783" y="10365"/>
                    <a:pt x="11783" y="9830"/>
                  </a:cubicBezTo>
                  <a:lnTo>
                    <a:pt x="11783" y="7341"/>
                  </a:lnTo>
                  <a:cubicBezTo>
                    <a:pt x="11783" y="6868"/>
                    <a:pt x="11626" y="6427"/>
                    <a:pt x="11374" y="6112"/>
                  </a:cubicBezTo>
                  <a:lnTo>
                    <a:pt x="12224" y="6112"/>
                  </a:lnTo>
                  <a:cubicBezTo>
                    <a:pt x="12445" y="6112"/>
                    <a:pt x="12602" y="5923"/>
                    <a:pt x="12602" y="5671"/>
                  </a:cubicBezTo>
                  <a:lnTo>
                    <a:pt x="12602" y="3214"/>
                  </a:lnTo>
                  <a:cubicBezTo>
                    <a:pt x="12760" y="2993"/>
                    <a:pt x="12571" y="2804"/>
                    <a:pt x="12319" y="2804"/>
                  </a:cubicBezTo>
                  <a:lnTo>
                    <a:pt x="11059" y="2804"/>
                  </a:lnTo>
                  <a:lnTo>
                    <a:pt x="11059" y="2079"/>
                  </a:lnTo>
                  <a:cubicBezTo>
                    <a:pt x="11059" y="945"/>
                    <a:pt x="10145" y="0"/>
                    <a:pt x="8979" y="0"/>
                  </a:cubicBezTo>
                  <a:close/>
                </a:path>
              </a:pathLst>
            </a:custGeom>
            <a:grpFill/>
            <a:ln>
              <a:noFill/>
            </a:ln>
          </p:spPr>
          <p:txBody>
            <a:bodyPr spcFirstLastPara="1" wrap="square" lIns="62728" tIns="62728" rIns="62728" bIns="62728" anchor="ctr" anchorCtr="0">
              <a:noAutofit/>
            </a:bodyPr>
            <a:lstStyle/>
            <a:p>
              <a:endParaRPr sz="764"/>
            </a:p>
          </p:txBody>
        </p:sp>
        <p:sp>
          <p:nvSpPr>
            <p:cNvPr id="1028" name="Google Shape;6279;p62">
              <a:extLst>
                <a:ext uri="{FF2B5EF4-FFF2-40B4-BE49-F238E27FC236}">
                  <a16:creationId xmlns:a16="http://schemas.microsoft.com/office/drawing/2014/main" id="{8CF18249-DF32-465E-A13E-4A212B4A31D9}"/>
                </a:ext>
              </a:extLst>
            </p:cNvPr>
            <p:cNvSpPr/>
            <p:nvPr/>
          </p:nvSpPr>
          <p:spPr>
            <a:xfrm>
              <a:off x="-42753550" y="2854500"/>
              <a:ext cx="63825" cy="61700"/>
            </a:xfrm>
            <a:custGeom>
              <a:avLst/>
              <a:gdLst/>
              <a:ahLst/>
              <a:cxnLst/>
              <a:rect l="l" t="t" r="r" b="b"/>
              <a:pathLst>
                <a:path w="2553" h="2468" extrusionOk="0">
                  <a:moveTo>
                    <a:pt x="1263" y="829"/>
                  </a:moveTo>
                  <a:cubicBezTo>
                    <a:pt x="1435" y="829"/>
                    <a:pt x="1565" y="949"/>
                    <a:pt x="1639" y="1144"/>
                  </a:cubicBezTo>
                  <a:cubicBezTo>
                    <a:pt x="1718" y="1410"/>
                    <a:pt x="1483" y="1676"/>
                    <a:pt x="1218" y="1676"/>
                  </a:cubicBezTo>
                  <a:cubicBezTo>
                    <a:pt x="1170" y="1676"/>
                    <a:pt x="1120" y="1668"/>
                    <a:pt x="1071" y="1648"/>
                  </a:cubicBezTo>
                  <a:cubicBezTo>
                    <a:pt x="945" y="1616"/>
                    <a:pt x="882" y="1490"/>
                    <a:pt x="851" y="1364"/>
                  </a:cubicBezTo>
                  <a:cubicBezTo>
                    <a:pt x="756" y="1144"/>
                    <a:pt x="914" y="892"/>
                    <a:pt x="1103" y="860"/>
                  </a:cubicBezTo>
                  <a:cubicBezTo>
                    <a:pt x="1160" y="839"/>
                    <a:pt x="1213" y="829"/>
                    <a:pt x="1263" y="829"/>
                  </a:cubicBezTo>
                  <a:close/>
                  <a:moveTo>
                    <a:pt x="1234" y="0"/>
                  </a:moveTo>
                  <a:cubicBezTo>
                    <a:pt x="841" y="0"/>
                    <a:pt x="443" y="194"/>
                    <a:pt x="189" y="545"/>
                  </a:cubicBezTo>
                  <a:cubicBezTo>
                    <a:pt x="95" y="734"/>
                    <a:pt x="0" y="986"/>
                    <a:pt x="0" y="1238"/>
                  </a:cubicBezTo>
                  <a:cubicBezTo>
                    <a:pt x="0" y="1932"/>
                    <a:pt x="567" y="2467"/>
                    <a:pt x="1229" y="2467"/>
                  </a:cubicBezTo>
                  <a:cubicBezTo>
                    <a:pt x="1765" y="2467"/>
                    <a:pt x="2237" y="2121"/>
                    <a:pt x="2395" y="1616"/>
                  </a:cubicBezTo>
                  <a:cubicBezTo>
                    <a:pt x="2552" y="1081"/>
                    <a:pt x="2363" y="514"/>
                    <a:pt x="1922" y="230"/>
                  </a:cubicBezTo>
                  <a:cubicBezTo>
                    <a:pt x="1718" y="74"/>
                    <a:pt x="1477" y="0"/>
                    <a:pt x="1234" y="0"/>
                  </a:cubicBezTo>
                  <a:close/>
                </a:path>
              </a:pathLst>
            </a:custGeom>
            <a:grpFill/>
            <a:ln>
              <a:noFill/>
            </a:ln>
          </p:spPr>
          <p:txBody>
            <a:bodyPr spcFirstLastPara="1" wrap="square" lIns="62728" tIns="62728" rIns="62728" bIns="62728" anchor="ctr" anchorCtr="0">
              <a:noAutofit/>
            </a:bodyPr>
            <a:lstStyle/>
            <a:p>
              <a:endParaRPr sz="764"/>
            </a:p>
          </p:txBody>
        </p:sp>
        <p:sp>
          <p:nvSpPr>
            <p:cNvPr id="1029" name="Google Shape;6280;p62">
              <a:extLst>
                <a:ext uri="{FF2B5EF4-FFF2-40B4-BE49-F238E27FC236}">
                  <a16:creationId xmlns:a16="http://schemas.microsoft.com/office/drawing/2014/main" id="{077B0B58-E117-491B-9467-76C630A03E35}"/>
                </a:ext>
              </a:extLst>
            </p:cNvPr>
            <p:cNvSpPr/>
            <p:nvPr/>
          </p:nvSpPr>
          <p:spPr>
            <a:xfrm>
              <a:off x="-42581850" y="2853950"/>
              <a:ext cx="63025" cy="61475"/>
            </a:xfrm>
            <a:custGeom>
              <a:avLst/>
              <a:gdLst/>
              <a:ahLst/>
              <a:cxnLst/>
              <a:rect l="l" t="t" r="r" b="b"/>
              <a:pathLst>
                <a:path w="2521" h="2459" extrusionOk="0">
                  <a:moveTo>
                    <a:pt x="1269" y="860"/>
                  </a:moveTo>
                  <a:cubicBezTo>
                    <a:pt x="1493" y="860"/>
                    <a:pt x="1670" y="1049"/>
                    <a:pt x="1670" y="1260"/>
                  </a:cubicBezTo>
                  <a:cubicBezTo>
                    <a:pt x="1670" y="1481"/>
                    <a:pt x="1576" y="1638"/>
                    <a:pt x="1355" y="1670"/>
                  </a:cubicBezTo>
                  <a:cubicBezTo>
                    <a:pt x="1311" y="1683"/>
                    <a:pt x="1268" y="1689"/>
                    <a:pt x="1227" y="1689"/>
                  </a:cubicBezTo>
                  <a:cubicBezTo>
                    <a:pt x="1063" y="1689"/>
                    <a:pt x="927" y="1588"/>
                    <a:pt x="851" y="1386"/>
                  </a:cubicBezTo>
                  <a:cubicBezTo>
                    <a:pt x="788" y="1166"/>
                    <a:pt x="882" y="945"/>
                    <a:pt x="1135" y="882"/>
                  </a:cubicBezTo>
                  <a:cubicBezTo>
                    <a:pt x="1180" y="867"/>
                    <a:pt x="1225" y="860"/>
                    <a:pt x="1269" y="860"/>
                  </a:cubicBezTo>
                  <a:close/>
                  <a:moveTo>
                    <a:pt x="1261" y="0"/>
                  </a:moveTo>
                  <a:cubicBezTo>
                    <a:pt x="567" y="0"/>
                    <a:pt x="0" y="567"/>
                    <a:pt x="32" y="1229"/>
                  </a:cubicBezTo>
                  <a:cubicBezTo>
                    <a:pt x="32" y="1874"/>
                    <a:pt x="541" y="2459"/>
                    <a:pt x="1208" y="2459"/>
                  </a:cubicBezTo>
                  <a:cubicBezTo>
                    <a:pt x="1226" y="2459"/>
                    <a:pt x="1243" y="2458"/>
                    <a:pt x="1261" y="2458"/>
                  </a:cubicBezTo>
                  <a:cubicBezTo>
                    <a:pt x="1922" y="2458"/>
                    <a:pt x="2521" y="1891"/>
                    <a:pt x="2458" y="1229"/>
                  </a:cubicBezTo>
                  <a:cubicBezTo>
                    <a:pt x="2521" y="567"/>
                    <a:pt x="1954" y="0"/>
                    <a:pt x="1261" y="0"/>
                  </a:cubicBezTo>
                  <a:close/>
                </a:path>
              </a:pathLst>
            </a:custGeom>
            <a:grpFill/>
            <a:ln>
              <a:noFill/>
            </a:ln>
          </p:spPr>
          <p:txBody>
            <a:bodyPr spcFirstLastPara="1" wrap="square" lIns="62728" tIns="62728" rIns="62728" bIns="62728" anchor="ctr" anchorCtr="0">
              <a:noAutofit/>
            </a:bodyPr>
            <a:lstStyle/>
            <a:p>
              <a:endParaRPr sz="764"/>
            </a:p>
          </p:txBody>
        </p:sp>
      </p:grpSp>
      <p:sp>
        <p:nvSpPr>
          <p:cNvPr id="939" name="Google Shape;6281;p62">
            <a:extLst>
              <a:ext uri="{FF2B5EF4-FFF2-40B4-BE49-F238E27FC236}">
                <a16:creationId xmlns:a16="http://schemas.microsoft.com/office/drawing/2014/main" id="{714A5E87-D734-4404-839D-C0E7D2114F39}"/>
              </a:ext>
            </a:extLst>
          </p:cNvPr>
          <p:cNvSpPr/>
          <p:nvPr/>
        </p:nvSpPr>
        <p:spPr>
          <a:xfrm>
            <a:off x="2183722" y="1527723"/>
            <a:ext cx="237080" cy="235463"/>
          </a:xfrm>
          <a:custGeom>
            <a:avLst/>
            <a:gdLst/>
            <a:ahLst/>
            <a:cxnLst/>
            <a:rect l="l" t="t" r="r" b="b"/>
            <a:pathLst>
              <a:path w="12760" h="12673" extrusionOk="0">
                <a:moveTo>
                  <a:pt x="2225" y="866"/>
                </a:moveTo>
                <a:cubicBezTo>
                  <a:pt x="2371" y="866"/>
                  <a:pt x="2521" y="929"/>
                  <a:pt x="2647" y="1056"/>
                </a:cubicBezTo>
                <a:lnTo>
                  <a:pt x="3245" y="1654"/>
                </a:lnTo>
                <a:lnTo>
                  <a:pt x="1702" y="3166"/>
                </a:lnTo>
                <a:lnTo>
                  <a:pt x="1103" y="2599"/>
                </a:lnTo>
                <a:cubicBezTo>
                  <a:pt x="1072" y="2536"/>
                  <a:pt x="977" y="2473"/>
                  <a:pt x="977" y="2379"/>
                </a:cubicBezTo>
                <a:cubicBezTo>
                  <a:pt x="914" y="2190"/>
                  <a:pt x="946" y="1906"/>
                  <a:pt x="1103" y="1749"/>
                </a:cubicBezTo>
                <a:lnTo>
                  <a:pt x="1828" y="1056"/>
                </a:lnTo>
                <a:cubicBezTo>
                  <a:pt x="1938" y="929"/>
                  <a:pt x="2080" y="866"/>
                  <a:pt x="2225" y="866"/>
                </a:cubicBezTo>
                <a:close/>
                <a:moveTo>
                  <a:pt x="3812" y="2221"/>
                </a:moveTo>
                <a:lnTo>
                  <a:pt x="4506" y="2914"/>
                </a:lnTo>
                <a:lnTo>
                  <a:pt x="2962" y="4427"/>
                </a:lnTo>
                <a:lnTo>
                  <a:pt x="2300" y="3765"/>
                </a:lnTo>
                <a:lnTo>
                  <a:pt x="3812" y="2221"/>
                </a:lnTo>
                <a:close/>
                <a:moveTo>
                  <a:pt x="9452" y="1056"/>
                </a:moveTo>
                <a:lnTo>
                  <a:pt x="11783" y="3387"/>
                </a:lnTo>
                <a:lnTo>
                  <a:pt x="8979" y="6159"/>
                </a:lnTo>
                <a:lnTo>
                  <a:pt x="6648" y="3828"/>
                </a:lnTo>
                <a:lnTo>
                  <a:pt x="7908" y="2599"/>
                </a:lnTo>
                <a:lnTo>
                  <a:pt x="8790" y="3450"/>
                </a:lnTo>
                <a:cubicBezTo>
                  <a:pt x="8869" y="3529"/>
                  <a:pt x="8979" y="3568"/>
                  <a:pt x="9090" y="3568"/>
                </a:cubicBezTo>
                <a:cubicBezTo>
                  <a:pt x="9200" y="3568"/>
                  <a:pt x="9310" y="3529"/>
                  <a:pt x="9389" y="3450"/>
                </a:cubicBezTo>
                <a:cubicBezTo>
                  <a:pt x="9546" y="3292"/>
                  <a:pt x="9546" y="3009"/>
                  <a:pt x="9389" y="2851"/>
                </a:cubicBezTo>
                <a:lnTo>
                  <a:pt x="8507" y="2001"/>
                </a:lnTo>
                <a:lnTo>
                  <a:pt x="9452" y="1056"/>
                </a:lnTo>
                <a:close/>
                <a:moveTo>
                  <a:pt x="5041" y="3450"/>
                </a:moveTo>
                <a:cubicBezTo>
                  <a:pt x="5356" y="3765"/>
                  <a:pt x="10366" y="8711"/>
                  <a:pt x="10523" y="8932"/>
                </a:cubicBezTo>
                <a:lnTo>
                  <a:pt x="8948" y="10412"/>
                </a:lnTo>
                <a:lnTo>
                  <a:pt x="3497" y="4994"/>
                </a:lnTo>
                <a:lnTo>
                  <a:pt x="5041" y="3450"/>
                </a:lnTo>
                <a:close/>
                <a:moveTo>
                  <a:pt x="10996" y="9625"/>
                </a:moveTo>
                <a:lnTo>
                  <a:pt x="11657" y="11610"/>
                </a:lnTo>
                <a:lnTo>
                  <a:pt x="9609" y="10948"/>
                </a:lnTo>
                <a:lnTo>
                  <a:pt x="10996" y="9625"/>
                </a:lnTo>
                <a:close/>
                <a:moveTo>
                  <a:pt x="3939" y="6600"/>
                </a:moveTo>
                <a:lnTo>
                  <a:pt x="6270" y="8932"/>
                </a:lnTo>
                <a:lnTo>
                  <a:pt x="3466" y="11736"/>
                </a:lnTo>
                <a:lnTo>
                  <a:pt x="1135" y="9404"/>
                </a:lnTo>
                <a:lnTo>
                  <a:pt x="2489" y="8050"/>
                </a:lnTo>
                <a:lnTo>
                  <a:pt x="3340" y="8932"/>
                </a:lnTo>
                <a:cubicBezTo>
                  <a:pt x="3419" y="9010"/>
                  <a:pt x="3529" y="9050"/>
                  <a:pt x="3639" y="9050"/>
                </a:cubicBezTo>
                <a:cubicBezTo>
                  <a:pt x="3749" y="9050"/>
                  <a:pt x="3860" y="9010"/>
                  <a:pt x="3939" y="8932"/>
                </a:cubicBezTo>
                <a:cubicBezTo>
                  <a:pt x="4096" y="8774"/>
                  <a:pt x="4096" y="8491"/>
                  <a:pt x="3939" y="8333"/>
                </a:cubicBezTo>
                <a:lnTo>
                  <a:pt x="3088" y="7482"/>
                </a:lnTo>
                <a:lnTo>
                  <a:pt x="3939" y="6600"/>
                </a:lnTo>
                <a:close/>
                <a:moveTo>
                  <a:pt x="2194" y="0"/>
                </a:moveTo>
                <a:cubicBezTo>
                  <a:pt x="1828" y="0"/>
                  <a:pt x="1465" y="142"/>
                  <a:pt x="1198" y="425"/>
                </a:cubicBezTo>
                <a:lnTo>
                  <a:pt x="473" y="1119"/>
                </a:lnTo>
                <a:cubicBezTo>
                  <a:pt x="221" y="1402"/>
                  <a:pt x="95" y="1749"/>
                  <a:pt x="95" y="2127"/>
                </a:cubicBezTo>
                <a:cubicBezTo>
                  <a:pt x="95" y="2473"/>
                  <a:pt x="252" y="2851"/>
                  <a:pt x="473" y="3103"/>
                </a:cubicBezTo>
                <a:lnTo>
                  <a:pt x="1387" y="4017"/>
                </a:lnTo>
                <a:cubicBezTo>
                  <a:pt x="1387" y="4017"/>
                  <a:pt x="2647" y="5277"/>
                  <a:pt x="2615" y="5277"/>
                </a:cubicBezTo>
                <a:lnTo>
                  <a:pt x="3277" y="5939"/>
                </a:lnTo>
                <a:lnTo>
                  <a:pt x="2174" y="7041"/>
                </a:lnTo>
                <a:lnTo>
                  <a:pt x="2048" y="7167"/>
                </a:lnTo>
                <a:lnTo>
                  <a:pt x="158" y="9058"/>
                </a:lnTo>
                <a:cubicBezTo>
                  <a:pt x="0" y="9215"/>
                  <a:pt x="0" y="9467"/>
                  <a:pt x="158" y="9625"/>
                </a:cubicBezTo>
                <a:lnTo>
                  <a:pt x="3088" y="12555"/>
                </a:lnTo>
                <a:cubicBezTo>
                  <a:pt x="3167" y="12634"/>
                  <a:pt x="3269" y="12673"/>
                  <a:pt x="3371" y="12673"/>
                </a:cubicBezTo>
                <a:cubicBezTo>
                  <a:pt x="3474" y="12673"/>
                  <a:pt x="3576" y="12634"/>
                  <a:pt x="3655" y="12555"/>
                </a:cubicBezTo>
                <a:lnTo>
                  <a:pt x="6742" y="9467"/>
                </a:lnTo>
                <a:lnTo>
                  <a:pt x="8570" y="11295"/>
                </a:lnTo>
                <a:cubicBezTo>
                  <a:pt x="8601" y="11326"/>
                  <a:pt x="8633" y="11358"/>
                  <a:pt x="8696" y="11358"/>
                </a:cubicBezTo>
                <a:cubicBezTo>
                  <a:pt x="8759" y="11452"/>
                  <a:pt x="8822" y="11515"/>
                  <a:pt x="8948" y="11578"/>
                </a:cubicBezTo>
                <a:lnTo>
                  <a:pt x="12098" y="12618"/>
                </a:lnTo>
                <a:cubicBezTo>
                  <a:pt x="12147" y="12637"/>
                  <a:pt x="12196" y="12646"/>
                  <a:pt x="12243" y="12646"/>
                </a:cubicBezTo>
                <a:cubicBezTo>
                  <a:pt x="12500" y="12646"/>
                  <a:pt x="12709" y="12380"/>
                  <a:pt x="12602" y="12114"/>
                </a:cubicBezTo>
                <a:lnTo>
                  <a:pt x="11657" y="8963"/>
                </a:lnTo>
                <a:cubicBezTo>
                  <a:pt x="11626" y="8900"/>
                  <a:pt x="11594" y="8806"/>
                  <a:pt x="11468" y="8743"/>
                </a:cubicBezTo>
                <a:cubicBezTo>
                  <a:pt x="11437" y="8648"/>
                  <a:pt x="11531" y="8806"/>
                  <a:pt x="9546" y="6758"/>
                </a:cubicBezTo>
                <a:lnTo>
                  <a:pt x="12602" y="3702"/>
                </a:lnTo>
                <a:cubicBezTo>
                  <a:pt x="12760" y="3544"/>
                  <a:pt x="12760" y="3261"/>
                  <a:pt x="12602" y="3103"/>
                </a:cubicBezTo>
                <a:lnTo>
                  <a:pt x="9704" y="173"/>
                </a:lnTo>
                <a:cubicBezTo>
                  <a:pt x="9625" y="95"/>
                  <a:pt x="9515" y="55"/>
                  <a:pt x="9405" y="55"/>
                </a:cubicBezTo>
                <a:cubicBezTo>
                  <a:pt x="9294" y="55"/>
                  <a:pt x="9184" y="95"/>
                  <a:pt x="9105" y="173"/>
                </a:cubicBezTo>
                <a:lnTo>
                  <a:pt x="7656" y="1654"/>
                </a:lnTo>
                <a:lnTo>
                  <a:pt x="7530" y="1749"/>
                </a:lnTo>
                <a:lnTo>
                  <a:pt x="6049" y="3261"/>
                </a:lnTo>
                <a:lnTo>
                  <a:pt x="3214" y="425"/>
                </a:lnTo>
                <a:cubicBezTo>
                  <a:pt x="2930" y="142"/>
                  <a:pt x="2560" y="0"/>
                  <a:pt x="219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40" name="Google Shape;6282;p62">
            <a:extLst>
              <a:ext uri="{FF2B5EF4-FFF2-40B4-BE49-F238E27FC236}">
                <a16:creationId xmlns:a16="http://schemas.microsoft.com/office/drawing/2014/main" id="{556262D9-8CC2-4D02-94FA-A3CD61149909}"/>
              </a:ext>
            </a:extLst>
          </p:cNvPr>
          <p:cNvSpPr/>
          <p:nvPr/>
        </p:nvSpPr>
        <p:spPr>
          <a:xfrm>
            <a:off x="2177697" y="1821258"/>
            <a:ext cx="240015" cy="200793"/>
          </a:xfrm>
          <a:custGeom>
            <a:avLst/>
            <a:gdLst/>
            <a:ahLst/>
            <a:cxnLst/>
            <a:rect l="l" t="t" r="r" b="b"/>
            <a:pathLst>
              <a:path w="12918" h="10807" extrusionOk="0">
                <a:moveTo>
                  <a:pt x="10807" y="851"/>
                </a:moveTo>
                <a:cubicBezTo>
                  <a:pt x="10366" y="1608"/>
                  <a:pt x="10366" y="2584"/>
                  <a:pt x="10807" y="3340"/>
                </a:cubicBezTo>
                <a:lnTo>
                  <a:pt x="2332" y="3340"/>
                </a:lnTo>
                <a:cubicBezTo>
                  <a:pt x="1765" y="3340"/>
                  <a:pt x="1293" y="2962"/>
                  <a:pt x="1135" y="2458"/>
                </a:cubicBezTo>
                <a:cubicBezTo>
                  <a:pt x="915" y="1671"/>
                  <a:pt x="1513" y="851"/>
                  <a:pt x="2332" y="851"/>
                </a:cubicBezTo>
                <a:close/>
                <a:moveTo>
                  <a:pt x="8822" y="4159"/>
                </a:moveTo>
                <a:lnTo>
                  <a:pt x="8822" y="6648"/>
                </a:lnTo>
                <a:lnTo>
                  <a:pt x="1891" y="6648"/>
                </a:lnTo>
                <a:lnTo>
                  <a:pt x="1891" y="4159"/>
                </a:lnTo>
                <a:close/>
                <a:moveTo>
                  <a:pt x="10524" y="4159"/>
                </a:moveTo>
                <a:lnTo>
                  <a:pt x="10524" y="6648"/>
                </a:lnTo>
                <a:lnTo>
                  <a:pt x="9704" y="6648"/>
                </a:lnTo>
                <a:lnTo>
                  <a:pt x="9704" y="4159"/>
                </a:lnTo>
                <a:close/>
                <a:moveTo>
                  <a:pt x="12130" y="4159"/>
                </a:moveTo>
                <a:lnTo>
                  <a:pt x="12130" y="6648"/>
                </a:lnTo>
                <a:lnTo>
                  <a:pt x="11343" y="6648"/>
                </a:lnTo>
                <a:lnTo>
                  <a:pt x="11343" y="4159"/>
                </a:lnTo>
                <a:close/>
                <a:moveTo>
                  <a:pt x="1986" y="7467"/>
                </a:moveTo>
                <a:lnTo>
                  <a:pt x="1986" y="9956"/>
                </a:lnTo>
                <a:lnTo>
                  <a:pt x="1104" y="9956"/>
                </a:lnTo>
                <a:lnTo>
                  <a:pt x="1104" y="7467"/>
                </a:lnTo>
                <a:close/>
                <a:moveTo>
                  <a:pt x="3624" y="7467"/>
                </a:moveTo>
                <a:lnTo>
                  <a:pt x="3624" y="9956"/>
                </a:lnTo>
                <a:lnTo>
                  <a:pt x="2805" y="9956"/>
                </a:lnTo>
                <a:lnTo>
                  <a:pt x="2805" y="7467"/>
                </a:lnTo>
                <a:close/>
                <a:moveTo>
                  <a:pt x="11311" y="7467"/>
                </a:moveTo>
                <a:lnTo>
                  <a:pt x="11311" y="9956"/>
                </a:lnTo>
                <a:lnTo>
                  <a:pt x="4443" y="9956"/>
                </a:lnTo>
                <a:lnTo>
                  <a:pt x="4443" y="7467"/>
                </a:lnTo>
                <a:close/>
                <a:moveTo>
                  <a:pt x="2364" y="1"/>
                </a:moveTo>
                <a:cubicBezTo>
                  <a:pt x="1671" y="1"/>
                  <a:pt x="1041" y="379"/>
                  <a:pt x="631" y="914"/>
                </a:cubicBezTo>
                <a:cubicBezTo>
                  <a:pt x="1" y="1828"/>
                  <a:pt x="253" y="3088"/>
                  <a:pt x="1104" y="3718"/>
                </a:cubicBezTo>
                <a:lnTo>
                  <a:pt x="1104" y="6648"/>
                </a:lnTo>
                <a:lnTo>
                  <a:pt x="694" y="6648"/>
                </a:lnTo>
                <a:cubicBezTo>
                  <a:pt x="442" y="6648"/>
                  <a:pt x="284" y="6837"/>
                  <a:pt x="284" y="7058"/>
                </a:cubicBezTo>
                <a:lnTo>
                  <a:pt x="284" y="10366"/>
                </a:lnTo>
                <a:cubicBezTo>
                  <a:pt x="284" y="10618"/>
                  <a:pt x="473" y="10807"/>
                  <a:pt x="694" y="10807"/>
                </a:cubicBezTo>
                <a:lnTo>
                  <a:pt x="11721" y="10807"/>
                </a:lnTo>
                <a:cubicBezTo>
                  <a:pt x="11941" y="10807"/>
                  <a:pt x="12130" y="10618"/>
                  <a:pt x="12130" y="10366"/>
                </a:cubicBezTo>
                <a:lnTo>
                  <a:pt x="12130" y="7499"/>
                </a:lnTo>
                <a:lnTo>
                  <a:pt x="12540" y="7499"/>
                </a:lnTo>
                <a:cubicBezTo>
                  <a:pt x="12760" y="7499"/>
                  <a:pt x="12918" y="7310"/>
                  <a:pt x="12918" y="7058"/>
                </a:cubicBezTo>
                <a:lnTo>
                  <a:pt x="12918" y="3750"/>
                </a:lnTo>
                <a:cubicBezTo>
                  <a:pt x="12918" y="3529"/>
                  <a:pt x="12760" y="3340"/>
                  <a:pt x="12540" y="3340"/>
                </a:cubicBezTo>
                <a:lnTo>
                  <a:pt x="11878" y="3340"/>
                </a:lnTo>
                <a:cubicBezTo>
                  <a:pt x="11091" y="2647"/>
                  <a:pt x="11122" y="1387"/>
                  <a:pt x="11973" y="757"/>
                </a:cubicBezTo>
                <a:cubicBezTo>
                  <a:pt x="12256" y="536"/>
                  <a:pt x="12130" y="64"/>
                  <a:pt x="1178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41" name="Google Shape;6283;p62">
            <a:extLst>
              <a:ext uri="{FF2B5EF4-FFF2-40B4-BE49-F238E27FC236}">
                <a16:creationId xmlns:a16="http://schemas.microsoft.com/office/drawing/2014/main" id="{346B0678-57E1-4197-BFEF-3CA296B5C5BD}"/>
              </a:ext>
            </a:extLst>
          </p:cNvPr>
          <p:cNvSpPr/>
          <p:nvPr/>
        </p:nvSpPr>
        <p:spPr>
          <a:xfrm>
            <a:off x="2183713" y="2073844"/>
            <a:ext cx="237098" cy="235091"/>
          </a:xfrm>
          <a:custGeom>
            <a:avLst/>
            <a:gdLst/>
            <a:ahLst/>
            <a:cxnLst/>
            <a:rect l="l" t="t" r="r" b="b"/>
            <a:pathLst>
              <a:path w="12761" h="12653" extrusionOk="0">
                <a:moveTo>
                  <a:pt x="6396" y="866"/>
                </a:moveTo>
                <a:lnTo>
                  <a:pt x="11469" y="3796"/>
                </a:lnTo>
                <a:cubicBezTo>
                  <a:pt x="8759" y="5340"/>
                  <a:pt x="12729" y="3072"/>
                  <a:pt x="6396" y="6695"/>
                </a:cubicBezTo>
                <a:cubicBezTo>
                  <a:pt x="1" y="3072"/>
                  <a:pt x="4097" y="5403"/>
                  <a:pt x="1324" y="3796"/>
                </a:cubicBezTo>
                <a:lnTo>
                  <a:pt x="6396" y="866"/>
                </a:lnTo>
                <a:close/>
                <a:moveTo>
                  <a:pt x="10208" y="5498"/>
                </a:moveTo>
                <a:lnTo>
                  <a:pt x="10208" y="8081"/>
                </a:lnTo>
                <a:cubicBezTo>
                  <a:pt x="10177" y="8207"/>
                  <a:pt x="10051" y="8365"/>
                  <a:pt x="9925" y="8428"/>
                </a:cubicBezTo>
                <a:cubicBezTo>
                  <a:pt x="9312" y="8970"/>
                  <a:pt x="7887" y="9300"/>
                  <a:pt x="6364" y="9300"/>
                </a:cubicBezTo>
                <a:cubicBezTo>
                  <a:pt x="5852" y="9300"/>
                  <a:pt x="5329" y="9263"/>
                  <a:pt x="4821" y="9184"/>
                </a:cubicBezTo>
                <a:cubicBezTo>
                  <a:pt x="4317" y="9121"/>
                  <a:pt x="3718" y="8963"/>
                  <a:pt x="3246" y="8711"/>
                </a:cubicBezTo>
                <a:cubicBezTo>
                  <a:pt x="2994" y="8585"/>
                  <a:pt x="2584" y="8333"/>
                  <a:pt x="2584" y="8050"/>
                </a:cubicBezTo>
                <a:lnTo>
                  <a:pt x="2584" y="5498"/>
                </a:lnTo>
                <a:cubicBezTo>
                  <a:pt x="4412" y="6537"/>
                  <a:pt x="4317" y="6474"/>
                  <a:pt x="6207" y="7545"/>
                </a:cubicBezTo>
                <a:cubicBezTo>
                  <a:pt x="6255" y="7577"/>
                  <a:pt x="6318" y="7593"/>
                  <a:pt x="6385" y="7593"/>
                </a:cubicBezTo>
                <a:cubicBezTo>
                  <a:pt x="6452" y="7593"/>
                  <a:pt x="6522" y="7577"/>
                  <a:pt x="6585" y="7545"/>
                </a:cubicBezTo>
                <a:cubicBezTo>
                  <a:pt x="6617" y="7482"/>
                  <a:pt x="9925" y="5592"/>
                  <a:pt x="10208" y="5498"/>
                </a:cubicBezTo>
                <a:close/>
                <a:moveTo>
                  <a:pt x="6385" y="0"/>
                </a:moveTo>
                <a:cubicBezTo>
                  <a:pt x="6318" y="0"/>
                  <a:pt x="6255" y="16"/>
                  <a:pt x="6207" y="47"/>
                </a:cubicBezTo>
                <a:lnTo>
                  <a:pt x="284" y="3450"/>
                </a:lnTo>
                <a:cubicBezTo>
                  <a:pt x="1" y="3607"/>
                  <a:pt x="1" y="3985"/>
                  <a:pt x="284" y="4143"/>
                </a:cubicBezTo>
                <a:lnTo>
                  <a:pt x="1797" y="4962"/>
                </a:lnTo>
                <a:lnTo>
                  <a:pt x="1797" y="8018"/>
                </a:lnTo>
                <a:cubicBezTo>
                  <a:pt x="1797" y="8711"/>
                  <a:pt x="2458" y="9215"/>
                  <a:pt x="3088" y="9499"/>
                </a:cubicBezTo>
                <a:cubicBezTo>
                  <a:pt x="3994" y="9903"/>
                  <a:pt x="5215" y="10104"/>
                  <a:pt x="6430" y="10104"/>
                </a:cubicBezTo>
                <a:cubicBezTo>
                  <a:pt x="7963" y="10104"/>
                  <a:pt x="9488" y="9785"/>
                  <a:pt x="10366" y="9152"/>
                </a:cubicBezTo>
                <a:cubicBezTo>
                  <a:pt x="10776" y="8869"/>
                  <a:pt x="11091" y="8491"/>
                  <a:pt x="11091" y="8018"/>
                </a:cubicBezTo>
                <a:lnTo>
                  <a:pt x="11091" y="4962"/>
                </a:lnTo>
                <a:lnTo>
                  <a:pt x="11941" y="4490"/>
                </a:lnTo>
                <a:lnTo>
                  <a:pt x="11941" y="12208"/>
                </a:lnTo>
                <a:cubicBezTo>
                  <a:pt x="11941" y="12429"/>
                  <a:pt x="12099" y="12618"/>
                  <a:pt x="12288" y="12649"/>
                </a:cubicBezTo>
                <a:cubicBezTo>
                  <a:pt x="12306" y="12652"/>
                  <a:pt x="12325" y="12653"/>
                  <a:pt x="12343" y="12653"/>
                </a:cubicBezTo>
                <a:cubicBezTo>
                  <a:pt x="12571" y="12653"/>
                  <a:pt x="12760" y="12475"/>
                  <a:pt x="12760" y="12271"/>
                </a:cubicBezTo>
                <a:lnTo>
                  <a:pt x="12760" y="3796"/>
                </a:lnTo>
                <a:cubicBezTo>
                  <a:pt x="12729" y="3639"/>
                  <a:pt x="12666" y="3513"/>
                  <a:pt x="12508" y="3450"/>
                </a:cubicBezTo>
                <a:lnTo>
                  <a:pt x="6585" y="47"/>
                </a:lnTo>
                <a:cubicBezTo>
                  <a:pt x="6522" y="16"/>
                  <a:pt x="6452" y="0"/>
                  <a:pt x="6385"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42" name="Google Shape;6284;p62">
            <a:extLst>
              <a:ext uri="{FF2B5EF4-FFF2-40B4-BE49-F238E27FC236}">
                <a16:creationId xmlns:a16="http://schemas.microsoft.com/office/drawing/2014/main" id="{C78439F4-4551-4E00-B4A9-F5ECB9B5C5DA}"/>
              </a:ext>
            </a:extLst>
          </p:cNvPr>
          <p:cNvSpPr/>
          <p:nvPr/>
        </p:nvSpPr>
        <p:spPr>
          <a:xfrm>
            <a:off x="3606880" y="1509869"/>
            <a:ext cx="169783" cy="234162"/>
          </a:xfrm>
          <a:custGeom>
            <a:avLst/>
            <a:gdLst/>
            <a:ahLst/>
            <a:cxnLst/>
            <a:rect l="l" t="t" r="r" b="b"/>
            <a:pathLst>
              <a:path w="9138" h="12603" extrusionOk="0">
                <a:moveTo>
                  <a:pt x="5420" y="788"/>
                </a:moveTo>
                <a:cubicBezTo>
                  <a:pt x="7026" y="788"/>
                  <a:pt x="8287" y="2080"/>
                  <a:pt x="8287" y="3655"/>
                </a:cubicBezTo>
                <a:lnTo>
                  <a:pt x="8287" y="4978"/>
                </a:lnTo>
                <a:lnTo>
                  <a:pt x="5829" y="4978"/>
                </a:lnTo>
                <a:lnTo>
                  <a:pt x="5829" y="3718"/>
                </a:lnTo>
                <a:cubicBezTo>
                  <a:pt x="5829" y="3151"/>
                  <a:pt x="5451" y="2710"/>
                  <a:pt x="4979" y="2521"/>
                </a:cubicBezTo>
                <a:lnTo>
                  <a:pt x="4979" y="788"/>
                </a:lnTo>
                <a:close/>
                <a:moveTo>
                  <a:pt x="4159" y="882"/>
                </a:moveTo>
                <a:lnTo>
                  <a:pt x="4159" y="2615"/>
                </a:lnTo>
                <a:cubicBezTo>
                  <a:pt x="3687" y="2773"/>
                  <a:pt x="3340" y="3245"/>
                  <a:pt x="3340" y="3781"/>
                </a:cubicBezTo>
                <a:lnTo>
                  <a:pt x="3340" y="5041"/>
                </a:lnTo>
                <a:lnTo>
                  <a:pt x="851" y="5041"/>
                </a:lnTo>
                <a:lnTo>
                  <a:pt x="851" y="3749"/>
                </a:lnTo>
                <a:cubicBezTo>
                  <a:pt x="851" y="2143"/>
                  <a:pt x="2175" y="882"/>
                  <a:pt x="3781" y="882"/>
                </a:cubicBezTo>
                <a:close/>
                <a:moveTo>
                  <a:pt x="4569" y="3308"/>
                </a:moveTo>
                <a:cubicBezTo>
                  <a:pt x="4790" y="3308"/>
                  <a:pt x="4947" y="3497"/>
                  <a:pt x="4947" y="3749"/>
                </a:cubicBezTo>
                <a:lnTo>
                  <a:pt x="4947" y="5388"/>
                </a:lnTo>
                <a:cubicBezTo>
                  <a:pt x="4947" y="5620"/>
                  <a:pt x="4736" y="5830"/>
                  <a:pt x="4504" y="5830"/>
                </a:cubicBezTo>
                <a:cubicBezTo>
                  <a:pt x="4453" y="5830"/>
                  <a:pt x="4400" y="5820"/>
                  <a:pt x="4348" y="5797"/>
                </a:cubicBezTo>
                <a:cubicBezTo>
                  <a:pt x="4191" y="5703"/>
                  <a:pt x="4128" y="5608"/>
                  <a:pt x="4128" y="5388"/>
                </a:cubicBezTo>
                <a:lnTo>
                  <a:pt x="4128" y="3718"/>
                </a:lnTo>
                <a:cubicBezTo>
                  <a:pt x="4159" y="3466"/>
                  <a:pt x="4348" y="3308"/>
                  <a:pt x="4569" y="3308"/>
                </a:cubicBezTo>
                <a:close/>
                <a:moveTo>
                  <a:pt x="8287" y="5797"/>
                </a:moveTo>
                <a:lnTo>
                  <a:pt x="8287" y="8948"/>
                </a:lnTo>
                <a:cubicBezTo>
                  <a:pt x="8287" y="10554"/>
                  <a:pt x="6995" y="11815"/>
                  <a:pt x="5420" y="11815"/>
                </a:cubicBezTo>
                <a:lnTo>
                  <a:pt x="3781" y="11815"/>
                </a:lnTo>
                <a:cubicBezTo>
                  <a:pt x="2143" y="11815"/>
                  <a:pt x="883" y="10523"/>
                  <a:pt x="851" y="8948"/>
                </a:cubicBezTo>
                <a:lnTo>
                  <a:pt x="851" y="5797"/>
                </a:lnTo>
                <a:lnTo>
                  <a:pt x="3403" y="5797"/>
                </a:lnTo>
                <a:cubicBezTo>
                  <a:pt x="3498" y="6018"/>
                  <a:pt x="3655" y="6270"/>
                  <a:pt x="3876" y="6427"/>
                </a:cubicBezTo>
                <a:cubicBezTo>
                  <a:pt x="4098" y="6579"/>
                  <a:pt x="4340" y="6649"/>
                  <a:pt x="4575" y="6649"/>
                </a:cubicBezTo>
                <a:cubicBezTo>
                  <a:pt x="5073" y="6649"/>
                  <a:pt x="5542" y="6332"/>
                  <a:pt x="5735" y="5797"/>
                </a:cubicBezTo>
                <a:close/>
                <a:moveTo>
                  <a:pt x="3750" y="0"/>
                </a:moveTo>
                <a:cubicBezTo>
                  <a:pt x="1702" y="0"/>
                  <a:pt x="1" y="1670"/>
                  <a:pt x="1" y="3718"/>
                </a:cubicBezTo>
                <a:lnTo>
                  <a:pt x="1" y="8885"/>
                </a:lnTo>
                <a:cubicBezTo>
                  <a:pt x="1" y="10932"/>
                  <a:pt x="1639" y="12602"/>
                  <a:pt x="3750" y="12602"/>
                </a:cubicBezTo>
                <a:lnTo>
                  <a:pt x="5388" y="12602"/>
                </a:lnTo>
                <a:cubicBezTo>
                  <a:pt x="7436" y="12602"/>
                  <a:pt x="9137" y="10964"/>
                  <a:pt x="9074" y="8885"/>
                </a:cubicBezTo>
                <a:lnTo>
                  <a:pt x="9074" y="3686"/>
                </a:lnTo>
                <a:cubicBezTo>
                  <a:pt x="9137" y="1670"/>
                  <a:pt x="7467" y="0"/>
                  <a:pt x="5388"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43" name="Google Shape;6285;p62">
            <a:extLst>
              <a:ext uri="{FF2B5EF4-FFF2-40B4-BE49-F238E27FC236}">
                <a16:creationId xmlns:a16="http://schemas.microsoft.com/office/drawing/2014/main" id="{FAFE257B-5C93-419A-A53B-3A13E01ABAEF}"/>
              </a:ext>
            </a:extLst>
          </p:cNvPr>
          <p:cNvSpPr/>
          <p:nvPr/>
        </p:nvSpPr>
        <p:spPr>
          <a:xfrm>
            <a:off x="3535561" y="2004469"/>
            <a:ext cx="19" cy="19"/>
          </a:xfrm>
          <a:custGeom>
            <a:avLst/>
            <a:gdLst/>
            <a:ahLst/>
            <a:cxnLst/>
            <a:rect l="l" t="t" r="r" b="b"/>
            <a:pathLst>
              <a:path w="1" h="1" extrusionOk="0">
                <a:moveTo>
                  <a:pt x="1" y="1"/>
                </a:move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44" name="Google Shape;6286;p62">
            <a:extLst>
              <a:ext uri="{FF2B5EF4-FFF2-40B4-BE49-F238E27FC236}">
                <a16:creationId xmlns:a16="http://schemas.microsoft.com/office/drawing/2014/main" id="{D17F3DF3-8A18-4704-B429-FB937305F66D}"/>
              </a:ext>
            </a:extLst>
          </p:cNvPr>
          <p:cNvGrpSpPr/>
          <p:nvPr/>
        </p:nvGrpSpPr>
        <p:grpSpPr>
          <a:xfrm>
            <a:off x="3567596" y="1783835"/>
            <a:ext cx="246444" cy="233289"/>
            <a:chOff x="-39055650" y="2315975"/>
            <a:chExt cx="331600" cy="313900"/>
          </a:xfrm>
          <a:solidFill>
            <a:schemeClr val="tx1"/>
          </a:solidFill>
        </p:grpSpPr>
        <p:sp>
          <p:nvSpPr>
            <p:cNvPr id="1023" name="Google Shape;6287;p62">
              <a:extLst>
                <a:ext uri="{FF2B5EF4-FFF2-40B4-BE49-F238E27FC236}">
                  <a16:creationId xmlns:a16="http://schemas.microsoft.com/office/drawing/2014/main" id="{54D55386-668E-4FE4-AF2F-41298424708B}"/>
                </a:ext>
              </a:extLst>
            </p:cNvPr>
            <p:cNvSpPr/>
            <p:nvPr/>
          </p:nvSpPr>
          <p:spPr>
            <a:xfrm>
              <a:off x="-38976900" y="2390225"/>
              <a:ext cx="167775" cy="165825"/>
            </a:xfrm>
            <a:custGeom>
              <a:avLst/>
              <a:gdLst/>
              <a:ahLst/>
              <a:cxnLst/>
              <a:rect l="l" t="t" r="r" b="b"/>
              <a:pathLst>
                <a:path w="6711" h="6633" extrusionOk="0">
                  <a:moveTo>
                    <a:pt x="3765" y="1"/>
                  </a:moveTo>
                  <a:cubicBezTo>
                    <a:pt x="3655" y="1"/>
                    <a:pt x="3545" y="40"/>
                    <a:pt x="3466" y="119"/>
                  </a:cubicBezTo>
                  <a:cubicBezTo>
                    <a:pt x="3309" y="276"/>
                    <a:pt x="3309" y="560"/>
                    <a:pt x="3466" y="718"/>
                  </a:cubicBezTo>
                  <a:lnTo>
                    <a:pt x="4411" y="1663"/>
                  </a:lnTo>
                  <a:lnTo>
                    <a:pt x="3340" y="2734"/>
                  </a:lnTo>
                  <a:lnTo>
                    <a:pt x="2395" y="1789"/>
                  </a:lnTo>
                  <a:cubicBezTo>
                    <a:pt x="2316" y="1710"/>
                    <a:pt x="2214" y="1671"/>
                    <a:pt x="2111" y="1671"/>
                  </a:cubicBezTo>
                  <a:cubicBezTo>
                    <a:pt x="2009" y="1671"/>
                    <a:pt x="1907" y="1710"/>
                    <a:pt x="1828" y="1789"/>
                  </a:cubicBezTo>
                  <a:cubicBezTo>
                    <a:pt x="1670" y="1946"/>
                    <a:pt x="1670" y="2198"/>
                    <a:pt x="1828" y="2387"/>
                  </a:cubicBezTo>
                  <a:lnTo>
                    <a:pt x="2773" y="3332"/>
                  </a:lnTo>
                  <a:lnTo>
                    <a:pt x="1702" y="4372"/>
                  </a:lnTo>
                  <a:lnTo>
                    <a:pt x="757" y="3427"/>
                  </a:lnTo>
                  <a:cubicBezTo>
                    <a:pt x="678" y="3348"/>
                    <a:pt x="568" y="3309"/>
                    <a:pt x="457" y="3309"/>
                  </a:cubicBezTo>
                  <a:cubicBezTo>
                    <a:pt x="347" y="3309"/>
                    <a:pt x="237" y="3348"/>
                    <a:pt x="158" y="3427"/>
                  </a:cubicBezTo>
                  <a:cubicBezTo>
                    <a:pt x="1" y="3584"/>
                    <a:pt x="1" y="3868"/>
                    <a:pt x="158" y="4026"/>
                  </a:cubicBezTo>
                  <a:lnTo>
                    <a:pt x="1103" y="4971"/>
                  </a:lnTo>
                  <a:lnTo>
                    <a:pt x="977" y="5097"/>
                  </a:lnTo>
                  <a:cubicBezTo>
                    <a:pt x="820" y="5254"/>
                    <a:pt x="820" y="5538"/>
                    <a:pt x="977" y="5695"/>
                  </a:cubicBezTo>
                  <a:cubicBezTo>
                    <a:pt x="1056" y="5774"/>
                    <a:pt x="1166" y="5813"/>
                    <a:pt x="1276" y="5813"/>
                  </a:cubicBezTo>
                  <a:cubicBezTo>
                    <a:pt x="1387" y="5813"/>
                    <a:pt x="1497" y="5774"/>
                    <a:pt x="1576" y="5695"/>
                  </a:cubicBezTo>
                  <a:lnTo>
                    <a:pt x="1702" y="5569"/>
                  </a:lnTo>
                  <a:lnTo>
                    <a:pt x="2647" y="6514"/>
                  </a:lnTo>
                  <a:cubicBezTo>
                    <a:pt x="2726" y="6593"/>
                    <a:pt x="2836" y="6633"/>
                    <a:pt x="2946" y="6633"/>
                  </a:cubicBezTo>
                  <a:cubicBezTo>
                    <a:pt x="3057" y="6633"/>
                    <a:pt x="3167" y="6593"/>
                    <a:pt x="3246" y="6514"/>
                  </a:cubicBezTo>
                  <a:cubicBezTo>
                    <a:pt x="3403" y="6357"/>
                    <a:pt x="3403" y="6073"/>
                    <a:pt x="3246" y="5916"/>
                  </a:cubicBezTo>
                  <a:lnTo>
                    <a:pt x="2300" y="4971"/>
                  </a:lnTo>
                  <a:lnTo>
                    <a:pt x="3340" y="3899"/>
                  </a:lnTo>
                  <a:lnTo>
                    <a:pt x="4285" y="4845"/>
                  </a:lnTo>
                  <a:cubicBezTo>
                    <a:pt x="4364" y="4923"/>
                    <a:pt x="4474" y="4963"/>
                    <a:pt x="4585" y="4963"/>
                  </a:cubicBezTo>
                  <a:cubicBezTo>
                    <a:pt x="4695" y="4963"/>
                    <a:pt x="4805" y="4923"/>
                    <a:pt x="4884" y="4845"/>
                  </a:cubicBezTo>
                  <a:cubicBezTo>
                    <a:pt x="5041" y="4687"/>
                    <a:pt x="5041" y="4435"/>
                    <a:pt x="4884" y="4278"/>
                  </a:cubicBezTo>
                  <a:lnTo>
                    <a:pt x="3939" y="3332"/>
                  </a:lnTo>
                  <a:lnTo>
                    <a:pt x="5010" y="2261"/>
                  </a:lnTo>
                  <a:lnTo>
                    <a:pt x="5955" y="3206"/>
                  </a:lnTo>
                  <a:cubicBezTo>
                    <a:pt x="6034" y="3285"/>
                    <a:pt x="6144" y="3325"/>
                    <a:pt x="6254" y="3325"/>
                  </a:cubicBezTo>
                  <a:cubicBezTo>
                    <a:pt x="6365" y="3325"/>
                    <a:pt x="6475" y="3285"/>
                    <a:pt x="6554" y="3206"/>
                  </a:cubicBezTo>
                  <a:cubicBezTo>
                    <a:pt x="6711" y="3049"/>
                    <a:pt x="6711" y="2765"/>
                    <a:pt x="6554" y="2608"/>
                  </a:cubicBezTo>
                  <a:lnTo>
                    <a:pt x="5608" y="1663"/>
                  </a:lnTo>
                  <a:lnTo>
                    <a:pt x="5703" y="1537"/>
                  </a:lnTo>
                  <a:cubicBezTo>
                    <a:pt x="5860" y="1379"/>
                    <a:pt x="5860" y="1127"/>
                    <a:pt x="5703" y="970"/>
                  </a:cubicBezTo>
                  <a:cubicBezTo>
                    <a:pt x="5624" y="891"/>
                    <a:pt x="5522" y="851"/>
                    <a:pt x="5419" y="851"/>
                  </a:cubicBezTo>
                  <a:cubicBezTo>
                    <a:pt x="5317" y="851"/>
                    <a:pt x="5215" y="891"/>
                    <a:pt x="5136" y="970"/>
                  </a:cubicBezTo>
                  <a:lnTo>
                    <a:pt x="5010" y="1064"/>
                  </a:lnTo>
                  <a:lnTo>
                    <a:pt x="4065" y="119"/>
                  </a:lnTo>
                  <a:cubicBezTo>
                    <a:pt x="3986" y="40"/>
                    <a:pt x="3876" y="1"/>
                    <a:pt x="3765" y="1"/>
                  </a:cubicBezTo>
                  <a:close/>
                </a:path>
              </a:pathLst>
            </a:custGeom>
            <a:grpFill/>
            <a:ln>
              <a:noFill/>
            </a:ln>
          </p:spPr>
          <p:txBody>
            <a:bodyPr spcFirstLastPara="1" wrap="square" lIns="62728" tIns="62728" rIns="62728" bIns="62728" anchor="ctr" anchorCtr="0">
              <a:noAutofit/>
            </a:bodyPr>
            <a:lstStyle/>
            <a:p>
              <a:endParaRPr sz="764"/>
            </a:p>
          </p:txBody>
        </p:sp>
        <p:sp>
          <p:nvSpPr>
            <p:cNvPr id="1024" name="Google Shape;6288;p62">
              <a:extLst>
                <a:ext uri="{FF2B5EF4-FFF2-40B4-BE49-F238E27FC236}">
                  <a16:creationId xmlns:a16="http://schemas.microsoft.com/office/drawing/2014/main" id="{5BC257FA-6EAD-4CF7-92E7-8B5CFB2F47B8}"/>
                </a:ext>
              </a:extLst>
            </p:cNvPr>
            <p:cNvSpPr/>
            <p:nvPr/>
          </p:nvSpPr>
          <p:spPr>
            <a:xfrm>
              <a:off x="-39055650" y="2315975"/>
              <a:ext cx="331600" cy="313900"/>
            </a:xfrm>
            <a:custGeom>
              <a:avLst/>
              <a:gdLst/>
              <a:ahLst/>
              <a:cxnLst/>
              <a:rect l="l" t="t" r="r" b="b"/>
              <a:pathLst>
                <a:path w="13264" h="12556" extrusionOk="0">
                  <a:moveTo>
                    <a:pt x="9083" y="792"/>
                  </a:moveTo>
                  <a:cubicBezTo>
                    <a:pt x="9988" y="792"/>
                    <a:pt x="10673" y="917"/>
                    <a:pt x="11121" y="1041"/>
                  </a:cubicBezTo>
                  <a:cubicBezTo>
                    <a:pt x="11216" y="1073"/>
                    <a:pt x="11373" y="1167"/>
                    <a:pt x="11499" y="1199"/>
                  </a:cubicBezTo>
                  <a:lnTo>
                    <a:pt x="11625" y="1325"/>
                  </a:lnTo>
                  <a:cubicBezTo>
                    <a:pt x="11814" y="1608"/>
                    <a:pt x="11909" y="2144"/>
                    <a:pt x="11940" y="2459"/>
                  </a:cubicBezTo>
                  <a:cubicBezTo>
                    <a:pt x="12003" y="3152"/>
                    <a:pt x="12003" y="3845"/>
                    <a:pt x="11972" y="4475"/>
                  </a:cubicBezTo>
                  <a:lnTo>
                    <a:pt x="8317" y="821"/>
                  </a:lnTo>
                  <a:cubicBezTo>
                    <a:pt x="8588" y="801"/>
                    <a:pt x="8843" y="792"/>
                    <a:pt x="9083" y="792"/>
                  </a:cubicBezTo>
                  <a:close/>
                  <a:moveTo>
                    <a:pt x="7246" y="978"/>
                  </a:moveTo>
                  <a:lnTo>
                    <a:pt x="11814" y="5546"/>
                  </a:lnTo>
                  <a:cubicBezTo>
                    <a:pt x="11184" y="8728"/>
                    <a:pt x="9136" y="11028"/>
                    <a:pt x="5797" y="11595"/>
                  </a:cubicBezTo>
                  <a:lnTo>
                    <a:pt x="1229" y="7027"/>
                  </a:lnTo>
                  <a:cubicBezTo>
                    <a:pt x="1890" y="3845"/>
                    <a:pt x="3907" y="1608"/>
                    <a:pt x="7246" y="978"/>
                  </a:cubicBezTo>
                  <a:close/>
                  <a:moveTo>
                    <a:pt x="1071" y="8004"/>
                  </a:moveTo>
                  <a:lnTo>
                    <a:pt x="4726" y="11690"/>
                  </a:lnTo>
                  <a:cubicBezTo>
                    <a:pt x="4391" y="11722"/>
                    <a:pt x="4083" y="11736"/>
                    <a:pt x="3800" y="11736"/>
                  </a:cubicBezTo>
                  <a:cubicBezTo>
                    <a:pt x="2431" y="11736"/>
                    <a:pt x="1669" y="11411"/>
                    <a:pt x="1512" y="11280"/>
                  </a:cubicBezTo>
                  <a:cubicBezTo>
                    <a:pt x="1229" y="11028"/>
                    <a:pt x="914" y="9799"/>
                    <a:pt x="1071" y="8004"/>
                  </a:cubicBezTo>
                  <a:close/>
                  <a:moveTo>
                    <a:pt x="9132" y="0"/>
                  </a:moveTo>
                  <a:cubicBezTo>
                    <a:pt x="8355" y="0"/>
                    <a:pt x="7508" y="77"/>
                    <a:pt x="6742" y="222"/>
                  </a:cubicBezTo>
                  <a:cubicBezTo>
                    <a:pt x="5482" y="506"/>
                    <a:pt x="4411" y="978"/>
                    <a:pt x="3560" y="1640"/>
                  </a:cubicBezTo>
                  <a:cubicBezTo>
                    <a:pt x="1764" y="2931"/>
                    <a:pt x="756" y="4948"/>
                    <a:pt x="347" y="7090"/>
                  </a:cubicBezTo>
                  <a:lnTo>
                    <a:pt x="347" y="7122"/>
                  </a:lnTo>
                  <a:cubicBezTo>
                    <a:pt x="0" y="9012"/>
                    <a:pt x="189" y="10934"/>
                    <a:pt x="756" y="11721"/>
                  </a:cubicBezTo>
                  <a:cubicBezTo>
                    <a:pt x="882" y="11879"/>
                    <a:pt x="945" y="11942"/>
                    <a:pt x="1103" y="12036"/>
                  </a:cubicBezTo>
                  <a:cubicBezTo>
                    <a:pt x="1678" y="12389"/>
                    <a:pt x="2725" y="12556"/>
                    <a:pt x="3868" y="12556"/>
                  </a:cubicBezTo>
                  <a:cubicBezTo>
                    <a:pt x="4664" y="12556"/>
                    <a:pt x="5506" y="12475"/>
                    <a:pt x="6270" y="12320"/>
                  </a:cubicBezTo>
                  <a:cubicBezTo>
                    <a:pt x="8380" y="11879"/>
                    <a:pt x="9956" y="10776"/>
                    <a:pt x="11058" y="9295"/>
                  </a:cubicBezTo>
                  <a:cubicBezTo>
                    <a:pt x="13264" y="6302"/>
                    <a:pt x="13075" y="2018"/>
                    <a:pt x="12255" y="852"/>
                  </a:cubicBezTo>
                  <a:cubicBezTo>
                    <a:pt x="12129" y="695"/>
                    <a:pt x="11972" y="537"/>
                    <a:pt x="11657" y="411"/>
                  </a:cubicBezTo>
                  <a:cubicBezTo>
                    <a:pt x="11279" y="222"/>
                    <a:pt x="10712" y="159"/>
                    <a:pt x="10271" y="64"/>
                  </a:cubicBezTo>
                  <a:cubicBezTo>
                    <a:pt x="9925" y="21"/>
                    <a:pt x="9538" y="0"/>
                    <a:pt x="9132" y="0"/>
                  </a:cubicBezTo>
                  <a:close/>
                </a:path>
              </a:pathLst>
            </a:custGeom>
            <a:grpFill/>
            <a:ln>
              <a:noFill/>
            </a:ln>
          </p:spPr>
          <p:txBody>
            <a:bodyPr spcFirstLastPara="1" wrap="square" lIns="62728" tIns="62728" rIns="62728" bIns="62728" anchor="ctr" anchorCtr="0">
              <a:noAutofit/>
            </a:bodyPr>
            <a:lstStyle/>
            <a:p>
              <a:endParaRPr sz="764"/>
            </a:p>
          </p:txBody>
        </p:sp>
      </p:grpSp>
      <p:sp>
        <p:nvSpPr>
          <p:cNvPr id="945" name="Google Shape;6289;p62">
            <a:extLst>
              <a:ext uri="{FF2B5EF4-FFF2-40B4-BE49-F238E27FC236}">
                <a16:creationId xmlns:a16="http://schemas.microsoft.com/office/drawing/2014/main" id="{0F799C22-C48D-462D-99A9-83E7644B461B}"/>
              </a:ext>
            </a:extLst>
          </p:cNvPr>
          <p:cNvSpPr/>
          <p:nvPr/>
        </p:nvSpPr>
        <p:spPr>
          <a:xfrm>
            <a:off x="3571778" y="2074717"/>
            <a:ext cx="236485" cy="200793"/>
          </a:xfrm>
          <a:custGeom>
            <a:avLst/>
            <a:gdLst/>
            <a:ahLst/>
            <a:cxnLst/>
            <a:rect l="l" t="t" r="r" b="b"/>
            <a:pathLst>
              <a:path w="12728" h="10807" extrusionOk="0">
                <a:moveTo>
                  <a:pt x="11877" y="819"/>
                </a:moveTo>
                <a:lnTo>
                  <a:pt x="11877" y="2489"/>
                </a:lnTo>
                <a:lnTo>
                  <a:pt x="851" y="2489"/>
                </a:lnTo>
                <a:lnTo>
                  <a:pt x="851" y="819"/>
                </a:lnTo>
                <a:close/>
                <a:moveTo>
                  <a:pt x="3340" y="3308"/>
                </a:moveTo>
                <a:lnTo>
                  <a:pt x="3340" y="6616"/>
                </a:lnTo>
                <a:lnTo>
                  <a:pt x="2520" y="6616"/>
                </a:lnTo>
                <a:lnTo>
                  <a:pt x="2520" y="3308"/>
                </a:lnTo>
                <a:close/>
                <a:moveTo>
                  <a:pt x="6648" y="3308"/>
                </a:moveTo>
                <a:lnTo>
                  <a:pt x="6648" y="6616"/>
                </a:lnTo>
                <a:lnTo>
                  <a:pt x="5828" y="6616"/>
                </a:lnTo>
                <a:lnTo>
                  <a:pt x="5828" y="3308"/>
                </a:lnTo>
                <a:close/>
                <a:moveTo>
                  <a:pt x="10239" y="3308"/>
                </a:moveTo>
                <a:lnTo>
                  <a:pt x="10239" y="6616"/>
                </a:lnTo>
                <a:lnTo>
                  <a:pt x="9420" y="6616"/>
                </a:lnTo>
                <a:lnTo>
                  <a:pt x="9420" y="3308"/>
                </a:lnTo>
                <a:close/>
                <a:moveTo>
                  <a:pt x="1701" y="3308"/>
                </a:moveTo>
                <a:lnTo>
                  <a:pt x="1701" y="7026"/>
                </a:lnTo>
                <a:cubicBezTo>
                  <a:pt x="1701" y="7246"/>
                  <a:pt x="1890" y="7435"/>
                  <a:pt x="2111" y="7435"/>
                </a:cubicBezTo>
                <a:lnTo>
                  <a:pt x="2552" y="7435"/>
                </a:lnTo>
                <a:lnTo>
                  <a:pt x="2552" y="9924"/>
                </a:lnTo>
                <a:lnTo>
                  <a:pt x="851" y="9924"/>
                </a:lnTo>
                <a:lnTo>
                  <a:pt x="851" y="3308"/>
                </a:lnTo>
                <a:close/>
                <a:moveTo>
                  <a:pt x="5009" y="3308"/>
                </a:moveTo>
                <a:lnTo>
                  <a:pt x="5009" y="7026"/>
                </a:lnTo>
                <a:cubicBezTo>
                  <a:pt x="5009" y="7246"/>
                  <a:pt x="5198" y="7435"/>
                  <a:pt x="5387" y="7435"/>
                </a:cubicBezTo>
                <a:lnTo>
                  <a:pt x="5828" y="7435"/>
                </a:lnTo>
                <a:lnTo>
                  <a:pt x="5828" y="9924"/>
                </a:lnTo>
                <a:lnTo>
                  <a:pt x="3340" y="9924"/>
                </a:lnTo>
                <a:lnTo>
                  <a:pt x="3340" y="7435"/>
                </a:lnTo>
                <a:lnTo>
                  <a:pt x="3781" y="7435"/>
                </a:lnTo>
                <a:cubicBezTo>
                  <a:pt x="4001" y="7435"/>
                  <a:pt x="4159" y="7246"/>
                  <a:pt x="4159" y="7026"/>
                </a:cubicBezTo>
                <a:lnTo>
                  <a:pt x="4159" y="3308"/>
                </a:lnTo>
                <a:close/>
                <a:moveTo>
                  <a:pt x="8569" y="3308"/>
                </a:moveTo>
                <a:lnTo>
                  <a:pt x="8569" y="7026"/>
                </a:lnTo>
                <a:cubicBezTo>
                  <a:pt x="8569" y="7246"/>
                  <a:pt x="8790" y="7435"/>
                  <a:pt x="9010" y="7435"/>
                </a:cubicBezTo>
                <a:lnTo>
                  <a:pt x="9452" y="7435"/>
                </a:lnTo>
                <a:lnTo>
                  <a:pt x="9452" y="9924"/>
                </a:lnTo>
                <a:lnTo>
                  <a:pt x="6648" y="9924"/>
                </a:lnTo>
                <a:lnTo>
                  <a:pt x="6648" y="7435"/>
                </a:lnTo>
                <a:lnTo>
                  <a:pt x="7089" y="7435"/>
                </a:lnTo>
                <a:cubicBezTo>
                  <a:pt x="7309" y="7435"/>
                  <a:pt x="7467" y="7246"/>
                  <a:pt x="7467" y="7026"/>
                </a:cubicBezTo>
                <a:lnTo>
                  <a:pt x="7467" y="3308"/>
                </a:lnTo>
                <a:close/>
                <a:moveTo>
                  <a:pt x="11940" y="3308"/>
                </a:moveTo>
                <a:lnTo>
                  <a:pt x="11940" y="9924"/>
                </a:lnTo>
                <a:lnTo>
                  <a:pt x="10239" y="9924"/>
                </a:lnTo>
                <a:lnTo>
                  <a:pt x="10239" y="7435"/>
                </a:lnTo>
                <a:lnTo>
                  <a:pt x="10680" y="7435"/>
                </a:lnTo>
                <a:cubicBezTo>
                  <a:pt x="10901" y="7435"/>
                  <a:pt x="11090" y="7246"/>
                  <a:pt x="11090" y="7026"/>
                </a:cubicBezTo>
                <a:lnTo>
                  <a:pt x="11090" y="3308"/>
                </a:lnTo>
                <a:close/>
                <a:moveTo>
                  <a:pt x="441" y="0"/>
                </a:moveTo>
                <a:cubicBezTo>
                  <a:pt x="189" y="0"/>
                  <a:pt x="0" y="189"/>
                  <a:pt x="0" y="441"/>
                </a:cubicBezTo>
                <a:lnTo>
                  <a:pt x="0" y="10365"/>
                </a:lnTo>
                <a:cubicBezTo>
                  <a:pt x="0" y="10586"/>
                  <a:pt x="189" y="10806"/>
                  <a:pt x="441" y="10806"/>
                </a:cubicBezTo>
                <a:lnTo>
                  <a:pt x="12287" y="10806"/>
                </a:lnTo>
                <a:cubicBezTo>
                  <a:pt x="12508" y="10806"/>
                  <a:pt x="12728" y="10586"/>
                  <a:pt x="12728" y="10365"/>
                </a:cubicBezTo>
                <a:lnTo>
                  <a:pt x="12728" y="2930"/>
                </a:lnTo>
                <a:lnTo>
                  <a:pt x="12728" y="441"/>
                </a:lnTo>
                <a:cubicBezTo>
                  <a:pt x="12728" y="189"/>
                  <a:pt x="12508" y="0"/>
                  <a:pt x="12287"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46" name="Google Shape;6290;p62">
            <a:extLst>
              <a:ext uri="{FF2B5EF4-FFF2-40B4-BE49-F238E27FC236}">
                <a16:creationId xmlns:a16="http://schemas.microsoft.com/office/drawing/2014/main" id="{54896055-68D4-43C9-9ECD-A42D77749114}"/>
              </a:ext>
            </a:extLst>
          </p:cNvPr>
          <p:cNvSpPr/>
          <p:nvPr/>
        </p:nvSpPr>
        <p:spPr>
          <a:xfrm>
            <a:off x="4720965" y="1774586"/>
            <a:ext cx="183235" cy="236931"/>
          </a:xfrm>
          <a:custGeom>
            <a:avLst/>
            <a:gdLst/>
            <a:ahLst/>
            <a:cxnLst/>
            <a:rect l="l" t="t" r="r" b="b"/>
            <a:pathLst>
              <a:path w="9862" h="12752" extrusionOk="0">
                <a:moveTo>
                  <a:pt x="2395" y="1001"/>
                </a:moveTo>
                <a:lnTo>
                  <a:pt x="5042" y="3552"/>
                </a:lnTo>
                <a:lnTo>
                  <a:pt x="3971" y="4655"/>
                </a:lnTo>
                <a:lnTo>
                  <a:pt x="1356" y="2103"/>
                </a:lnTo>
                <a:lnTo>
                  <a:pt x="2395" y="1001"/>
                </a:lnTo>
                <a:close/>
                <a:moveTo>
                  <a:pt x="5640" y="4151"/>
                </a:moveTo>
                <a:lnTo>
                  <a:pt x="6302" y="4781"/>
                </a:lnTo>
                <a:lnTo>
                  <a:pt x="5231" y="5884"/>
                </a:lnTo>
                <a:lnTo>
                  <a:pt x="4569" y="5254"/>
                </a:lnTo>
                <a:lnTo>
                  <a:pt x="5640" y="4151"/>
                </a:lnTo>
                <a:close/>
                <a:moveTo>
                  <a:pt x="4443" y="8562"/>
                </a:moveTo>
                <a:cubicBezTo>
                  <a:pt x="4664" y="8562"/>
                  <a:pt x="4821" y="8688"/>
                  <a:pt x="4853" y="8845"/>
                </a:cubicBezTo>
                <a:cubicBezTo>
                  <a:pt x="4884" y="8908"/>
                  <a:pt x="4853" y="8877"/>
                  <a:pt x="4884" y="9790"/>
                </a:cubicBezTo>
                <a:lnTo>
                  <a:pt x="4884" y="10200"/>
                </a:lnTo>
                <a:lnTo>
                  <a:pt x="4065" y="10200"/>
                </a:lnTo>
                <a:lnTo>
                  <a:pt x="4065" y="9003"/>
                </a:lnTo>
                <a:cubicBezTo>
                  <a:pt x="4065" y="8751"/>
                  <a:pt x="4254" y="8562"/>
                  <a:pt x="4443" y="8562"/>
                </a:cubicBezTo>
                <a:close/>
                <a:moveTo>
                  <a:pt x="7814" y="10956"/>
                </a:moveTo>
                <a:cubicBezTo>
                  <a:pt x="8035" y="10956"/>
                  <a:pt x="8224" y="11145"/>
                  <a:pt x="8224" y="11366"/>
                </a:cubicBezTo>
                <a:lnTo>
                  <a:pt x="8224" y="11744"/>
                </a:lnTo>
                <a:lnTo>
                  <a:pt x="789" y="11870"/>
                </a:lnTo>
                <a:lnTo>
                  <a:pt x="789" y="11460"/>
                </a:lnTo>
                <a:cubicBezTo>
                  <a:pt x="789" y="11271"/>
                  <a:pt x="915" y="11114"/>
                  <a:pt x="1072" y="11082"/>
                </a:cubicBezTo>
                <a:cubicBezTo>
                  <a:pt x="1104" y="11066"/>
                  <a:pt x="1072" y="11066"/>
                  <a:pt x="1371" y="11066"/>
                </a:cubicBezTo>
                <a:cubicBezTo>
                  <a:pt x="1671" y="11066"/>
                  <a:pt x="2301" y="11066"/>
                  <a:pt x="3656" y="11051"/>
                </a:cubicBezTo>
                <a:cubicBezTo>
                  <a:pt x="3719" y="11051"/>
                  <a:pt x="5357" y="10988"/>
                  <a:pt x="5325" y="10988"/>
                </a:cubicBezTo>
                <a:cubicBezTo>
                  <a:pt x="5483" y="10988"/>
                  <a:pt x="7121" y="10956"/>
                  <a:pt x="7814" y="10956"/>
                </a:cubicBezTo>
                <a:close/>
                <a:moveTo>
                  <a:pt x="2427" y="0"/>
                </a:moveTo>
                <a:cubicBezTo>
                  <a:pt x="2324" y="0"/>
                  <a:pt x="2222" y="40"/>
                  <a:pt x="2143" y="118"/>
                </a:cubicBezTo>
                <a:lnTo>
                  <a:pt x="505" y="1820"/>
                </a:lnTo>
                <a:cubicBezTo>
                  <a:pt x="348" y="1977"/>
                  <a:pt x="348" y="2261"/>
                  <a:pt x="505" y="2418"/>
                </a:cubicBezTo>
                <a:lnTo>
                  <a:pt x="1608" y="3458"/>
                </a:lnTo>
                <a:cubicBezTo>
                  <a:pt x="726" y="4624"/>
                  <a:pt x="505" y="6104"/>
                  <a:pt x="946" y="7396"/>
                </a:cubicBezTo>
                <a:cubicBezTo>
                  <a:pt x="1356" y="8499"/>
                  <a:pt x="2175" y="9412"/>
                  <a:pt x="3277" y="9885"/>
                </a:cubicBezTo>
                <a:lnTo>
                  <a:pt x="3277" y="10263"/>
                </a:lnTo>
                <a:lnTo>
                  <a:pt x="1230" y="10294"/>
                </a:lnTo>
                <a:cubicBezTo>
                  <a:pt x="568" y="10294"/>
                  <a:pt x="1" y="10862"/>
                  <a:pt x="1" y="11555"/>
                </a:cubicBezTo>
                <a:lnTo>
                  <a:pt x="1" y="12374"/>
                </a:lnTo>
                <a:cubicBezTo>
                  <a:pt x="1" y="12594"/>
                  <a:pt x="222" y="12752"/>
                  <a:pt x="442" y="12752"/>
                </a:cubicBezTo>
                <a:lnTo>
                  <a:pt x="8728" y="12657"/>
                </a:lnTo>
                <a:cubicBezTo>
                  <a:pt x="8948" y="12657"/>
                  <a:pt x="9106" y="12437"/>
                  <a:pt x="9106" y="12216"/>
                </a:cubicBezTo>
                <a:lnTo>
                  <a:pt x="9106" y="11397"/>
                </a:lnTo>
                <a:cubicBezTo>
                  <a:pt x="9106" y="10704"/>
                  <a:pt x="8507" y="10168"/>
                  <a:pt x="7846" y="10168"/>
                </a:cubicBezTo>
                <a:lnTo>
                  <a:pt x="5798" y="10200"/>
                </a:lnTo>
                <a:lnTo>
                  <a:pt x="5798" y="10137"/>
                </a:lnTo>
                <a:cubicBezTo>
                  <a:pt x="7153" y="9853"/>
                  <a:pt x="8255" y="8908"/>
                  <a:pt x="8759" y="7680"/>
                </a:cubicBezTo>
                <a:lnTo>
                  <a:pt x="9452" y="7680"/>
                </a:lnTo>
                <a:cubicBezTo>
                  <a:pt x="9704" y="7680"/>
                  <a:pt x="9862" y="7491"/>
                  <a:pt x="9862" y="7270"/>
                </a:cubicBezTo>
                <a:cubicBezTo>
                  <a:pt x="9799" y="6986"/>
                  <a:pt x="9610" y="6797"/>
                  <a:pt x="9389" y="6797"/>
                </a:cubicBezTo>
                <a:lnTo>
                  <a:pt x="6901" y="6829"/>
                </a:lnTo>
                <a:cubicBezTo>
                  <a:pt x="6649" y="6829"/>
                  <a:pt x="6491" y="7018"/>
                  <a:pt x="6491" y="7270"/>
                </a:cubicBezTo>
                <a:cubicBezTo>
                  <a:pt x="6491" y="7491"/>
                  <a:pt x="6712" y="7648"/>
                  <a:pt x="6932" y="7648"/>
                </a:cubicBezTo>
                <a:lnTo>
                  <a:pt x="7751" y="7648"/>
                </a:lnTo>
                <a:cubicBezTo>
                  <a:pt x="7342" y="8436"/>
                  <a:pt x="6586" y="9003"/>
                  <a:pt x="5703" y="9223"/>
                </a:cubicBezTo>
                <a:lnTo>
                  <a:pt x="5703" y="8908"/>
                </a:lnTo>
                <a:cubicBezTo>
                  <a:pt x="5703" y="8341"/>
                  <a:pt x="5357" y="7900"/>
                  <a:pt x="4821" y="7711"/>
                </a:cubicBezTo>
                <a:cubicBezTo>
                  <a:pt x="4709" y="7680"/>
                  <a:pt x="4598" y="7665"/>
                  <a:pt x="4488" y="7665"/>
                </a:cubicBezTo>
                <a:cubicBezTo>
                  <a:pt x="3826" y="7665"/>
                  <a:pt x="3246" y="8205"/>
                  <a:pt x="3246" y="8908"/>
                </a:cubicBezTo>
                <a:cubicBezTo>
                  <a:pt x="1450" y="7932"/>
                  <a:pt x="1041" y="5569"/>
                  <a:pt x="2206" y="4025"/>
                </a:cubicBezTo>
                <a:lnTo>
                  <a:pt x="2206" y="4025"/>
                </a:lnTo>
                <a:lnTo>
                  <a:pt x="5010" y="6734"/>
                </a:lnTo>
                <a:cubicBezTo>
                  <a:pt x="5089" y="6813"/>
                  <a:pt x="5199" y="6853"/>
                  <a:pt x="5310" y="6853"/>
                </a:cubicBezTo>
                <a:cubicBezTo>
                  <a:pt x="5420" y="6853"/>
                  <a:pt x="5530" y="6813"/>
                  <a:pt x="5609" y="6734"/>
                </a:cubicBezTo>
                <a:lnTo>
                  <a:pt x="7216" y="5033"/>
                </a:lnTo>
                <a:cubicBezTo>
                  <a:pt x="7373" y="4876"/>
                  <a:pt x="7373" y="4624"/>
                  <a:pt x="7216" y="4466"/>
                </a:cubicBezTo>
                <a:lnTo>
                  <a:pt x="5955" y="3237"/>
                </a:lnTo>
                <a:lnTo>
                  <a:pt x="2710" y="118"/>
                </a:lnTo>
                <a:cubicBezTo>
                  <a:pt x="2632" y="40"/>
                  <a:pt x="2529" y="0"/>
                  <a:pt x="2427"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47" name="Google Shape;6291;p62">
            <a:extLst>
              <a:ext uri="{FF2B5EF4-FFF2-40B4-BE49-F238E27FC236}">
                <a16:creationId xmlns:a16="http://schemas.microsoft.com/office/drawing/2014/main" id="{BE0F59C7-C622-414C-8A8E-6A0472CBE7B3}"/>
              </a:ext>
            </a:extLst>
          </p:cNvPr>
          <p:cNvGrpSpPr/>
          <p:nvPr/>
        </p:nvGrpSpPr>
        <p:grpSpPr>
          <a:xfrm>
            <a:off x="1060318" y="1511659"/>
            <a:ext cx="240015" cy="234682"/>
            <a:chOff x="-42430625" y="1949750"/>
            <a:chExt cx="322950" cy="315775"/>
          </a:xfrm>
          <a:solidFill>
            <a:schemeClr val="tx1"/>
          </a:solidFill>
        </p:grpSpPr>
        <p:sp>
          <p:nvSpPr>
            <p:cNvPr id="1019" name="Google Shape;6292;p62">
              <a:extLst>
                <a:ext uri="{FF2B5EF4-FFF2-40B4-BE49-F238E27FC236}">
                  <a16:creationId xmlns:a16="http://schemas.microsoft.com/office/drawing/2014/main" id="{D040A70B-D911-4355-8C8B-F7760E8FC1DE}"/>
                </a:ext>
              </a:extLst>
            </p:cNvPr>
            <p:cNvSpPr/>
            <p:nvPr/>
          </p:nvSpPr>
          <p:spPr>
            <a:xfrm>
              <a:off x="-42353450" y="2065525"/>
              <a:ext cx="40975" cy="41000"/>
            </a:xfrm>
            <a:custGeom>
              <a:avLst/>
              <a:gdLst/>
              <a:ahLst/>
              <a:cxnLst/>
              <a:rect l="l" t="t" r="r" b="b"/>
              <a:pathLst>
                <a:path w="1639" h="1640" extrusionOk="0">
                  <a:moveTo>
                    <a:pt x="820" y="1"/>
                  </a:moveTo>
                  <a:cubicBezTo>
                    <a:pt x="379" y="1"/>
                    <a:pt x="1" y="379"/>
                    <a:pt x="1" y="820"/>
                  </a:cubicBezTo>
                  <a:cubicBezTo>
                    <a:pt x="1" y="1293"/>
                    <a:pt x="379" y="1639"/>
                    <a:pt x="820" y="1639"/>
                  </a:cubicBezTo>
                  <a:cubicBezTo>
                    <a:pt x="1261" y="1639"/>
                    <a:pt x="1639" y="1293"/>
                    <a:pt x="1639" y="820"/>
                  </a:cubicBezTo>
                  <a:cubicBezTo>
                    <a:pt x="1639" y="379"/>
                    <a:pt x="1261" y="1"/>
                    <a:pt x="820" y="1"/>
                  </a:cubicBezTo>
                  <a:close/>
                </a:path>
              </a:pathLst>
            </a:custGeom>
            <a:grpFill/>
            <a:ln>
              <a:noFill/>
            </a:ln>
          </p:spPr>
          <p:txBody>
            <a:bodyPr spcFirstLastPara="1" wrap="square" lIns="62728" tIns="62728" rIns="62728" bIns="62728" anchor="ctr" anchorCtr="0">
              <a:noAutofit/>
            </a:bodyPr>
            <a:lstStyle/>
            <a:p>
              <a:endParaRPr sz="764"/>
            </a:p>
          </p:txBody>
        </p:sp>
        <p:sp>
          <p:nvSpPr>
            <p:cNvPr id="1020" name="Google Shape;6293;p62">
              <a:extLst>
                <a:ext uri="{FF2B5EF4-FFF2-40B4-BE49-F238E27FC236}">
                  <a16:creationId xmlns:a16="http://schemas.microsoft.com/office/drawing/2014/main" id="{8514C1AA-73EC-4028-9B0B-7D9DA192FFD4}"/>
                </a:ext>
              </a:extLst>
            </p:cNvPr>
            <p:cNvSpPr/>
            <p:nvPr/>
          </p:nvSpPr>
          <p:spPr>
            <a:xfrm>
              <a:off x="-42289650" y="2065525"/>
              <a:ext cx="40975" cy="41000"/>
            </a:xfrm>
            <a:custGeom>
              <a:avLst/>
              <a:gdLst/>
              <a:ahLst/>
              <a:cxnLst/>
              <a:rect l="l" t="t" r="r" b="b"/>
              <a:pathLst>
                <a:path w="1639" h="1640" extrusionOk="0">
                  <a:moveTo>
                    <a:pt x="820" y="1"/>
                  </a:moveTo>
                  <a:cubicBezTo>
                    <a:pt x="379" y="1"/>
                    <a:pt x="1" y="379"/>
                    <a:pt x="1" y="820"/>
                  </a:cubicBezTo>
                  <a:cubicBezTo>
                    <a:pt x="1" y="1293"/>
                    <a:pt x="379" y="1639"/>
                    <a:pt x="820" y="1639"/>
                  </a:cubicBezTo>
                  <a:cubicBezTo>
                    <a:pt x="1292" y="1639"/>
                    <a:pt x="1639" y="1293"/>
                    <a:pt x="1639" y="820"/>
                  </a:cubicBezTo>
                  <a:cubicBezTo>
                    <a:pt x="1639" y="379"/>
                    <a:pt x="1292" y="1"/>
                    <a:pt x="820" y="1"/>
                  </a:cubicBezTo>
                  <a:close/>
                </a:path>
              </a:pathLst>
            </a:custGeom>
            <a:grpFill/>
            <a:ln>
              <a:noFill/>
            </a:ln>
          </p:spPr>
          <p:txBody>
            <a:bodyPr spcFirstLastPara="1" wrap="square" lIns="62728" tIns="62728" rIns="62728" bIns="62728" anchor="ctr" anchorCtr="0">
              <a:noAutofit/>
            </a:bodyPr>
            <a:lstStyle/>
            <a:p>
              <a:endParaRPr sz="764"/>
            </a:p>
          </p:txBody>
        </p:sp>
        <p:sp>
          <p:nvSpPr>
            <p:cNvPr id="1021" name="Google Shape;6294;p62">
              <a:extLst>
                <a:ext uri="{FF2B5EF4-FFF2-40B4-BE49-F238E27FC236}">
                  <a16:creationId xmlns:a16="http://schemas.microsoft.com/office/drawing/2014/main" id="{0B916B21-A06E-44E5-9C59-C596DBBED387}"/>
                </a:ext>
              </a:extLst>
            </p:cNvPr>
            <p:cNvSpPr/>
            <p:nvPr/>
          </p:nvSpPr>
          <p:spPr>
            <a:xfrm>
              <a:off x="-42226625" y="2065525"/>
              <a:ext cx="40975" cy="41000"/>
            </a:xfrm>
            <a:custGeom>
              <a:avLst/>
              <a:gdLst/>
              <a:ahLst/>
              <a:cxnLst/>
              <a:rect l="l" t="t" r="r" b="b"/>
              <a:pathLst>
                <a:path w="1639" h="1640" extrusionOk="0">
                  <a:moveTo>
                    <a:pt x="819" y="1"/>
                  </a:moveTo>
                  <a:cubicBezTo>
                    <a:pt x="378" y="1"/>
                    <a:pt x="0" y="379"/>
                    <a:pt x="0" y="820"/>
                  </a:cubicBezTo>
                  <a:cubicBezTo>
                    <a:pt x="0" y="1293"/>
                    <a:pt x="378" y="1639"/>
                    <a:pt x="819" y="1639"/>
                  </a:cubicBezTo>
                  <a:cubicBezTo>
                    <a:pt x="1292" y="1639"/>
                    <a:pt x="1638" y="1293"/>
                    <a:pt x="1638" y="820"/>
                  </a:cubicBezTo>
                  <a:cubicBezTo>
                    <a:pt x="1638" y="379"/>
                    <a:pt x="1292" y="1"/>
                    <a:pt x="819" y="1"/>
                  </a:cubicBezTo>
                  <a:close/>
                </a:path>
              </a:pathLst>
            </a:custGeom>
            <a:grpFill/>
            <a:ln>
              <a:noFill/>
            </a:ln>
          </p:spPr>
          <p:txBody>
            <a:bodyPr spcFirstLastPara="1" wrap="square" lIns="62728" tIns="62728" rIns="62728" bIns="62728" anchor="ctr" anchorCtr="0">
              <a:noAutofit/>
            </a:bodyPr>
            <a:lstStyle/>
            <a:p>
              <a:endParaRPr sz="764"/>
            </a:p>
          </p:txBody>
        </p:sp>
        <p:sp>
          <p:nvSpPr>
            <p:cNvPr id="1022" name="Google Shape;6295;p62">
              <a:extLst>
                <a:ext uri="{FF2B5EF4-FFF2-40B4-BE49-F238E27FC236}">
                  <a16:creationId xmlns:a16="http://schemas.microsoft.com/office/drawing/2014/main" id="{15C074AE-1D3D-44D0-BD49-7B0383D179C3}"/>
                </a:ext>
              </a:extLst>
            </p:cNvPr>
            <p:cNvSpPr/>
            <p:nvPr/>
          </p:nvSpPr>
          <p:spPr>
            <a:xfrm>
              <a:off x="-42430625" y="1949750"/>
              <a:ext cx="322950" cy="315775"/>
            </a:xfrm>
            <a:custGeom>
              <a:avLst/>
              <a:gdLst/>
              <a:ahLst/>
              <a:cxnLst/>
              <a:rect l="l" t="t" r="r" b="b"/>
              <a:pathLst>
                <a:path w="12918" h="12631" extrusionOk="0">
                  <a:moveTo>
                    <a:pt x="6427" y="757"/>
                  </a:moveTo>
                  <a:cubicBezTo>
                    <a:pt x="8790" y="757"/>
                    <a:pt x="10712" y="2017"/>
                    <a:pt x="11500" y="3655"/>
                  </a:cubicBezTo>
                  <a:cubicBezTo>
                    <a:pt x="12098" y="4821"/>
                    <a:pt x="12098" y="6081"/>
                    <a:pt x="11500" y="7215"/>
                  </a:cubicBezTo>
                  <a:cubicBezTo>
                    <a:pt x="10679" y="8857"/>
                    <a:pt x="8789" y="10067"/>
                    <a:pt x="6472" y="10067"/>
                  </a:cubicBezTo>
                  <a:cubicBezTo>
                    <a:pt x="6210" y="10067"/>
                    <a:pt x="5943" y="10051"/>
                    <a:pt x="5671" y="10019"/>
                  </a:cubicBezTo>
                  <a:cubicBezTo>
                    <a:pt x="5545" y="10019"/>
                    <a:pt x="5451" y="10051"/>
                    <a:pt x="5325" y="10145"/>
                  </a:cubicBezTo>
                  <a:lnTo>
                    <a:pt x="4285" y="11153"/>
                  </a:lnTo>
                  <a:lnTo>
                    <a:pt x="4285" y="9988"/>
                  </a:lnTo>
                  <a:cubicBezTo>
                    <a:pt x="4285" y="9830"/>
                    <a:pt x="4190" y="9673"/>
                    <a:pt x="4033" y="9578"/>
                  </a:cubicBezTo>
                  <a:cubicBezTo>
                    <a:pt x="3088" y="9200"/>
                    <a:pt x="2300" y="8602"/>
                    <a:pt x="1796" y="7908"/>
                  </a:cubicBezTo>
                  <a:cubicBezTo>
                    <a:pt x="0" y="5577"/>
                    <a:pt x="1071" y="2458"/>
                    <a:pt x="4033" y="1229"/>
                  </a:cubicBezTo>
                  <a:cubicBezTo>
                    <a:pt x="4726" y="914"/>
                    <a:pt x="5545" y="757"/>
                    <a:pt x="6427" y="757"/>
                  </a:cubicBezTo>
                  <a:close/>
                  <a:moveTo>
                    <a:pt x="6427" y="1"/>
                  </a:moveTo>
                  <a:cubicBezTo>
                    <a:pt x="2962" y="1"/>
                    <a:pt x="126" y="2427"/>
                    <a:pt x="126" y="5451"/>
                  </a:cubicBezTo>
                  <a:cubicBezTo>
                    <a:pt x="126" y="7593"/>
                    <a:pt x="1544" y="9389"/>
                    <a:pt x="3497" y="10303"/>
                  </a:cubicBezTo>
                  <a:lnTo>
                    <a:pt x="3497" y="12193"/>
                  </a:lnTo>
                  <a:cubicBezTo>
                    <a:pt x="3497" y="12319"/>
                    <a:pt x="3560" y="12477"/>
                    <a:pt x="3655" y="12540"/>
                  </a:cubicBezTo>
                  <a:cubicBezTo>
                    <a:pt x="3729" y="12599"/>
                    <a:pt x="3825" y="12631"/>
                    <a:pt x="3921" y="12631"/>
                  </a:cubicBezTo>
                  <a:cubicBezTo>
                    <a:pt x="4029" y="12631"/>
                    <a:pt x="4139" y="12591"/>
                    <a:pt x="4222" y="12508"/>
                  </a:cubicBezTo>
                  <a:lnTo>
                    <a:pt x="5829" y="10901"/>
                  </a:lnTo>
                  <a:cubicBezTo>
                    <a:pt x="6063" y="10925"/>
                    <a:pt x="6295" y="10936"/>
                    <a:pt x="6524" y="10936"/>
                  </a:cubicBezTo>
                  <a:cubicBezTo>
                    <a:pt x="9075" y="10936"/>
                    <a:pt x="11304" y="9530"/>
                    <a:pt x="12287" y="7593"/>
                  </a:cubicBezTo>
                  <a:cubicBezTo>
                    <a:pt x="12917" y="6239"/>
                    <a:pt x="12917" y="4663"/>
                    <a:pt x="12256" y="3309"/>
                  </a:cubicBezTo>
                  <a:cubicBezTo>
                    <a:pt x="11311" y="1324"/>
                    <a:pt x="9074" y="1"/>
                    <a:pt x="6427" y="1"/>
                  </a:cubicBezTo>
                  <a:close/>
                </a:path>
              </a:pathLst>
            </a:custGeom>
            <a:grpFill/>
            <a:ln>
              <a:noFill/>
            </a:ln>
          </p:spPr>
          <p:txBody>
            <a:bodyPr spcFirstLastPara="1" wrap="square" lIns="62728" tIns="62728" rIns="62728" bIns="62728" anchor="ctr" anchorCtr="0">
              <a:noAutofit/>
            </a:bodyPr>
            <a:lstStyle/>
            <a:p>
              <a:endParaRPr sz="764"/>
            </a:p>
          </p:txBody>
        </p:sp>
      </p:grpSp>
      <p:sp>
        <p:nvSpPr>
          <p:cNvPr id="948" name="Google Shape;6296;p62">
            <a:extLst>
              <a:ext uri="{FF2B5EF4-FFF2-40B4-BE49-F238E27FC236}">
                <a16:creationId xmlns:a16="http://schemas.microsoft.com/office/drawing/2014/main" id="{53788C80-A8C8-4231-A974-7063F6404185}"/>
              </a:ext>
            </a:extLst>
          </p:cNvPr>
          <p:cNvSpPr/>
          <p:nvPr/>
        </p:nvSpPr>
        <p:spPr>
          <a:xfrm>
            <a:off x="1078911" y="1783802"/>
            <a:ext cx="204899" cy="235333"/>
          </a:xfrm>
          <a:custGeom>
            <a:avLst/>
            <a:gdLst/>
            <a:ahLst/>
            <a:cxnLst/>
            <a:rect l="l" t="t" r="r" b="b"/>
            <a:pathLst>
              <a:path w="11028" h="12666" extrusionOk="0">
                <a:moveTo>
                  <a:pt x="8538" y="820"/>
                </a:moveTo>
                <a:lnTo>
                  <a:pt x="8538" y="2710"/>
                </a:lnTo>
                <a:lnTo>
                  <a:pt x="8412" y="2584"/>
                </a:lnTo>
                <a:cubicBezTo>
                  <a:pt x="8333" y="2505"/>
                  <a:pt x="8223" y="2466"/>
                  <a:pt x="8113" y="2466"/>
                </a:cubicBezTo>
                <a:cubicBezTo>
                  <a:pt x="8003" y="2466"/>
                  <a:pt x="7892" y="2505"/>
                  <a:pt x="7814" y="2584"/>
                </a:cubicBezTo>
                <a:lnTo>
                  <a:pt x="7719" y="2710"/>
                </a:lnTo>
                <a:lnTo>
                  <a:pt x="7719" y="820"/>
                </a:lnTo>
                <a:close/>
                <a:moveTo>
                  <a:pt x="10177" y="820"/>
                </a:moveTo>
                <a:lnTo>
                  <a:pt x="10177" y="9357"/>
                </a:lnTo>
                <a:lnTo>
                  <a:pt x="2458" y="9357"/>
                </a:lnTo>
                <a:lnTo>
                  <a:pt x="2458" y="820"/>
                </a:lnTo>
                <a:lnTo>
                  <a:pt x="6869" y="820"/>
                </a:lnTo>
                <a:lnTo>
                  <a:pt x="6869" y="3687"/>
                </a:lnTo>
                <a:cubicBezTo>
                  <a:pt x="6869" y="3813"/>
                  <a:pt x="6932" y="3970"/>
                  <a:pt x="7026" y="4033"/>
                </a:cubicBezTo>
                <a:cubicBezTo>
                  <a:pt x="7100" y="4093"/>
                  <a:pt x="7196" y="4124"/>
                  <a:pt x="7292" y="4124"/>
                </a:cubicBezTo>
                <a:cubicBezTo>
                  <a:pt x="7400" y="4124"/>
                  <a:pt x="7510" y="4085"/>
                  <a:pt x="7593" y="4002"/>
                </a:cubicBezTo>
                <a:lnTo>
                  <a:pt x="8129" y="3466"/>
                </a:lnTo>
                <a:lnTo>
                  <a:pt x="8664" y="3970"/>
                </a:lnTo>
                <a:cubicBezTo>
                  <a:pt x="8719" y="4024"/>
                  <a:pt x="8844" y="4102"/>
                  <a:pt x="8958" y="4102"/>
                </a:cubicBezTo>
                <a:cubicBezTo>
                  <a:pt x="8976" y="4102"/>
                  <a:pt x="8994" y="4100"/>
                  <a:pt x="9011" y="4096"/>
                </a:cubicBezTo>
                <a:cubicBezTo>
                  <a:pt x="9200" y="4033"/>
                  <a:pt x="9357" y="3876"/>
                  <a:pt x="9357" y="3687"/>
                </a:cubicBezTo>
                <a:lnTo>
                  <a:pt x="9357" y="820"/>
                </a:lnTo>
                <a:close/>
                <a:moveTo>
                  <a:pt x="1639" y="851"/>
                </a:moveTo>
                <a:lnTo>
                  <a:pt x="1639" y="9326"/>
                </a:lnTo>
                <a:cubicBezTo>
                  <a:pt x="1355" y="9326"/>
                  <a:pt x="1103" y="9389"/>
                  <a:pt x="820" y="9546"/>
                </a:cubicBezTo>
                <a:lnTo>
                  <a:pt x="820" y="2017"/>
                </a:lnTo>
                <a:cubicBezTo>
                  <a:pt x="820" y="1481"/>
                  <a:pt x="1166" y="1040"/>
                  <a:pt x="1639" y="851"/>
                </a:cubicBezTo>
                <a:close/>
                <a:moveTo>
                  <a:pt x="10145" y="10177"/>
                </a:moveTo>
                <a:lnTo>
                  <a:pt x="10145" y="11846"/>
                </a:lnTo>
                <a:lnTo>
                  <a:pt x="1639" y="11846"/>
                </a:lnTo>
                <a:cubicBezTo>
                  <a:pt x="1166" y="11846"/>
                  <a:pt x="820" y="11500"/>
                  <a:pt x="820" y="11027"/>
                </a:cubicBezTo>
                <a:cubicBezTo>
                  <a:pt x="820" y="10555"/>
                  <a:pt x="1166" y="10177"/>
                  <a:pt x="1639" y="10177"/>
                </a:cubicBezTo>
                <a:close/>
                <a:moveTo>
                  <a:pt x="1985" y="0"/>
                </a:moveTo>
                <a:cubicBezTo>
                  <a:pt x="851" y="32"/>
                  <a:pt x="0" y="946"/>
                  <a:pt x="0" y="2017"/>
                </a:cubicBezTo>
                <a:lnTo>
                  <a:pt x="0" y="11027"/>
                </a:lnTo>
                <a:cubicBezTo>
                  <a:pt x="0" y="11909"/>
                  <a:pt x="725" y="12665"/>
                  <a:pt x="1639" y="12665"/>
                </a:cubicBezTo>
                <a:lnTo>
                  <a:pt x="10618" y="12665"/>
                </a:lnTo>
                <a:cubicBezTo>
                  <a:pt x="10870" y="12665"/>
                  <a:pt x="11027" y="12476"/>
                  <a:pt x="11027" y="12224"/>
                </a:cubicBezTo>
                <a:lnTo>
                  <a:pt x="11027" y="379"/>
                </a:lnTo>
                <a:cubicBezTo>
                  <a:pt x="11027" y="189"/>
                  <a:pt x="10807" y="0"/>
                  <a:pt x="10586"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49" name="Google Shape;6297;p62">
            <a:extLst>
              <a:ext uri="{FF2B5EF4-FFF2-40B4-BE49-F238E27FC236}">
                <a16:creationId xmlns:a16="http://schemas.microsoft.com/office/drawing/2014/main" id="{3137CCDE-7795-4B3C-8C27-7A2FA45717F2}"/>
              </a:ext>
            </a:extLst>
          </p:cNvPr>
          <p:cNvSpPr/>
          <p:nvPr/>
        </p:nvSpPr>
        <p:spPr>
          <a:xfrm>
            <a:off x="1064692" y="2056770"/>
            <a:ext cx="233587" cy="235222"/>
          </a:xfrm>
          <a:custGeom>
            <a:avLst/>
            <a:gdLst/>
            <a:ahLst/>
            <a:cxnLst/>
            <a:rect l="l" t="t" r="r" b="b"/>
            <a:pathLst>
              <a:path w="12572" h="12660" extrusionOk="0">
                <a:moveTo>
                  <a:pt x="2773" y="840"/>
                </a:moveTo>
                <a:cubicBezTo>
                  <a:pt x="3025" y="840"/>
                  <a:pt x="3183" y="1061"/>
                  <a:pt x="3183" y="1250"/>
                </a:cubicBezTo>
                <a:lnTo>
                  <a:pt x="3183" y="2888"/>
                </a:lnTo>
                <a:cubicBezTo>
                  <a:pt x="3183" y="3140"/>
                  <a:pt x="2962" y="3298"/>
                  <a:pt x="2773" y="3298"/>
                </a:cubicBezTo>
                <a:cubicBezTo>
                  <a:pt x="2553" y="3298"/>
                  <a:pt x="2395" y="3109"/>
                  <a:pt x="2332" y="2888"/>
                </a:cubicBezTo>
                <a:lnTo>
                  <a:pt x="2332" y="1250"/>
                </a:lnTo>
                <a:cubicBezTo>
                  <a:pt x="2332" y="998"/>
                  <a:pt x="2553" y="840"/>
                  <a:pt x="2773" y="840"/>
                </a:cubicBezTo>
                <a:close/>
                <a:moveTo>
                  <a:pt x="9673" y="840"/>
                </a:moveTo>
                <a:cubicBezTo>
                  <a:pt x="9925" y="840"/>
                  <a:pt x="10082" y="1061"/>
                  <a:pt x="10082" y="1250"/>
                </a:cubicBezTo>
                <a:lnTo>
                  <a:pt x="10082" y="2888"/>
                </a:lnTo>
                <a:cubicBezTo>
                  <a:pt x="10082" y="3140"/>
                  <a:pt x="9862" y="3298"/>
                  <a:pt x="9673" y="3298"/>
                </a:cubicBezTo>
                <a:cubicBezTo>
                  <a:pt x="9452" y="3298"/>
                  <a:pt x="9295" y="3109"/>
                  <a:pt x="9232" y="2888"/>
                </a:cubicBezTo>
                <a:lnTo>
                  <a:pt x="9232" y="1250"/>
                </a:lnTo>
                <a:cubicBezTo>
                  <a:pt x="9232" y="998"/>
                  <a:pt x="9452" y="840"/>
                  <a:pt x="9673" y="840"/>
                </a:cubicBezTo>
                <a:close/>
                <a:moveTo>
                  <a:pt x="11374" y="2479"/>
                </a:moveTo>
                <a:cubicBezTo>
                  <a:pt x="11469" y="2479"/>
                  <a:pt x="11595" y="2542"/>
                  <a:pt x="11689" y="2668"/>
                </a:cubicBezTo>
                <a:cubicBezTo>
                  <a:pt x="11752" y="2794"/>
                  <a:pt x="11721" y="2857"/>
                  <a:pt x="11721" y="2983"/>
                </a:cubicBezTo>
                <a:lnTo>
                  <a:pt x="11721" y="4936"/>
                </a:lnTo>
                <a:lnTo>
                  <a:pt x="694" y="4936"/>
                </a:lnTo>
                <a:lnTo>
                  <a:pt x="694" y="2983"/>
                </a:lnTo>
                <a:cubicBezTo>
                  <a:pt x="694" y="2857"/>
                  <a:pt x="694" y="2794"/>
                  <a:pt x="725" y="2668"/>
                </a:cubicBezTo>
                <a:cubicBezTo>
                  <a:pt x="820" y="2542"/>
                  <a:pt x="946" y="2479"/>
                  <a:pt x="1040" y="2479"/>
                </a:cubicBezTo>
                <a:lnTo>
                  <a:pt x="1513" y="2479"/>
                </a:lnTo>
                <a:lnTo>
                  <a:pt x="1513" y="2888"/>
                </a:lnTo>
                <a:cubicBezTo>
                  <a:pt x="1513" y="3614"/>
                  <a:pt x="2132" y="4133"/>
                  <a:pt x="2803" y="4133"/>
                </a:cubicBezTo>
                <a:cubicBezTo>
                  <a:pt x="2919" y="4133"/>
                  <a:pt x="3036" y="4118"/>
                  <a:pt x="3151" y="4085"/>
                </a:cubicBezTo>
                <a:cubicBezTo>
                  <a:pt x="3655" y="3928"/>
                  <a:pt x="4002" y="3455"/>
                  <a:pt x="4002" y="2888"/>
                </a:cubicBezTo>
                <a:lnTo>
                  <a:pt x="4002" y="2479"/>
                </a:lnTo>
                <a:lnTo>
                  <a:pt x="8413" y="2479"/>
                </a:lnTo>
                <a:lnTo>
                  <a:pt x="8413" y="2888"/>
                </a:lnTo>
                <a:cubicBezTo>
                  <a:pt x="8413" y="3455"/>
                  <a:pt x="8759" y="3928"/>
                  <a:pt x="9263" y="4085"/>
                </a:cubicBezTo>
                <a:cubicBezTo>
                  <a:pt x="9379" y="4118"/>
                  <a:pt x="9496" y="4133"/>
                  <a:pt x="9612" y="4133"/>
                </a:cubicBezTo>
                <a:cubicBezTo>
                  <a:pt x="10282" y="4133"/>
                  <a:pt x="10902" y="3614"/>
                  <a:pt x="10902" y="2888"/>
                </a:cubicBezTo>
                <a:lnTo>
                  <a:pt x="10902" y="2479"/>
                </a:lnTo>
                <a:close/>
                <a:moveTo>
                  <a:pt x="11721" y="5787"/>
                </a:moveTo>
                <a:lnTo>
                  <a:pt x="11721" y="11457"/>
                </a:lnTo>
                <a:cubicBezTo>
                  <a:pt x="11721" y="11678"/>
                  <a:pt x="11532" y="11835"/>
                  <a:pt x="11280" y="11867"/>
                </a:cubicBezTo>
                <a:lnTo>
                  <a:pt x="1072" y="11867"/>
                </a:lnTo>
                <a:cubicBezTo>
                  <a:pt x="851" y="11867"/>
                  <a:pt x="694" y="11678"/>
                  <a:pt x="694" y="11457"/>
                </a:cubicBezTo>
                <a:lnTo>
                  <a:pt x="694" y="5787"/>
                </a:lnTo>
                <a:close/>
                <a:moveTo>
                  <a:pt x="2825" y="1"/>
                </a:moveTo>
                <a:cubicBezTo>
                  <a:pt x="2180" y="1"/>
                  <a:pt x="1608" y="526"/>
                  <a:pt x="1608" y="1250"/>
                </a:cubicBezTo>
                <a:lnTo>
                  <a:pt x="1608" y="1691"/>
                </a:lnTo>
                <a:lnTo>
                  <a:pt x="1135" y="1691"/>
                </a:lnTo>
                <a:cubicBezTo>
                  <a:pt x="851" y="1691"/>
                  <a:pt x="568" y="1785"/>
                  <a:pt x="379" y="2006"/>
                </a:cubicBezTo>
                <a:cubicBezTo>
                  <a:pt x="158" y="2227"/>
                  <a:pt x="1" y="2542"/>
                  <a:pt x="1" y="2888"/>
                </a:cubicBezTo>
                <a:lnTo>
                  <a:pt x="1" y="11457"/>
                </a:lnTo>
                <a:cubicBezTo>
                  <a:pt x="1" y="12087"/>
                  <a:pt x="486" y="12659"/>
                  <a:pt x="1102" y="12659"/>
                </a:cubicBezTo>
                <a:cubicBezTo>
                  <a:pt x="1134" y="12659"/>
                  <a:pt x="1166" y="12658"/>
                  <a:pt x="1198" y="12655"/>
                </a:cubicBezTo>
                <a:lnTo>
                  <a:pt x="11311" y="12655"/>
                </a:lnTo>
                <a:cubicBezTo>
                  <a:pt x="12004" y="12655"/>
                  <a:pt x="12571" y="12119"/>
                  <a:pt x="12571" y="11457"/>
                </a:cubicBezTo>
                <a:lnTo>
                  <a:pt x="12571" y="2888"/>
                </a:lnTo>
                <a:cubicBezTo>
                  <a:pt x="12571" y="2542"/>
                  <a:pt x="12414" y="2227"/>
                  <a:pt x="12193" y="2006"/>
                </a:cubicBezTo>
                <a:cubicBezTo>
                  <a:pt x="12004" y="1785"/>
                  <a:pt x="11721" y="1691"/>
                  <a:pt x="11437" y="1691"/>
                </a:cubicBezTo>
                <a:lnTo>
                  <a:pt x="10965" y="1691"/>
                </a:lnTo>
                <a:lnTo>
                  <a:pt x="10965" y="1250"/>
                </a:lnTo>
                <a:cubicBezTo>
                  <a:pt x="10965" y="526"/>
                  <a:pt x="10392" y="1"/>
                  <a:pt x="9747" y="1"/>
                </a:cubicBezTo>
                <a:cubicBezTo>
                  <a:pt x="9577" y="1"/>
                  <a:pt x="9402" y="37"/>
                  <a:pt x="9232" y="116"/>
                </a:cubicBezTo>
                <a:cubicBezTo>
                  <a:pt x="8759" y="305"/>
                  <a:pt x="8507" y="746"/>
                  <a:pt x="8507" y="1250"/>
                </a:cubicBezTo>
                <a:lnTo>
                  <a:pt x="8507" y="1691"/>
                </a:lnTo>
                <a:lnTo>
                  <a:pt x="4096" y="1691"/>
                </a:lnTo>
                <a:lnTo>
                  <a:pt x="4096" y="1250"/>
                </a:lnTo>
                <a:cubicBezTo>
                  <a:pt x="4096" y="746"/>
                  <a:pt x="3781" y="305"/>
                  <a:pt x="3340" y="116"/>
                </a:cubicBezTo>
                <a:cubicBezTo>
                  <a:pt x="3170" y="37"/>
                  <a:pt x="2995" y="1"/>
                  <a:pt x="282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50" name="Google Shape;6298;p62">
            <a:extLst>
              <a:ext uri="{FF2B5EF4-FFF2-40B4-BE49-F238E27FC236}">
                <a16:creationId xmlns:a16="http://schemas.microsoft.com/office/drawing/2014/main" id="{EA7438B5-1D5D-4AD5-B2A0-FDB635EB147D}"/>
              </a:ext>
            </a:extLst>
          </p:cNvPr>
          <p:cNvSpPr/>
          <p:nvPr/>
        </p:nvSpPr>
        <p:spPr>
          <a:xfrm>
            <a:off x="2461387" y="1533278"/>
            <a:ext cx="235928" cy="214839"/>
          </a:xfrm>
          <a:custGeom>
            <a:avLst/>
            <a:gdLst/>
            <a:ahLst/>
            <a:cxnLst/>
            <a:rect l="l" t="t" r="r" b="b"/>
            <a:pathLst>
              <a:path w="12698" h="11563" extrusionOk="0">
                <a:moveTo>
                  <a:pt x="2490" y="820"/>
                </a:moveTo>
                <a:cubicBezTo>
                  <a:pt x="3529" y="914"/>
                  <a:pt x="4600" y="1292"/>
                  <a:pt x="5483" y="2017"/>
                </a:cubicBezTo>
                <a:lnTo>
                  <a:pt x="5798" y="2237"/>
                </a:lnTo>
                <a:lnTo>
                  <a:pt x="5798" y="10334"/>
                </a:lnTo>
                <a:lnTo>
                  <a:pt x="5766" y="10334"/>
                </a:lnTo>
                <a:cubicBezTo>
                  <a:pt x="4789" y="9609"/>
                  <a:pt x="3655" y="9168"/>
                  <a:pt x="2490" y="9105"/>
                </a:cubicBezTo>
                <a:lnTo>
                  <a:pt x="2490" y="820"/>
                </a:lnTo>
                <a:close/>
                <a:moveTo>
                  <a:pt x="9925" y="883"/>
                </a:moveTo>
                <a:lnTo>
                  <a:pt x="9925" y="9137"/>
                </a:lnTo>
                <a:cubicBezTo>
                  <a:pt x="8728" y="9200"/>
                  <a:pt x="7593" y="9609"/>
                  <a:pt x="6617" y="10334"/>
                </a:cubicBezTo>
                <a:lnTo>
                  <a:pt x="6617" y="2300"/>
                </a:lnTo>
                <a:lnTo>
                  <a:pt x="6932" y="2048"/>
                </a:lnTo>
                <a:cubicBezTo>
                  <a:pt x="7782" y="1355"/>
                  <a:pt x="8854" y="946"/>
                  <a:pt x="9925" y="883"/>
                </a:cubicBezTo>
                <a:close/>
                <a:moveTo>
                  <a:pt x="1702" y="2458"/>
                </a:moveTo>
                <a:lnTo>
                  <a:pt x="1702" y="9483"/>
                </a:lnTo>
                <a:cubicBezTo>
                  <a:pt x="1702" y="9735"/>
                  <a:pt x="1891" y="9924"/>
                  <a:pt x="2080" y="9924"/>
                </a:cubicBezTo>
                <a:cubicBezTo>
                  <a:pt x="3057" y="9924"/>
                  <a:pt x="4096" y="10208"/>
                  <a:pt x="4978" y="10744"/>
                </a:cubicBezTo>
                <a:lnTo>
                  <a:pt x="1261" y="10744"/>
                </a:lnTo>
                <a:cubicBezTo>
                  <a:pt x="1009" y="10744"/>
                  <a:pt x="851" y="10555"/>
                  <a:pt x="851" y="10334"/>
                </a:cubicBezTo>
                <a:lnTo>
                  <a:pt x="851" y="2867"/>
                </a:lnTo>
                <a:cubicBezTo>
                  <a:pt x="851" y="2647"/>
                  <a:pt x="1040" y="2489"/>
                  <a:pt x="1261" y="2458"/>
                </a:cubicBezTo>
                <a:close/>
                <a:moveTo>
                  <a:pt x="11406" y="2458"/>
                </a:moveTo>
                <a:cubicBezTo>
                  <a:pt x="11658" y="2458"/>
                  <a:pt x="11815" y="2647"/>
                  <a:pt x="11847" y="2867"/>
                </a:cubicBezTo>
                <a:lnTo>
                  <a:pt x="11847" y="10334"/>
                </a:lnTo>
                <a:cubicBezTo>
                  <a:pt x="11847" y="10555"/>
                  <a:pt x="11658" y="10712"/>
                  <a:pt x="11406" y="10744"/>
                </a:cubicBezTo>
                <a:lnTo>
                  <a:pt x="7436" y="10744"/>
                </a:lnTo>
                <a:cubicBezTo>
                  <a:pt x="8255" y="10239"/>
                  <a:pt x="9295" y="9924"/>
                  <a:pt x="10303" y="9924"/>
                </a:cubicBezTo>
                <a:cubicBezTo>
                  <a:pt x="10555" y="9924"/>
                  <a:pt x="10712" y="9735"/>
                  <a:pt x="10712" y="9483"/>
                </a:cubicBezTo>
                <a:lnTo>
                  <a:pt x="10712" y="2458"/>
                </a:lnTo>
                <a:close/>
                <a:moveTo>
                  <a:pt x="2080" y="0"/>
                </a:moveTo>
                <a:cubicBezTo>
                  <a:pt x="1828" y="0"/>
                  <a:pt x="1670" y="189"/>
                  <a:pt x="1670" y="410"/>
                </a:cubicBezTo>
                <a:lnTo>
                  <a:pt x="1670" y="1670"/>
                </a:lnTo>
                <a:lnTo>
                  <a:pt x="1261" y="1670"/>
                </a:lnTo>
                <a:cubicBezTo>
                  <a:pt x="568" y="1670"/>
                  <a:pt x="1" y="2206"/>
                  <a:pt x="32" y="2930"/>
                </a:cubicBezTo>
                <a:lnTo>
                  <a:pt x="32" y="10334"/>
                </a:lnTo>
                <a:cubicBezTo>
                  <a:pt x="32" y="10996"/>
                  <a:pt x="568" y="11563"/>
                  <a:pt x="1261" y="11563"/>
                </a:cubicBezTo>
                <a:lnTo>
                  <a:pt x="11437" y="11563"/>
                </a:lnTo>
                <a:cubicBezTo>
                  <a:pt x="12130" y="11563"/>
                  <a:pt x="12697" y="11027"/>
                  <a:pt x="12697" y="10334"/>
                </a:cubicBezTo>
                <a:lnTo>
                  <a:pt x="12697" y="2867"/>
                </a:lnTo>
                <a:cubicBezTo>
                  <a:pt x="12666" y="2206"/>
                  <a:pt x="12130" y="1670"/>
                  <a:pt x="11437" y="1670"/>
                </a:cubicBezTo>
                <a:lnTo>
                  <a:pt x="10744" y="1670"/>
                </a:lnTo>
                <a:lnTo>
                  <a:pt x="10744" y="410"/>
                </a:lnTo>
                <a:cubicBezTo>
                  <a:pt x="10744" y="158"/>
                  <a:pt x="10555" y="0"/>
                  <a:pt x="10334" y="0"/>
                </a:cubicBezTo>
                <a:cubicBezTo>
                  <a:pt x="8980" y="0"/>
                  <a:pt x="7562" y="473"/>
                  <a:pt x="6396" y="1387"/>
                </a:cubicBezTo>
                <a:lnTo>
                  <a:pt x="6207" y="1544"/>
                </a:lnTo>
                <a:lnTo>
                  <a:pt x="6018" y="1387"/>
                </a:lnTo>
                <a:cubicBezTo>
                  <a:pt x="4915" y="473"/>
                  <a:pt x="3498" y="0"/>
                  <a:pt x="2080"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51" name="Google Shape;6299;p62">
            <a:extLst>
              <a:ext uri="{FF2B5EF4-FFF2-40B4-BE49-F238E27FC236}">
                <a16:creationId xmlns:a16="http://schemas.microsoft.com/office/drawing/2014/main" id="{878956A5-92A2-4B60-9EBF-5FF8B578DF81}"/>
              </a:ext>
            </a:extLst>
          </p:cNvPr>
          <p:cNvSpPr/>
          <p:nvPr/>
        </p:nvSpPr>
        <p:spPr>
          <a:xfrm>
            <a:off x="2459632" y="1800188"/>
            <a:ext cx="239439" cy="235928"/>
          </a:xfrm>
          <a:custGeom>
            <a:avLst/>
            <a:gdLst/>
            <a:ahLst/>
            <a:cxnLst/>
            <a:rect l="l" t="t" r="r" b="b"/>
            <a:pathLst>
              <a:path w="12887" h="12698" extrusionOk="0">
                <a:moveTo>
                  <a:pt x="7814" y="3309"/>
                </a:moveTo>
                <a:cubicBezTo>
                  <a:pt x="7782" y="3592"/>
                  <a:pt x="7782" y="3907"/>
                  <a:pt x="7814" y="4159"/>
                </a:cubicBezTo>
                <a:lnTo>
                  <a:pt x="4947" y="4159"/>
                </a:lnTo>
                <a:cubicBezTo>
                  <a:pt x="4978" y="3876"/>
                  <a:pt x="4978" y="3592"/>
                  <a:pt x="4947" y="3309"/>
                </a:cubicBezTo>
                <a:close/>
                <a:moveTo>
                  <a:pt x="9830" y="788"/>
                </a:moveTo>
                <a:cubicBezTo>
                  <a:pt x="10082" y="788"/>
                  <a:pt x="10366" y="820"/>
                  <a:pt x="10618" y="946"/>
                </a:cubicBezTo>
                <a:cubicBezTo>
                  <a:pt x="11721" y="1481"/>
                  <a:pt x="12193" y="2678"/>
                  <a:pt x="11752" y="3718"/>
                </a:cubicBezTo>
                <a:cubicBezTo>
                  <a:pt x="11500" y="4254"/>
                  <a:pt x="11027" y="4695"/>
                  <a:pt x="10460" y="4884"/>
                </a:cubicBezTo>
                <a:cubicBezTo>
                  <a:pt x="10261" y="4950"/>
                  <a:pt x="10035" y="4990"/>
                  <a:pt x="9816" y="4990"/>
                </a:cubicBezTo>
                <a:cubicBezTo>
                  <a:pt x="9619" y="4990"/>
                  <a:pt x="9427" y="4958"/>
                  <a:pt x="9263" y="4884"/>
                </a:cubicBezTo>
                <a:cubicBezTo>
                  <a:pt x="9074" y="4821"/>
                  <a:pt x="8885" y="4663"/>
                  <a:pt x="8791" y="4474"/>
                </a:cubicBezTo>
                <a:cubicBezTo>
                  <a:pt x="8791" y="4411"/>
                  <a:pt x="8759" y="4380"/>
                  <a:pt x="8728" y="4348"/>
                </a:cubicBezTo>
                <a:cubicBezTo>
                  <a:pt x="8570" y="3970"/>
                  <a:pt x="8570" y="3561"/>
                  <a:pt x="8728" y="3183"/>
                </a:cubicBezTo>
                <a:cubicBezTo>
                  <a:pt x="8759" y="3151"/>
                  <a:pt x="8759" y="3120"/>
                  <a:pt x="8791" y="3088"/>
                </a:cubicBezTo>
                <a:cubicBezTo>
                  <a:pt x="8980" y="2710"/>
                  <a:pt x="9358" y="2521"/>
                  <a:pt x="9830" y="2521"/>
                </a:cubicBezTo>
                <a:cubicBezTo>
                  <a:pt x="9956" y="2521"/>
                  <a:pt x="10019" y="2552"/>
                  <a:pt x="10082" y="2615"/>
                </a:cubicBezTo>
                <a:cubicBezTo>
                  <a:pt x="10240" y="2773"/>
                  <a:pt x="10240" y="3025"/>
                  <a:pt x="10145" y="3183"/>
                </a:cubicBezTo>
                <a:cubicBezTo>
                  <a:pt x="10051" y="3309"/>
                  <a:pt x="9956" y="3340"/>
                  <a:pt x="9830" y="3340"/>
                </a:cubicBezTo>
                <a:cubicBezTo>
                  <a:pt x="9578" y="3340"/>
                  <a:pt x="9389" y="3561"/>
                  <a:pt x="9389" y="3781"/>
                </a:cubicBezTo>
                <a:cubicBezTo>
                  <a:pt x="9389" y="4033"/>
                  <a:pt x="9578" y="4222"/>
                  <a:pt x="9830" y="4222"/>
                </a:cubicBezTo>
                <a:cubicBezTo>
                  <a:pt x="10555" y="4222"/>
                  <a:pt x="11059" y="3655"/>
                  <a:pt x="11059" y="2962"/>
                </a:cubicBezTo>
                <a:cubicBezTo>
                  <a:pt x="11059" y="2395"/>
                  <a:pt x="10681" y="1891"/>
                  <a:pt x="10114" y="1733"/>
                </a:cubicBezTo>
                <a:cubicBezTo>
                  <a:pt x="10034" y="1721"/>
                  <a:pt x="9933" y="1712"/>
                  <a:pt x="9817" y="1712"/>
                </a:cubicBezTo>
                <a:cubicBezTo>
                  <a:pt x="9339" y="1712"/>
                  <a:pt x="8611" y="1861"/>
                  <a:pt x="8129" y="2521"/>
                </a:cubicBezTo>
                <a:lnTo>
                  <a:pt x="4600" y="2521"/>
                </a:lnTo>
                <a:cubicBezTo>
                  <a:pt x="4191" y="1985"/>
                  <a:pt x="3592" y="1702"/>
                  <a:pt x="2931" y="1702"/>
                </a:cubicBezTo>
                <a:cubicBezTo>
                  <a:pt x="2395" y="1702"/>
                  <a:pt x="1986" y="1985"/>
                  <a:pt x="1796" y="2458"/>
                </a:cubicBezTo>
                <a:cubicBezTo>
                  <a:pt x="1481" y="3246"/>
                  <a:pt x="1954" y="4191"/>
                  <a:pt x="2931" y="4191"/>
                </a:cubicBezTo>
                <a:cubicBezTo>
                  <a:pt x="3183" y="4191"/>
                  <a:pt x="3340" y="3970"/>
                  <a:pt x="3340" y="3750"/>
                </a:cubicBezTo>
                <a:cubicBezTo>
                  <a:pt x="3340" y="3498"/>
                  <a:pt x="3120" y="3309"/>
                  <a:pt x="2931" y="3309"/>
                </a:cubicBezTo>
                <a:cubicBezTo>
                  <a:pt x="2805" y="3309"/>
                  <a:pt x="2742" y="3277"/>
                  <a:pt x="2647" y="3246"/>
                </a:cubicBezTo>
                <a:cubicBezTo>
                  <a:pt x="2458" y="3057"/>
                  <a:pt x="2490" y="2615"/>
                  <a:pt x="2805" y="2521"/>
                </a:cubicBezTo>
                <a:cubicBezTo>
                  <a:pt x="2836" y="2513"/>
                  <a:pt x="2879" y="2509"/>
                  <a:pt x="2931" y="2509"/>
                </a:cubicBezTo>
                <a:cubicBezTo>
                  <a:pt x="3084" y="2509"/>
                  <a:pt x="3309" y="2545"/>
                  <a:pt x="3498" y="2615"/>
                </a:cubicBezTo>
                <a:cubicBezTo>
                  <a:pt x="3687" y="2678"/>
                  <a:pt x="3876" y="2836"/>
                  <a:pt x="3970" y="3025"/>
                </a:cubicBezTo>
                <a:cubicBezTo>
                  <a:pt x="3970" y="3088"/>
                  <a:pt x="4002" y="3120"/>
                  <a:pt x="4033" y="3151"/>
                </a:cubicBezTo>
                <a:cubicBezTo>
                  <a:pt x="4191" y="3498"/>
                  <a:pt x="4191" y="3939"/>
                  <a:pt x="4033" y="4285"/>
                </a:cubicBezTo>
                <a:cubicBezTo>
                  <a:pt x="4002" y="4348"/>
                  <a:pt x="4002" y="4380"/>
                  <a:pt x="3970" y="4411"/>
                </a:cubicBezTo>
                <a:cubicBezTo>
                  <a:pt x="3750" y="4726"/>
                  <a:pt x="3403" y="4978"/>
                  <a:pt x="2931" y="4978"/>
                </a:cubicBezTo>
                <a:cubicBezTo>
                  <a:pt x="1796" y="4978"/>
                  <a:pt x="851" y="4033"/>
                  <a:pt x="851" y="2899"/>
                </a:cubicBezTo>
                <a:cubicBezTo>
                  <a:pt x="851" y="1733"/>
                  <a:pt x="1765" y="851"/>
                  <a:pt x="2931" y="788"/>
                </a:cubicBezTo>
                <a:close/>
                <a:moveTo>
                  <a:pt x="7751" y="4915"/>
                </a:moveTo>
                <a:lnTo>
                  <a:pt x="7751" y="10618"/>
                </a:lnTo>
                <a:cubicBezTo>
                  <a:pt x="7751" y="10838"/>
                  <a:pt x="7940" y="11027"/>
                  <a:pt x="8129" y="11027"/>
                </a:cubicBezTo>
                <a:cubicBezTo>
                  <a:pt x="8318" y="11027"/>
                  <a:pt x="8570" y="10838"/>
                  <a:pt x="8570" y="10618"/>
                </a:cubicBezTo>
                <a:lnTo>
                  <a:pt x="8570" y="5419"/>
                </a:lnTo>
                <a:cubicBezTo>
                  <a:pt x="8791" y="5577"/>
                  <a:pt x="9074" y="5671"/>
                  <a:pt x="9389" y="5766"/>
                </a:cubicBezTo>
                <a:lnTo>
                  <a:pt x="9389" y="11878"/>
                </a:lnTo>
                <a:lnTo>
                  <a:pt x="3372" y="11878"/>
                </a:lnTo>
                <a:lnTo>
                  <a:pt x="3372" y="5766"/>
                </a:lnTo>
                <a:cubicBezTo>
                  <a:pt x="3687" y="5734"/>
                  <a:pt x="3970" y="5608"/>
                  <a:pt x="4191" y="5419"/>
                </a:cubicBezTo>
                <a:lnTo>
                  <a:pt x="4191" y="10618"/>
                </a:lnTo>
                <a:cubicBezTo>
                  <a:pt x="4191" y="10838"/>
                  <a:pt x="4380" y="11027"/>
                  <a:pt x="4600" y="11027"/>
                </a:cubicBezTo>
                <a:cubicBezTo>
                  <a:pt x="4821" y="11027"/>
                  <a:pt x="5010" y="10838"/>
                  <a:pt x="5010" y="10618"/>
                </a:cubicBezTo>
                <a:lnTo>
                  <a:pt x="5010" y="4915"/>
                </a:lnTo>
                <a:lnTo>
                  <a:pt x="5861" y="4915"/>
                </a:lnTo>
                <a:lnTo>
                  <a:pt x="5861" y="10618"/>
                </a:lnTo>
                <a:cubicBezTo>
                  <a:pt x="5861" y="10838"/>
                  <a:pt x="6050" y="11027"/>
                  <a:pt x="6239" y="11027"/>
                </a:cubicBezTo>
                <a:cubicBezTo>
                  <a:pt x="6428" y="11027"/>
                  <a:pt x="6648" y="10838"/>
                  <a:pt x="6648" y="10618"/>
                </a:cubicBezTo>
                <a:lnTo>
                  <a:pt x="6648" y="4915"/>
                </a:lnTo>
                <a:close/>
                <a:moveTo>
                  <a:pt x="2931" y="1"/>
                </a:moveTo>
                <a:cubicBezTo>
                  <a:pt x="1324" y="1"/>
                  <a:pt x="1" y="1324"/>
                  <a:pt x="1" y="2899"/>
                </a:cubicBezTo>
                <a:cubicBezTo>
                  <a:pt x="1" y="4348"/>
                  <a:pt x="1072" y="5514"/>
                  <a:pt x="2490" y="5766"/>
                </a:cubicBezTo>
                <a:lnTo>
                  <a:pt x="2490" y="12256"/>
                </a:lnTo>
                <a:cubicBezTo>
                  <a:pt x="2490" y="12508"/>
                  <a:pt x="2679" y="12697"/>
                  <a:pt x="2931" y="12697"/>
                </a:cubicBezTo>
                <a:lnTo>
                  <a:pt x="9830" y="12697"/>
                </a:lnTo>
                <a:cubicBezTo>
                  <a:pt x="10051" y="12697"/>
                  <a:pt x="10208" y="12508"/>
                  <a:pt x="10208" y="12256"/>
                </a:cubicBezTo>
                <a:lnTo>
                  <a:pt x="10208" y="5797"/>
                </a:lnTo>
                <a:cubicBezTo>
                  <a:pt x="10964" y="5671"/>
                  <a:pt x="11721" y="5293"/>
                  <a:pt x="12193" y="4537"/>
                </a:cubicBezTo>
                <a:cubicBezTo>
                  <a:pt x="12823" y="3718"/>
                  <a:pt x="12886" y="2678"/>
                  <a:pt x="12508" y="1796"/>
                </a:cubicBezTo>
                <a:cubicBezTo>
                  <a:pt x="12067" y="725"/>
                  <a:pt x="10996" y="1"/>
                  <a:pt x="9830"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52" name="Google Shape;6300;p62">
            <a:extLst>
              <a:ext uri="{FF2B5EF4-FFF2-40B4-BE49-F238E27FC236}">
                <a16:creationId xmlns:a16="http://schemas.microsoft.com/office/drawing/2014/main" id="{4D9802D9-EF00-4733-8E1D-138364A3A2C8}"/>
              </a:ext>
            </a:extLst>
          </p:cNvPr>
          <p:cNvSpPr/>
          <p:nvPr/>
        </p:nvSpPr>
        <p:spPr>
          <a:xfrm>
            <a:off x="2459905" y="2073082"/>
            <a:ext cx="235928" cy="235909"/>
          </a:xfrm>
          <a:custGeom>
            <a:avLst/>
            <a:gdLst/>
            <a:ahLst/>
            <a:cxnLst/>
            <a:rect l="l" t="t" r="r" b="b"/>
            <a:pathLst>
              <a:path w="12698" h="12697" extrusionOk="0">
                <a:moveTo>
                  <a:pt x="11784" y="970"/>
                </a:moveTo>
                <a:lnTo>
                  <a:pt x="11784" y="2577"/>
                </a:lnTo>
                <a:lnTo>
                  <a:pt x="5168" y="4026"/>
                </a:lnTo>
                <a:lnTo>
                  <a:pt x="5168" y="2420"/>
                </a:lnTo>
                <a:lnTo>
                  <a:pt x="11784" y="970"/>
                </a:lnTo>
                <a:close/>
                <a:moveTo>
                  <a:pt x="10115" y="7741"/>
                </a:moveTo>
                <a:cubicBezTo>
                  <a:pt x="10982" y="7741"/>
                  <a:pt x="11784" y="8286"/>
                  <a:pt x="11784" y="8973"/>
                </a:cubicBezTo>
                <a:cubicBezTo>
                  <a:pt x="11784" y="9666"/>
                  <a:pt x="11027" y="10201"/>
                  <a:pt x="10145" y="10201"/>
                </a:cubicBezTo>
                <a:cubicBezTo>
                  <a:pt x="9358" y="10201"/>
                  <a:pt x="8665" y="9792"/>
                  <a:pt x="8507" y="9225"/>
                </a:cubicBezTo>
                <a:cubicBezTo>
                  <a:pt x="8350" y="8689"/>
                  <a:pt x="8728" y="8154"/>
                  <a:pt x="9263" y="7933"/>
                </a:cubicBezTo>
                <a:cubicBezTo>
                  <a:pt x="9537" y="7800"/>
                  <a:pt x="9829" y="7741"/>
                  <a:pt x="10115" y="7741"/>
                </a:cubicBezTo>
                <a:close/>
                <a:moveTo>
                  <a:pt x="2665" y="9393"/>
                </a:moveTo>
                <a:cubicBezTo>
                  <a:pt x="3537" y="9393"/>
                  <a:pt x="4348" y="9928"/>
                  <a:pt x="4348" y="10642"/>
                </a:cubicBezTo>
                <a:cubicBezTo>
                  <a:pt x="4348" y="11304"/>
                  <a:pt x="3592" y="11871"/>
                  <a:pt x="2679" y="11871"/>
                </a:cubicBezTo>
                <a:cubicBezTo>
                  <a:pt x="1891" y="11871"/>
                  <a:pt x="1229" y="11430"/>
                  <a:pt x="1072" y="10894"/>
                </a:cubicBezTo>
                <a:cubicBezTo>
                  <a:pt x="914" y="10327"/>
                  <a:pt x="1261" y="9823"/>
                  <a:pt x="1828" y="9571"/>
                </a:cubicBezTo>
                <a:cubicBezTo>
                  <a:pt x="2097" y="9448"/>
                  <a:pt x="2384" y="9393"/>
                  <a:pt x="2665" y="9393"/>
                </a:cubicBezTo>
                <a:close/>
                <a:moveTo>
                  <a:pt x="12242" y="1"/>
                </a:moveTo>
                <a:cubicBezTo>
                  <a:pt x="12197" y="1"/>
                  <a:pt x="12149" y="9"/>
                  <a:pt x="12099" y="25"/>
                </a:cubicBezTo>
                <a:lnTo>
                  <a:pt x="4663" y="1664"/>
                </a:lnTo>
                <a:cubicBezTo>
                  <a:pt x="4474" y="1695"/>
                  <a:pt x="4348" y="1853"/>
                  <a:pt x="4348" y="2073"/>
                </a:cubicBezTo>
                <a:lnTo>
                  <a:pt x="4348" y="9067"/>
                </a:lnTo>
                <a:cubicBezTo>
                  <a:pt x="3876" y="8721"/>
                  <a:pt x="3277" y="8563"/>
                  <a:pt x="2679" y="8563"/>
                </a:cubicBezTo>
                <a:cubicBezTo>
                  <a:pt x="1481" y="8563"/>
                  <a:pt x="536" y="9256"/>
                  <a:pt x="284" y="10138"/>
                </a:cubicBezTo>
                <a:cubicBezTo>
                  <a:pt x="1" y="11084"/>
                  <a:pt x="568" y="12060"/>
                  <a:pt x="1670" y="12501"/>
                </a:cubicBezTo>
                <a:cubicBezTo>
                  <a:pt x="1997" y="12634"/>
                  <a:pt x="2349" y="12697"/>
                  <a:pt x="2700" y="12697"/>
                </a:cubicBezTo>
                <a:cubicBezTo>
                  <a:pt x="3600" y="12697"/>
                  <a:pt x="4494" y="12281"/>
                  <a:pt x="4947" y="11556"/>
                </a:cubicBezTo>
                <a:cubicBezTo>
                  <a:pt x="5104" y="11273"/>
                  <a:pt x="5199" y="10957"/>
                  <a:pt x="5199" y="10611"/>
                </a:cubicBezTo>
                <a:lnTo>
                  <a:pt x="5199" y="4909"/>
                </a:lnTo>
                <a:lnTo>
                  <a:pt x="11815" y="3428"/>
                </a:lnTo>
                <a:lnTo>
                  <a:pt x="11815" y="7460"/>
                </a:lnTo>
                <a:cubicBezTo>
                  <a:pt x="11342" y="7114"/>
                  <a:pt x="10775" y="6956"/>
                  <a:pt x="10177" y="6956"/>
                </a:cubicBezTo>
                <a:cubicBezTo>
                  <a:pt x="8948" y="6956"/>
                  <a:pt x="8003" y="7649"/>
                  <a:pt x="7782" y="8532"/>
                </a:cubicBezTo>
                <a:cubicBezTo>
                  <a:pt x="7499" y="9477"/>
                  <a:pt x="8034" y="10453"/>
                  <a:pt x="9137" y="10894"/>
                </a:cubicBezTo>
                <a:cubicBezTo>
                  <a:pt x="9470" y="11017"/>
                  <a:pt x="9823" y="11076"/>
                  <a:pt x="10172" y="11076"/>
                </a:cubicBezTo>
                <a:cubicBezTo>
                  <a:pt x="11077" y="11076"/>
                  <a:pt x="11959" y="10677"/>
                  <a:pt x="12414" y="9949"/>
                </a:cubicBezTo>
                <a:cubicBezTo>
                  <a:pt x="12571" y="9666"/>
                  <a:pt x="12697" y="9351"/>
                  <a:pt x="12697" y="8973"/>
                </a:cubicBezTo>
                <a:cubicBezTo>
                  <a:pt x="12603" y="8941"/>
                  <a:pt x="12603" y="403"/>
                  <a:pt x="12603" y="403"/>
                </a:cubicBezTo>
                <a:cubicBezTo>
                  <a:pt x="12603" y="170"/>
                  <a:pt x="12453" y="1"/>
                  <a:pt x="12242"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53" name="Google Shape;6301;p62">
            <a:extLst>
              <a:ext uri="{FF2B5EF4-FFF2-40B4-BE49-F238E27FC236}">
                <a16:creationId xmlns:a16="http://schemas.microsoft.com/office/drawing/2014/main" id="{5EBDA404-ACAD-4CD9-80F2-E2C037E341FD}"/>
              </a:ext>
            </a:extLst>
          </p:cNvPr>
          <p:cNvSpPr/>
          <p:nvPr/>
        </p:nvSpPr>
        <p:spPr>
          <a:xfrm>
            <a:off x="3850457" y="1507955"/>
            <a:ext cx="236503" cy="237098"/>
          </a:xfrm>
          <a:custGeom>
            <a:avLst/>
            <a:gdLst/>
            <a:ahLst/>
            <a:cxnLst/>
            <a:rect l="l" t="t" r="r" b="b"/>
            <a:pathLst>
              <a:path w="12729" h="12761" extrusionOk="0">
                <a:moveTo>
                  <a:pt x="10595" y="882"/>
                </a:moveTo>
                <a:cubicBezTo>
                  <a:pt x="11081" y="882"/>
                  <a:pt x="11558" y="1164"/>
                  <a:pt x="11752" y="1647"/>
                </a:cubicBezTo>
                <a:cubicBezTo>
                  <a:pt x="11941" y="2120"/>
                  <a:pt x="11846" y="2624"/>
                  <a:pt x="11500" y="3033"/>
                </a:cubicBezTo>
                <a:lnTo>
                  <a:pt x="11374" y="3128"/>
                </a:lnTo>
                <a:lnTo>
                  <a:pt x="9609" y="1363"/>
                </a:lnTo>
                <a:lnTo>
                  <a:pt x="9735" y="1237"/>
                </a:lnTo>
                <a:cubicBezTo>
                  <a:pt x="9979" y="994"/>
                  <a:pt x="10288" y="882"/>
                  <a:pt x="10595" y="882"/>
                </a:cubicBezTo>
                <a:close/>
                <a:moveTo>
                  <a:pt x="9011" y="1899"/>
                </a:moveTo>
                <a:lnTo>
                  <a:pt x="10807" y="3695"/>
                </a:lnTo>
                <a:lnTo>
                  <a:pt x="7656" y="6845"/>
                </a:lnTo>
                <a:lnTo>
                  <a:pt x="5860" y="5049"/>
                </a:lnTo>
                <a:lnTo>
                  <a:pt x="9011" y="1899"/>
                </a:lnTo>
                <a:close/>
                <a:moveTo>
                  <a:pt x="5293" y="5648"/>
                </a:moveTo>
                <a:lnTo>
                  <a:pt x="7057" y="7444"/>
                </a:lnTo>
                <a:lnTo>
                  <a:pt x="4065" y="10437"/>
                </a:lnTo>
                <a:lnTo>
                  <a:pt x="2300" y="8641"/>
                </a:lnTo>
                <a:lnTo>
                  <a:pt x="5293" y="5648"/>
                </a:lnTo>
                <a:close/>
                <a:moveTo>
                  <a:pt x="2017" y="9523"/>
                </a:moveTo>
                <a:lnTo>
                  <a:pt x="3245" y="10752"/>
                </a:lnTo>
                <a:lnTo>
                  <a:pt x="1733" y="11004"/>
                </a:lnTo>
                <a:lnTo>
                  <a:pt x="2017" y="9523"/>
                </a:lnTo>
                <a:close/>
                <a:moveTo>
                  <a:pt x="7762" y="1"/>
                </a:moveTo>
                <a:cubicBezTo>
                  <a:pt x="7443" y="1"/>
                  <a:pt x="7120" y="119"/>
                  <a:pt x="6868" y="355"/>
                </a:cubicBezTo>
                <a:lnTo>
                  <a:pt x="4569" y="2624"/>
                </a:lnTo>
                <a:cubicBezTo>
                  <a:pt x="4411" y="2781"/>
                  <a:pt x="4411" y="3065"/>
                  <a:pt x="4569" y="3222"/>
                </a:cubicBezTo>
                <a:cubicBezTo>
                  <a:pt x="4647" y="3301"/>
                  <a:pt x="4758" y="3340"/>
                  <a:pt x="4868" y="3340"/>
                </a:cubicBezTo>
                <a:cubicBezTo>
                  <a:pt x="4978" y="3340"/>
                  <a:pt x="5088" y="3301"/>
                  <a:pt x="5167" y="3222"/>
                </a:cubicBezTo>
                <a:lnTo>
                  <a:pt x="7436" y="922"/>
                </a:lnTo>
                <a:cubicBezTo>
                  <a:pt x="7514" y="844"/>
                  <a:pt x="7625" y="804"/>
                  <a:pt x="7735" y="804"/>
                </a:cubicBezTo>
                <a:cubicBezTo>
                  <a:pt x="7845" y="804"/>
                  <a:pt x="7955" y="844"/>
                  <a:pt x="8034" y="922"/>
                </a:cubicBezTo>
                <a:lnTo>
                  <a:pt x="8475" y="1363"/>
                </a:lnTo>
                <a:lnTo>
                  <a:pt x="5041" y="4797"/>
                </a:lnTo>
                <a:lnTo>
                  <a:pt x="1450" y="8389"/>
                </a:lnTo>
                <a:cubicBezTo>
                  <a:pt x="1418" y="8420"/>
                  <a:pt x="1387" y="8483"/>
                  <a:pt x="1355" y="8578"/>
                </a:cubicBezTo>
                <a:cubicBezTo>
                  <a:pt x="1355" y="8610"/>
                  <a:pt x="1387" y="8420"/>
                  <a:pt x="883" y="11319"/>
                </a:cubicBezTo>
                <a:lnTo>
                  <a:pt x="158" y="12044"/>
                </a:lnTo>
                <a:cubicBezTo>
                  <a:pt x="0" y="12201"/>
                  <a:pt x="0" y="12485"/>
                  <a:pt x="158" y="12642"/>
                </a:cubicBezTo>
                <a:cubicBezTo>
                  <a:pt x="237" y="12721"/>
                  <a:pt x="347" y="12760"/>
                  <a:pt x="457" y="12760"/>
                </a:cubicBezTo>
                <a:cubicBezTo>
                  <a:pt x="567" y="12760"/>
                  <a:pt x="678" y="12721"/>
                  <a:pt x="756" y="12642"/>
                </a:cubicBezTo>
                <a:lnTo>
                  <a:pt x="1450" y="11918"/>
                </a:lnTo>
                <a:cubicBezTo>
                  <a:pt x="1513" y="11918"/>
                  <a:pt x="4191" y="11445"/>
                  <a:pt x="4191" y="11445"/>
                </a:cubicBezTo>
                <a:cubicBezTo>
                  <a:pt x="4254" y="11445"/>
                  <a:pt x="4317" y="11413"/>
                  <a:pt x="4380" y="11382"/>
                </a:cubicBezTo>
                <a:lnTo>
                  <a:pt x="12130" y="3600"/>
                </a:lnTo>
                <a:cubicBezTo>
                  <a:pt x="12539" y="3222"/>
                  <a:pt x="12728" y="2718"/>
                  <a:pt x="12728" y="2151"/>
                </a:cubicBezTo>
                <a:cubicBezTo>
                  <a:pt x="12697" y="985"/>
                  <a:pt x="11783" y="72"/>
                  <a:pt x="10649" y="72"/>
                </a:cubicBezTo>
                <a:cubicBezTo>
                  <a:pt x="10082" y="72"/>
                  <a:pt x="9578" y="261"/>
                  <a:pt x="9168" y="670"/>
                </a:cubicBezTo>
                <a:lnTo>
                  <a:pt x="9074" y="765"/>
                </a:lnTo>
                <a:lnTo>
                  <a:pt x="8633" y="355"/>
                </a:lnTo>
                <a:cubicBezTo>
                  <a:pt x="8396" y="119"/>
                  <a:pt x="8081" y="1"/>
                  <a:pt x="7762"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54" name="Google Shape;6302;p62">
            <a:extLst>
              <a:ext uri="{FF2B5EF4-FFF2-40B4-BE49-F238E27FC236}">
                <a16:creationId xmlns:a16="http://schemas.microsoft.com/office/drawing/2014/main" id="{74B68ED5-B5AF-4DE0-B3D2-1BA16C83760C}"/>
              </a:ext>
            </a:extLst>
          </p:cNvPr>
          <p:cNvGrpSpPr/>
          <p:nvPr/>
        </p:nvGrpSpPr>
        <p:grpSpPr>
          <a:xfrm>
            <a:off x="3854923" y="1782665"/>
            <a:ext cx="235333" cy="234850"/>
            <a:chOff x="-38686275" y="2314400"/>
            <a:chExt cx="316650" cy="316000"/>
          </a:xfrm>
          <a:solidFill>
            <a:schemeClr val="tx1"/>
          </a:solidFill>
        </p:grpSpPr>
        <p:sp>
          <p:nvSpPr>
            <p:cNvPr id="1017" name="Google Shape;6303;p62">
              <a:extLst>
                <a:ext uri="{FF2B5EF4-FFF2-40B4-BE49-F238E27FC236}">
                  <a16:creationId xmlns:a16="http://schemas.microsoft.com/office/drawing/2014/main" id="{8BFC523E-2D4C-42EB-8B7B-EBC6DD1C35E4}"/>
                </a:ext>
              </a:extLst>
            </p:cNvPr>
            <p:cNvSpPr/>
            <p:nvPr/>
          </p:nvSpPr>
          <p:spPr>
            <a:xfrm>
              <a:off x="-38686275" y="2314400"/>
              <a:ext cx="316650" cy="316000"/>
            </a:xfrm>
            <a:custGeom>
              <a:avLst/>
              <a:gdLst/>
              <a:ahLst/>
              <a:cxnLst/>
              <a:rect l="l" t="t" r="r" b="b"/>
              <a:pathLst>
                <a:path w="12666" h="12640" extrusionOk="0">
                  <a:moveTo>
                    <a:pt x="8161" y="852"/>
                  </a:moveTo>
                  <a:cubicBezTo>
                    <a:pt x="8381" y="852"/>
                    <a:pt x="8539" y="1041"/>
                    <a:pt x="8570" y="1262"/>
                  </a:cubicBezTo>
                  <a:lnTo>
                    <a:pt x="8570" y="1703"/>
                  </a:lnTo>
                  <a:lnTo>
                    <a:pt x="4160" y="1703"/>
                  </a:lnTo>
                  <a:lnTo>
                    <a:pt x="4160" y="1230"/>
                  </a:lnTo>
                  <a:lnTo>
                    <a:pt x="4128" y="1230"/>
                  </a:lnTo>
                  <a:cubicBezTo>
                    <a:pt x="4128" y="1199"/>
                    <a:pt x="4128" y="1104"/>
                    <a:pt x="4160" y="1073"/>
                  </a:cubicBezTo>
                  <a:cubicBezTo>
                    <a:pt x="4254" y="915"/>
                    <a:pt x="4380" y="852"/>
                    <a:pt x="4569" y="852"/>
                  </a:cubicBezTo>
                  <a:close/>
                  <a:moveTo>
                    <a:pt x="11437" y="2427"/>
                  </a:moveTo>
                  <a:cubicBezTo>
                    <a:pt x="11658" y="2427"/>
                    <a:pt x="11815" y="2616"/>
                    <a:pt x="11847" y="2805"/>
                  </a:cubicBezTo>
                  <a:lnTo>
                    <a:pt x="11847" y="5641"/>
                  </a:lnTo>
                  <a:cubicBezTo>
                    <a:pt x="11847" y="5830"/>
                    <a:pt x="11721" y="5987"/>
                    <a:pt x="11563" y="6050"/>
                  </a:cubicBezTo>
                  <a:cubicBezTo>
                    <a:pt x="11542" y="6061"/>
                    <a:pt x="11532" y="6064"/>
                    <a:pt x="11478" y="6064"/>
                  </a:cubicBezTo>
                  <a:cubicBezTo>
                    <a:pt x="11371" y="6064"/>
                    <a:pt x="11091" y="6050"/>
                    <a:pt x="10208" y="6050"/>
                  </a:cubicBezTo>
                  <a:lnTo>
                    <a:pt x="10208" y="4822"/>
                  </a:lnTo>
                  <a:cubicBezTo>
                    <a:pt x="10208" y="4570"/>
                    <a:pt x="9988" y="4381"/>
                    <a:pt x="9767" y="4381"/>
                  </a:cubicBezTo>
                  <a:lnTo>
                    <a:pt x="8129" y="4381"/>
                  </a:lnTo>
                  <a:cubicBezTo>
                    <a:pt x="7877" y="4381"/>
                    <a:pt x="7688" y="4570"/>
                    <a:pt x="7688" y="4822"/>
                  </a:cubicBezTo>
                  <a:lnTo>
                    <a:pt x="7688" y="6050"/>
                  </a:lnTo>
                  <a:lnTo>
                    <a:pt x="4916" y="6050"/>
                  </a:lnTo>
                  <a:lnTo>
                    <a:pt x="4916" y="4822"/>
                  </a:lnTo>
                  <a:cubicBezTo>
                    <a:pt x="4916" y="4570"/>
                    <a:pt x="4727" y="4381"/>
                    <a:pt x="4506" y="4381"/>
                  </a:cubicBezTo>
                  <a:lnTo>
                    <a:pt x="2836" y="4381"/>
                  </a:lnTo>
                  <a:cubicBezTo>
                    <a:pt x="2710" y="4381"/>
                    <a:pt x="2647" y="4412"/>
                    <a:pt x="2553" y="4507"/>
                  </a:cubicBezTo>
                  <a:cubicBezTo>
                    <a:pt x="2490" y="4570"/>
                    <a:pt x="2458" y="4696"/>
                    <a:pt x="2458" y="4790"/>
                  </a:cubicBezTo>
                  <a:lnTo>
                    <a:pt x="2458" y="5987"/>
                  </a:lnTo>
                  <a:lnTo>
                    <a:pt x="1230" y="5987"/>
                  </a:lnTo>
                  <a:cubicBezTo>
                    <a:pt x="978" y="5987"/>
                    <a:pt x="820" y="5798"/>
                    <a:pt x="788" y="5578"/>
                  </a:cubicBezTo>
                  <a:lnTo>
                    <a:pt x="788" y="2805"/>
                  </a:lnTo>
                  <a:cubicBezTo>
                    <a:pt x="788" y="2585"/>
                    <a:pt x="978" y="2427"/>
                    <a:pt x="1230" y="2427"/>
                  </a:cubicBezTo>
                  <a:close/>
                  <a:moveTo>
                    <a:pt x="4128" y="5200"/>
                  </a:moveTo>
                  <a:lnTo>
                    <a:pt x="4128" y="6428"/>
                  </a:lnTo>
                  <a:cubicBezTo>
                    <a:pt x="4128" y="6586"/>
                    <a:pt x="4065" y="6712"/>
                    <a:pt x="3939" y="6775"/>
                  </a:cubicBezTo>
                  <a:cubicBezTo>
                    <a:pt x="3857" y="6826"/>
                    <a:pt x="3768" y="6851"/>
                    <a:pt x="3684" y="6851"/>
                  </a:cubicBezTo>
                  <a:cubicBezTo>
                    <a:pt x="3508" y="6851"/>
                    <a:pt x="3351" y="6746"/>
                    <a:pt x="3309" y="6554"/>
                  </a:cubicBezTo>
                  <a:lnTo>
                    <a:pt x="3309" y="5200"/>
                  </a:lnTo>
                  <a:close/>
                  <a:moveTo>
                    <a:pt x="9358" y="5200"/>
                  </a:moveTo>
                  <a:lnTo>
                    <a:pt x="9358" y="6428"/>
                  </a:lnTo>
                  <a:cubicBezTo>
                    <a:pt x="9358" y="6586"/>
                    <a:pt x="9295" y="6712"/>
                    <a:pt x="9169" y="6775"/>
                  </a:cubicBezTo>
                  <a:cubicBezTo>
                    <a:pt x="9097" y="6826"/>
                    <a:pt x="9015" y="6851"/>
                    <a:pt x="8934" y="6851"/>
                  </a:cubicBezTo>
                  <a:cubicBezTo>
                    <a:pt x="8766" y="6851"/>
                    <a:pt x="8602" y="6746"/>
                    <a:pt x="8539" y="6554"/>
                  </a:cubicBezTo>
                  <a:lnTo>
                    <a:pt x="8539" y="5200"/>
                  </a:lnTo>
                  <a:close/>
                  <a:moveTo>
                    <a:pt x="11059" y="6869"/>
                  </a:moveTo>
                  <a:lnTo>
                    <a:pt x="11059" y="11438"/>
                  </a:lnTo>
                  <a:lnTo>
                    <a:pt x="11028" y="11438"/>
                  </a:lnTo>
                  <a:cubicBezTo>
                    <a:pt x="11028" y="11658"/>
                    <a:pt x="10839" y="11816"/>
                    <a:pt x="10618" y="11816"/>
                  </a:cubicBezTo>
                  <a:lnTo>
                    <a:pt x="2080" y="11816"/>
                  </a:lnTo>
                  <a:cubicBezTo>
                    <a:pt x="1860" y="11816"/>
                    <a:pt x="1702" y="11627"/>
                    <a:pt x="1702" y="11438"/>
                  </a:cubicBezTo>
                  <a:lnTo>
                    <a:pt x="1702" y="6869"/>
                  </a:lnTo>
                  <a:lnTo>
                    <a:pt x="2616" y="6869"/>
                  </a:lnTo>
                  <a:cubicBezTo>
                    <a:pt x="2710" y="7216"/>
                    <a:pt x="3025" y="7531"/>
                    <a:pt x="3403" y="7657"/>
                  </a:cubicBezTo>
                  <a:cubicBezTo>
                    <a:pt x="3520" y="7692"/>
                    <a:pt x="3637" y="7709"/>
                    <a:pt x="3752" y="7709"/>
                  </a:cubicBezTo>
                  <a:cubicBezTo>
                    <a:pt x="4263" y="7709"/>
                    <a:pt x="4736" y="7383"/>
                    <a:pt x="4916" y="6869"/>
                  </a:cubicBezTo>
                  <a:lnTo>
                    <a:pt x="7846" y="6869"/>
                  </a:lnTo>
                  <a:cubicBezTo>
                    <a:pt x="8017" y="7384"/>
                    <a:pt x="8513" y="7708"/>
                    <a:pt x="9036" y="7708"/>
                  </a:cubicBezTo>
                  <a:cubicBezTo>
                    <a:pt x="9185" y="7708"/>
                    <a:pt x="9337" y="7682"/>
                    <a:pt x="9484" y="7626"/>
                  </a:cubicBezTo>
                  <a:cubicBezTo>
                    <a:pt x="9799" y="7500"/>
                    <a:pt x="10082" y="7216"/>
                    <a:pt x="10145" y="6869"/>
                  </a:cubicBezTo>
                  <a:close/>
                  <a:moveTo>
                    <a:pt x="8211" y="0"/>
                  </a:moveTo>
                  <a:cubicBezTo>
                    <a:pt x="8194" y="0"/>
                    <a:pt x="8177" y="1"/>
                    <a:pt x="8161" y="1"/>
                  </a:cubicBezTo>
                  <a:lnTo>
                    <a:pt x="4569" y="1"/>
                  </a:lnTo>
                  <a:cubicBezTo>
                    <a:pt x="3907" y="1"/>
                    <a:pt x="3309" y="569"/>
                    <a:pt x="3340" y="1230"/>
                  </a:cubicBezTo>
                  <a:lnTo>
                    <a:pt x="3340" y="1671"/>
                  </a:lnTo>
                  <a:lnTo>
                    <a:pt x="1261" y="1671"/>
                  </a:lnTo>
                  <a:cubicBezTo>
                    <a:pt x="599" y="1671"/>
                    <a:pt x="1" y="2207"/>
                    <a:pt x="1" y="2868"/>
                  </a:cubicBezTo>
                  <a:lnTo>
                    <a:pt x="1" y="5641"/>
                  </a:lnTo>
                  <a:cubicBezTo>
                    <a:pt x="1" y="6145"/>
                    <a:pt x="316" y="6617"/>
                    <a:pt x="820" y="6838"/>
                  </a:cubicBezTo>
                  <a:lnTo>
                    <a:pt x="820" y="11438"/>
                  </a:lnTo>
                  <a:cubicBezTo>
                    <a:pt x="820" y="12067"/>
                    <a:pt x="1333" y="12639"/>
                    <a:pt x="1953" y="12639"/>
                  </a:cubicBezTo>
                  <a:cubicBezTo>
                    <a:pt x="1984" y="12639"/>
                    <a:pt x="2016" y="12638"/>
                    <a:pt x="2049" y="12635"/>
                  </a:cubicBezTo>
                  <a:lnTo>
                    <a:pt x="10587" y="12635"/>
                  </a:lnTo>
                  <a:cubicBezTo>
                    <a:pt x="11248" y="12635"/>
                    <a:pt x="11847" y="12099"/>
                    <a:pt x="11815" y="11438"/>
                  </a:cubicBezTo>
                  <a:lnTo>
                    <a:pt x="11815" y="6838"/>
                  </a:lnTo>
                  <a:cubicBezTo>
                    <a:pt x="12288" y="6680"/>
                    <a:pt x="12634" y="6208"/>
                    <a:pt x="12634" y="5641"/>
                  </a:cubicBezTo>
                  <a:lnTo>
                    <a:pt x="12634" y="2868"/>
                  </a:lnTo>
                  <a:cubicBezTo>
                    <a:pt x="12666" y="2207"/>
                    <a:pt x="12130" y="1640"/>
                    <a:pt x="11469" y="1640"/>
                  </a:cubicBezTo>
                  <a:lnTo>
                    <a:pt x="9358" y="1640"/>
                  </a:lnTo>
                  <a:lnTo>
                    <a:pt x="9358" y="1230"/>
                  </a:lnTo>
                  <a:cubicBezTo>
                    <a:pt x="9358" y="585"/>
                    <a:pt x="8849" y="0"/>
                    <a:pt x="8211" y="0"/>
                  </a:cubicBezTo>
                  <a:close/>
                </a:path>
              </a:pathLst>
            </a:custGeom>
            <a:grpFill/>
            <a:ln>
              <a:noFill/>
            </a:ln>
          </p:spPr>
          <p:txBody>
            <a:bodyPr spcFirstLastPara="1" wrap="square" lIns="62728" tIns="62728" rIns="62728" bIns="62728" anchor="ctr" anchorCtr="0">
              <a:noAutofit/>
            </a:bodyPr>
            <a:lstStyle/>
            <a:p>
              <a:endParaRPr sz="764"/>
            </a:p>
          </p:txBody>
        </p:sp>
        <p:sp>
          <p:nvSpPr>
            <p:cNvPr id="1018" name="Google Shape;6304;p62">
              <a:extLst>
                <a:ext uri="{FF2B5EF4-FFF2-40B4-BE49-F238E27FC236}">
                  <a16:creationId xmlns:a16="http://schemas.microsoft.com/office/drawing/2014/main" id="{720F9555-CFAF-4A4D-8851-1BE73195F765}"/>
                </a:ext>
              </a:extLst>
            </p:cNvPr>
            <p:cNvSpPr/>
            <p:nvPr/>
          </p:nvSpPr>
          <p:spPr>
            <a:xfrm>
              <a:off x="-38583075" y="2527075"/>
              <a:ext cx="111075" cy="63050"/>
            </a:xfrm>
            <a:custGeom>
              <a:avLst/>
              <a:gdLst/>
              <a:ahLst/>
              <a:cxnLst/>
              <a:rect l="l" t="t" r="r" b="b"/>
              <a:pathLst>
                <a:path w="4443" h="2522" extrusionOk="0">
                  <a:moveTo>
                    <a:pt x="3592" y="851"/>
                  </a:moveTo>
                  <a:lnTo>
                    <a:pt x="3592" y="1670"/>
                  </a:lnTo>
                  <a:lnTo>
                    <a:pt x="819" y="1670"/>
                  </a:lnTo>
                  <a:lnTo>
                    <a:pt x="819" y="851"/>
                  </a:lnTo>
                  <a:close/>
                  <a:moveTo>
                    <a:pt x="441" y="1"/>
                  </a:moveTo>
                  <a:cubicBezTo>
                    <a:pt x="189" y="1"/>
                    <a:pt x="0" y="221"/>
                    <a:pt x="0" y="442"/>
                  </a:cubicBezTo>
                  <a:lnTo>
                    <a:pt x="0" y="2112"/>
                  </a:lnTo>
                  <a:cubicBezTo>
                    <a:pt x="0" y="2332"/>
                    <a:pt x="189" y="2521"/>
                    <a:pt x="441" y="2521"/>
                  </a:cubicBezTo>
                  <a:lnTo>
                    <a:pt x="4033" y="2521"/>
                  </a:lnTo>
                  <a:cubicBezTo>
                    <a:pt x="4253" y="2521"/>
                    <a:pt x="4442" y="2332"/>
                    <a:pt x="4442" y="2112"/>
                  </a:cubicBezTo>
                  <a:lnTo>
                    <a:pt x="4442" y="442"/>
                  </a:lnTo>
                  <a:cubicBezTo>
                    <a:pt x="4411" y="221"/>
                    <a:pt x="4253" y="1"/>
                    <a:pt x="4033"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55" name="Google Shape;6305;p62">
            <a:extLst>
              <a:ext uri="{FF2B5EF4-FFF2-40B4-BE49-F238E27FC236}">
                <a16:creationId xmlns:a16="http://schemas.microsoft.com/office/drawing/2014/main" id="{43BDB5B7-3881-45C6-B636-89175C832CF2}"/>
              </a:ext>
            </a:extLst>
          </p:cNvPr>
          <p:cNvGrpSpPr/>
          <p:nvPr/>
        </p:nvGrpSpPr>
        <p:grpSpPr>
          <a:xfrm>
            <a:off x="3854041" y="2056050"/>
            <a:ext cx="237098" cy="235909"/>
            <a:chOff x="-38686275" y="2682250"/>
            <a:chExt cx="319025" cy="317425"/>
          </a:xfrm>
          <a:solidFill>
            <a:schemeClr val="tx1"/>
          </a:solidFill>
        </p:grpSpPr>
        <p:sp>
          <p:nvSpPr>
            <p:cNvPr id="1015" name="Google Shape;6306;p62">
              <a:extLst>
                <a:ext uri="{FF2B5EF4-FFF2-40B4-BE49-F238E27FC236}">
                  <a16:creationId xmlns:a16="http://schemas.microsoft.com/office/drawing/2014/main" id="{C6C2A9FA-4623-4F15-9D13-40D8C4782CD4}"/>
                </a:ext>
              </a:extLst>
            </p:cNvPr>
            <p:cNvSpPr/>
            <p:nvPr/>
          </p:nvSpPr>
          <p:spPr>
            <a:xfrm>
              <a:off x="-38686275" y="2682250"/>
              <a:ext cx="319025" cy="317425"/>
            </a:xfrm>
            <a:custGeom>
              <a:avLst/>
              <a:gdLst/>
              <a:ahLst/>
              <a:cxnLst/>
              <a:rect l="l" t="t" r="r" b="b"/>
              <a:pathLst>
                <a:path w="12761" h="12697" extrusionOk="0">
                  <a:moveTo>
                    <a:pt x="11511" y="5995"/>
                  </a:moveTo>
                  <a:cubicBezTo>
                    <a:pt x="11742" y="5995"/>
                    <a:pt x="11941" y="6184"/>
                    <a:pt x="11941" y="6396"/>
                  </a:cubicBezTo>
                  <a:cubicBezTo>
                    <a:pt x="11941" y="6616"/>
                    <a:pt x="11815" y="6774"/>
                    <a:pt x="11626" y="6805"/>
                  </a:cubicBezTo>
                  <a:cubicBezTo>
                    <a:pt x="11576" y="6818"/>
                    <a:pt x="11528" y="6824"/>
                    <a:pt x="11483" y="6824"/>
                  </a:cubicBezTo>
                  <a:cubicBezTo>
                    <a:pt x="11302" y="6824"/>
                    <a:pt x="11166" y="6723"/>
                    <a:pt x="11091" y="6522"/>
                  </a:cubicBezTo>
                  <a:cubicBezTo>
                    <a:pt x="11028" y="6301"/>
                    <a:pt x="11154" y="6081"/>
                    <a:pt x="11374" y="6018"/>
                  </a:cubicBezTo>
                  <a:cubicBezTo>
                    <a:pt x="11420" y="6002"/>
                    <a:pt x="11466" y="5995"/>
                    <a:pt x="11511" y="5995"/>
                  </a:cubicBezTo>
                  <a:close/>
                  <a:moveTo>
                    <a:pt x="5042" y="788"/>
                  </a:moveTo>
                  <a:cubicBezTo>
                    <a:pt x="7310" y="788"/>
                    <a:pt x="9169" y="2615"/>
                    <a:pt x="9169" y="4915"/>
                  </a:cubicBezTo>
                  <a:cubicBezTo>
                    <a:pt x="9169" y="7183"/>
                    <a:pt x="7310" y="9042"/>
                    <a:pt x="5042" y="9042"/>
                  </a:cubicBezTo>
                  <a:cubicBezTo>
                    <a:pt x="3624" y="9042"/>
                    <a:pt x="2364" y="8317"/>
                    <a:pt x="1608" y="7246"/>
                  </a:cubicBezTo>
                  <a:cubicBezTo>
                    <a:pt x="820" y="6049"/>
                    <a:pt x="694" y="4568"/>
                    <a:pt x="1230" y="3308"/>
                  </a:cubicBezTo>
                  <a:cubicBezTo>
                    <a:pt x="1860" y="1827"/>
                    <a:pt x="3309" y="788"/>
                    <a:pt x="5042" y="788"/>
                  </a:cubicBezTo>
                  <a:close/>
                  <a:moveTo>
                    <a:pt x="7531" y="9200"/>
                  </a:moveTo>
                  <a:lnTo>
                    <a:pt x="7531" y="11373"/>
                  </a:lnTo>
                  <a:cubicBezTo>
                    <a:pt x="7531" y="11594"/>
                    <a:pt x="7310" y="11751"/>
                    <a:pt x="7089" y="11814"/>
                  </a:cubicBezTo>
                  <a:lnTo>
                    <a:pt x="2962" y="11814"/>
                  </a:lnTo>
                  <a:cubicBezTo>
                    <a:pt x="2710" y="11814"/>
                    <a:pt x="2553" y="11594"/>
                    <a:pt x="2553" y="11373"/>
                  </a:cubicBezTo>
                  <a:lnTo>
                    <a:pt x="2553" y="9200"/>
                  </a:lnTo>
                  <a:cubicBezTo>
                    <a:pt x="3316" y="9645"/>
                    <a:pt x="4174" y="9873"/>
                    <a:pt x="5041" y="9873"/>
                  </a:cubicBezTo>
                  <a:cubicBezTo>
                    <a:pt x="5892" y="9873"/>
                    <a:pt x="6750" y="9652"/>
                    <a:pt x="7531" y="9200"/>
                  </a:cubicBezTo>
                  <a:close/>
                  <a:moveTo>
                    <a:pt x="4947" y="0"/>
                  </a:moveTo>
                  <a:cubicBezTo>
                    <a:pt x="4296" y="0"/>
                    <a:pt x="3643" y="126"/>
                    <a:pt x="3025" y="378"/>
                  </a:cubicBezTo>
                  <a:cubicBezTo>
                    <a:pt x="1230" y="1134"/>
                    <a:pt x="1" y="2930"/>
                    <a:pt x="1" y="4946"/>
                  </a:cubicBezTo>
                  <a:cubicBezTo>
                    <a:pt x="1" y="6396"/>
                    <a:pt x="631" y="7750"/>
                    <a:pt x="1639" y="8664"/>
                  </a:cubicBezTo>
                  <a:lnTo>
                    <a:pt x="1639" y="11436"/>
                  </a:lnTo>
                  <a:cubicBezTo>
                    <a:pt x="1639" y="12098"/>
                    <a:pt x="2206" y="12697"/>
                    <a:pt x="2868" y="12697"/>
                  </a:cubicBezTo>
                  <a:lnTo>
                    <a:pt x="6995" y="12697"/>
                  </a:lnTo>
                  <a:cubicBezTo>
                    <a:pt x="7562" y="12697"/>
                    <a:pt x="8035" y="12350"/>
                    <a:pt x="8192" y="11877"/>
                  </a:cubicBezTo>
                  <a:cubicBezTo>
                    <a:pt x="10114" y="11720"/>
                    <a:pt x="11847" y="10113"/>
                    <a:pt x="11847" y="8160"/>
                  </a:cubicBezTo>
                  <a:lnTo>
                    <a:pt x="11847" y="7719"/>
                  </a:lnTo>
                  <a:cubicBezTo>
                    <a:pt x="12351" y="7530"/>
                    <a:pt x="12666" y="7089"/>
                    <a:pt x="12666" y="6522"/>
                  </a:cubicBezTo>
                  <a:cubicBezTo>
                    <a:pt x="12760" y="5734"/>
                    <a:pt x="12193" y="5198"/>
                    <a:pt x="11500" y="5198"/>
                  </a:cubicBezTo>
                  <a:cubicBezTo>
                    <a:pt x="10839" y="5198"/>
                    <a:pt x="10240" y="5734"/>
                    <a:pt x="10240" y="6459"/>
                  </a:cubicBezTo>
                  <a:cubicBezTo>
                    <a:pt x="10240" y="6994"/>
                    <a:pt x="10587" y="7435"/>
                    <a:pt x="11059" y="7624"/>
                  </a:cubicBezTo>
                  <a:lnTo>
                    <a:pt x="11059" y="8097"/>
                  </a:lnTo>
                  <a:cubicBezTo>
                    <a:pt x="11059" y="9546"/>
                    <a:pt x="9767" y="10775"/>
                    <a:pt x="8318" y="10964"/>
                  </a:cubicBezTo>
                  <a:lnTo>
                    <a:pt x="8318" y="8664"/>
                  </a:lnTo>
                  <a:cubicBezTo>
                    <a:pt x="8633" y="8380"/>
                    <a:pt x="8885" y="8065"/>
                    <a:pt x="9106" y="7750"/>
                  </a:cubicBezTo>
                  <a:cubicBezTo>
                    <a:pt x="10618" y="5514"/>
                    <a:pt x="10051" y="2395"/>
                    <a:pt x="7751" y="851"/>
                  </a:cubicBezTo>
                  <a:cubicBezTo>
                    <a:pt x="6900" y="284"/>
                    <a:pt x="5925" y="0"/>
                    <a:pt x="4947" y="0"/>
                  </a:cubicBezTo>
                  <a:close/>
                </a:path>
              </a:pathLst>
            </a:custGeom>
            <a:grpFill/>
            <a:ln>
              <a:noFill/>
            </a:ln>
          </p:spPr>
          <p:txBody>
            <a:bodyPr spcFirstLastPara="1" wrap="square" lIns="62728" tIns="62728" rIns="62728" bIns="62728" anchor="ctr" anchorCtr="0">
              <a:noAutofit/>
            </a:bodyPr>
            <a:lstStyle/>
            <a:p>
              <a:endParaRPr sz="764"/>
            </a:p>
          </p:txBody>
        </p:sp>
        <p:sp>
          <p:nvSpPr>
            <p:cNvPr id="1016" name="Google Shape;6307;p62">
              <a:extLst>
                <a:ext uri="{FF2B5EF4-FFF2-40B4-BE49-F238E27FC236}">
                  <a16:creationId xmlns:a16="http://schemas.microsoft.com/office/drawing/2014/main" id="{123AA3CD-4B60-43B5-ACD6-B26154298293}"/>
                </a:ext>
              </a:extLst>
            </p:cNvPr>
            <p:cNvSpPr/>
            <p:nvPr/>
          </p:nvSpPr>
          <p:spPr>
            <a:xfrm>
              <a:off x="-38591750" y="2773600"/>
              <a:ext cx="63025" cy="61350"/>
            </a:xfrm>
            <a:custGeom>
              <a:avLst/>
              <a:gdLst/>
              <a:ahLst/>
              <a:cxnLst/>
              <a:rect l="l" t="t" r="r" b="b"/>
              <a:pathLst>
                <a:path w="2521" h="2454" extrusionOk="0">
                  <a:moveTo>
                    <a:pt x="1264" y="788"/>
                  </a:moveTo>
                  <a:cubicBezTo>
                    <a:pt x="1315" y="788"/>
                    <a:pt x="1368" y="798"/>
                    <a:pt x="1418" y="820"/>
                  </a:cubicBezTo>
                  <a:cubicBezTo>
                    <a:pt x="1544" y="851"/>
                    <a:pt x="1607" y="977"/>
                    <a:pt x="1639" y="1103"/>
                  </a:cubicBezTo>
                  <a:cubicBezTo>
                    <a:pt x="1716" y="1387"/>
                    <a:pt x="1519" y="1649"/>
                    <a:pt x="1273" y="1649"/>
                  </a:cubicBezTo>
                  <a:cubicBezTo>
                    <a:pt x="1218" y="1649"/>
                    <a:pt x="1161" y="1636"/>
                    <a:pt x="1103" y="1607"/>
                  </a:cubicBezTo>
                  <a:cubicBezTo>
                    <a:pt x="914" y="1544"/>
                    <a:pt x="788" y="1292"/>
                    <a:pt x="851" y="1072"/>
                  </a:cubicBezTo>
                  <a:cubicBezTo>
                    <a:pt x="924" y="902"/>
                    <a:pt x="1090" y="788"/>
                    <a:pt x="1264" y="788"/>
                  </a:cubicBezTo>
                  <a:close/>
                  <a:moveTo>
                    <a:pt x="1261" y="1"/>
                  </a:moveTo>
                  <a:cubicBezTo>
                    <a:pt x="599" y="1"/>
                    <a:pt x="0" y="536"/>
                    <a:pt x="32" y="1229"/>
                  </a:cubicBezTo>
                  <a:cubicBezTo>
                    <a:pt x="32" y="1765"/>
                    <a:pt x="379" y="2238"/>
                    <a:pt x="914" y="2395"/>
                  </a:cubicBezTo>
                  <a:cubicBezTo>
                    <a:pt x="1038" y="2435"/>
                    <a:pt x="1163" y="2453"/>
                    <a:pt x="1285" y="2453"/>
                  </a:cubicBezTo>
                  <a:cubicBezTo>
                    <a:pt x="1939" y="2453"/>
                    <a:pt x="2521" y="1920"/>
                    <a:pt x="2521" y="1229"/>
                  </a:cubicBezTo>
                  <a:cubicBezTo>
                    <a:pt x="2489" y="536"/>
                    <a:pt x="1922" y="1"/>
                    <a:pt x="126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56" name="Google Shape;6308;p62">
            <a:extLst>
              <a:ext uri="{FF2B5EF4-FFF2-40B4-BE49-F238E27FC236}">
                <a16:creationId xmlns:a16="http://schemas.microsoft.com/office/drawing/2014/main" id="{BCB7C0E0-FD91-4B6A-B41F-A1752A9DF40A}"/>
              </a:ext>
            </a:extLst>
          </p:cNvPr>
          <p:cNvGrpSpPr/>
          <p:nvPr/>
        </p:nvGrpSpPr>
        <p:grpSpPr>
          <a:xfrm>
            <a:off x="1337379" y="2049158"/>
            <a:ext cx="247038" cy="237748"/>
            <a:chOff x="-37534750" y="2668075"/>
            <a:chExt cx="332400" cy="319900"/>
          </a:xfrm>
          <a:solidFill>
            <a:schemeClr val="tx1"/>
          </a:solidFill>
        </p:grpSpPr>
        <p:sp>
          <p:nvSpPr>
            <p:cNvPr id="1013" name="Google Shape;6309;p62">
              <a:extLst>
                <a:ext uri="{FF2B5EF4-FFF2-40B4-BE49-F238E27FC236}">
                  <a16:creationId xmlns:a16="http://schemas.microsoft.com/office/drawing/2014/main" id="{1B08314E-EB8B-47F9-ABCE-74D8D68AEA3A}"/>
                </a:ext>
              </a:extLst>
            </p:cNvPr>
            <p:cNvSpPr/>
            <p:nvPr/>
          </p:nvSpPr>
          <p:spPr>
            <a:xfrm>
              <a:off x="-37534750" y="2668075"/>
              <a:ext cx="332400" cy="319900"/>
            </a:xfrm>
            <a:custGeom>
              <a:avLst/>
              <a:gdLst/>
              <a:ahLst/>
              <a:cxnLst/>
              <a:rect l="l" t="t" r="r" b="b"/>
              <a:pathLst>
                <a:path w="13296" h="12796" extrusionOk="0">
                  <a:moveTo>
                    <a:pt x="5258" y="834"/>
                  </a:moveTo>
                  <a:cubicBezTo>
                    <a:pt x="5799" y="834"/>
                    <a:pt x="6338" y="935"/>
                    <a:pt x="6837" y="1134"/>
                  </a:cubicBezTo>
                  <a:cubicBezTo>
                    <a:pt x="9105" y="2142"/>
                    <a:pt x="10019" y="4852"/>
                    <a:pt x="8822" y="6963"/>
                  </a:cubicBezTo>
                  <a:cubicBezTo>
                    <a:pt x="8790" y="7026"/>
                    <a:pt x="8790" y="7026"/>
                    <a:pt x="8790" y="7057"/>
                  </a:cubicBezTo>
                  <a:cubicBezTo>
                    <a:pt x="8632" y="7372"/>
                    <a:pt x="8412" y="7656"/>
                    <a:pt x="8160" y="7876"/>
                  </a:cubicBezTo>
                  <a:cubicBezTo>
                    <a:pt x="8002" y="8002"/>
                    <a:pt x="7876" y="8128"/>
                    <a:pt x="7782" y="8191"/>
                  </a:cubicBezTo>
                  <a:cubicBezTo>
                    <a:pt x="7687" y="8223"/>
                    <a:pt x="7719" y="8223"/>
                    <a:pt x="7687" y="8286"/>
                  </a:cubicBezTo>
                  <a:cubicBezTo>
                    <a:pt x="7152" y="8664"/>
                    <a:pt x="6585" y="8947"/>
                    <a:pt x="5923" y="9073"/>
                  </a:cubicBezTo>
                  <a:cubicBezTo>
                    <a:pt x="5694" y="9110"/>
                    <a:pt x="5468" y="9128"/>
                    <a:pt x="5245" y="9128"/>
                  </a:cubicBezTo>
                  <a:cubicBezTo>
                    <a:pt x="2977" y="9128"/>
                    <a:pt x="1071" y="7298"/>
                    <a:pt x="1071" y="4946"/>
                  </a:cubicBezTo>
                  <a:cubicBezTo>
                    <a:pt x="1071" y="3592"/>
                    <a:pt x="1796" y="2268"/>
                    <a:pt x="2899" y="1544"/>
                  </a:cubicBezTo>
                  <a:cubicBezTo>
                    <a:pt x="3603" y="1068"/>
                    <a:pt x="4433" y="834"/>
                    <a:pt x="5258" y="834"/>
                  </a:cubicBezTo>
                  <a:close/>
                  <a:moveTo>
                    <a:pt x="9200" y="7876"/>
                  </a:moveTo>
                  <a:lnTo>
                    <a:pt x="11909" y="10586"/>
                  </a:lnTo>
                  <a:cubicBezTo>
                    <a:pt x="12067" y="10743"/>
                    <a:pt x="12130" y="10901"/>
                    <a:pt x="12130" y="11153"/>
                  </a:cubicBezTo>
                  <a:cubicBezTo>
                    <a:pt x="12130" y="11594"/>
                    <a:pt x="11783" y="11909"/>
                    <a:pt x="11405" y="11909"/>
                  </a:cubicBezTo>
                  <a:cubicBezTo>
                    <a:pt x="11184" y="11909"/>
                    <a:pt x="10995" y="11814"/>
                    <a:pt x="10838" y="11657"/>
                  </a:cubicBezTo>
                  <a:lnTo>
                    <a:pt x="8128" y="8947"/>
                  </a:lnTo>
                  <a:cubicBezTo>
                    <a:pt x="8160" y="8916"/>
                    <a:pt x="8759" y="8506"/>
                    <a:pt x="9200" y="7876"/>
                  </a:cubicBezTo>
                  <a:close/>
                  <a:moveTo>
                    <a:pt x="5198" y="0"/>
                  </a:moveTo>
                  <a:cubicBezTo>
                    <a:pt x="3529" y="0"/>
                    <a:pt x="1985" y="882"/>
                    <a:pt x="1103" y="2205"/>
                  </a:cubicBezTo>
                  <a:cubicBezTo>
                    <a:pt x="158" y="3623"/>
                    <a:pt x="0" y="5387"/>
                    <a:pt x="630" y="6931"/>
                  </a:cubicBezTo>
                  <a:cubicBezTo>
                    <a:pt x="1470" y="8860"/>
                    <a:pt x="3356" y="9972"/>
                    <a:pt x="5251" y="9972"/>
                  </a:cubicBezTo>
                  <a:cubicBezTo>
                    <a:pt x="5988" y="9972"/>
                    <a:pt x="6725" y="9804"/>
                    <a:pt x="7404" y="9452"/>
                  </a:cubicBezTo>
                  <a:lnTo>
                    <a:pt x="10302" y="12318"/>
                  </a:lnTo>
                  <a:cubicBezTo>
                    <a:pt x="10588" y="12626"/>
                    <a:pt x="11026" y="12796"/>
                    <a:pt x="11468" y="12796"/>
                  </a:cubicBezTo>
                  <a:cubicBezTo>
                    <a:pt x="11661" y="12796"/>
                    <a:pt x="11854" y="12763"/>
                    <a:pt x="12035" y="12697"/>
                  </a:cubicBezTo>
                  <a:cubicBezTo>
                    <a:pt x="13043" y="12161"/>
                    <a:pt x="13295" y="10806"/>
                    <a:pt x="12539" y="10050"/>
                  </a:cubicBezTo>
                  <a:lnTo>
                    <a:pt x="9672" y="7183"/>
                  </a:lnTo>
                  <a:cubicBezTo>
                    <a:pt x="10334" y="5860"/>
                    <a:pt x="10334" y="4348"/>
                    <a:pt x="9767" y="3025"/>
                  </a:cubicBezTo>
                  <a:cubicBezTo>
                    <a:pt x="9042" y="1229"/>
                    <a:pt x="7215" y="0"/>
                    <a:pt x="5198" y="0"/>
                  </a:cubicBezTo>
                  <a:close/>
                </a:path>
              </a:pathLst>
            </a:custGeom>
            <a:grpFill/>
            <a:ln>
              <a:noFill/>
            </a:ln>
          </p:spPr>
          <p:txBody>
            <a:bodyPr spcFirstLastPara="1" wrap="square" lIns="62728" tIns="62728" rIns="62728" bIns="62728" anchor="ctr" anchorCtr="0">
              <a:noAutofit/>
            </a:bodyPr>
            <a:lstStyle/>
            <a:p>
              <a:endParaRPr sz="764"/>
            </a:p>
          </p:txBody>
        </p:sp>
        <p:sp>
          <p:nvSpPr>
            <p:cNvPr id="1014" name="Google Shape;6310;p62">
              <a:extLst>
                <a:ext uri="{FF2B5EF4-FFF2-40B4-BE49-F238E27FC236}">
                  <a16:creationId xmlns:a16="http://schemas.microsoft.com/office/drawing/2014/main" id="{8609F983-3796-47C5-B63E-8BC08CCA1028}"/>
                </a:ext>
              </a:extLst>
            </p:cNvPr>
            <p:cNvSpPr/>
            <p:nvPr/>
          </p:nvSpPr>
          <p:spPr>
            <a:xfrm>
              <a:off x="-37487500" y="2709475"/>
              <a:ext cx="165425" cy="164450"/>
            </a:xfrm>
            <a:custGeom>
              <a:avLst/>
              <a:gdLst/>
              <a:ahLst/>
              <a:cxnLst/>
              <a:rect l="l" t="t" r="r" b="b"/>
              <a:pathLst>
                <a:path w="6617" h="6578" extrusionOk="0">
                  <a:moveTo>
                    <a:pt x="3308" y="833"/>
                  </a:moveTo>
                  <a:cubicBezTo>
                    <a:pt x="4695" y="833"/>
                    <a:pt x="5797" y="1936"/>
                    <a:pt x="5797" y="3290"/>
                  </a:cubicBezTo>
                  <a:cubicBezTo>
                    <a:pt x="5797" y="4614"/>
                    <a:pt x="4726" y="5779"/>
                    <a:pt x="3308" y="5779"/>
                  </a:cubicBezTo>
                  <a:cubicBezTo>
                    <a:pt x="1954" y="5779"/>
                    <a:pt x="851" y="4677"/>
                    <a:pt x="851" y="3290"/>
                  </a:cubicBezTo>
                  <a:cubicBezTo>
                    <a:pt x="851" y="1936"/>
                    <a:pt x="1954" y="833"/>
                    <a:pt x="3308" y="833"/>
                  </a:cubicBezTo>
                  <a:close/>
                  <a:moveTo>
                    <a:pt x="3319" y="0"/>
                  </a:moveTo>
                  <a:cubicBezTo>
                    <a:pt x="2880" y="0"/>
                    <a:pt x="2438" y="81"/>
                    <a:pt x="2017" y="234"/>
                  </a:cubicBezTo>
                  <a:cubicBezTo>
                    <a:pt x="851" y="738"/>
                    <a:pt x="0" y="1936"/>
                    <a:pt x="0" y="3259"/>
                  </a:cubicBezTo>
                  <a:cubicBezTo>
                    <a:pt x="0" y="4362"/>
                    <a:pt x="568" y="5401"/>
                    <a:pt x="1481" y="6031"/>
                  </a:cubicBezTo>
                  <a:cubicBezTo>
                    <a:pt x="2033" y="6405"/>
                    <a:pt x="2645" y="6578"/>
                    <a:pt x="3255" y="6578"/>
                  </a:cubicBezTo>
                  <a:cubicBezTo>
                    <a:pt x="3725" y="6578"/>
                    <a:pt x="4193" y="6475"/>
                    <a:pt x="4632" y="6283"/>
                  </a:cubicBezTo>
                  <a:cubicBezTo>
                    <a:pt x="5829" y="5748"/>
                    <a:pt x="6585" y="4551"/>
                    <a:pt x="6585" y="3259"/>
                  </a:cubicBezTo>
                  <a:cubicBezTo>
                    <a:pt x="6616" y="2219"/>
                    <a:pt x="6081" y="1180"/>
                    <a:pt x="5167" y="549"/>
                  </a:cubicBezTo>
                  <a:cubicBezTo>
                    <a:pt x="4605" y="175"/>
                    <a:pt x="3965" y="0"/>
                    <a:pt x="3319" y="0"/>
                  </a:cubicBezTo>
                  <a:close/>
                </a:path>
              </a:pathLst>
            </a:custGeom>
            <a:grpFill/>
            <a:ln>
              <a:noFill/>
            </a:ln>
          </p:spPr>
          <p:txBody>
            <a:bodyPr spcFirstLastPara="1" wrap="square" lIns="62728" tIns="62728" rIns="62728" bIns="62728" anchor="ctr" anchorCtr="0">
              <a:noAutofit/>
            </a:bodyPr>
            <a:lstStyle/>
            <a:p>
              <a:endParaRPr sz="764"/>
            </a:p>
          </p:txBody>
        </p:sp>
      </p:grpSp>
      <p:sp>
        <p:nvSpPr>
          <p:cNvPr id="957" name="Google Shape;6311;p62">
            <a:extLst>
              <a:ext uri="{FF2B5EF4-FFF2-40B4-BE49-F238E27FC236}">
                <a16:creationId xmlns:a16="http://schemas.microsoft.com/office/drawing/2014/main" id="{705AA6E8-F846-40E1-AD76-582130C57A7F}"/>
              </a:ext>
            </a:extLst>
          </p:cNvPr>
          <p:cNvSpPr/>
          <p:nvPr/>
        </p:nvSpPr>
        <p:spPr>
          <a:xfrm>
            <a:off x="1342375" y="1511188"/>
            <a:ext cx="237080" cy="235184"/>
          </a:xfrm>
          <a:custGeom>
            <a:avLst/>
            <a:gdLst/>
            <a:ahLst/>
            <a:cxnLst/>
            <a:rect l="l" t="t" r="r" b="b"/>
            <a:pathLst>
              <a:path w="12760" h="12658" extrusionOk="0">
                <a:moveTo>
                  <a:pt x="6270" y="1032"/>
                </a:moveTo>
                <a:lnTo>
                  <a:pt x="6932" y="1693"/>
                </a:lnTo>
                <a:lnTo>
                  <a:pt x="5640" y="1693"/>
                </a:lnTo>
                <a:lnTo>
                  <a:pt x="6270" y="1032"/>
                </a:lnTo>
                <a:close/>
                <a:moveTo>
                  <a:pt x="11342" y="2481"/>
                </a:moveTo>
                <a:lnTo>
                  <a:pt x="10523" y="3300"/>
                </a:lnTo>
                <a:lnTo>
                  <a:pt x="2332" y="3300"/>
                </a:lnTo>
                <a:lnTo>
                  <a:pt x="1513" y="2481"/>
                </a:lnTo>
                <a:close/>
                <a:moveTo>
                  <a:pt x="8381" y="9381"/>
                </a:moveTo>
                <a:lnTo>
                  <a:pt x="8381" y="10200"/>
                </a:lnTo>
                <a:lnTo>
                  <a:pt x="6711" y="10200"/>
                </a:lnTo>
                <a:lnTo>
                  <a:pt x="6711" y="9381"/>
                </a:lnTo>
                <a:close/>
                <a:moveTo>
                  <a:pt x="10303" y="4151"/>
                </a:moveTo>
                <a:lnTo>
                  <a:pt x="10303" y="10200"/>
                </a:lnTo>
                <a:lnTo>
                  <a:pt x="9200" y="10200"/>
                </a:lnTo>
                <a:lnTo>
                  <a:pt x="9200" y="9003"/>
                </a:lnTo>
                <a:cubicBezTo>
                  <a:pt x="9200" y="8751"/>
                  <a:pt x="8980" y="8562"/>
                  <a:pt x="8759" y="8562"/>
                </a:cubicBezTo>
                <a:lnTo>
                  <a:pt x="6270" y="8562"/>
                </a:lnTo>
                <a:cubicBezTo>
                  <a:pt x="6050" y="8562"/>
                  <a:pt x="5892" y="8751"/>
                  <a:pt x="5892" y="9003"/>
                </a:cubicBezTo>
                <a:lnTo>
                  <a:pt x="5892" y="10200"/>
                </a:lnTo>
                <a:lnTo>
                  <a:pt x="2584" y="10200"/>
                </a:lnTo>
                <a:lnTo>
                  <a:pt x="2584" y="4151"/>
                </a:lnTo>
                <a:close/>
                <a:moveTo>
                  <a:pt x="914" y="3080"/>
                </a:moveTo>
                <a:lnTo>
                  <a:pt x="1733" y="3899"/>
                </a:lnTo>
                <a:lnTo>
                  <a:pt x="1733" y="10452"/>
                </a:lnTo>
                <a:lnTo>
                  <a:pt x="914" y="11271"/>
                </a:lnTo>
                <a:lnTo>
                  <a:pt x="914" y="3080"/>
                </a:lnTo>
                <a:close/>
                <a:moveTo>
                  <a:pt x="11941" y="3080"/>
                </a:moveTo>
                <a:lnTo>
                  <a:pt x="11941" y="11271"/>
                </a:lnTo>
                <a:lnTo>
                  <a:pt x="11122" y="10452"/>
                </a:lnTo>
                <a:lnTo>
                  <a:pt x="11122" y="3899"/>
                </a:lnTo>
                <a:lnTo>
                  <a:pt x="11941" y="3080"/>
                </a:lnTo>
                <a:close/>
                <a:moveTo>
                  <a:pt x="10492" y="11050"/>
                </a:moveTo>
                <a:lnTo>
                  <a:pt x="11311" y="11870"/>
                </a:lnTo>
                <a:lnTo>
                  <a:pt x="1481" y="11870"/>
                </a:lnTo>
                <a:lnTo>
                  <a:pt x="2300" y="11050"/>
                </a:lnTo>
                <a:close/>
                <a:moveTo>
                  <a:pt x="6254" y="0"/>
                </a:moveTo>
                <a:cubicBezTo>
                  <a:pt x="6144" y="0"/>
                  <a:pt x="6034" y="39"/>
                  <a:pt x="5955" y="118"/>
                </a:cubicBezTo>
                <a:lnTo>
                  <a:pt x="4443" y="1662"/>
                </a:lnTo>
                <a:lnTo>
                  <a:pt x="379" y="1662"/>
                </a:lnTo>
                <a:cubicBezTo>
                  <a:pt x="221" y="1693"/>
                  <a:pt x="95" y="1819"/>
                  <a:pt x="64" y="1946"/>
                </a:cubicBezTo>
                <a:cubicBezTo>
                  <a:pt x="1" y="2009"/>
                  <a:pt x="64" y="1473"/>
                  <a:pt x="64" y="12248"/>
                </a:cubicBezTo>
                <a:cubicBezTo>
                  <a:pt x="64" y="12374"/>
                  <a:pt x="95" y="12500"/>
                  <a:pt x="221" y="12563"/>
                </a:cubicBezTo>
                <a:cubicBezTo>
                  <a:pt x="284" y="12657"/>
                  <a:pt x="379" y="12657"/>
                  <a:pt x="473" y="12657"/>
                </a:cubicBezTo>
                <a:lnTo>
                  <a:pt x="12351" y="12657"/>
                </a:lnTo>
                <a:cubicBezTo>
                  <a:pt x="12571" y="12657"/>
                  <a:pt x="12729" y="12468"/>
                  <a:pt x="12729" y="12216"/>
                </a:cubicBezTo>
                <a:lnTo>
                  <a:pt x="12729" y="2009"/>
                </a:lnTo>
                <a:cubicBezTo>
                  <a:pt x="12760" y="1851"/>
                  <a:pt x="12571" y="1662"/>
                  <a:pt x="12351" y="1662"/>
                </a:cubicBezTo>
                <a:lnTo>
                  <a:pt x="8097" y="1662"/>
                </a:lnTo>
                <a:lnTo>
                  <a:pt x="6554" y="118"/>
                </a:lnTo>
                <a:cubicBezTo>
                  <a:pt x="6475" y="39"/>
                  <a:pt x="6365" y="0"/>
                  <a:pt x="625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58" name="Google Shape;6312;p62">
            <a:extLst>
              <a:ext uri="{FF2B5EF4-FFF2-40B4-BE49-F238E27FC236}">
                <a16:creationId xmlns:a16="http://schemas.microsoft.com/office/drawing/2014/main" id="{8A9A9BE7-851E-454F-82CE-3D644894D67D}"/>
              </a:ext>
            </a:extLst>
          </p:cNvPr>
          <p:cNvGrpSpPr/>
          <p:nvPr/>
        </p:nvGrpSpPr>
        <p:grpSpPr>
          <a:xfrm>
            <a:off x="1339444" y="1783855"/>
            <a:ext cx="237080" cy="236113"/>
            <a:chOff x="-42062025" y="2316000"/>
            <a:chExt cx="319000" cy="317700"/>
          </a:xfrm>
          <a:solidFill>
            <a:schemeClr val="tx1"/>
          </a:solidFill>
        </p:grpSpPr>
        <p:sp>
          <p:nvSpPr>
            <p:cNvPr id="1011" name="Google Shape;6313;p62">
              <a:extLst>
                <a:ext uri="{FF2B5EF4-FFF2-40B4-BE49-F238E27FC236}">
                  <a16:creationId xmlns:a16="http://schemas.microsoft.com/office/drawing/2014/main" id="{6D53E494-A92F-4C1D-A347-0E7B12BA9C59}"/>
                </a:ext>
              </a:extLst>
            </p:cNvPr>
            <p:cNvSpPr/>
            <p:nvPr/>
          </p:nvSpPr>
          <p:spPr>
            <a:xfrm>
              <a:off x="-41965150" y="2477075"/>
              <a:ext cx="124475" cy="112675"/>
            </a:xfrm>
            <a:custGeom>
              <a:avLst/>
              <a:gdLst/>
              <a:ahLst/>
              <a:cxnLst/>
              <a:rect l="l" t="t" r="r" b="b"/>
              <a:pathLst>
                <a:path w="4979" h="4507" extrusionOk="0">
                  <a:moveTo>
                    <a:pt x="2521" y="1371"/>
                  </a:moveTo>
                  <a:lnTo>
                    <a:pt x="2773" y="1812"/>
                  </a:lnTo>
                  <a:cubicBezTo>
                    <a:pt x="2836" y="1938"/>
                    <a:pt x="2931" y="2001"/>
                    <a:pt x="3088" y="2064"/>
                  </a:cubicBezTo>
                  <a:lnTo>
                    <a:pt x="3592" y="2127"/>
                  </a:lnTo>
                  <a:lnTo>
                    <a:pt x="3151" y="2473"/>
                  </a:lnTo>
                  <a:cubicBezTo>
                    <a:pt x="3088" y="2568"/>
                    <a:pt x="2994" y="2725"/>
                    <a:pt x="3057" y="2851"/>
                  </a:cubicBezTo>
                  <a:lnTo>
                    <a:pt x="3120" y="3355"/>
                  </a:lnTo>
                  <a:lnTo>
                    <a:pt x="2679" y="3103"/>
                  </a:lnTo>
                  <a:cubicBezTo>
                    <a:pt x="2631" y="3072"/>
                    <a:pt x="2568" y="3056"/>
                    <a:pt x="2501" y="3056"/>
                  </a:cubicBezTo>
                  <a:cubicBezTo>
                    <a:pt x="2434" y="3056"/>
                    <a:pt x="2364" y="3072"/>
                    <a:pt x="2301" y="3103"/>
                  </a:cubicBezTo>
                  <a:lnTo>
                    <a:pt x="1860" y="3355"/>
                  </a:lnTo>
                  <a:lnTo>
                    <a:pt x="1954" y="2851"/>
                  </a:lnTo>
                  <a:cubicBezTo>
                    <a:pt x="1986" y="2725"/>
                    <a:pt x="1891" y="2568"/>
                    <a:pt x="1828" y="2473"/>
                  </a:cubicBezTo>
                  <a:lnTo>
                    <a:pt x="1481" y="2127"/>
                  </a:lnTo>
                  <a:lnTo>
                    <a:pt x="1986" y="2064"/>
                  </a:lnTo>
                  <a:cubicBezTo>
                    <a:pt x="2112" y="2064"/>
                    <a:pt x="2206" y="1938"/>
                    <a:pt x="2301" y="1812"/>
                  </a:cubicBezTo>
                  <a:lnTo>
                    <a:pt x="2521" y="1371"/>
                  </a:lnTo>
                  <a:close/>
                  <a:moveTo>
                    <a:pt x="2474" y="0"/>
                  </a:moveTo>
                  <a:cubicBezTo>
                    <a:pt x="2332" y="0"/>
                    <a:pt x="2190" y="79"/>
                    <a:pt x="2112" y="236"/>
                  </a:cubicBezTo>
                  <a:lnTo>
                    <a:pt x="1576" y="1276"/>
                  </a:lnTo>
                  <a:lnTo>
                    <a:pt x="473" y="1434"/>
                  </a:lnTo>
                  <a:cubicBezTo>
                    <a:pt x="127" y="1465"/>
                    <a:pt x="1" y="1906"/>
                    <a:pt x="253" y="2127"/>
                  </a:cubicBezTo>
                  <a:lnTo>
                    <a:pt x="1040" y="2914"/>
                  </a:lnTo>
                  <a:lnTo>
                    <a:pt x="851" y="4017"/>
                  </a:lnTo>
                  <a:cubicBezTo>
                    <a:pt x="802" y="4291"/>
                    <a:pt x="1028" y="4506"/>
                    <a:pt x="1249" y="4506"/>
                  </a:cubicBezTo>
                  <a:cubicBezTo>
                    <a:pt x="1308" y="4506"/>
                    <a:pt x="1366" y="4491"/>
                    <a:pt x="1418" y="4458"/>
                  </a:cubicBezTo>
                  <a:lnTo>
                    <a:pt x="2427" y="3954"/>
                  </a:lnTo>
                  <a:lnTo>
                    <a:pt x="3403" y="4458"/>
                  </a:lnTo>
                  <a:cubicBezTo>
                    <a:pt x="3465" y="4489"/>
                    <a:pt x="3528" y="4503"/>
                    <a:pt x="3589" y="4503"/>
                  </a:cubicBezTo>
                  <a:cubicBezTo>
                    <a:pt x="3839" y="4503"/>
                    <a:pt x="4052" y="4270"/>
                    <a:pt x="4002" y="4017"/>
                  </a:cubicBezTo>
                  <a:lnTo>
                    <a:pt x="3781" y="2914"/>
                  </a:lnTo>
                  <a:lnTo>
                    <a:pt x="4569" y="2127"/>
                  </a:lnTo>
                  <a:cubicBezTo>
                    <a:pt x="4978" y="1906"/>
                    <a:pt x="4821" y="1465"/>
                    <a:pt x="4474" y="1434"/>
                  </a:cubicBezTo>
                  <a:lnTo>
                    <a:pt x="3372" y="1276"/>
                  </a:lnTo>
                  <a:lnTo>
                    <a:pt x="2836" y="236"/>
                  </a:lnTo>
                  <a:cubicBezTo>
                    <a:pt x="2757" y="79"/>
                    <a:pt x="2616" y="0"/>
                    <a:pt x="2474" y="0"/>
                  </a:cubicBezTo>
                  <a:close/>
                </a:path>
              </a:pathLst>
            </a:custGeom>
            <a:grpFill/>
            <a:ln>
              <a:noFill/>
            </a:ln>
          </p:spPr>
          <p:txBody>
            <a:bodyPr spcFirstLastPara="1" wrap="square" lIns="62728" tIns="62728" rIns="62728" bIns="62728" anchor="ctr" anchorCtr="0">
              <a:noAutofit/>
            </a:bodyPr>
            <a:lstStyle/>
            <a:p>
              <a:endParaRPr sz="764"/>
            </a:p>
          </p:txBody>
        </p:sp>
        <p:sp>
          <p:nvSpPr>
            <p:cNvPr id="1012" name="Google Shape;6314;p62">
              <a:extLst>
                <a:ext uri="{FF2B5EF4-FFF2-40B4-BE49-F238E27FC236}">
                  <a16:creationId xmlns:a16="http://schemas.microsoft.com/office/drawing/2014/main" id="{21A39FD5-B0A0-40C1-AB88-D7DD5E035F34}"/>
                </a:ext>
              </a:extLst>
            </p:cNvPr>
            <p:cNvSpPr/>
            <p:nvPr/>
          </p:nvSpPr>
          <p:spPr>
            <a:xfrm>
              <a:off x="-42062025" y="2316000"/>
              <a:ext cx="319000" cy="317700"/>
            </a:xfrm>
            <a:custGeom>
              <a:avLst/>
              <a:gdLst/>
              <a:ahLst/>
              <a:cxnLst/>
              <a:rect l="l" t="t" r="r" b="b"/>
              <a:pathLst>
                <a:path w="12760" h="12708" extrusionOk="0">
                  <a:moveTo>
                    <a:pt x="9610" y="851"/>
                  </a:moveTo>
                  <a:lnTo>
                    <a:pt x="8129" y="2615"/>
                  </a:lnTo>
                  <a:cubicBezTo>
                    <a:pt x="8097" y="2584"/>
                    <a:pt x="8034" y="2584"/>
                    <a:pt x="7940" y="2584"/>
                  </a:cubicBezTo>
                  <a:lnTo>
                    <a:pt x="4821" y="2584"/>
                  </a:lnTo>
                  <a:cubicBezTo>
                    <a:pt x="4758" y="2584"/>
                    <a:pt x="4726" y="2584"/>
                    <a:pt x="4632" y="2615"/>
                  </a:cubicBezTo>
                  <a:lnTo>
                    <a:pt x="3183" y="851"/>
                  </a:lnTo>
                  <a:close/>
                  <a:moveTo>
                    <a:pt x="7530" y="3371"/>
                  </a:moveTo>
                  <a:lnTo>
                    <a:pt x="6396" y="4726"/>
                  </a:lnTo>
                  <a:lnTo>
                    <a:pt x="5293" y="3371"/>
                  </a:lnTo>
                  <a:close/>
                  <a:moveTo>
                    <a:pt x="10555" y="1009"/>
                  </a:moveTo>
                  <a:lnTo>
                    <a:pt x="11783" y="2237"/>
                  </a:lnTo>
                  <a:lnTo>
                    <a:pt x="8759" y="5923"/>
                  </a:lnTo>
                  <a:cubicBezTo>
                    <a:pt x="8255" y="5545"/>
                    <a:pt x="7719" y="5262"/>
                    <a:pt x="7121" y="5136"/>
                  </a:cubicBezTo>
                  <a:lnTo>
                    <a:pt x="10555" y="1009"/>
                  </a:lnTo>
                  <a:close/>
                  <a:moveTo>
                    <a:pt x="2269" y="1040"/>
                  </a:moveTo>
                  <a:lnTo>
                    <a:pt x="5703" y="5199"/>
                  </a:lnTo>
                  <a:cubicBezTo>
                    <a:pt x="5104" y="5293"/>
                    <a:pt x="4506" y="5545"/>
                    <a:pt x="4033" y="5986"/>
                  </a:cubicBezTo>
                  <a:cubicBezTo>
                    <a:pt x="3214" y="4947"/>
                    <a:pt x="1040" y="2269"/>
                    <a:pt x="1040" y="2269"/>
                  </a:cubicBezTo>
                  <a:lnTo>
                    <a:pt x="2269" y="1040"/>
                  </a:lnTo>
                  <a:close/>
                  <a:moveTo>
                    <a:pt x="6349" y="5978"/>
                  </a:moveTo>
                  <a:cubicBezTo>
                    <a:pt x="7097" y="5978"/>
                    <a:pt x="7845" y="6254"/>
                    <a:pt x="8412" y="6805"/>
                  </a:cubicBezTo>
                  <a:lnTo>
                    <a:pt x="8538" y="6932"/>
                  </a:lnTo>
                  <a:cubicBezTo>
                    <a:pt x="8633" y="7026"/>
                    <a:pt x="8727" y="7152"/>
                    <a:pt x="8822" y="7278"/>
                  </a:cubicBezTo>
                  <a:cubicBezTo>
                    <a:pt x="9452" y="8097"/>
                    <a:pt x="9484" y="9168"/>
                    <a:pt x="9137" y="10082"/>
                  </a:cubicBezTo>
                  <a:cubicBezTo>
                    <a:pt x="8662" y="11199"/>
                    <a:pt x="7524" y="11885"/>
                    <a:pt x="6358" y="11885"/>
                  </a:cubicBezTo>
                  <a:cubicBezTo>
                    <a:pt x="5978" y="11885"/>
                    <a:pt x="5595" y="11812"/>
                    <a:pt x="5230" y="11657"/>
                  </a:cubicBezTo>
                  <a:cubicBezTo>
                    <a:pt x="3340" y="10870"/>
                    <a:pt x="2805" y="8412"/>
                    <a:pt x="4159" y="6932"/>
                  </a:cubicBezTo>
                  <a:lnTo>
                    <a:pt x="4285" y="6805"/>
                  </a:lnTo>
                  <a:cubicBezTo>
                    <a:pt x="4852" y="6254"/>
                    <a:pt x="5601" y="5978"/>
                    <a:pt x="6349" y="5978"/>
                  </a:cubicBezTo>
                  <a:close/>
                  <a:moveTo>
                    <a:pt x="2269" y="0"/>
                  </a:moveTo>
                  <a:cubicBezTo>
                    <a:pt x="2143" y="0"/>
                    <a:pt x="2048" y="32"/>
                    <a:pt x="1954" y="95"/>
                  </a:cubicBezTo>
                  <a:lnTo>
                    <a:pt x="158" y="1922"/>
                  </a:lnTo>
                  <a:cubicBezTo>
                    <a:pt x="1" y="2080"/>
                    <a:pt x="1" y="2300"/>
                    <a:pt x="95" y="2458"/>
                  </a:cubicBezTo>
                  <a:lnTo>
                    <a:pt x="3372" y="6522"/>
                  </a:lnTo>
                  <a:cubicBezTo>
                    <a:pt x="1985" y="8255"/>
                    <a:pt x="2395" y="10807"/>
                    <a:pt x="4254" y="12035"/>
                  </a:cubicBezTo>
                  <a:cubicBezTo>
                    <a:pt x="4911" y="12489"/>
                    <a:pt x="5659" y="12708"/>
                    <a:pt x="6397" y="12708"/>
                  </a:cubicBezTo>
                  <a:cubicBezTo>
                    <a:pt x="7606" y="12708"/>
                    <a:pt x="8791" y="12122"/>
                    <a:pt x="9515" y="11027"/>
                  </a:cubicBezTo>
                  <a:cubicBezTo>
                    <a:pt x="10429" y="9641"/>
                    <a:pt x="10397" y="7814"/>
                    <a:pt x="9326" y="6522"/>
                  </a:cubicBezTo>
                  <a:lnTo>
                    <a:pt x="12634" y="2458"/>
                  </a:lnTo>
                  <a:cubicBezTo>
                    <a:pt x="12760" y="2300"/>
                    <a:pt x="12760" y="2080"/>
                    <a:pt x="12603" y="1922"/>
                  </a:cubicBezTo>
                  <a:lnTo>
                    <a:pt x="10775" y="95"/>
                  </a:lnTo>
                  <a:cubicBezTo>
                    <a:pt x="10712" y="32"/>
                    <a:pt x="10555" y="0"/>
                    <a:pt x="1042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60" name="Google Shape;6316;p62">
            <a:extLst>
              <a:ext uri="{FF2B5EF4-FFF2-40B4-BE49-F238E27FC236}">
                <a16:creationId xmlns:a16="http://schemas.microsoft.com/office/drawing/2014/main" id="{25BC911C-3BE3-4379-86EE-341AC4C39370}"/>
              </a:ext>
            </a:extLst>
          </p:cNvPr>
          <p:cNvGrpSpPr/>
          <p:nvPr/>
        </p:nvGrpSpPr>
        <p:grpSpPr>
          <a:xfrm>
            <a:off x="2752328" y="1532153"/>
            <a:ext cx="208392" cy="232397"/>
            <a:chOff x="-40150450" y="1977325"/>
            <a:chExt cx="280400" cy="312700"/>
          </a:xfrm>
          <a:solidFill>
            <a:schemeClr val="tx1"/>
          </a:solidFill>
        </p:grpSpPr>
        <p:sp>
          <p:nvSpPr>
            <p:cNvPr id="1007" name="Google Shape;6317;p62">
              <a:extLst>
                <a:ext uri="{FF2B5EF4-FFF2-40B4-BE49-F238E27FC236}">
                  <a16:creationId xmlns:a16="http://schemas.microsoft.com/office/drawing/2014/main" id="{BF334514-428D-4B15-80B3-EF11EE5973C6}"/>
                </a:ext>
              </a:extLst>
            </p:cNvPr>
            <p:cNvSpPr/>
            <p:nvPr/>
          </p:nvSpPr>
          <p:spPr>
            <a:xfrm>
              <a:off x="-40052800" y="2041125"/>
              <a:ext cx="25" cy="25"/>
            </a:xfrm>
            <a:custGeom>
              <a:avLst/>
              <a:gdLst/>
              <a:ahLst/>
              <a:cxnLst/>
              <a:rect l="l" t="t" r="r" b="b"/>
              <a:pathLst>
                <a:path w="1" h="1" extrusionOk="0">
                  <a:moveTo>
                    <a:pt x="1" y="0"/>
                  </a:moveTo>
                  <a:close/>
                </a:path>
              </a:pathLst>
            </a:custGeom>
            <a:grpFill/>
            <a:ln>
              <a:noFill/>
            </a:ln>
          </p:spPr>
          <p:txBody>
            <a:bodyPr spcFirstLastPara="1" wrap="square" lIns="62728" tIns="62728" rIns="62728" bIns="62728" anchor="ctr" anchorCtr="0">
              <a:noAutofit/>
            </a:bodyPr>
            <a:lstStyle/>
            <a:p>
              <a:endParaRPr sz="764"/>
            </a:p>
          </p:txBody>
        </p:sp>
        <p:sp>
          <p:nvSpPr>
            <p:cNvPr id="1008" name="Google Shape;6318;p62">
              <a:extLst>
                <a:ext uri="{FF2B5EF4-FFF2-40B4-BE49-F238E27FC236}">
                  <a16:creationId xmlns:a16="http://schemas.microsoft.com/office/drawing/2014/main" id="{D9A55B34-A531-45DA-9717-23FC9329D69E}"/>
                </a:ext>
              </a:extLst>
            </p:cNvPr>
            <p:cNvSpPr/>
            <p:nvPr/>
          </p:nvSpPr>
          <p:spPr>
            <a:xfrm>
              <a:off x="-40150450" y="1977325"/>
              <a:ext cx="280400" cy="312700"/>
            </a:xfrm>
            <a:custGeom>
              <a:avLst/>
              <a:gdLst/>
              <a:ahLst/>
              <a:cxnLst/>
              <a:rect l="l" t="t" r="r" b="b"/>
              <a:pathLst>
                <a:path w="11216" h="12508" extrusionOk="0">
                  <a:moveTo>
                    <a:pt x="8379" y="838"/>
                  </a:moveTo>
                  <a:cubicBezTo>
                    <a:pt x="8626" y="838"/>
                    <a:pt x="8880" y="873"/>
                    <a:pt x="9137" y="946"/>
                  </a:cubicBezTo>
                  <a:cubicBezTo>
                    <a:pt x="8948" y="1733"/>
                    <a:pt x="8506" y="2300"/>
                    <a:pt x="7971" y="2615"/>
                  </a:cubicBezTo>
                  <a:cubicBezTo>
                    <a:pt x="7908" y="2678"/>
                    <a:pt x="7876" y="2678"/>
                    <a:pt x="7876" y="2678"/>
                  </a:cubicBezTo>
                  <a:cubicBezTo>
                    <a:pt x="7861" y="2694"/>
                    <a:pt x="7853" y="2694"/>
                    <a:pt x="7845" y="2694"/>
                  </a:cubicBezTo>
                  <a:cubicBezTo>
                    <a:pt x="7837" y="2694"/>
                    <a:pt x="7829" y="2694"/>
                    <a:pt x="7813" y="2710"/>
                  </a:cubicBezTo>
                  <a:cubicBezTo>
                    <a:pt x="7470" y="2868"/>
                    <a:pt x="7083" y="2938"/>
                    <a:pt x="6744" y="2938"/>
                  </a:cubicBezTo>
                  <a:cubicBezTo>
                    <a:pt x="6678" y="2938"/>
                    <a:pt x="6615" y="2935"/>
                    <a:pt x="6553" y="2930"/>
                  </a:cubicBezTo>
                  <a:lnTo>
                    <a:pt x="6459" y="2930"/>
                  </a:lnTo>
                  <a:cubicBezTo>
                    <a:pt x="6301" y="2930"/>
                    <a:pt x="6112" y="2899"/>
                    <a:pt x="5955" y="2867"/>
                  </a:cubicBezTo>
                  <a:cubicBezTo>
                    <a:pt x="6240" y="1597"/>
                    <a:pt x="7230" y="838"/>
                    <a:pt x="8379" y="838"/>
                  </a:cubicBezTo>
                  <a:close/>
                  <a:moveTo>
                    <a:pt x="9798" y="8538"/>
                  </a:moveTo>
                  <a:lnTo>
                    <a:pt x="9798" y="8538"/>
                  </a:lnTo>
                  <a:cubicBezTo>
                    <a:pt x="9831" y="8545"/>
                    <a:pt x="9862" y="8554"/>
                    <a:pt x="9892" y="8565"/>
                  </a:cubicBezTo>
                  <a:lnTo>
                    <a:pt x="9892" y="8565"/>
                  </a:lnTo>
                  <a:cubicBezTo>
                    <a:pt x="9829" y="8546"/>
                    <a:pt x="9798" y="8538"/>
                    <a:pt x="9798" y="8538"/>
                  </a:cubicBezTo>
                  <a:close/>
                  <a:moveTo>
                    <a:pt x="3433" y="3256"/>
                  </a:moveTo>
                  <a:cubicBezTo>
                    <a:pt x="3506" y="3256"/>
                    <a:pt x="3570" y="3264"/>
                    <a:pt x="3623" y="3277"/>
                  </a:cubicBezTo>
                  <a:cubicBezTo>
                    <a:pt x="4064" y="3403"/>
                    <a:pt x="4631" y="3970"/>
                    <a:pt x="5167" y="4128"/>
                  </a:cubicBezTo>
                  <a:cubicBezTo>
                    <a:pt x="5293" y="4159"/>
                    <a:pt x="5419" y="4159"/>
                    <a:pt x="5514" y="4159"/>
                  </a:cubicBezTo>
                  <a:lnTo>
                    <a:pt x="5577" y="4159"/>
                  </a:lnTo>
                  <a:cubicBezTo>
                    <a:pt x="5923" y="4159"/>
                    <a:pt x="6270" y="3907"/>
                    <a:pt x="6585" y="3718"/>
                  </a:cubicBezTo>
                  <a:cubicBezTo>
                    <a:pt x="7152" y="3718"/>
                    <a:pt x="7687" y="3592"/>
                    <a:pt x="8160" y="3371"/>
                  </a:cubicBezTo>
                  <a:cubicBezTo>
                    <a:pt x="9294" y="3812"/>
                    <a:pt x="10838" y="5388"/>
                    <a:pt x="9767" y="8475"/>
                  </a:cubicBezTo>
                  <a:cubicBezTo>
                    <a:pt x="9420" y="9672"/>
                    <a:pt x="8506" y="11342"/>
                    <a:pt x="7561" y="11594"/>
                  </a:cubicBezTo>
                  <a:cubicBezTo>
                    <a:pt x="7484" y="11627"/>
                    <a:pt x="7404" y="11641"/>
                    <a:pt x="7319" y="11641"/>
                  </a:cubicBezTo>
                  <a:cubicBezTo>
                    <a:pt x="7161" y="11641"/>
                    <a:pt x="6990" y="11593"/>
                    <a:pt x="6805" y="11531"/>
                  </a:cubicBezTo>
                  <a:cubicBezTo>
                    <a:pt x="6459" y="11279"/>
                    <a:pt x="6081" y="11027"/>
                    <a:pt x="5608" y="11027"/>
                  </a:cubicBezTo>
                  <a:cubicBezTo>
                    <a:pt x="5482" y="11027"/>
                    <a:pt x="5356" y="11027"/>
                    <a:pt x="5135" y="11059"/>
                  </a:cubicBezTo>
                  <a:cubicBezTo>
                    <a:pt x="4820" y="11122"/>
                    <a:pt x="4537" y="11311"/>
                    <a:pt x="4253" y="11468"/>
                  </a:cubicBezTo>
                  <a:cubicBezTo>
                    <a:pt x="4094" y="11568"/>
                    <a:pt x="3934" y="11630"/>
                    <a:pt x="3767" y="11630"/>
                  </a:cubicBezTo>
                  <a:cubicBezTo>
                    <a:pt x="3670" y="11630"/>
                    <a:pt x="3570" y="11609"/>
                    <a:pt x="3466" y="11563"/>
                  </a:cubicBezTo>
                  <a:cubicBezTo>
                    <a:pt x="3119" y="11437"/>
                    <a:pt x="2804" y="11122"/>
                    <a:pt x="2552" y="10838"/>
                  </a:cubicBezTo>
                  <a:cubicBezTo>
                    <a:pt x="1386" y="9515"/>
                    <a:pt x="0" y="6207"/>
                    <a:pt x="1670" y="4222"/>
                  </a:cubicBezTo>
                  <a:cubicBezTo>
                    <a:pt x="2238" y="3518"/>
                    <a:pt x="2992" y="3256"/>
                    <a:pt x="3433" y="3256"/>
                  </a:cubicBezTo>
                  <a:close/>
                  <a:moveTo>
                    <a:pt x="8415" y="0"/>
                  </a:moveTo>
                  <a:cubicBezTo>
                    <a:pt x="7084" y="0"/>
                    <a:pt x="5925" y="752"/>
                    <a:pt x="5356" y="1985"/>
                  </a:cubicBezTo>
                  <a:cubicBezTo>
                    <a:pt x="5104" y="1576"/>
                    <a:pt x="4663" y="1198"/>
                    <a:pt x="4190" y="977"/>
                  </a:cubicBezTo>
                  <a:lnTo>
                    <a:pt x="4033" y="883"/>
                  </a:lnTo>
                  <a:cubicBezTo>
                    <a:pt x="3975" y="858"/>
                    <a:pt x="3917" y="846"/>
                    <a:pt x="3862" y="846"/>
                  </a:cubicBezTo>
                  <a:cubicBezTo>
                    <a:pt x="3703" y="846"/>
                    <a:pt x="3559" y="940"/>
                    <a:pt x="3466" y="1103"/>
                  </a:cubicBezTo>
                  <a:cubicBezTo>
                    <a:pt x="3340" y="1292"/>
                    <a:pt x="3466" y="1513"/>
                    <a:pt x="3655" y="1639"/>
                  </a:cubicBezTo>
                  <a:lnTo>
                    <a:pt x="3812" y="1733"/>
                  </a:lnTo>
                  <a:cubicBezTo>
                    <a:pt x="4411" y="1985"/>
                    <a:pt x="4820" y="2521"/>
                    <a:pt x="4978" y="3088"/>
                  </a:cubicBezTo>
                  <a:cubicBezTo>
                    <a:pt x="4600" y="2867"/>
                    <a:pt x="4253" y="2615"/>
                    <a:pt x="3907" y="2521"/>
                  </a:cubicBezTo>
                  <a:cubicBezTo>
                    <a:pt x="3773" y="2479"/>
                    <a:pt x="3623" y="2459"/>
                    <a:pt x="3462" y="2459"/>
                  </a:cubicBezTo>
                  <a:cubicBezTo>
                    <a:pt x="2151" y="2459"/>
                    <a:pt x="126" y="3831"/>
                    <a:pt x="126" y="6553"/>
                  </a:cubicBezTo>
                  <a:cubicBezTo>
                    <a:pt x="126" y="8034"/>
                    <a:pt x="725" y="9641"/>
                    <a:pt x="1544" y="10870"/>
                  </a:cubicBezTo>
                  <a:cubicBezTo>
                    <a:pt x="2365" y="12070"/>
                    <a:pt x="3159" y="12482"/>
                    <a:pt x="3830" y="12482"/>
                  </a:cubicBezTo>
                  <a:cubicBezTo>
                    <a:pt x="4162" y="12482"/>
                    <a:pt x="4465" y="12381"/>
                    <a:pt x="4726" y="12224"/>
                  </a:cubicBezTo>
                  <a:cubicBezTo>
                    <a:pt x="4978" y="12067"/>
                    <a:pt x="5324" y="11846"/>
                    <a:pt x="5514" y="11846"/>
                  </a:cubicBezTo>
                  <a:cubicBezTo>
                    <a:pt x="5545" y="11846"/>
                    <a:pt x="5573" y="11844"/>
                    <a:pt x="5602" y="11844"/>
                  </a:cubicBezTo>
                  <a:cubicBezTo>
                    <a:pt x="5689" y="11844"/>
                    <a:pt x="5789" y="11862"/>
                    <a:pt x="6049" y="12004"/>
                  </a:cubicBezTo>
                  <a:lnTo>
                    <a:pt x="6396" y="12224"/>
                  </a:lnTo>
                  <a:cubicBezTo>
                    <a:pt x="6711" y="12445"/>
                    <a:pt x="6994" y="12508"/>
                    <a:pt x="7309" y="12508"/>
                  </a:cubicBezTo>
                  <a:cubicBezTo>
                    <a:pt x="8822" y="12508"/>
                    <a:pt x="10082" y="10302"/>
                    <a:pt x="10617" y="8853"/>
                  </a:cubicBezTo>
                  <a:cubicBezTo>
                    <a:pt x="11121" y="7246"/>
                    <a:pt x="11216" y="5514"/>
                    <a:pt x="10271" y="4096"/>
                  </a:cubicBezTo>
                  <a:cubicBezTo>
                    <a:pt x="9924" y="3560"/>
                    <a:pt x="9452" y="3151"/>
                    <a:pt x="8979" y="2867"/>
                  </a:cubicBezTo>
                  <a:cubicBezTo>
                    <a:pt x="9546" y="2363"/>
                    <a:pt x="9924" y="1607"/>
                    <a:pt x="10050" y="693"/>
                  </a:cubicBezTo>
                  <a:cubicBezTo>
                    <a:pt x="10082" y="504"/>
                    <a:pt x="9956" y="347"/>
                    <a:pt x="9767" y="252"/>
                  </a:cubicBezTo>
                  <a:cubicBezTo>
                    <a:pt x="9308" y="81"/>
                    <a:pt x="8852" y="0"/>
                    <a:pt x="8415" y="0"/>
                  </a:cubicBezTo>
                  <a:close/>
                </a:path>
              </a:pathLst>
            </a:custGeom>
            <a:grpFill/>
            <a:ln>
              <a:noFill/>
            </a:ln>
          </p:spPr>
          <p:txBody>
            <a:bodyPr spcFirstLastPara="1" wrap="square" lIns="62728" tIns="62728" rIns="62728" bIns="62728" anchor="ctr" anchorCtr="0">
              <a:noAutofit/>
            </a:bodyPr>
            <a:lstStyle/>
            <a:p>
              <a:endParaRPr sz="764"/>
            </a:p>
          </p:txBody>
        </p:sp>
        <p:sp>
          <p:nvSpPr>
            <p:cNvPr id="1009" name="Google Shape;6319;p62">
              <a:extLst>
                <a:ext uri="{FF2B5EF4-FFF2-40B4-BE49-F238E27FC236}">
                  <a16:creationId xmlns:a16="http://schemas.microsoft.com/office/drawing/2014/main" id="{BF5018F3-8B9A-45A1-9F8D-C9CEF8B28FDE}"/>
                </a:ext>
              </a:extLst>
            </p:cNvPr>
            <p:cNvSpPr/>
            <p:nvPr/>
          </p:nvSpPr>
          <p:spPr>
            <a:xfrm>
              <a:off x="-39925200" y="2108075"/>
              <a:ext cx="25" cy="25"/>
            </a:xfrm>
            <a:custGeom>
              <a:avLst/>
              <a:gdLst/>
              <a:ahLst/>
              <a:cxnLst/>
              <a:rect l="l" t="t" r="r" b="b"/>
              <a:pathLst>
                <a:path w="1" h="1" extrusionOk="0">
                  <a:moveTo>
                    <a:pt x="1" y="0"/>
                  </a:moveTo>
                  <a:close/>
                </a:path>
              </a:pathLst>
            </a:custGeom>
            <a:grpFill/>
            <a:ln>
              <a:noFill/>
            </a:ln>
          </p:spPr>
          <p:txBody>
            <a:bodyPr spcFirstLastPara="1" wrap="square" lIns="62728" tIns="62728" rIns="62728" bIns="62728" anchor="ctr" anchorCtr="0">
              <a:noAutofit/>
            </a:bodyPr>
            <a:lstStyle/>
            <a:p>
              <a:endParaRPr sz="764"/>
            </a:p>
          </p:txBody>
        </p:sp>
        <p:sp>
          <p:nvSpPr>
            <p:cNvPr id="1010" name="Google Shape;6320;p62">
              <a:extLst>
                <a:ext uri="{FF2B5EF4-FFF2-40B4-BE49-F238E27FC236}">
                  <a16:creationId xmlns:a16="http://schemas.microsoft.com/office/drawing/2014/main" id="{A94FCD1F-5657-49B3-962F-DE94CB6F2C7C}"/>
                </a:ext>
              </a:extLst>
            </p:cNvPr>
            <p:cNvSpPr/>
            <p:nvPr/>
          </p:nvSpPr>
          <p:spPr>
            <a:xfrm>
              <a:off x="-39958275" y="2087025"/>
              <a:ext cx="44925" cy="105350"/>
            </a:xfrm>
            <a:custGeom>
              <a:avLst/>
              <a:gdLst/>
              <a:ahLst/>
              <a:cxnLst/>
              <a:rect l="l" t="t" r="r" b="b"/>
              <a:pathLst>
                <a:path w="1797" h="4214" extrusionOk="0">
                  <a:moveTo>
                    <a:pt x="439" y="1"/>
                  </a:moveTo>
                  <a:cubicBezTo>
                    <a:pt x="326" y="1"/>
                    <a:pt x="216" y="55"/>
                    <a:pt x="126" y="181"/>
                  </a:cubicBezTo>
                  <a:cubicBezTo>
                    <a:pt x="0" y="370"/>
                    <a:pt x="0" y="590"/>
                    <a:pt x="189" y="748"/>
                  </a:cubicBezTo>
                  <a:cubicBezTo>
                    <a:pt x="1009" y="1378"/>
                    <a:pt x="914" y="2638"/>
                    <a:pt x="536" y="3678"/>
                  </a:cubicBezTo>
                  <a:cubicBezTo>
                    <a:pt x="473" y="3867"/>
                    <a:pt x="599" y="4087"/>
                    <a:pt x="819" y="4182"/>
                  </a:cubicBezTo>
                  <a:cubicBezTo>
                    <a:pt x="862" y="4203"/>
                    <a:pt x="908" y="4213"/>
                    <a:pt x="954" y="4213"/>
                  </a:cubicBezTo>
                  <a:cubicBezTo>
                    <a:pt x="1112" y="4213"/>
                    <a:pt x="1275" y="4093"/>
                    <a:pt x="1324" y="3898"/>
                  </a:cubicBezTo>
                  <a:cubicBezTo>
                    <a:pt x="1639" y="2922"/>
                    <a:pt x="1796" y="1787"/>
                    <a:pt x="1324" y="842"/>
                  </a:cubicBezTo>
                  <a:cubicBezTo>
                    <a:pt x="1166" y="559"/>
                    <a:pt x="977" y="275"/>
                    <a:pt x="693" y="86"/>
                  </a:cubicBezTo>
                  <a:cubicBezTo>
                    <a:pt x="612" y="32"/>
                    <a:pt x="525" y="1"/>
                    <a:pt x="439"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61" name="Google Shape;6321;p62">
            <a:extLst>
              <a:ext uri="{FF2B5EF4-FFF2-40B4-BE49-F238E27FC236}">
                <a16:creationId xmlns:a16="http://schemas.microsoft.com/office/drawing/2014/main" id="{544CC123-96FC-40FE-A5AA-25D61BED6E26}"/>
              </a:ext>
            </a:extLst>
          </p:cNvPr>
          <p:cNvGrpSpPr/>
          <p:nvPr/>
        </p:nvGrpSpPr>
        <p:grpSpPr>
          <a:xfrm>
            <a:off x="2748519" y="1801412"/>
            <a:ext cx="216010" cy="235333"/>
            <a:chOff x="-40160700" y="2339625"/>
            <a:chExt cx="290650" cy="316650"/>
          </a:xfrm>
          <a:solidFill>
            <a:schemeClr val="tx1"/>
          </a:solidFill>
        </p:grpSpPr>
        <p:sp>
          <p:nvSpPr>
            <p:cNvPr id="1003" name="Google Shape;6322;p62">
              <a:extLst>
                <a:ext uri="{FF2B5EF4-FFF2-40B4-BE49-F238E27FC236}">
                  <a16:creationId xmlns:a16="http://schemas.microsoft.com/office/drawing/2014/main" id="{EAC8D247-1257-4EB9-ACAD-2E512CB3AE05}"/>
                </a:ext>
              </a:extLst>
            </p:cNvPr>
            <p:cNvSpPr/>
            <p:nvPr/>
          </p:nvSpPr>
          <p:spPr>
            <a:xfrm>
              <a:off x="-40005525" y="2552600"/>
              <a:ext cx="70900" cy="62175"/>
            </a:xfrm>
            <a:custGeom>
              <a:avLst/>
              <a:gdLst/>
              <a:ahLst/>
              <a:cxnLst/>
              <a:rect l="l" t="t" r="r" b="b"/>
              <a:pathLst>
                <a:path w="2836" h="2487" extrusionOk="0">
                  <a:moveTo>
                    <a:pt x="1408" y="807"/>
                  </a:moveTo>
                  <a:cubicBezTo>
                    <a:pt x="1461" y="807"/>
                    <a:pt x="1518" y="817"/>
                    <a:pt x="1575" y="839"/>
                  </a:cubicBezTo>
                  <a:cubicBezTo>
                    <a:pt x="1733" y="902"/>
                    <a:pt x="1796" y="1028"/>
                    <a:pt x="1796" y="1248"/>
                  </a:cubicBezTo>
                  <a:cubicBezTo>
                    <a:pt x="1845" y="1496"/>
                    <a:pt x="1661" y="1666"/>
                    <a:pt x="1442" y="1666"/>
                  </a:cubicBezTo>
                  <a:cubicBezTo>
                    <a:pt x="1383" y="1666"/>
                    <a:pt x="1321" y="1653"/>
                    <a:pt x="1260" y="1626"/>
                  </a:cubicBezTo>
                  <a:cubicBezTo>
                    <a:pt x="1071" y="1563"/>
                    <a:pt x="945" y="1311"/>
                    <a:pt x="1008" y="1091"/>
                  </a:cubicBezTo>
                  <a:cubicBezTo>
                    <a:pt x="1081" y="921"/>
                    <a:pt x="1229" y="807"/>
                    <a:pt x="1408" y="807"/>
                  </a:cubicBezTo>
                  <a:close/>
                  <a:moveTo>
                    <a:pt x="1438" y="1"/>
                  </a:moveTo>
                  <a:cubicBezTo>
                    <a:pt x="1040" y="1"/>
                    <a:pt x="635" y="188"/>
                    <a:pt x="378" y="523"/>
                  </a:cubicBezTo>
                  <a:cubicBezTo>
                    <a:pt x="0" y="1091"/>
                    <a:pt x="158" y="1878"/>
                    <a:pt x="693" y="2256"/>
                  </a:cubicBezTo>
                  <a:cubicBezTo>
                    <a:pt x="909" y="2412"/>
                    <a:pt x="1158" y="2486"/>
                    <a:pt x="1405" y="2486"/>
                  </a:cubicBezTo>
                  <a:cubicBezTo>
                    <a:pt x="1806" y="2486"/>
                    <a:pt x="2204" y="2292"/>
                    <a:pt x="2457" y="1941"/>
                  </a:cubicBezTo>
                  <a:cubicBezTo>
                    <a:pt x="2836" y="1406"/>
                    <a:pt x="2678" y="618"/>
                    <a:pt x="2111" y="208"/>
                  </a:cubicBezTo>
                  <a:cubicBezTo>
                    <a:pt x="1911" y="67"/>
                    <a:pt x="1676" y="1"/>
                    <a:pt x="1438" y="1"/>
                  </a:cubicBezTo>
                  <a:close/>
                </a:path>
              </a:pathLst>
            </a:custGeom>
            <a:grpFill/>
            <a:ln>
              <a:noFill/>
            </a:ln>
          </p:spPr>
          <p:txBody>
            <a:bodyPr spcFirstLastPara="1" wrap="square" lIns="62728" tIns="62728" rIns="62728" bIns="62728" anchor="ctr" anchorCtr="0">
              <a:noAutofit/>
            </a:bodyPr>
            <a:lstStyle/>
            <a:p>
              <a:endParaRPr sz="764"/>
            </a:p>
          </p:txBody>
        </p:sp>
        <p:sp>
          <p:nvSpPr>
            <p:cNvPr id="1004" name="Google Shape;6323;p62">
              <a:extLst>
                <a:ext uri="{FF2B5EF4-FFF2-40B4-BE49-F238E27FC236}">
                  <a16:creationId xmlns:a16="http://schemas.microsoft.com/office/drawing/2014/main" id="{23141E04-F240-47FE-8A1C-982AEBAE484C}"/>
                </a:ext>
              </a:extLst>
            </p:cNvPr>
            <p:cNvSpPr/>
            <p:nvPr/>
          </p:nvSpPr>
          <p:spPr>
            <a:xfrm>
              <a:off x="-40039400" y="2605050"/>
              <a:ext cx="29150" cy="20500"/>
            </a:xfrm>
            <a:custGeom>
              <a:avLst/>
              <a:gdLst/>
              <a:ahLst/>
              <a:cxnLst/>
              <a:rect l="l" t="t" r="r" b="b"/>
              <a:pathLst>
                <a:path w="1166" h="820" extrusionOk="0">
                  <a:moveTo>
                    <a:pt x="725" y="1"/>
                  </a:moveTo>
                  <a:cubicBezTo>
                    <a:pt x="473" y="1"/>
                    <a:pt x="0" y="190"/>
                    <a:pt x="0" y="410"/>
                  </a:cubicBezTo>
                  <a:cubicBezTo>
                    <a:pt x="0" y="631"/>
                    <a:pt x="473" y="820"/>
                    <a:pt x="725" y="820"/>
                  </a:cubicBezTo>
                  <a:cubicBezTo>
                    <a:pt x="945" y="820"/>
                    <a:pt x="1166" y="631"/>
                    <a:pt x="1166" y="410"/>
                  </a:cubicBezTo>
                  <a:cubicBezTo>
                    <a:pt x="1103" y="158"/>
                    <a:pt x="914" y="1"/>
                    <a:pt x="725" y="1"/>
                  </a:cubicBezTo>
                  <a:close/>
                </a:path>
              </a:pathLst>
            </a:custGeom>
            <a:grpFill/>
            <a:ln>
              <a:noFill/>
            </a:ln>
          </p:spPr>
          <p:txBody>
            <a:bodyPr spcFirstLastPara="1" wrap="square" lIns="62728" tIns="62728" rIns="62728" bIns="62728" anchor="ctr" anchorCtr="0">
              <a:noAutofit/>
            </a:bodyPr>
            <a:lstStyle/>
            <a:p>
              <a:endParaRPr sz="764"/>
            </a:p>
          </p:txBody>
        </p:sp>
        <p:sp>
          <p:nvSpPr>
            <p:cNvPr id="1005" name="Google Shape;6324;p62">
              <a:extLst>
                <a:ext uri="{FF2B5EF4-FFF2-40B4-BE49-F238E27FC236}">
                  <a16:creationId xmlns:a16="http://schemas.microsoft.com/office/drawing/2014/main" id="{A941FD4A-499F-4AAB-8033-72CB86C9FEEA}"/>
                </a:ext>
              </a:extLst>
            </p:cNvPr>
            <p:cNvSpPr/>
            <p:nvPr/>
          </p:nvSpPr>
          <p:spPr>
            <a:xfrm>
              <a:off x="-40079575" y="2584575"/>
              <a:ext cx="19725" cy="19725"/>
            </a:xfrm>
            <a:custGeom>
              <a:avLst/>
              <a:gdLst/>
              <a:ahLst/>
              <a:cxnLst/>
              <a:rect l="l" t="t" r="r" b="b"/>
              <a:pathLst>
                <a:path w="789" h="789" extrusionOk="0">
                  <a:moveTo>
                    <a:pt x="410" y="1"/>
                  </a:moveTo>
                  <a:cubicBezTo>
                    <a:pt x="190" y="1"/>
                    <a:pt x="1" y="158"/>
                    <a:pt x="1" y="379"/>
                  </a:cubicBezTo>
                  <a:cubicBezTo>
                    <a:pt x="1" y="599"/>
                    <a:pt x="190" y="788"/>
                    <a:pt x="410" y="788"/>
                  </a:cubicBezTo>
                  <a:cubicBezTo>
                    <a:pt x="631" y="788"/>
                    <a:pt x="788" y="599"/>
                    <a:pt x="788" y="379"/>
                  </a:cubicBezTo>
                  <a:cubicBezTo>
                    <a:pt x="788" y="158"/>
                    <a:pt x="631" y="1"/>
                    <a:pt x="410" y="1"/>
                  </a:cubicBezTo>
                  <a:close/>
                </a:path>
              </a:pathLst>
            </a:custGeom>
            <a:grpFill/>
            <a:ln>
              <a:noFill/>
            </a:ln>
          </p:spPr>
          <p:txBody>
            <a:bodyPr spcFirstLastPara="1" wrap="square" lIns="62728" tIns="62728" rIns="62728" bIns="62728" anchor="ctr" anchorCtr="0">
              <a:noAutofit/>
            </a:bodyPr>
            <a:lstStyle/>
            <a:p>
              <a:endParaRPr sz="764"/>
            </a:p>
          </p:txBody>
        </p:sp>
        <p:sp>
          <p:nvSpPr>
            <p:cNvPr id="1006" name="Google Shape;6325;p62">
              <a:extLst>
                <a:ext uri="{FF2B5EF4-FFF2-40B4-BE49-F238E27FC236}">
                  <a16:creationId xmlns:a16="http://schemas.microsoft.com/office/drawing/2014/main" id="{C6EB2E85-7E68-4E1D-858F-ED223F80C88A}"/>
                </a:ext>
              </a:extLst>
            </p:cNvPr>
            <p:cNvSpPr/>
            <p:nvPr/>
          </p:nvSpPr>
          <p:spPr>
            <a:xfrm>
              <a:off x="-40160700" y="2339625"/>
              <a:ext cx="290650" cy="316650"/>
            </a:xfrm>
            <a:custGeom>
              <a:avLst/>
              <a:gdLst/>
              <a:ahLst/>
              <a:cxnLst/>
              <a:rect l="l" t="t" r="r" b="b"/>
              <a:pathLst>
                <a:path w="11626" h="12666" extrusionOk="0">
                  <a:moveTo>
                    <a:pt x="7656" y="820"/>
                  </a:moveTo>
                  <a:cubicBezTo>
                    <a:pt x="7845" y="820"/>
                    <a:pt x="8003" y="946"/>
                    <a:pt x="8066" y="1072"/>
                  </a:cubicBezTo>
                  <a:cubicBezTo>
                    <a:pt x="8129" y="1355"/>
                    <a:pt x="7940" y="1639"/>
                    <a:pt x="7656" y="1639"/>
                  </a:cubicBezTo>
                  <a:lnTo>
                    <a:pt x="4065" y="1639"/>
                  </a:lnTo>
                  <a:cubicBezTo>
                    <a:pt x="3876" y="1639"/>
                    <a:pt x="3687" y="1450"/>
                    <a:pt x="3687" y="1261"/>
                  </a:cubicBezTo>
                  <a:cubicBezTo>
                    <a:pt x="3687" y="1009"/>
                    <a:pt x="3876" y="851"/>
                    <a:pt x="4065" y="820"/>
                  </a:cubicBezTo>
                  <a:close/>
                  <a:moveTo>
                    <a:pt x="7310" y="2458"/>
                  </a:moveTo>
                  <a:lnTo>
                    <a:pt x="7310" y="5860"/>
                  </a:lnTo>
                  <a:cubicBezTo>
                    <a:pt x="7310" y="6270"/>
                    <a:pt x="7467" y="6711"/>
                    <a:pt x="7656" y="7026"/>
                  </a:cubicBezTo>
                  <a:cubicBezTo>
                    <a:pt x="7026" y="7152"/>
                    <a:pt x="6396" y="7404"/>
                    <a:pt x="5797" y="7782"/>
                  </a:cubicBezTo>
                  <a:cubicBezTo>
                    <a:pt x="5146" y="8207"/>
                    <a:pt x="4241" y="8453"/>
                    <a:pt x="3401" y="8453"/>
                  </a:cubicBezTo>
                  <a:cubicBezTo>
                    <a:pt x="3306" y="8453"/>
                    <a:pt x="3212" y="8450"/>
                    <a:pt x="3120" y="8444"/>
                  </a:cubicBezTo>
                  <a:lnTo>
                    <a:pt x="4128" y="7026"/>
                  </a:lnTo>
                  <a:cubicBezTo>
                    <a:pt x="4380" y="6680"/>
                    <a:pt x="4537" y="6239"/>
                    <a:pt x="4537" y="5829"/>
                  </a:cubicBezTo>
                  <a:lnTo>
                    <a:pt x="4537" y="2458"/>
                  </a:lnTo>
                  <a:close/>
                  <a:moveTo>
                    <a:pt x="8192" y="7782"/>
                  </a:moveTo>
                  <a:cubicBezTo>
                    <a:pt x="10775" y="11500"/>
                    <a:pt x="10586" y="11216"/>
                    <a:pt x="10618" y="11279"/>
                  </a:cubicBezTo>
                  <a:cubicBezTo>
                    <a:pt x="10681" y="11563"/>
                    <a:pt x="10523" y="11846"/>
                    <a:pt x="10208" y="11846"/>
                  </a:cubicBezTo>
                  <a:lnTo>
                    <a:pt x="1576" y="11846"/>
                  </a:lnTo>
                  <a:cubicBezTo>
                    <a:pt x="1198" y="11846"/>
                    <a:pt x="1040" y="11437"/>
                    <a:pt x="1198" y="11216"/>
                  </a:cubicBezTo>
                  <a:lnTo>
                    <a:pt x="2584" y="9232"/>
                  </a:lnTo>
                  <a:cubicBezTo>
                    <a:pt x="2825" y="9263"/>
                    <a:pt x="3077" y="9280"/>
                    <a:pt x="3333" y="9280"/>
                  </a:cubicBezTo>
                  <a:cubicBezTo>
                    <a:pt x="4347" y="9280"/>
                    <a:pt x="5434" y="9022"/>
                    <a:pt x="6239" y="8444"/>
                  </a:cubicBezTo>
                  <a:cubicBezTo>
                    <a:pt x="6837" y="8066"/>
                    <a:pt x="7499" y="7814"/>
                    <a:pt x="8192" y="7782"/>
                  </a:cubicBezTo>
                  <a:close/>
                  <a:moveTo>
                    <a:pt x="4128" y="1"/>
                  </a:moveTo>
                  <a:cubicBezTo>
                    <a:pt x="3435" y="1"/>
                    <a:pt x="2899" y="536"/>
                    <a:pt x="2899" y="1261"/>
                  </a:cubicBezTo>
                  <a:cubicBezTo>
                    <a:pt x="2899" y="1765"/>
                    <a:pt x="3214" y="2237"/>
                    <a:pt x="3718" y="2426"/>
                  </a:cubicBezTo>
                  <a:lnTo>
                    <a:pt x="3718" y="5860"/>
                  </a:lnTo>
                  <a:cubicBezTo>
                    <a:pt x="3718" y="6081"/>
                    <a:pt x="3655" y="6365"/>
                    <a:pt x="3498" y="6554"/>
                  </a:cubicBezTo>
                  <a:lnTo>
                    <a:pt x="568" y="10744"/>
                  </a:lnTo>
                  <a:cubicBezTo>
                    <a:pt x="1" y="11563"/>
                    <a:pt x="568" y="12666"/>
                    <a:pt x="1607" y="12666"/>
                  </a:cubicBezTo>
                  <a:lnTo>
                    <a:pt x="10271" y="12666"/>
                  </a:lnTo>
                  <a:cubicBezTo>
                    <a:pt x="10555" y="12666"/>
                    <a:pt x="10870" y="12540"/>
                    <a:pt x="11090" y="12350"/>
                  </a:cubicBezTo>
                  <a:cubicBezTo>
                    <a:pt x="11531" y="11972"/>
                    <a:pt x="11626" y="11248"/>
                    <a:pt x="11248" y="10744"/>
                  </a:cubicBezTo>
                  <a:lnTo>
                    <a:pt x="8318" y="6554"/>
                  </a:lnTo>
                  <a:cubicBezTo>
                    <a:pt x="8160" y="6365"/>
                    <a:pt x="8097" y="6081"/>
                    <a:pt x="8097" y="5860"/>
                  </a:cubicBezTo>
                  <a:lnTo>
                    <a:pt x="8097" y="2426"/>
                  </a:lnTo>
                  <a:cubicBezTo>
                    <a:pt x="8570" y="2269"/>
                    <a:pt x="8916" y="1796"/>
                    <a:pt x="8916" y="1261"/>
                  </a:cubicBezTo>
                  <a:cubicBezTo>
                    <a:pt x="8916" y="568"/>
                    <a:pt x="8381" y="1"/>
                    <a:pt x="768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62" name="Google Shape;6326;p62">
            <a:extLst>
              <a:ext uri="{FF2B5EF4-FFF2-40B4-BE49-F238E27FC236}">
                <a16:creationId xmlns:a16="http://schemas.microsoft.com/office/drawing/2014/main" id="{A81C1D5D-DDE8-42CF-9133-A882A1476156}"/>
              </a:ext>
            </a:extLst>
          </p:cNvPr>
          <p:cNvGrpSpPr/>
          <p:nvPr/>
        </p:nvGrpSpPr>
        <p:grpSpPr>
          <a:xfrm>
            <a:off x="2737046" y="2073608"/>
            <a:ext cx="237080" cy="235333"/>
            <a:chOff x="-40171725" y="2705875"/>
            <a:chExt cx="319000" cy="316650"/>
          </a:xfrm>
          <a:solidFill>
            <a:schemeClr val="tx1"/>
          </a:solidFill>
        </p:grpSpPr>
        <p:sp>
          <p:nvSpPr>
            <p:cNvPr id="1001" name="Google Shape;6327;p62">
              <a:extLst>
                <a:ext uri="{FF2B5EF4-FFF2-40B4-BE49-F238E27FC236}">
                  <a16:creationId xmlns:a16="http://schemas.microsoft.com/office/drawing/2014/main" id="{3B41D8B6-C177-4435-9DC4-C81B9BA84EED}"/>
                </a:ext>
              </a:extLst>
            </p:cNvPr>
            <p:cNvSpPr/>
            <p:nvPr/>
          </p:nvSpPr>
          <p:spPr>
            <a:xfrm>
              <a:off x="-40068550" y="2788575"/>
              <a:ext cx="48075" cy="58775"/>
            </a:xfrm>
            <a:custGeom>
              <a:avLst/>
              <a:gdLst/>
              <a:ahLst/>
              <a:cxnLst/>
              <a:rect l="l" t="t" r="r" b="b"/>
              <a:pathLst>
                <a:path w="1923" h="2351" extrusionOk="0">
                  <a:moveTo>
                    <a:pt x="442" y="0"/>
                  </a:moveTo>
                  <a:cubicBezTo>
                    <a:pt x="190" y="0"/>
                    <a:pt x="1" y="158"/>
                    <a:pt x="32" y="410"/>
                  </a:cubicBezTo>
                  <a:cubicBezTo>
                    <a:pt x="32" y="1261"/>
                    <a:pt x="505" y="1985"/>
                    <a:pt x="1261" y="2300"/>
                  </a:cubicBezTo>
                  <a:cubicBezTo>
                    <a:pt x="1322" y="2335"/>
                    <a:pt x="1386" y="2351"/>
                    <a:pt x="1448" y="2351"/>
                  </a:cubicBezTo>
                  <a:cubicBezTo>
                    <a:pt x="1607" y="2351"/>
                    <a:pt x="1751" y="2247"/>
                    <a:pt x="1796" y="2111"/>
                  </a:cubicBezTo>
                  <a:cubicBezTo>
                    <a:pt x="1922" y="1891"/>
                    <a:pt x="1796" y="1639"/>
                    <a:pt x="1607" y="1576"/>
                  </a:cubicBezTo>
                  <a:cubicBezTo>
                    <a:pt x="1135" y="1355"/>
                    <a:pt x="851" y="945"/>
                    <a:pt x="851" y="410"/>
                  </a:cubicBezTo>
                  <a:cubicBezTo>
                    <a:pt x="851" y="189"/>
                    <a:pt x="662" y="0"/>
                    <a:pt x="442" y="0"/>
                  </a:cubicBezTo>
                  <a:close/>
                </a:path>
              </a:pathLst>
            </a:custGeom>
            <a:grpFill/>
            <a:ln>
              <a:noFill/>
            </a:ln>
          </p:spPr>
          <p:txBody>
            <a:bodyPr spcFirstLastPara="1" wrap="square" lIns="62728" tIns="62728" rIns="62728" bIns="62728" anchor="ctr" anchorCtr="0">
              <a:noAutofit/>
            </a:bodyPr>
            <a:lstStyle/>
            <a:p>
              <a:endParaRPr sz="764"/>
            </a:p>
          </p:txBody>
        </p:sp>
        <p:sp>
          <p:nvSpPr>
            <p:cNvPr id="1002" name="Google Shape;6328;p62">
              <a:extLst>
                <a:ext uri="{FF2B5EF4-FFF2-40B4-BE49-F238E27FC236}">
                  <a16:creationId xmlns:a16="http://schemas.microsoft.com/office/drawing/2014/main" id="{A98A1902-7297-41C8-ABD1-E9AC48438F08}"/>
                </a:ext>
              </a:extLst>
            </p:cNvPr>
            <p:cNvSpPr/>
            <p:nvPr/>
          </p:nvSpPr>
          <p:spPr>
            <a:xfrm>
              <a:off x="-40171725" y="2705875"/>
              <a:ext cx="319000" cy="316650"/>
            </a:xfrm>
            <a:custGeom>
              <a:avLst/>
              <a:gdLst/>
              <a:ahLst/>
              <a:cxnLst/>
              <a:rect l="l" t="t" r="r" b="b"/>
              <a:pathLst>
                <a:path w="12760" h="12666" extrusionOk="0">
                  <a:moveTo>
                    <a:pt x="2489" y="1639"/>
                  </a:moveTo>
                  <a:lnTo>
                    <a:pt x="2489" y="3718"/>
                  </a:lnTo>
                  <a:cubicBezTo>
                    <a:pt x="2489" y="4127"/>
                    <a:pt x="2552" y="4506"/>
                    <a:pt x="2678" y="4884"/>
                  </a:cubicBezTo>
                  <a:cubicBezTo>
                    <a:pt x="1639" y="4600"/>
                    <a:pt x="820" y="3623"/>
                    <a:pt x="820" y="2458"/>
                  </a:cubicBezTo>
                  <a:lnTo>
                    <a:pt x="820" y="2048"/>
                  </a:lnTo>
                  <a:cubicBezTo>
                    <a:pt x="820" y="1796"/>
                    <a:pt x="1009" y="1639"/>
                    <a:pt x="1261" y="1639"/>
                  </a:cubicBezTo>
                  <a:close/>
                  <a:moveTo>
                    <a:pt x="11500" y="1639"/>
                  </a:moveTo>
                  <a:cubicBezTo>
                    <a:pt x="11720" y="1639"/>
                    <a:pt x="11878" y="1828"/>
                    <a:pt x="11878" y="2048"/>
                  </a:cubicBezTo>
                  <a:lnTo>
                    <a:pt x="11878" y="2426"/>
                  </a:lnTo>
                  <a:cubicBezTo>
                    <a:pt x="11878" y="3623"/>
                    <a:pt x="11090" y="4569"/>
                    <a:pt x="10019" y="4884"/>
                  </a:cubicBezTo>
                  <a:cubicBezTo>
                    <a:pt x="10145" y="4506"/>
                    <a:pt x="10240" y="4127"/>
                    <a:pt x="10240" y="3718"/>
                  </a:cubicBezTo>
                  <a:lnTo>
                    <a:pt x="10240" y="1639"/>
                  </a:lnTo>
                  <a:close/>
                  <a:moveTo>
                    <a:pt x="9389" y="788"/>
                  </a:moveTo>
                  <a:lnTo>
                    <a:pt x="9389" y="3686"/>
                  </a:lnTo>
                  <a:cubicBezTo>
                    <a:pt x="9389" y="4789"/>
                    <a:pt x="8759" y="5860"/>
                    <a:pt x="7656" y="6333"/>
                  </a:cubicBezTo>
                  <a:cubicBezTo>
                    <a:pt x="7247" y="6522"/>
                    <a:pt x="6932" y="6963"/>
                    <a:pt x="6932" y="7467"/>
                  </a:cubicBezTo>
                  <a:cubicBezTo>
                    <a:pt x="6932" y="7467"/>
                    <a:pt x="6932" y="7908"/>
                    <a:pt x="7026" y="8507"/>
                  </a:cubicBezTo>
                  <a:cubicBezTo>
                    <a:pt x="7121" y="8759"/>
                    <a:pt x="7247" y="9074"/>
                    <a:pt x="7341" y="9357"/>
                  </a:cubicBezTo>
                  <a:lnTo>
                    <a:pt x="5356" y="9357"/>
                  </a:lnTo>
                  <a:cubicBezTo>
                    <a:pt x="5671" y="8759"/>
                    <a:pt x="5766" y="8066"/>
                    <a:pt x="5766" y="7498"/>
                  </a:cubicBezTo>
                  <a:cubicBezTo>
                    <a:pt x="5766" y="6994"/>
                    <a:pt x="5451" y="6553"/>
                    <a:pt x="5041" y="6364"/>
                  </a:cubicBezTo>
                  <a:cubicBezTo>
                    <a:pt x="4569" y="6144"/>
                    <a:pt x="4128" y="5766"/>
                    <a:pt x="3813" y="5293"/>
                  </a:cubicBezTo>
                  <a:cubicBezTo>
                    <a:pt x="3498" y="4821"/>
                    <a:pt x="3340" y="4285"/>
                    <a:pt x="3340" y="3686"/>
                  </a:cubicBezTo>
                  <a:lnTo>
                    <a:pt x="3340" y="788"/>
                  </a:lnTo>
                  <a:close/>
                  <a:moveTo>
                    <a:pt x="8696" y="10176"/>
                  </a:moveTo>
                  <a:lnTo>
                    <a:pt x="9263" y="11846"/>
                  </a:lnTo>
                  <a:lnTo>
                    <a:pt x="3498" y="11846"/>
                  </a:lnTo>
                  <a:lnTo>
                    <a:pt x="4033" y="10176"/>
                  </a:lnTo>
                  <a:close/>
                  <a:moveTo>
                    <a:pt x="2930" y="0"/>
                  </a:moveTo>
                  <a:cubicBezTo>
                    <a:pt x="2710" y="0"/>
                    <a:pt x="2552" y="189"/>
                    <a:pt x="2552" y="410"/>
                  </a:cubicBezTo>
                  <a:lnTo>
                    <a:pt x="2552" y="851"/>
                  </a:lnTo>
                  <a:lnTo>
                    <a:pt x="1324" y="851"/>
                  </a:lnTo>
                  <a:cubicBezTo>
                    <a:pt x="1302" y="850"/>
                    <a:pt x="1280" y="850"/>
                    <a:pt x="1258" y="850"/>
                  </a:cubicBezTo>
                  <a:cubicBezTo>
                    <a:pt x="506" y="850"/>
                    <a:pt x="1" y="1374"/>
                    <a:pt x="1" y="2048"/>
                  </a:cubicBezTo>
                  <a:lnTo>
                    <a:pt x="1" y="2426"/>
                  </a:lnTo>
                  <a:cubicBezTo>
                    <a:pt x="1" y="4190"/>
                    <a:pt x="1355" y="5608"/>
                    <a:pt x="3088" y="5766"/>
                  </a:cubicBezTo>
                  <a:cubicBezTo>
                    <a:pt x="3498" y="6364"/>
                    <a:pt x="4033" y="6837"/>
                    <a:pt x="4726" y="7120"/>
                  </a:cubicBezTo>
                  <a:cubicBezTo>
                    <a:pt x="4884" y="7183"/>
                    <a:pt x="4947" y="7309"/>
                    <a:pt x="4947" y="7498"/>
                  </a:cubicBezTo>
                  <a:cubicBezTo>
                    <a:pt x="4947" y="8097"/>
                    <a:pt x="4726" y="8885"/>
                    <a:pt x="4348" y="9357"/>
                  </a:cubicBezTo>
                  <a:lnTo>
                    <a:pt x="3718" y="9357"/>
                  </a:lnTo>
                  <a:cubicBezTo>
                    <a:pt x="3529" y="9357"/>
                    <a:pt x="3372" y="9483"/>
                    <a:pt x="3340" y="9641"/>
                  </a:cubicBezTo>
                  <a:lnTo>
                    <a:pt x="2521" y="12130"/>
                  </a:lnTo>
                  <a:cubicBezTo>
                    <a:pt x="2426" y="12382"/>
                    <a:pt x="2615" y="12665"/>
                    <a:pt x="2899" y="12665"/>
                  </a:cubicBezTo>
                  <a:lnTo>
                    <a:pt x="9799" y="12665"/>
                  </a:lnTo>
                  <a:cubicBezTo>
                    <a:pt x="10082" y="12665"/>
                    <a:pt x="10271" y="12382"/>
                    <a:pt x="10177" y="12130"/>
                  </a:cubicBezTo>
                  <a:lnTo>
                    <a:pt x="9357" y="9641"/>
                  </a:lnTo>
                  <a:cubicBezTo>
                    <a:pt x="9326" y="9483"/>
                    <a:pt x="9168" y="9357"/>
                    <a:pt x="8979" y="9357"/>
                  </a:cubicBezTo>
                  <a:lnTo>
                    <a:pt x="8349" y="9357"/>
                  </a:lnTo>
                  <a:cubicBezTo>
                    <a:pt x="7971" y="8885"/>
                    <a:pt x="7751" y="8097"/>
                    <a:pt x="7751" y="7498"/>
                  </a:cubicBezTo>
                  <a:cubicBezTo>
                    <a:pt x="7751" y="7341"/>
                    <a:pt x="7877" y="7183"/>
                    <a:pt x="7971" y="7152"/>
                  </a:cubicBezTo>
                  <a:cubicBezTo>
                    <a:pt x="8601" y="6868"/>
                    <a:pt x="9200" y="6396"/>
                    <a:pt x="9610" y="5829"/>
                  </a:cubicBezTo>
                  <a:cubicBezTo>
                    <a:pt x="10901" y="5734"/>
                    <a:pt x="12004" y="4947"/>
                    <a:pt x="12476" y="3781"/>
                  </a:cubicBezTo>
                  <a:cubicBezTo>
                    <a:pt x="12760" y="3056"/>
                    <a:pt x="12760" y="2552"/>
                    <a:pt x="12760" y="2080"/>
                  </a:cubicBezTo>
                  <a:cubicBezTo>
                    <a:pt x="12760" y="1435"/>
                    <a:pt x="12221" y="850"/>
                    <a:pt x="11581" y="850"/>
                  </a:cubicBezTo>
                  <a:cubicBezTo>
                    <a:pt x="11565" y="850"/>
                    <a:pt x="11548" y="850"/>
                    <a:pt x="11531" y="851"/>
                  </a:cubicBezTo>
                  <a:lnTo>
                    <a:pt x="10271" y="851"/>
                  </a:lnTo>
                  <a:lnTo>
                    <a:pt x="10271" y="410"/>
                  </a:lnTo>
                  <a:cubicBezTo>
                    <a:pt x="10271" y="189"/>
                    <a:pt x="10082" y="0"/>
                    <a:pt x="9830"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63" name="Google Shape;6329;p62">
            <a:extLst>
              <a:ext uri="{FF2B5EF4-FFF2-40B4-BE49-F238E27FC236}">
                <a16:creationId xmlns:a16="http://schemas.microsoft.com/office/drawing/2014/main" id="{48E954F6-EDF0-41CC-9224-961A100A4DC4}"/>
              </a:ext>
            </a:extLst>
          </p:cNvPr>
          <p:cNvGrpSpPr/>
          <p:nvPr/>
        </p:nvGrpSpPr>
        <p:grpSpPr>
          <a:xfrm>
            <a:off x="4162082" y="1509317"/>
            <a:ext cx="172124" cy="235928"/>
            <a:chOff x="-38275925" y="1946600"/>
            <a:chExt cx="231600" cy="317450"/>
          </a:xfrm>
          <a:solidFill>
            <a:schemeClr val="tx1"/>
          </a:solidFill>
        </p:grpSpPr>
        <p:sp>
          <p:nvSpPr>
            <p:cNvPr id="999" name="Google Shape;6330;p62">
              <a:extLst>
                <a:ext uri="{FF2B5EF4-FFF2-40B4-BE49-F238E27FC236}">
                  <a16:creationId xmlns:a16="http://schemas.microsoft.com/office/drawing/2014/main" id="{08CD1E22-4FF5-4503-996F-CCE1C318360E}"/>
                </a:ext>
              </a:extLst>
            </p:cNvPr>
            <p:cNvSpPr/>
            <p:nvPr/>
          </p:nvSpPr>
          <p:spPr>
            <a:xfrm>
              <a:off x="-38275925" y="1946600"/>
              <a:ext cx="231600" cy="317450"/>
            </a:xfrm>
            <a:custGeom>
              <a:avLst/>
              <a:gdLst/>
              <a:ahLst/>
              <a:cxnLst/>
              <a:rect l="l" t="t" r="r" b="b"/>
              <a:pathLst>
                <a:path w="9264" h="12698" extrusionOk="0">
                  <a:moveTo>
                    <a:pt x="4546" y="892"/>
                  </a:moveTo>
                  <a:cubicBezTo>
                    <a:pt x="4811" y="892"/>
                    <a:pt x="5082" y="920"/>
                    <a:pt x="5357" y="977"/>
                  </a:cubicBezTo>
                  <a:cubicBezTo>
                    <a:pt x="6964" y="1292"/>
                    <a:pt x="8287" y="2742"/>
                    <a:pt x="8287" y="4600"/>
                  </a:cubicBezTo>
                  <a:cubicBezTo>
                    <a:pt x="8287" y="5987"/>
                    <a:pt x="7531" y="7215"/>
                    <a:pt x="6396" y="7845"/>
                  </a:cubicBezTo>
                  <a:cubicBezTo>
                    <a:pt x="5987" y="8034"/>
                    <a:pt x="5798" y="8475"/>
                    <a:pt x="5798" y="8885"/>
                  </a:cubicBezTo>
                  <a:lnTo>
                    <a:pt x="5798" y="9169"/>
                  </a:lnTo>
                  <a:lnTo>
                    <a:pt x="3309" y="9169"/>
                  </a:lnTo>
                  <a:lnTo>
                    <a:pt x="3309" y="8854"/>
                  </a:lnTo>
                  <a:cubicBezTo>
                    <a:pt x="3309" y="8412"/>
                    <a:pt x="3088" y="8034"/>
                    <a:pt x="2679" y="7782"/>
                  </a:cubicBezTo>
                  <a:cubicBezTo>
                    <a:pt x="1545" y="7121"/>
                    <a:pt x="820" y="5955"/>
                    <a:pt x="820" y="4600"/>
                  </a:cubicBezTo>
                  <a:cubicBezTo>
                    <a:pt x="820" y="2536"/>
                    <a:pt x="2499" y="892"/>
                    <a:pt x="4546" y="892"/>
                  </a:cubicBezTo>
                  <a:close/>
                  <a:moveTo>
                    <a:pt x="5798" y="9956"/>
                  </a:moveTo>
                  <a:lnTo>
                    <a:pt x="5798" y="10681"/>
                  </a:lnTo>
                  <a:cubicBezTo>
                    <a:pt x="5798" y="10901"/>
                    <a:pt x="5609" y="11059"/>
                    <a:pt x="5357" y="11090"/>
                  </a:cubicBezTo>
                  <a:lnTo>
                    <a:pt x="3719" y="11090"/>
                  </a:lnTo>
                  <a:cubicBezTo>
                    <a:pt x="3467" y="11090"/>
                    <a:pt x="3309" y="10901"/>
                    <a:pt x="3277" y="10681"/>
                  </a:cubicBezTo>
                  <a:lnTo>
                    <a:pt x="3277" y="9956"/>
                  </a:lnTo>
                  <a:close/>
                  <a:moveTo>
                    <a:pt x="4443" y="1"/>
                  </a:moveTo>
                  <a:cubicBezTo>
                    <a:pt x="2049" y="32"/>
                    <a:pt x="1" y="2080"/>
                    <a:pt x="1" y="4600"/>
                  </a:cubicBezTo>
                  <a:cubicBezTo>
                    <a:pt x="1" y="6270"/>
                    <a:pt x="883" y="7719"/>
                    <a:pt x="2238" y="8539"/>
                  </a:cubicBezTo>
                  <a:cubicBezTo>
                    <a:pt x="2332" y="8570"/>
                    <a:pt x="2395" y="8696"/>
                    <a:pt x="2458" y="8759"/>
                  </a:cubicBezTo>
                  <a:lnTo>
                    <a:pt x="2458" y="10681"/>
                  </a:lnTo>
                  <a:cubicBezTo>
                    <a:pt x="2458" y="11216"/>
                    <a:pt x="2805" y="11689"/>
                    <a:pt x="3309" y="11847"/>
                  </a:cubicBezTo>
                  <a:cubicBezTo>
                    <a:pt x="3467" y="12351"/>
                    <a:pt x="3939" y="12697"/>
                    <a:pt x="4506" y="12697"/>
                  </a:cubicBezTo>
                  <a:cubicBezTo>
                    <a:pt x="5042" y="12697"/>
                    <a:pt x="5514" y="12351"/>
                    <a:pt x="5672" y="11847"/>
                  </a:cubicBezTo>
                  <a:cubicBezTo>
                    <a:pt x="6176" y="11689"/>
                    <a:pt x="6554" y="11216"/>
                    <a:pt x="6554" y="10681"/>
                  </a:cubicBezTo>
                  <a:lnTo>
                    <a:pt x="6554" y="8854"/>
                  </a:lnTo>
                  <a:cubicBezTo>
                    <a:pt x="6554" y="8728"/>
                    <a:pt x="6617" y="8570"/>
                    <a:pt x="6712" y="8507"/>
                  </a:cubicBezTo>
                  <a:cubicBezTo>
                    <a:pt x="8318" y="7593"/>
                    <a:pt x="9263" y="5735"/>
                    <a:pt x="8948" y="3750"/>
                  </a:cubicBezTo>
                  <a:cubicBezTo>
                    <a:pt x="8602" y="1702"/>
                    <a:pt x="6806" y="1"/>
                    <a:pt x="4443" y="1"/>
                  </a:cubicBezTo>
                  <a:close/>
                </a:path>
              </a:pathLst>
            </a:custGeom>
            <a:grpFill/>
            <a:ln>
              <a:noFill/>
            </a:ln>
          </p:spPr>
          <p:txBody>
            <a:bodyPr spcFirstLastPara="1" wrap="square" lIns="62728" tIns="62728" rIns="62728" bIns="62728" anchor="ctr" anchorCtr="0">
              <a:noAutofit/>
            </a:bodyPr>
            <a:lstStyle/>
            <a:p>
              <a:endParaRPr sz="764"/>
            </a:p>
          </p:txBody>
        </p:sp>
        <p:sp>
          <p:nvSpPr>
            <p:cNvPr id="1000" name="Google Shape;6331;p62">
              <a:extLst>
                <a:ext uri="{FF2B5EF4-FFF2-40B4-BE49-F238E27FC236}">
                  <a16:creationId xmlns:a16="http://schemas.microsoft.com/office/drawing/2014/main" id="{81A95E7D-2E72-4F9D-BA1C-FDF754981A7F}"/>
                </a:ext>
              </a:extLst>
            </p:cNvPr>
            <p:cNvSpPr/>
            <p:nvPr/>
          </p:nvSpPr>
          <p:spPr>
            <a:xfrm>
              <a:off x="-38235750" y="1989125"/>
              <a:ext cx="84300" cy="83525"/>
            </a:xfrm>
            <a:custGeom>
              <a:avLst/>
              <a:gdLst/>
              <a:ahLst/>
              <a:cxnLst/>
              <a:rect l="l" t="t" r="r" b="b"/>
              <a:pathLst>
                <a:path w="3372" h="3341" extrusionOk="0">
                  <a:moveTo>
                    <a:pt x="2931" y="1"/>
                  </a:moveTo>
                  <a:cubicBezTo>
                    <a:pt x="1355" y="1"/>
                    <a:pt x="64" y="1293"/>
                    <a:pt x="1" y="2899"/>
                  </a:cubicBezTo>
                  <a:cubicBezTo>
                    <a:pt x="1" y="3120"/>
                    <a:pt x="158" y="3340"/>
                    <a:pt x="410" y="3340"/>
                  </a:cubicBezTo>
                  <a:cubicBezTo>
                    <a:pt x="631" y="3340"/>
                    <a:pt x="851" y="3120"/>
                    <a:pt x="851" y="2899"/>
                  </a:cubicBezTo>
                  <a:cubicBezTo>
                    <a:pt x="883" y="1765"/>
                    <a:pt x="1796" y="820"/>
                    <a:pt x="2931" y="820"/>
                  </a:cubicBezTo>
                  <a:cubicBezTo>
                    <a:pt x="3151" y="820"/>
                    <a:pt x="3372" y="631"/>
                    <a:pt x="3372" y="379"/>
                  </a:cubicBezTo>
                  <a:cubicBezTo>
                    <a:pt x="3372" y="190"/>
                    <a:pt x="3151" y="1"/>
                    <a:pt x="2931" y="1"/>
                  </a:cubicBezTo>
                  <a:close/>
                </a:path>
              </a:pathLst>
            </a:custGeom>
            <a:grpFill/>
            <a:ln>
              <a:noFill/>
            </a:ln>
          </p:spPr>
          <p:txBody>
            <a:bodyPr spcFirstLastPara="1" wrap="square" lIns="62728" tIns="62728" rIns="62728" bIns="62728" anchor="ctr" anchorCtr="0">
              <a:noAutofit/>
            </a:bodyPr>
            <a:lstStyle/>
            <a:p>
              <a:endParaRPr sz="764"/>
            </a:p>
          </p:txBody>
        </p:sp>
      </p:grpSp>
      <p:sp>
        <p:nvSpPr>
          <p:cNvPr id="964" name="Google Shape;6332;p62">
            <a:extLst>
              <a:ext uri="{FF2B5EF4-FFF2-40B4-BE49-F238E27FC236}">
                <a16:creationId xmlns:a16="http://schemas.microsoft.com/office/drawing/2014/main" id="{1D3A5B25-D534-44BB-903D-654DBBCAC289}"/>
              </a:ext>
            </a:extLst>
          </p:cNvPr>
          <p:cNvSpPr/>
          <p:nvPr/>
        </p:nvSpPr>
        <p:spPr>
          <a:xfrm>
            <a:off x="4129155" y="1781832"/>
            <a:ext cx="236503" cy="236132"/>
          </a:xfrm>
          <a:custGeom>
            <a:avLst/>
            <a:gdLst/>
            <a:ahLst/>
            <a:cxnLst/>
            <a:rect l="l" t="t" r="r" b="b"/>
            <a:pathLst>
              <a:path w="12729" h="12709" extrusionOk="0">
                <a:moveTo>
                  <a:pt x="7089" y="894"/>
                </a:moveTo>
                <a:lnTo>
                  <a:pt x="7089" y="894"/>
                </a:lnTo>
                <a:cubicBezTo>
                  <a:pt x="8160" y="989"/>
                  <a:pt x="9137" y="1461"/>
                  <a:pt x="9956" y="2186"/>
                </a:cubicBezTo>
                <a:lnTo>
                  <a:pt x="8192" y="3950"/>
                </a:lnTo>
                <a:cubicBezTo>
                  <a:pt x="7436" y="3099"/>
                  <a:pt x="7089" y="1934"/>
                  <a:pt x="7089" y="894"/>
                </a:cubicBezTo>
                <a:close/>
                <a:moveTo>
                  <a:pt x="10555" y="2721"/>
                </a:moveTo>
                <a:cubicBezTo>
                  <a:pt x="11248" y="3572"/>
                  <a:pt x="11689" y="4549"/>
                  <a:pt x="11847" y="5620"/>
                </a:cubicBezTo>
                <a:cubicBezTo>
                  <a:pt x="10775" y="5620"/>
                  <a:pt x="9673" y="5242"/>
                  <a:pt x="8791" y="4486"/>
                </a:cubicBezTo>
                <a:lnTo>
                  <a:pt x="10555" y="2721"/>
                </a:lnTo>
                <a:close/>
                <a:moveTo>
                  <a:pt x="6270" y="831"/>
                </a:moveTo>
                <a:cubicBezTo>
                  <a:pt x="6207" y="2154"/>
                  <a:pt x="6680" y="3477"/>
                  <a:pt x="7593" y="4549"/>
                </a:cubicBezTo>
                <a:lnTo>
                  <a:pt x="6365" y="5777"/>
                </a:lnTo>
                <a:lnTo>
                  <a:pt x="2805" y="2186"/>
                </a:lnTo>
                <a:cubicBezTo>
                  <a:pt x="3781" y="1304"/>
                  <a:pt x="5010" y="831"/>
                  <a:pt x="6270" y="831"/>
                </a:cubicBezTo>
                <a:close/>
                <a:moveTo>
                  <a:pt x="2206" y="2721"/>
                </a:moveTo>
                <a:lnTo>
                  <a:pt x="5798" y="6313"/>
                </a:lnTo>
                <a:lnTo>
                  <a:pt x="4569" y="7542"/>
                </a:lnTo>
                <a:cubicBezTo>
                  <a:pt x="3648" y="6620"/>
                  <a:pt x="2337" y="6028"/>
                  <a:pt x="958" y="6028"/>
                </a:cubicBezTo>
                <a:cubicBezTo>
                  <a:pt x="923" y="6028"/>
                  <a:pt x="887" y="6029"/>
                  <a:pt x="851" y="6029"/>
                </a:cubicBezTo>
                <a:cubicBezTo>
                  <a:pt x="946" y="4864"/>
                  <a:pt x="1387" y="3666"/>
                  <a:pt x="2206" y="2721"/>
                </a:cubicBezTo>
                <a:close/>
                <a:moveTo>
                  <a:pt x="8192" y="5147"/>
                </a:moveTo>
                <a:cubicBezTo>
                  <a:pt x="9263" y="6029"/>
                  <a:pt x="10586" y="6470"/>
                  <a:pt x="11878" y="6470"/>
                </a:cubicBezTo>
                <a:cubicBezTo>
                  <a:pt x="11847" y="7699"/>
                  <a:pt x="11405" y="8959"/>
                  <a:pt x="10555" y="9936"/>
                </a:cubicBezTo>
                <a:lnTo>
                  <a:pt x="6963" y="6344"/>
                </a:lnTo>
                <a:lnTo>
                  <a:pt x="8192" y="5147"/>
                </a:lnTo>
                <a:close/>
                <a:moveTo>
                  <a:pt x="1027" y="6910"/>
                </a:moveTo>
                <a:cubicBezTo>
                  <a:pt x="2180" y="6910"/>
                  <a:pt x="3239" y="7378"/>
                  <a:pt x="4002" y="8172"/>
                </a:cubicBezTo>
                <a:lnTo>
                  <a:pt x="2206" y="9967"/>
                </a:lnTo>
                <a:cubicBezTo>
                  <a:pt x="1450" y="9117"/>
                  <a:pt x="1009" y="8046"/>
                  <a:pt x="914" y="6911"/>
                </a:cubicBezTo>
                <a:cubicBezTo>
                  <a:pt x="952" y="6910"/>
                  <a:pt x="989" y="6910"/>
                  <a:pt x="1027" y="6910"/>
                </a:cubicBezTo>
                <a:close/>
                <a:moveTo>
                  <a:pt x="4537" y="8770"/>
                </a:moveTo>
                <a:cubicBezTo>
                  <a:pt x="5104" y="9652"/>
                  <a:pt x="5325" y="10692"/>
                  <a:pt x="5199" y="11700"/>
                </a:cubicBezTo>
                <a:cubicBezTo>
                  <a:pt x="4285" y="11511"/>
                  <a:pt x="3498" y="11133"/>
                  <a:pt x="2805" y="10503"/>
                </a:cubicBezTo>
                <a:lnTo>
                  <a:pt x="4537" y="8770"/>
                </a:lnTo>
                <a:close/>
                <a:moveTo>
                  <a:pt x="6365" y="6911"/>
                </a:moveTo>
                <a:lnTo>
                  <a:pt x="9956" y="10503"/>
                </a:lnTo>
                <a:cubicBezTo>
                  <a:pt x="8948" y="11399"/>
                  <a:pt x="7716" y="11847"/>
                  <a:pt x="6481" y="11847"/>
                </a:cubicBezTo>
                <a:cubicBezTo>
                  <a:pt x="6327" y="11847"/>
                  <a:pt x="6172" y="11840"/>
                  <a:pt x="6018" y="11826"/>
                </a:cubicBezTo>
                <a:cubicBezTo>
                  <a:pt x="6176" y="10566"/>
                  <a:pt x="5892" y="9274"/>
                  <a:pt x="5104" y="8172"/>
                </a:cubicBezTo>
                <a:lnTo>
                  <a:pt x="6365" y="6911"/>
                </a:lnTo>
                <a:close/>
                <a:moveTo>
                  <a:pt x="6349" y="0"/>
                </a:moveTo>
                <a:cubicBezTo>
                  <a:pt x="2842" y="0"/>
                  <a:pt x="1" y="2821"/>
                  <a:pt x="1" y="6344"/>
                </a:cubicBezTo>
                <a:cubicBezTo>
                  <a:pt x="1" y="9873"/>
                  <a:pt x="2836" y="12708"/>
                  <a:pt x="6333" y="12708"/>
                </a:cubicBezTo>
                <a:cubicBezTo>
                  <a:pt x="9830" y="12708"/>
                  <a:pt x="12666" y="9873"/>
                  <a:pt x="12666" y="6344"/>
                </a:cubicBezTo>
                <a:cubicBezTo>
                  <a:pt x="12729" y="2973"/>
                  <a:pt x="10082" y="201"/>
                  <a:pt x="6743" y="12"/>
                </a:cubicBezTo>
                <a:cubicBezTo>
                  <a:pt x="6611" y="4"/>
                  <a:pt x="6479" y="0"/>
                  <a:pt x="634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65" name="Google Shape;6333;p62">
            <a:extLst>
              <a:ext uri="{FF2B5EF4-FFF2-40B4-BE49-F238E27FC236}">
                <a16:creationId xmlns:a16="http://schemas.microsoft.com/office/drawing/2014/main" id="{8DA7F9C9-9018-4746-8590-192722A239FB}"/>
              </a:ext>
            </a:extLst>
          </p:cNvPr>
          <p:cNvSpPr/>
          <p:nvPr/>
        </p:nvSpPr>
        <p:spPr>
          <a:xfrm>
            <a:off x="4179701" y="2054224"/>
            <a:ext cx="138754" cy="236503"/>
          </a:xfrm>
          <a:custGeom>
            <a:avLst/>
            <a:gdLst/>
            <a:ahLst/>
            <a:cxnLst/>
            <a:rect l="l" t="t" r="r" b="b"/>
            <a:pathLst>
              <a:path w="7468" h="12729" extrusionOk="0">
                <a:moveTo>
                  <a:pt x="3715" y="5763"/>
                </a:moveTo>
                <a:cubicBezTo>
                  <a:pt x="3853" y="5763"/>
                  <a:pt x="3994" y="5833"/>
                  <a:pt x="4096" y="5955"/>
                </a:cubicBezTo>
                <a:cubicBezTo>
                  <a:pt x="4285" y="6239"/>
                  <a:pt x="4096" y="6585"/>
                  <a:pt x="3718" y="6585"/>
                </a:cubicBezTo>
                <a:cubicBezTo>
                  <a:pt x="3561" y="6585"/>
                  <a:pt x="3466" y="6491"/>
                  <a:pt x="3372" y="6396"/>
                </a:cubicBezTo>
                <a:cubicBezTo>
                  <a:pt x="3246" y="6239"/>
                  <a:pt x="3309" y="5955"/>
                  <a:pt x="3498" y="5829"/>
                </a:cubicBezTo>
                <a:cubicBezTo>
                  <a:pt x="3565" y="5784"/>
                  <a:pt x="3639" y="5763"/>
                  <a:pt x="3715" y="5763"/>
                </a:cubicBezTo>
                <a:close/>
                <a:moveTo>
                  <a:pt x="4128" y="1922"/>
                </a:moveTo>
                <a:lnTo>
                  <a:pt x="6554" y="6176"/>
                </a:lnTo>
                <a:lnTo>
                  <a:pt x="5104" y="9074"/>
                </a:lnTo>
                <a:lnTo>
                  <a:pt x="2300" y="9074"/>
                </a:lnTo>
                <a:cubicBezTo>
                  <a:pt x="1954" y="8349"/>
                  <a:pt x="977" y="6333"/>
                  <a:pt x="851" y="6176"/>
                </a:cubicBezTo>
                <a:lnTo>
                  <a:pt x="3309" y="1922"/>
                </a:lnTo>
                <a:lnTo>
                  <a:pt x="3309" y="5010"/>
                </a:lnTo>
                <a:cubicBezTo>
                  <a:pt x="2836" y="5167"/>
                  <a:pt x="2458" y="5640"/>
                  <a:pt x="2458" y="6176"/>
                </a:cubicBezTo>
                <a:cubicBezTo>
                  <a:pt x="2458" y="6837"/>
                  <a:pt x="3025" y="7436"/>
                  <a:pt x="3718" y="7436"/>
                </a:cubicBezTo>
                <a:cubicBezTo>
                  <a:pt x="4411" y="7436"/>
                  <a:pt x="4978" y="6900"/>
                  <a:pt x="4947" y="6176"/>
                </a:cubicBezTo>
                <a:cubicBezTo>
                  <a:pt x="4947" y="5640"/>
                  <a:pt x="4600" y="5199"/>
                  <a:pt x="4128" y="5010"/>
                </a:cubicBezTo>
                <a:lnTo>
                  <a:pt x="4128" y="1922"/>
                </a:lnTo>
                <a:close/>
                <a:moveTo>
                  <a:pt x="4947" y="9893"/>
                </a:moveTo>
                <a:lnTo>
                  <a:pt x="4947" y="11815"/>
                </a:lnTo>
                <a:lnTo>
                  <a:pt x="2458" y="11815"/>
                </a:lnTo>
                <a:lnTo>
                  <a:pt x="2458" y="9893"/>
                </a:lnTo>
                <a:close/>
                <a:moveTo>
                  <a:pt x="3592" y="1"/>
                </a:moveTo>
                <a:cubicBezTo>
                  <a:pt x="3529" y="32"/>
                  <a:pt x="3466" y="95"/>
                  <a:pt x="3435" y="127"/>
                </a:cubicBezTo>
                <a:cubicBezTo>
                  <a:pt x="3435" y="127"/>
                  <a:pt x="3435" y="158"/>
                  <a:pt x="3372" y="158"/>
                </a:cubicBezTo>
                <a:lnTo>
                  <a:pt x="3372" y="190"/>
                </a:lnTo>
                <a:lnTo>
                  <a:pt x="64" y="5987"/>
                </a:lnTo>
                <a:cubicBezTo>
                  <a:pt x="1" y="6113"/>
                  <a:pt x="1" y="6270"/>
                  <a:pt x="64" y="6396"/>
                </a:cubicBezTo>
                <a:lnTo>
                  <a:pt x="1670" y="9610"/>
                </a:lnTo>
                <a:lnTo>
                  <a:pt x="1670" y="12288"/>
                </a:lnTo>
                <a:cubicBezTo>
                  <a:pt x="1670" y="12540"/>
                  <a:pt x="1891" y="12729"/>
                  <a:pt x="2080" y="12729"/>
                </a:cubicBezTo>
                <a:lnTo>
                  <a:pt x="5388" y="12729"/>
                </a:lnTo>
                <a:cubicBezTo>
                  <a:pt x="5608" y="12729"/>
                  <a:pt x="5829" y="12540"/>
                  <a:pt x="5829" y="12288"/>
                </a:cubicBezTo>
                <a:lnTo>
                  <a:pt x="5829" y="9610"/>
                </a:lnTo>
                <a:lnTo>
                  <a:pt x="7436" y="6396"/>
                </a:lnTo>
                <a:cubicBezTo>
                  <a:pt x="7467" y="6239"/>
                  <a:pt x="7436" y="6113"/>
                  <a:pt x="7404" y="5987"/>
                </a:cubicBezTo>
                <a:lnTo>
                  <a:pt x="4096" y="190"/>
                </a:lnTo>
                <a:lnTo>
                  <a:pt x="4096" y="158"/>
                </a:lnTo>
                <a:cubicBezTo>
                  <a:pt x="4096" y="158"/>
                  <a:pt x="4096" y="127"/>
                  <a:pt x="4033" y="127"/>
                </a:cubicBezTo>
                <a:cubicBezTo>
                  <a:pt x="4002" y="95"/>
                  <a:pt x="3970" y="32"/>
                  <a:pt x="3876"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66" name="Google Shape;6334;p62">
            <a:extLst>
              <a:ext uri="{FF2B5EF4-FFF2-40B4-BE49-F238E27FC236}">
                <a16:creationId xmlns:a16="http://schemas.microsoft.com/office/drawing/2014/main" id="{41433C3B-C11B-4220-840D-BAACA7C9EDF2}"/>
              </a:ext>
            </a:extLst>
          </p:cNvPr>
          <p:cNvGrpSpPr/>
          <p:nvPr/>
        </p:nvGrpSpPr>
        <p:grpSpPr>
          <a:xfrm>
            <a:off x="4975467" y="1512830"/>
            <a:ext cx="241185" cy="234757"/>
            <a:chOff x="-37190575" y="1951325"/>
            <a:chExt cx="324525" cy="315875"/>
          </a:xfrm>
          <a:solidFill>
            <a:schemeClr val="tx1"/>
          </a:solidFill>
        </p:grpSpPr>
        <p:sp>
          <p:nvSpPr>
            <p:cNvPr id="994" name="Google Shape;6335;p62">
              <a:extLst>
                <a:ext uri="{FF2B5EF4-FFF2-40B4-BE49-F238E27FC236}">
                  <a16:creationId xmlns:a16="http://schemas.microsoft.com/office/drawing/2014/main" id="{4C0C11FF-7F1A-4D7D-89CF-3578C7F9842D}"/>
                </a:ext>
              </a:extLst>
            </p:cNvPr>
            <p:cNvSpPr/>
            <p:nvPr/>
          </p:nvSpPr>
          <p:spPr>
            <a:xfrm>
              <a:off x="-37190575" y="1951325"/>
              <a:ext cx="324525" cy="315875"/>
            </a:xfrm>
            <a:custGeom>
              <a:avLst/>
              <a:gdLst/>
              <a:ahLst/>
              <a:cxnLst/>
              <a:rect l="l" t="t" r="r" b="b"/>
              <a:pathLst>
                <a:path w="12981" h="12635" extrusionOk="0">
                  <a:moveTo>
                    <a:pt x="6693" y="790"/>
                  </a:moveTo>
                  <a:cubicBezTo>
                    <a:pt x="8301" y="790"/>
                    <a:pt x="9913" y="1489"/>
                    <a:pt x="11028" y="2868"/>
                  </a:cubicBezTo>
                  <a:cubicBezTo>
                    <a:pt x="11752" y="3813"/>
                    <a:pt x="12193" y="5010"/>
                    <a:pt x="12193" y="6270"/>
                  </a:cubicBezTo>
                  <a:cubicBezTo>
                    <a:pt x="12162" y="7058"/>
                    <a:pt x="11563" y="7593"/>
                    <a:pt x="10870" y="7593"/>
                  </a:cubicBezTo>
                  <a:lnTo>
                    <a:pt x="10019" y="7593"/>
                  </a:lnTo>
                  <a:cubicBezTo>
                    <a:pt x="8854" y="7593"/>
                    <a:pt x="7940" y="8539"/>
                    <a:pt x="7940" y="9704"/>
                  </a:cubicBezTo>
                  <a:lnTo>
                    <a:pt x="7940" y="10523"/>
                  </a:lnTo>
                  <a:cubicBezTo>
                    <a:pt x="7940" y="11216"/>
                    <a:pt x="7404" y="11784"/>
                    <a:pt x="6680" y="11815"/>
                  </a:cubicBezTo>
                  <a:cubicBezTo>
                    <a:pt x="6239" y="11815"/>
                    <a:pt x="5892" y="11784"/>
                    <a:pt x="5420" y="11658"/>
                  </a:cubicBezTo>
                  <a:cubicBezTo>
                    <a:pt x="3844" y="11311"/>
                    <a:pt x="2490" y="10208"/>
                    <a:pt x="1765" y="8791"/>
                  </a:cubicBezTo>
                  <a:cubicBezTo>
                    <a:pt x="536" y="6428"/>
                    <a:pt x="1261" y="3340"/>
                    <a:pt x="3624" y="1733"/>
                  </a:cubicBezTo>
                  <a:cubicBezTo>
                    <a:pt x="4545" y="1102"/>
                    <a:pt x="5618" y="790"/>
                    <a:pt x="6693" y="790"/>
                  </a:cubicBezTo>
                  <a:close/>
                  <a:moveTo>
                    <a:pt x="6648" y="1"/>
                  </a:moveTo>
                  <a:cubicBezTo>
                    <a:pt x="4474" y="1"/>
                    <a:pt x="2553" y="1103"/>
                    <a:pt x="1419" y="2805"/>
                  </a:cubicBezTo>
                  <a:cubicBezTo>
                    <a:pt x="95" y="4726"/>
                    <a:pt x="1" y="7215"/>
                    <a:pt x="1009" y="9169"/>
                  </a:cubicBezTo>
                  <a:cubicBezTo>
                    <a:pt x="2080" y="11216"/>
                    <a:pt x="4191" y="12634"/>
                    <a:pt x="6680" y="12634"/>
                  </a:cubicBezTo>
                  <a:cubicBezTo>
                    <a:pt x="7814" y="12634"/>
                    <a:pt x="8791" y="11689"/>
                    <a:pt x="8791" y="10523"/>
                  </a:cubicBezTo>
                  <a:lnTo>
                    <a:pt x="8791" y="9704"/>
                  </a:lnTo>
                  <a:cubicBezTo>
                    <a:pt x="8791" y="8980"/>
                    <a:pt x="9358" y="8444"/>
                    <a:pt x="10019" y="8444"/>
                  </a:cubicBezTo>
                  <a:lnTo>
                    <a:pt x="10870" y="8444"/>
                  </a:lnTo>
                  <a:cubicBezTo>
                    <a:pt x="12004" y="8444"/>
                    <a:pt x="12981" y="7499"/>
                    <a:pt x="12981" y="6333"/>
                  </a:cubicBezTo>
                  <a:cubicBezTo>
                    <a:pt x="12981" y="2962"/>
                    <a:pt x="10240" y="1"/>
                    <a:pt x="6648" y="1"/>
                  </a:cubicBezTo>
                  <a:close/>
                </a:path>
              </a:pathLst>
            </a:custGeom>
            <a:grpFill/>
            <a:ln>
              <a:noFill/>
            </a:ln>
          </p:spPr>
          <p:txBody>
            <a:bodyPr spcFirstLastPara="1" wrap="square" lIns="62728" tIns="62728" rIns="62728" bIns="62728" anchor="ctr" anchorCtr="0">
              <a:noAutofit/>
            </a:bodyPr>
            <a:lstStyle/>
            <a:p>
              <a:endParaRPr sz="764"/>
            </a:p>
          </p:txBody>
        </p:sp>
        <p:sp>
          <p:nvSpPr>
            <p:cNvPr id="995" name="Google Shape;6336;p62">
              <a:extLst>
                <a:ext uri="{FF2B5EF4-FFF2-40B4-BE49-F238E27FC236}">
                  <a16:creationId xmlns:a16="http://schemas.microsoft.com/office/drawing/2014/main" id="{663213F3-B4F6-41D6-A027-E7195C754CC9}"/>
                </a:ext>
              </a:extLst>
            </p:cNvPr>
            <p:cNvSpPr/>
            <p:nvPr/>
          </p:nvSpPr>
          <p:spPr>
            <a:xfrm>
              <a:off x="-37081875" y="2162600"/>
              <a:ext cx="72475" cy="63100"/>
            </a:xfrm>
            <a:custGeom>
              <a:avLst/>
              <a:gdLst/>
              <a:ahLst/>
              <a:cxnLst/>
              <a:rect l="l" t="t" r="r" b="b"/>
              <a:pathLst>
                <a:path w="2899" h="2524" extrusionOk="0">
                  <a:moveTo>
                    <a:pt x="1418" y="812"/>
                  </a:moveTo>
                  <a:cubicBezTo>
                    <a:pt x="1670" y="812"/>
                    <a:pt x="1859" y="1001"/>
                    <a:pt x="1859" y="1253"/>
                  </a:cubicBezTo>
                  <a:cubicBezTo>
                    <a:pt x="1859" y="1474"/>
                    <a:pt x="1670" y="1663"/>
                    <a:pt x="1418" y="1663"/>
                  </a:cubicBezTo>
                  <a:cubicBezTo>
                    <a:pt x="1198" y="1663"/>
                    <a:pt x="1009" y="1474"/>
                    <a:pt x="1009" y="1253"/>
                  </a:cubicBezTo>
                  <a:cubicBezTo>
                    <a:pt x="1009" y="1001"/>
                    <a:pt x="1198" y="812"/>
                    <a:pt x="1418" y="812"/>
                  </a:cubicBezTo>
                  <a:close/>
                  <a:moveTo>
                    <a:pt x="1405" y="0"/>
                  </a:moveTo>
                  <a:cubicBezTo>
                    <a:pt x="1250" y="0"/>
                    <a:pt x="1094" y="28"/>
                    <a:pt x="946" y="88"/>
                  </a:cubicBezTo>
                  <a:cubicBezTo>
                    <a:pt x="316" y="371"/>
                    <a:pt x="0" y="1127"/>
                    <a:pt x="284" y="1757"/>
                  </a:cubicBezTo>
                  <a:cubicBezTo>
                    <a:pt x="496" y="2229"/>
                    <a:pt x="973" y="2524"/>
                    <a:pt x="1463" y="2524"/>
                  </a:cubicBezTo>
                  <a:cubicBezTo>
                    <a:pt x="1628" y="2524"/>
                    <a:pt x="1795" y="2490"/>
                    <a:pt x="1954" y="2419"/>
                  </a:cubicBezTo>
                  <a:cubicBezTo>
                    <a:pt x="2584" y="2135"/>
                    <a:pt x="2899" y="1379"/>
                    <a:pt x="2615" y="749"/>
                  </a:cubicBezTo>
                  <a:cubicBezTo>
                    <a:pt x="2399" y="292"/>
                    <a:pt x="1907" y="0"/>
                    <a:pt x="1405" y="0"/>
                  </a:cubicBezTo>
                  <a:close/>
                </a:path>
              </a:pathLst>
            </a:custGeom>
            <a:grpFill/>
            <a:ln>
              <a:noFill/>
            </a:ln>
          </p:spPr>
          <p:txBody>
            <a:bodyPr spcFirstLastPara="1" wrap="square" lIns="62728" tIns="62728" rIns="62728" bIns="62728" anchor="ctr" anchorCtr="0">
              <a:noAutofit/>
            </a:bodyPr>
            <a:lstStyle/>
            <a:p>
              <a:endParaRPr sz="764"/>
            </a:p>
          </p:txBody>
        </p:sp>
        <p:sp>
          <p:nvSpPr>
            <p:cNvPr id="996" name="Google Shape;6337;p62">
              <a:extLst>
                <a:ext uri="{FF2B5EF4-FFF2-40B4-BE49-F238E27FC236}">
                  <a16:creationId xmlns:a16="http://schemas.microsoft.com/office/drawing/2014/main" id="{F8DA7785-450C-4834-8C96-562766B0F55E}"/>
                </a:ext>
              </a:extLst>
            </p:cNvPr>
            <p:cNvSpPr/>
            <p:nvPr/>
          </p:nvSpPr>
          <p:spPr>
            <a:xfrm>
              <a:off x="-37144875" y="2099025"/>
              <a:ext cx="72475" cy="62875"/>
            </a:xfrm>
            <a:custGeom>
              <a:avLst/>
              <a:gdLst/>
              <a:ahLst/>
              <a:cxnLst/>
              <a:rect l="l" t="t" r="r" b="b"/>
              <a:pathLst>
                <a:path w="2899" h="2515" extrusionOk="0">
                  <a:moveTo>
                    <a:pt x="1418" y="835"/>
                  </a:moveTo>
                  <a:cubicBezTo>
                    <a:pt x="1670" y="835"/>
                    <a:pt x="1859" y="1024"/>
                    <a:pt x="1859" y="1276"/>
                  </a:cubicBezTo>
                  <a:cubicBezTo>
                    <a:pt x="1859" y="1496"/>
                    <a:pt x="1670" y="1685"/>
                    <a:pt x="1418" y="1685"/>
                  </a:cubicBezTo>
                  <a:cubicBezTo>
                    <a:pt x="1197" y="1685"/>
                    <a:pt x="1008" y="1496"/>
                    <a:pt x="1008" y="1276"/>
                  </a:cubicBezTo>
                  <a:cubicBezTo>
                    <a:pt x="1008" y="1024"/>
                    <a:pt x="1197" y="835"/>
                    <a:pt x="1418" y="835"/>
                  </a:cubicBezTo>
                  <a:close/>
                  <a:moveTo>
                    <a:pt x="1411" y="0"/>
                  </a:moveTo>
                  <a:cubicBezTo>
                    <a:pt x="1254" y="0"/>
                    <a:pt x="1096" y="26"/>
                    <a:pt x="945" y="79"/>
                  </a:cubicBezTo>
                  <a:cubicBezTo>
                    <a:pt x="315" y="362"/>
                    <a:pt x="0" y="1118"/>
                    <a:pt x="284" y="1748"/>
                  </a:cubicBezTo>
                  <a:cubicBezTo>
                    <a:pt x="496" y="2220"/>
                    <a:pt x="972" y="2515"/>
                    <a:pt x="1463" y="2515"/>
                  </a:cubicBezTo>
                  <a:cubicBezTo>
                    <a:pt x="1628" y="2515"/>
                    <a:pt x="1795" y="2481"/>
                    <a:pt x="1953" y="2410"/>
                  </a:cubicBezTo>
                  <a:cubicBezTo>
                    <a:pt x="2583" y="2126"/>
                    <a:pt x="2899" y="1370"/>
                    <a:pt x="2615" y="740"/>
                  </a:cubicBezTo>
                  <a:cubicBezTo>
                    <a:pt x="2399" y="261"/>
                    <a:pt x="1910" y="0"/>
                    <a:pt x="1411" y="0"/>
                  </a:cubicBezTo>
                  <a:close/>
                </a:path>
              </a:pathLst>
            </a:custGeom>
            <a:grpFill/>
            <a:ln>
              <a:noFill/>
            </a:ln>
          </p:spPr>
          <p:txBody>
            <a:bodyPr spcFirstLastPara="1" wrap="square" lIns="62728" tIns="62728" rIns="62728" bIns="62728" anchor="ctr" anchorCtr="0">
              <a:noAutofit/>
            </a:bodyPr>
            <a:lstStyle/>
            <a:p>
              <a:endParaRPr sz="764"/>
            </a:p>
          </p:txBody>
        </p:sp>
        <p:sp>
          <p:nvSpPr>
            <p:cNvPr id="997" name="Google Shape;6338;p62">
              <a:extLst>
                <a:ext uri="{FF2B5EF4-FFF2-40B4-BE49-F238E27FC236}">
                  <a16:creationId xmlns:a16="http://schemas.microsoft.com/office/drawing/2014/main" id="{E7B6C54C-A0D0-4416-B99B-B2EC59F7EB8C}"/>
                </a:ext>
              </a:extLst>
            </p:cNvPr>
            <p:cNvSpPr/>
            <p:nvPr/>
          </p:nvSpPr>
          <p:spPr>
            <a:xfrm>
              <a:off x="-37123625" y="2014875"/>
              <a:ext cx="71700" cy="62775"/>
            </a:xfrm>
            <a:custGeom>
              <a:avLst/>
              <a:gdLst/>
              <a:ahLst/>
              <a:cxnLst/>
              <a:rect l="l" t="t" r="r" b="b"/>
              <a:pathLst>
                <a:path w="2868" h="2511" extrusionOk="0">
                  <a:moveTo>
                    <a:pt x="1418" y="798"/>
                  </a:moveTo>
                  <a:cubicBezTo>
                    <a:pt x="1639" y="798"/>
                    <a:pt x="1828" y="1019"/>
                    <a:pt x="1828" y="1239"/>
                  </a:cubicBezTo>
                  <a:cubicBezTo>
                    <a:pt x="1828" y="1460"/>
                    <a:pt x="1639" y="1680"/>
                    <a:pt x="1418" y="1680"/>
                  </a:cubicBezTo>
                  <a:cubicBezTo>
                    <a:pt x="1166" y="1680"/>
                    <a:pt x="977" y="1460"/>
                    <a:pt x="977" y="1239"/>
                  </a:cubicBezTo>
                  <a:cubicBezTo>
                    <a:pt x="1009" y="1019"/>
                    <a:pt x="1166" y="798"/>
                    <a:pt x="1418" y="798"/>
                  </a:cubicBezTo>
                  <a:close/>
                  <a:moveTo>
                    <a:pt x="1431" y="0"/>
                  </a:moveTo>
                  <a:cubicBezTo>
                    <a:pt x="1269" y="0"/>
                    <a:pt x="1105" y="34"/>
                    <a:pt x="946" y="105"/>
                  </a:cubicBezTo>
                  <a:cubicBezTo>
                    <a:pt x="316" y="389"/>
                    <a:pt x="1" y="1113"/>
                    <a:pt x="253" y="1743"/>
                  </a:cubicBezTo>
                  <a:cubicBezTo>
                    <a:pt x="472" y="2231"/>
                    <a:pt x="974" y="2511"/>
                    <a:pt x="1481" y="2511"/>
                  </a:cubicBezTo>
                  <a:cubicBezTo>
                    <a:pt x="1630" y="2511"/>
                    <a:pt x="1780" y="2487"/>
                    <a:pt x="1923" y="2436"/>
                  </a:cubicBezTo>
                  <a:cubicBezTo>
                    <a:pt x="2553" y="2153"/>
                    <a:pt x="2868" y="1397"/>
                    <a:pt x="2584" y="767"/>
                  </a:cubicBezTo>
                  <a:cubicBezTo>
                    <a:pt x="2372" y="295"/>
                    <a:pt x="1913" y="0"/>
                    <a:pt x="1431" y="0"/>
                  </a:cubicBezTo>
                  <a:close/>
                </a:path>
              </a:pathLst>
            </a:custGeom>
            <a:grpFill/>
            <a:ln>
              <a:noFill/>
            </a:ln>
          </p:spPr>
          <p:txBody>
            <a:bodyPr spcFirstLastPara="1" wrap="square" lIns="62728" tIns="62728" rIns="62728" bIns="62728" anchor="ctr" anchorCtr="0">
              <a:noAutofit/>
            </a:bodyPr>
            <a:lstStyle/>
            <a:p>
              <a:endParaRPr sz="764"/>
            </a:p>
          </p:txBody>
        </p:sp>
        <p:sp>
          <p:nvSpPr>
            <p:cNvPr id="998" name="Google Shape;6339;p62">
              <a:extLst>
                <a:ext uri="{FF2B5EF4-FFF2-40B4-BE49-F238E27FC236}">
                  <a16:creationId xmlns:a16="http://schemas.microsoft.com/office/drawing/2014/main" id="{83D70BED-9822-4B56-9D43-2B8859647425}"/>
                </a:ext>
              </a:extLst>
            </p:cNvPr>
            <p:cNvSpPr/>
            <p:nvPr/>
          </p:nvSpPr>
          <p:spPr>
            <a:xfrm>
              <a:off x="-37039350" y="1993250"/>
              <a:ext cx="71700" cy="63125"/>
            </a:xfrm>
            <a:custGeom>
              <a:avLst/>
              <a:gdLst/>
              <a:ahLst/>
              <a:cxnLst/>
              <a:rect l="l" t="t" r="r" b="b"/>
              <a:pathLst>
                <a:path w="2868" h="2525" extrusionOk="0">
                  <a:moveTo>
                    <a:pt x="1418" y="844"/>
                  </a:moveTo>
                  <a:cubicBezTo>
                    <a:pt x="1671" y="844"/>
                    <a:pt x="1860" y="1033"/>
                    <a:pt x="1860" y="1285"/>
                  </a:cubicBezTo>
                  <a:cubicBezTo>
                    <a:pt x="1860" y="1506"/>
                    <a:pt x="1671" y="1726"/>
                    <a:pt x="1418" y="1726"/>
                  </a:cubicBezTo>
                  <a:cubicBezTo>
                    <a:pt x="1198" y="1726"/>
                    <a:pt x="977" y="1506"/>
                    <a:pt x="977" y="1285"/>
                  </a:cubicBezTo>
                  <a:cubicBezTo>
                    <a:pt x="977" y="1033"/>
                    <a:pt x="1198" y="844"/>
                    <a:pt x="1418" y="844"/>
                  </a:cubicBezTo>
                  <a:close/>
                  <a:moveTo>
                    <a:pt x="1402" y="1"/>
                  </a:moveTo>
                  <a:cubicBezTo>
                    <a:pt x="1248" y="1"/>
                    <a:pt x="1094" y="29"/>
                    <a:pt x="946" y="88"/>
                  </a:cubicBezTo>
                  <a:cubicBezTo>
                    <a:pt x="316" y="372"/>
                    <a:pt x="1" y="1128"/>
                    <a:pt x="284" y="1758"/>
                  </a:cubicBezTo>
                  <a:cubicBezTo>
                    <a:pt x="496" y="2229"/>
                    <a:pt x="955" y="2524"/>
                    <a:pt x="1437" y="2524"/>
                  </a:cubicBezTo>
                  <a:cubicBezTo>
                    <a:pt x="1599" y="2524"/>
                    <a:pt x="1764" y="2491"/>
                    <a:pt x="1923" y="2419"/>
                  </a:cubicBezTo>
                  <a:cubicBezTo>
                    <a:pt x="2553" y="2136"/>
                    <a:pt x="2868" y="1411"/>
                    <a:pt x="2616" y="781"/>
                  </a:cubicBezTo>
                  <a:cubicBezTo>
                    <a:pt x="2399" y="299"/>
                    <a:pt x="1905" y="1"/>
                    <a:pt x="1402" y="1"/>
                  </a:cubicBezTo>
                  <a:close/>
                </a:path>
              </a:pathLst>
            </a:custGeom>
            <a:grpFill/>
            <a:ln>
              <a:noFill/>
            </a:ln>
          </p:spPr>
          <p:txBody>
            <a:bodyPr spcFirstLastPara="1" wrap="square" lIns="62728" tIns="62728" rIns="62728" bIns="62728" anchor="ctr" anchorCtr="0">
              <a:noAutofit/>
            </a:bodyPr>
            <a:lstStyle/>
            <a:p>
              <a:endParaRPr sz="764"/>
            </a:p>
          </p:txBody>
        </p:sp>
      </p:grpSp>
      <p:sp>
        <p:nvSpPr>
          <p:cNvPr id="967" name="Google Shape;6340;p62">
            <a:extLst>
              <a:ext uri="{FF2B5EF4-FFF2-40B4-BE49-F238E27FC236}">
                <a16:creationId xmlns:a16="http://schemas.microsoft.com/office/drawing/2014/main" id="{AA340874-F037-4775-8CB3-40B404DDFEFE}"/>
              </a:ext>
            </a:extLst>
          </p:cNvPr>
          <p:cNvSpPr/>
          <p:nvPr/>
        </p:nvSpPr>
        <p:spPr>
          <a:xfrm>
            <a:off x="1616858" y="1510018"/>
            <a:ext cx="238844" cy="235909"/>
          </a:xfrm>
          <a:custGeom>
            <a:avLst/>
            <a:gdLst/>
            <a:ahLst/>
            <a:cxnLst/>
            <a:rect l="l" t="t" r="r" b="b"/>
            <a:pathLst>
              <a:path w="12855" h="12697" extrusionOk="0">
                <a:moveTo>
                  <a:pt x="8035" y="1032"/>
                </a:moveTo>
                <a:lnTo>
                  <a:pt x="11847" y="4844"/>
                </a:lnTo>
                <a:lnTo>
                  <a:pt x="7468" y="9223"/>
                </a:lnTo>
                <a:lnTo>
                  <a:pt x="3655" y="5380"/>
                </a:lnTo>
                <a:lnTo>
                  <a:pt x="8035" y="1032"/>
                </a:lnTo>
                <a:close/>
                <a:moveTo>
                  <a:pt x="3057" y="5978"/>
                </a:moveTo>
                <a:lnTo>
                  <a:pt x="6869" y="9790"/>
                </a:lnTo>
                <a:lnTo>
                  <a:pt x="4916" y="11775"/>
                </a:lnTo>
                <a:cubicBezTo>
                  <a:pt x="4837" y="11854"/>
                  <a:pt x="4727" y="11893"/>
                  <a:pt x="4616" y="11893"/>
                </a:cubicBezTo>
                <a:cubicBezTo>
                  <a:pt x="4506" y="11893"/>
                  <a:pt x="4396" y="11854"/>
                  <a:pt x="4317" y="11775"/>
                </a:cubicBezTo>
                <a:lnTo>
                  <a:pt x="1104" y="8530"/>
                </a:lnTo>
                <a:cubicBezTo>
                  <a:pt x="946" y="8372"/>
                  <a:pt x="946" y="8120"/>
                  <a:pt x="1104" y="7963"/>
                </a:cubicBezTo>
                <a:lnTo>
                  <a:pt x="3057" y="5978"/>
                </a:lnTo>
                <a:close/>
                <a:moveTo>
                  <a:pt x="7987" y="0"/>
                </a:moveTo>
                <a:cubicBezTo>
                  <a:pt x="7877" y="0"/>
                  <a:pt x="7767" y="39"/>
                  <a:pt x="7688" y="118"/>
                </a:cubicBezTo>
                <a:lnTo>
                  <a:pt x="442" y="7364"/>
                </a:lnTo>
                <a:cubicBezTo>
                  <a:pt x="1" y="7837"/>
                  <a:pt x="1" y="8625"/>
                  <a:pt x="442" y="9129"/>
                </a:cubicBezTo>
                <a:lnTo>
                  <a:pt x="3687" y="12342"/>
                </a:lnTo>
                <a:cubicBezTo>
                  <a:pt x="3923" y="12578"/>
                  <a:pt x="4238" y="12697"/>
                  <a:pt x="4557" y="12697"/>
                </a:cubicBezTo>
                <a:cubicBezTo>
                  <a:pt x="4876" y="12697"/>
                  <a:pt x="5199" y="12578"/>
                  <a:pt x="5451" y="12342"/>
                </a:cubicBezTo>
                <a:lnTo>
                  <a:pt x="12697" y="5096"/>
                </a:lnTo>
                <a:cubicBezTo>
                  <a:pt x="12855" y="4970"/>
                  <a:pt x="12855" y="4686"/>
                  <a:pt x="12697" y="4529"/>
                </a:cubicBezTo>
                <a:lnTo>
                  <a:pt x="8287" y="118"/>
                </a:lnTo>
                <a:cubicBezTo>
                  <a:pt x="8208" y="39"/>
                  <a:pt x="8098" y="0"/>
                  <a:pt x="7987"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68" name="Google Shape;6341;p62">
            <a:extLst>
              <a:ext uri="{FF2B5EF4-FFF2-40B4-BE49-F238E27FC236}">
                <a16:creationId xmlns:a16="http://schemas.microsoft.com/office/drawing/2014/main" id="{18CB2EC8-0AE1-44BF-AAF3-A8640D4F565C}"/>
              </a:ext>
            </a:extLst>
          </p:cNvPr>
          <p:cNvGrpSpPr/>
          <p:nvPr/>
        </p:nvGrpSpPr>
        <p:grpSpPr>
          <a:xfrm>
            <a:off x="1618727" y="1833611"/>
            <a:ext cx="235909" cy="184981"/>
            <a:chOff x="-41694200" y="2382950"/>
            <a:chExt cx="317425" cy="248900"/>
          </a:xfrm>
          <a:solidFill>
            <a:schemeClr val="tx1"/>
          </a:solidFill>
        </p:grpSpPr>
        <p:sp>
          <p:nvSpPr>
            <p:cNvPr id="992" name="Google Shape;6342;p62">
              <a:extLst>
                <a:ext uri="{FF2B5EF4-FFF2-40B4-BE49-F238E27FC236}">
                  <a16:creationId xmlns:a16="http://schemas.microsoft.com/office/drawing/2014/main" id="{8BEDCC76-D4B4-472E-B75D-78EECA59FECA}"/>
                </a:ext>
              </a:extLst>
            </p:cNvPr>
            <p:cNvSpPr/>
            <p:nvPr/>
          </p:nvSpPr>
          <p:spPr>
            <a:xfrm>
              <a:off x="-41694200" y="2382950"/>
              <a:ext cx="317425" cy="248900"/>
            </a:xfrm>
            <a:custGeom>
              <a:avLst/>
              <a:gdLst/>
              <a:ahLst/>
              <a:cxnLst/>
              <a:rect l="l" t="t" r="r" b="b"/>
              <a:pathLst>
                <a:path w="12697" h="9956" extrusionOk="0">
                  <a:moveTo>
                    <a:pt x="10555" y="851"/>
                  </a:moveTo>
                  <a:cubicBezTo>
                    <a:pt x="10807" y="851"/>
                    <a:pt x="10964" y="1040"/>
                    <a:pt x="10964" y="1292"/>
                  </a:cubicBezTo>
                  <a:lnTo>
                    <a:pt x="10964" y="7499"/>
                  </a:lnTo>
                  <a:lnTo>
                    <a:pt x="1576" y="7499"/>
                  </a:lnTo>
                  <a:lnTo>
                    <a:pt x="1576" y="1292"/>
                  </a:lnTo>
                  <a:lnTo>
                    <a:pt x="1607" y="1292"/>
                  </a:lnTo>
                  <a:cubicBezTo>
                    <a:pt x="1607" y="1040"/>
                    <a:pt x="1828" y="882"/>
                    <a:pt x="2017" y="851"/>
                  </a:cubicBezTo>
                  <a:close/>
                  <a:moveTo>
                    <a:pt x="8507" y="8286"/>
                  </a:moveTo>
                  <a:lnTo>
                    <a:pt x="8507" y="8727"/>
                  </a:lnTo>
                  <a:cubicBezTo>
                    <a:pt x="8507" y="8918"/>
                    <a:pt x="8633" y="9073"/>
                    <a:pt x="8777" y="9137"/>
                  </a:cubicBezTo>
                  <a:lnTo>
                    <a:pt x="1198" y="9137"/>
                  </a:lnTo>
                  <a:cubicBezTo>
                    <a:pt x="1009" y="9137"/>
                    <a:pt x="851" y="9011"/>
                    <a:pt x="788" y="8853"/>
                  </a:cubicBezTo>
                  <a:cubicBezTo>
                    <a:pt x="757" y="8759"/>
                    <a:pt x="788" y="8759"/>
                    <a:pt x="788" y="8286"/>
                  </a:cubicBezTo>
                  <a:close/>
                  <a:moveTo>
                    <a:pt x="10145" y="8286"/>
                  </a:moveTo>
                  <a:lnTo>
                    <a:pt x="10145" y="8727"/>
                  </a:lnTo>
                  <a:cubicBezTo>
                    <a:pt x="10145" y="8918"/>
                    <a:pt x="10254" y="9073"/>
                    <a:pt x="10402" y="9137"/>
                  </a:cubicBezTo>
                  <a:lnTo>
                    <a:pt x="9051" y="9137"/>
                  </a:lnTo>
                  <a:cubicBezTo>
                    <a:pt x="9186" y="9073"/>
                    <a:pt x="9294" y="8918"/>
                    <a:pt x="9294" y="8727"/>
                  </a:cubicBezTo>
                  <a:lnTo>
                    <a:pt x="9294" y="8286"/>
                  </a:lnTo>
                  <a:close/>
                  <a:moveTo>
                    <a:pt x="11783" y="8286"/>
                  </a:moveTo>
                  <a:lnTo>
                    <a:pt x="11783" y="8727"/>
                  </a:lnTo>
                  <a:cubicBezTo>
                    <a:pt x="11815" y="8979"/>
                    <a:pt x="11626" y="9137"/>
                    <a:pt x="11374" y="9137"/>
                  </a:cubicBezTo>
                  <a:lnTo>
                    <a:pt x="10720" y="9137"/>
                  </a:lnTo>
                  <a:cubicBezTo>
                    <a:pt x="10874" y="9073"/>
                    <a:pt x="10964" y="8918"/>
                    <a:pt x="10964" y="8727"/>
                  </a:cubicBezTo>
                  <a:lnTo>
                    <a:pt x="10964" y="8286"/>
                  </a:lnTo>
                  <a:close/>
                  <a:moveTo>
                    <a:pt x="2048" y="0"/>
                  </a:moveTo>
                  <a:cubicBezTo>
                    <a:pt x="1387" y="0"/>
                    <a:pt x="788" y="536"/>
                    <a:pt x="820" y="1261"/>
                  </a:cubicBezTo>
                  <a:lnTo>
                    <a:pt x="820" y="7467"/>
                  </a:lnTo>
                  <a:lnTo>
                    <a:pt x="347" y="7467"/>
                  </a:lnTo>
                  <a:cubicBezTo>
                    <a:pt x="158" y="7467"/>
                    <a:pt x="0" y="7625"/>
                    <a:pt x="0" y="7814"/>
                  </a:cubicBezTo>
                  <a:lnTo>
                    <a:pt x="0" y="8696"/>
                  </a:lnTo>
                  <a:cubicBezTo>
                    <a:pt x="0" y="9357"/>
                    <a:pt x="568" y="9956"/>
                    <a:pt x="1229" y="9956"/>
                  </a:cubicBezTo>
                  <a:lnTo>
                    <a:pt x="11437" y="9956"/>
                  </a:lnTo>
                  <a:cubicBezTo>
                    <a:pt x="12098" y="9956"/>
                    <a:pt x="12697" y="9389"/>
                    <a:pt x="12697" y="8696"/>
                  </a:cubicBezTo>
                  <a:lnTo>
                    <a:pt x="12697" y="7877"/>
                  </a:lnTo>
                  <a:cubicBezTo>
                    <a:pt x="12634" y="7656"/>
                    <a:pt x="12445" y="7467"/>
                    <a:pt x="12224" y="7467"/>
                  </a:cubicBezTo>
                  <a:lnTo>
                    <a:pt x="11815" y="7467"/>
                  </a:lnTo>
                  <a:lnTo>
                    <a:pt x="11815" y="1261"/>
                  </a:lnTo>
                  <a:cubicBezTo>
                    <a:pt x="11815" y="567"/>
                    <a:pt x="11279" y="0"/>
                    <a:pt x="10586" y="0"/>
                  </a:cubicBezTo>
                  <a:close/>
                </a:path>
              </a:pathLst>
            </a:custGeom>
            <a:grpFill/>
            <a:ln>
              <a:noFill/>
            </a:ln>
          </p:spPr>
          <p:txBody>
            <a:bodyPr spcFirstLastPara="1" wrap="square" lIns="62728" tIns="62728" rIns="62728" bIns="62728" anchor="ctr" anchorCtr="0">
              <a:noAutofit/>
            </a:bodyPr>
            <a:lstStyle/>
            <a:p>
              <a:endParaRPr sz="764"/>
            </a:p>
          </p:txBody>
        </p:sp>
        <p:sp>
          <p:nvSpPr>
            <p:cNvPr id="993" name="Google Shape;6343;p62">
              <a:extLst>
                <a:ext uri="{FF2B5EF4-FFF2-40B4-BE49-F238E27FC236}">
                  <a16:creationId xmlns:a16="http://schemas.microsoft.com/office/drawing/2014/main" id="{235C8876-BB62-42C2-BED7-1F3EB03A98AE}"/>
                </a:ext>
              </a:extLst>
            </p:cNvPr>
            <p:cNvSpPr/>
            <p:nvPr/>
          </p:nvSpPr>
          <p:spPr>
            <a:xfrm>
              <a:off x="-41586600" y="2425550"/>
              <a:ext cx="107450" cy="102925"/>
            </a:xfrm>
            <a:custGeom>
              <a:avLst/>
              <a:gdLst/>
              <a:ahLst/>
              <a:cxnLst/>
              <a:rect l="l" t="t" r="r" b="b"/>
              <a:pathLst>
                <a:path w="4298" h="4117" extrusionOk="0">
                  <a:moveTo>
                    <a:pt x="1147" y="1037"/>
                  </a:moveTo>
                  <a:lnTo>
                    <a:pt x="2218" y="1384"/>
                  </a:lnTo>
                  <a:lnTo>
                    <a:pt x="1493" y="2108"/>
                  </a:lnTo>
                  <a:lnTo>
                    <a:pt x="1147" y="1037"/>
                  </a:lnTo>
                  <a:close/>
                  <a:moveTo>
                    <a:pt x="466" y="1"/>
                  </a:moveTo>
                  <a:cubicBezTo>
                    <a:pt x="209" y="1"/>
                    <a:pt x="1" y="267"/>
                    <a:pt x="107" y="533"/>
                  </a:cubicBezTo>
                  <a:lnTo>
                    <a:pt x="926" y="3022"/>
                  </a:lnTo>
                  <a:cubicBezTo>
                    <a:pt x="987" y="3184"/>
                    <a:pt x="1164" y="3293"/>
                    <a:pt x="1341" y="3293"/>
                  </a:cubicBezTo>
                  <a:cubicBezTo>
                    <a:pt x="1441" y="3293"/>
                    <a:pt x="1540" y="3259"/>
                    <a:pt x="1619" y="3180"/>
                  </a:cubicBezTo>
                  <a:lnTo>
                    <a:pt x="2155" y="2613"/>
                  </a:lnTo>
                  <a:lnTo>
                    <a:pt x="3541" y="3999"/>
                  </a:lnTo>
                  <a:cubicBezTo>
                    <a:pt x="3620" y="4077"/>
                    <a:pt x="3730" y="4117"/>
                    <a:pt x="3840" y="4117"/>
                  </a:cubicBezTo>
                  <a:cubicBezTo>
                    <a:pt x="3951" y="4117"/>
                    <a:pt x="4061" y="4077"/>
                    <a:pt x="4140" y="3999"/>
                  </a:cubicBezTo>
                  <a:cubicBezTo>
                    <a:pt x="4297" y="3841"/>
                    <a:pt x="4297" y="3558"/>
                    <a:pt x="4140" y="3400"/>
                  </a:cubicBezTo>
                  <a:lnTo>
                    <a:pt x="2722" y="2077"/>
                  </a:lnTo>
                  <a:lnTo>
                    <a:pt x="3258" y="1510"/>
                  </a:lnTo>
                  <a:cubicBezTo>
                    <a:pt x="3510" y="1289"/>
                    <a:pt x="3384" y="911"/>
                    <a:pt x="3100" y="848"/>
                  </a:cubicBezTo>
                  <a:lnTo>
                    <a:pt x="611" y="29"/>
                  </a:lnTo>
                  <a:cubicBezTo>
                    <a:pt x="562" y="10"/>
                    <a:pt x="514" y="1"/>
                    <a:pt x="466"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69" name="Google Shape;6344;p62">
            <a:extLst>
              <a:ext uri="{FF2B5EF4-FFF2-40B4-BE49-F238E27FC236}">
                <a16:creationId xmlns:a16="http://schemas.microsoft.com/office/drawing/2014/main" id="{414A5A78-3958-42C4-9E47-0325DF3FE683}"/>
              </a:ext>
            </a:extLst>
          </p:cNvPr>
          <p:cNvGrpSpPr/>
          <p:nvPr/>
        </p:nvGrpSpPr>
        <p:grpSpPr>
          <a:xfrm>
            <a:off x="1616722" y="2056625"/>
            <a:ext cx="237080" cy="235928"/>
            <a:chOff x="-41695775" y="2683025"/>
            <a:chExt cx="319000" cy="317450"/>
          </a:xfrm>
          <a:solidFill>
            <a:schemeClr val="tx1"/>
          </a:solidFill>
        </p:grpSpPr>
        <p:sp>
          <p:nvSpPr>
            <p:cNvPr id="989" name="Google Shape;6345;p62">
              <a:extLst>
                <a:ext uri="{FF2B5EF4-FFF2-40B4-BE49-F238E27FC236}">
                  <a16:creationId xmlns:a16="http://schemas.microsoft.com/office/drawing/2014/main" id="{F4291A89-9DA8-4344-B629-12C9B70EB66E}"/>
                </a:ext>
              </a:extLst>
            </p:cNvPr>
            <p:cNvSpPr/>
            <p:nvPr/>
          </p:nvSpPr>
          <p:spPr>
            <a:xfrm>
              <a:off x="-41695775" y="2683025"/>
              <a:ext cx="319000" cy="317450"/>
            </a:xfrm>
            <a:custGeom>
              <a:avLst/>
              <a:gdLst/>
              <a:ahLst/>
              <a:cxnLst/>
              <a:rect l="l" t="t" r="r" b="b"/>
              <a:pathLst>
                <a:path w="12760" h="12698" extrusionOk="0">
                  <a:moveTo>
                    <a:pt x="6238" y="2521"/>
                  </a:moveTo>
                  <a:lnTo>
                    <a:pt x="10240" y="5199"/>
                  </a:lnTo>
                  <a:lnTo>
                    <a:pt x="10240" y="11815"/>
                  </a:lnTo>
                  <a:lnTo>
                    <a:pt x="2521" y="11815"/>
                  </a:lnTo>
                  <a:lnTo>
                    <a:pt x="2521" y="5199"/>
                  </a:lnTo>
                  <a:lnTo>
                    <a:pt x="6238" y="2521"/>
                  </a:lnTo>
                  <a:close/>
                  <a:moveTo>
                    <a:pt x="6270" y="1"/>
                  </a:moveTo>
                  <a:cubicBezTo>
                    <a:pt x="6049" y="1"/>
                    <a:pt x="5860" y="190"/>
                    <a:pt x="5860" y="379"/>
                  </a:cubicBezTo>
                  <a:lnTo>
                    <a:pt x="5860" y="1859"/>
                  </a:lnTo>
                  <a:lnTo>
                    <a:pt x="1891" y="4695"/>
                  </a:lnTo>
                  <a:lnTo>
                    <a:pt x="221" y="5861"/>
                  </a:lnTo>
                  <a:cubicBezTo>
                    <a:pt x="32" y="5987"/>
                    <a:pt x="0" y="6270"/>
                    <a:pt x="158" y="6459"/>
                  </a:cubicBezTo>
                  <a:cubicBezTo>
                    <a:pt x="229" y="6566"/>
                    <a:pt x="342" y="6623"/>
                    <a:pt x="466" y="6623"/>
                  </a:cubicBezTo>
                  <a:cubicBezTo>
                    <a:pt x="560" y="6623"/>
                    <a:pt x="661" y="6590"/>
                    <a:pt x="757" y="6522"/>
                  </a:cubicBezTo>
                  <a:lnTo>
                    <a:pt x="1733" y="5829"/>
                  </a:lnTo>
                  <a:lnTo>
                    <a:pt x="1733" y="12288"/>
                  </a:lnTo>
                  <a:cubicBezTo>
                    <a:pt x="1733" y="12508"/>
                    <a:pt x="1922" y="12697"/>
                    <a:pt x="2111" y="12697"/>
                  </a:cubicBezTo>
                  <a:lnTo>
                    <a:pt x="10649" y="12697"/>
                  </a:lnTo>
                  <a:cubicBezTo>
                    <a:pt x="10901" y="12697"/>
                    <a:pt x="11059" y="12508"/>
                    <a:pt x="11059" y="12288"/>
                  </a:cubicBezTo>
                  <a:lnTo>
                    <a:pt x="11059" y="5798"/>
                  </a:lnTo>
                  <a:lnTo>
                    <a:pt x="12035" y="6491"/>
                  </a:lnTo>
                  <a:cubicBezTo>
                    <a:pt x="12114" y="6543"/>
                    <a:pt x="12204" y="6568"/>
                    <a:pt x="12294" y="6568"/>
                  </a:cubicBezTo>
                  <a:cubicBezTo>
                    <a:pt x="12418" y="6568"/>
                    <a:pt x="12542" y="6519"/>
                    <a:pt x="12634" y="6428"/>
                  </a:cubicBezTo>
                  <a:cubicBezTo>
                    <a:pt x="12760" y="6207"/>
                    <a:pt x="12697" y="5987"/>
                    <a:pt x="12571" y="5829"/>
                  </a:cubicBezTo>
                  <a:lnTo>
                    <a:pt x="10901" y="4632"/>
                  </a:lnTo>
                  <a:cubicBezTo>
                    <a:pt x="10901" y="4632"/>
                    <a:pt x="6679" y="1796"/>
                    <a:pt x="6648" y="1796"/>
                  </a:cubicBezTo>
                  <a:lnTo>
                    <a:pt x="6648" y="379"/>
                  </a:lnTo>
                  <a:cubicBezTo>
                    <a:pt x="6648" y="158"/>
                    <a:pt x="6459" y="1"/>
                    <a:pt x="6270" y="1"/>
                  </a:cubicBezTo>
                  <a:close/>
                </a:path>
              </a:pathLst>
            </a:custGeom>
            <a:grpFill/>
            <a:ln>
              <a:noFill/>
            </a:ln>
          </p:spPr>
          <p:txBody>
            <a:bodyPr spcFirstLastPara="1" wrap="square" lIns="62728" tIns="62728" rIns="62728" bIns="62728" anchor="ctr" anchorCtr="0">
              <a:noAutofit/>
            </a:bodyPr>
            <a:lstStyle/>
            <a:p>
              <a:endParaRPr sz="764"/>
            </a:p>
          </p:txBody>
        </p:sp>
        <p:sp>
          <p:nvSpPr>
            <p:cNvPr id="990" name="Google Shape;6346;p62">
              <a:extLst>
                <a:ext uri="{FF2B5EF4-FFF2-40B4-BE49-F238E27FC236}">
                  <a16:creationId xmlns:a16="http://schemas.microsoft.com/office/drawing/2014/main" id="{A056CB4B-B413-4B10-9306-FF17A53CFE98}"/>
                </a:ext>
              </a:extLst>
            </p:cNvPr>
            <p:cNvSpPr/>
            <p:nvPr/>
          </p:nvSpPr>
          <p:spPr>
            <a:xfrm>
              <a:off x="-41615450" y="2813750"/>
              <a:ext cx="152050" cy="144975"/>
            </a:xfrm>
            <a:custGeom>
              <a:avLst/>
              <a:gdLst/>
              <a:ahLst/>
              <a:cxnLst/>
              <a:rect l="l" t="t" r="r" b="b"/>
              <a:pathLst>
                <a:path w="6082" h="5799" extrusionOk="0">
                  <a:moveTo>
                    <a:pt x="3050" y="782"/>
                  </a:moveTo>
                  <a:cubicBezTo>
                    <a:pt x="3325" y="782"/>
                    <a:pt x="3606" y="835"/>
                    <a:pt x="3876" y="947"/>
                  </a:cubicBezTo>
                  <a:cubicBezTo>
                    <a:pt x="4853" y="1419"/>
                    <a:pt x="5357" y="2616"/>
                    <a:pt x="4916" y="3656"/>
                  </a:cubicBezTo>
                  <a:cubicBezTo>
                    <a:pt x="4601" y="4412"/>
                    <a:pt x="3908" y="4916"/>
                    <a:pt x="3025" y="4916"/>
                  </a:cubicBezTo>
                  <a:cubicBezTo>
                    <a:pt x="1545" y="4916"/>
                    <a:pt x="568" y="3436"/>
                    <a:pt x="1135" y="2049"/>
                  </a:cubicBezTo>
                  <a:cubicBezTo>
                    <a:pt x="1465" y="1248"/>
                    <a:pt x="2235" y="782"/>
                    <a:pt x="3050" y="782"/>
                  </a:cubicBezTo>
                  <a:close/>
                  <a:moveTo>
                    <a:pt x="2968" y="0"/>
                  </a:moveTo>
                  <a:cubicBezTo>
                    <a:pt x="1995" y="0"/>
                    <a:pt x="1120" y="497"/>
                    <a:pt x="631" y="1262"/>
                  </a:cubicBezTo>
                  <a:cubicBezTo>
                    <a:pt x="95" y="2081"/>
                    <a:pt x="1" y="3152"/>
                    <a:pt x="347" y="4034"/>
                  </a:cubicBezTo>
                  <a:cubicBezTo>
                    <a:pt x="789" y="5074"/>
                    <a:pt x="1860" y="5798"/>
                    <a:pt x="3057" y="5798"/>
                  </a:cubicBezTo>
                  <a:cubicBezTo>
                    <a:pt x="4034" y="5798"/>
                    <a:pt x="4884" y="5326"/>
                    <a:pt x="5451" y="4538"/>
                  </a:cubicBezTo>
                  <a:cubicBezTo>
                    <a:pt x="5987" y="3719"/>
                    <a:pt x="6081" y="2648"/>
                    <a:pt x="5735" y="1766"/>
                  </a:cubicBezTo>
                  <a:cubicBezTo>
                    <a:pt x="5294" y="726"/>
                    <a:pt x="4223" y="1"/>
                    <a:pt x="3057" y="1"/>
                  </a:cubicBezTo>
                  <a:cubicBezTo>
                    <a:pt x="3027" y="1"/>
                    <a:pt x="2997" y="0"/>
                    <a:pt x="2968" y="0"/>
                  </a:cubicBezTo>
                  <a:close/>
                </a:path>
              </a:pathLst>
            </a:custGeom>
            <a:grpFill/>
            <a:ln>
              <a:noFill/>
            </a:ln>
          </p:spPr>
          <p:txBody>
            <a:bodyPr spcFirstLastPara="1" wrap="square" lIns="62728" tIns="62728" rIns="62728" bIns="62728" anchor="ctr" anchorCtr="0">
              <a:noAutofit/>
            </a:bodyPr>
            <a:lstStyle/>
            <a:p>
              <a:endParaRPr sz="764"/>
            </a:p>
          </p:txBody>
        </p:sp>
        <p:sp>
          <p:nvSpPr>
            <p:cNvPr id="991" name="Google Shape;6347;p62">
              <a:extLst>
                <a:ext uri="{FF2B5EF4-FFF2-40B4-BE49-F238E27FC236}">
                  <a16:creationId xmlns:a16="http://schemas.microsoft.com/office/drawing/2014/main" id="{E18692CE-9BD0-40DF-BAF0-69F4FAB10AD2}"/>
                </a:ext>
              </a:extLst>
            </p:cNvPr>
            <p:cNvSpPr/>
            <p:nvPr/>
          </p:nvSpPr>
          <p:spPr>
            <a:xfrm>
              <a:off x="-41550075" y="2853950"/>
              <a:ext cx="40200" cy="42550"/>
            </a:xfrm>
            <a:custGeom>
              <a:avLst/>
              <a:gdLst/>
              <a:ahLst/>
              <a:cxnLst/>
              <a:rect l="l" t="t" r="r" b="b"/>
              <a:pathLst>
                <a:path w="1608" h="1702" extrusionOk="0">
                  <a:moveTo>
                    <a:pt x="379" y="0"/>
                  </a:moveTo>
                  <a:cubicBezTo>
                    <a:pt x="190" y="0"/>
                    <a:pt x="1" y="221"/>
                    <a:pt x="1" y="441"/>
                  </a:cubicBezTo>
                  <a:lnTo>
                    <a:pt x="1" y="1260"/>
                  </a:lnTo>
                  <a:cubicBezTo>
                    <a:pt x="1" y="1512"/>
                    <a:pt x="190" y="1701"/>
                    <a:pt x="379" y="1701"/>
                  </a:cubicBezTo>
                  <a:lnTo>
                    <a:pt x="1230" y="1701"/>
                  </a:lnTo>
                  <a:cubicBezTo>
                    <a:pt x="1450" y="1701"/>
                    <a:pt x="1608" y="1512"/>
                    <a:pt x="1608" y="1260"/>
                  </a:cubicBezTo>
                  <a:cubicBezTo>
                    <a:pt x="1608" y="1040"/>
                    <a:pt x="1419" y="851"/>
                    <a:pt x="1230" y="851"/>
                  </a:cubicBezTo>
                  <a:lnTo>
                    <a:pt x="788" y="851"/>
                  </a:lnTo>
                  <a:lnTo>
                    <a:pt x="788" y="410"/>
                  </a:lnTo>
                  <a:cubicBezTo>
                    <a:pt x="788" y="158"/>
                    <a:pt x="568" y="0"/>
                    <a:pt x="37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70" name="Google Shape;6348;p62">
            <a:extLst>
              <a:ext uri="{FF2B5EF4-FFF2-40B4-BE49-F238E27FC236}">
                <a16:creationId xmlns:a16="http://schemas.microsoft.com/office/drawing/2014/main" id="{A82612BD-EC6D-424F-A6A7-F9B1EF8A8328}"/>
              </a:ext>
            </a:extLst>
          </p:cNvPr>
          <p:cNvGrpSpPr/>
          <p:nvPr/>
        </p:nvGrpSpPr>
        <p:grpSpPr>
          <a:xfrm>
            <a:off x="3027979" y="1528046"/>
            <a:ext cx="216010" cy="237098"/>
            <a:chOff x="-39792875" y="1971800"/>
            <a:chExt cx="290650" cy="319025"/>
          </a:xfrm>
          <a:solidFill>
            <a:schemeClr val="tx1"/>
          </a:solidFill>
        </p:grpSpPr>
        <p:sp>
          <p:nvSpPr>
            <p:cNvPr id="987" name="Google Shape;6349;p62">
              <a:extLst>
                <a:ext uri="{FF2B5EF4-FFF2-40B4-BE49-F238E27FC236}">
                  <a16:creationId xmlns:a16="http://schemas.microsoft.com/office/drawing/2014/main" id="{59E9CA58-7638-4D8A-B906-5C08D9C420E3}"/>
                </a:ext>
              </a:extLst>
            </p:cNvPr>
            <p:cNvSpPr/>
            <p:nvPr/>
          </p:nvSpPr>
          <p:spPr>
            <a:xfrm>
              <a:off x="-39667650" y="2145075"/>
              <a:ext cx="40975" cy="41775"/>
            </a:xfrm>
            <a:custGeom>
              <a:avLst/>
              <a:gdLst/>
              <a:ahLst/>
              <a:cxnLst/>
              <a:rect l="l" t="t" r="r" b="b"/>
              <a:pathLst>
                <a:path w="1639" h="1671" extrusionOk="0">
                  <a:moveTo>
                    <a:pt x="820" y="1"/>
                  </a:moveTo>
                  <a:cubicBezTo>
                    <a:pt x="379" y="1"/>
                    <a:pt x="1" y="379"/>
                    <a:pt x="1" y="852"/>
                  </a:cubicBezTo>
                  <a:cubicBezTo>
                    <a:pt x="1" y="1293"/>
                    <a:pt x="379" y="1671"/>
                    <a:pt x="820" y="1671"/>
                  </a:cubicBezTo>
                  <a:cubicBezTo>
                    <a:pt x="1261" y="1671"/>
                    <a:pt x="1639" y="1293"/>
                    <a:pt x="1639" y="852"/>
                  </a:cubicBezTo>
                  <a:cubicBezTo>
                    <a:pt x="1639" y="379"/>
                    <a:pt x="1261" y="1"/>
                    <a:pt x="820" y="1"/>
                  </a:cubicBezTo>
                  <a:close/>
                </a:path>
              </a:pathLst>
            </a:custGeom>
            <a:grpFill/>
            <a:ln>
              <a:noFill/>
            </a:ln>
          </p:spPr>
          <p:txBody>
            <a:bodyPr spcFirstLastPara="1" wrap="square" lIns="62728" tIns="62728" rIns="62728" bIns="62728" anchor="ctr" anchorCtr="0">
              <a:noAutofit/>
            </a:bodyPr>
            <a:lstStyle/>
            <a:p>
              <a:endParaRPr sz="764"/>
            </a:p>
          </p:txBody>
        </p:sp>
        <p:sp>
          <p:nvSpPr>
            <p:cNvPr id="988" name="Google Shape;6350;p62">
              <a:extLst>
                <a:ext uri="{FF2B5EF4-FFF2-40B4-BE49-F238E27FC236}">
                  <a16:creationId xmlns:a16="http://schemas.microsoft.com/office/drawing/2014/main" id="{17948549-BB7F-4C69-BEE1-DD7CE82EB9A4}"/>
                </a:ext>
              </a:extLst>
            </p:cNvPr>
            <p:cNvSpPr/>
            <p:nvPr/>
          </p:nvSpPr>
          <p:spPr>
            <a:xfrm>
              <a:off x="-39792875" y="1971800"/>
              <a:ext cx="290650" cy="319025"/>
            </a:xfrm>
            <a:custGeom>
              <a:avLst/>
              <a:gdLst/>
              <a:ahLst/>
              <a:cxnLst/>
              <a:rect l="l" t="t" r="r" b="b"/>
              <a:pathLst>
                <a:path w="11626" h="12761" extrusionOk="0">
                  <a:moveTo>
                    <a:pt x="6207" y="3687"/>
                  </a:moveTo>
                  <a:cubicBezTo>
                    <a:pt x="6900" y="3687"/>
                    <a:pt x="7436" y="4222"/>
                    <a:pt x="7436" y="4884"/>
                  </a:cubicBezTo>
                  <a:lnTo>
                    <a:pt x="7436" y="11910"/>
                  </a:lnTo>
                  <a:lnTo>
                    <a:pt x="4159" y="11910"/>
                  </a:lnTo>
                  <a:lnTo>
                    <a:pt x="4159" y="4884"/>
                  </a:lnTo>
                  <a:cubicBezTo>
                    <a:pt x="4159" y="4222"/>
                    <a:pt x="4726" y="3687"/>
                    <a:pt x="5388" y="3687"/>
                  </a:cubicBezTo>
                  <a:close/>
                  <a:moveTo>
                    <a:pt x="10744" y="914"/>
                  </a:moveTo>
                  <a:lnTo>
                    <a:pt x="10744" y="3939"/>
                  </a:lnTo>
                  <a:cubicBezTo>
                    <a:pt x="9767" y="4412"/>
                    <a:pt x="9105" y="5420"/>
                    <a:pt x="9105" y="6554"/>
                  </a:cubicBezTo>
                  <a:cubicBezTo>
                    <a:pt x="9105" y="7688"/>
                    <a:pt x="9767" y="8665"/>
                    <a:pt x="10744" y="9137"/>
                  </a:cubicBezTo>
                  <a:cubicBezTo>
                    <a:pt x="10775" y="10145"/>
                    <a:pt x="10775" y="11280"/>
                    <a:pt x="10775" y="11910"/>
                  </a:cubicBezTo>
                  <a:lnTo>
                    <a:pt x="8318" y="11910"/>
                  </a:lnTo>
                  <a:lnTo>
                    <a:pt x="8318" y="4884"/>
                  </a:lnTo>
                  <a:cubicBezTo>
                    <a:pt x="8318" y="3750"/>
                    <a:pt x="7373" y="2805"/>
                    <a:pt x="6207" y="2805"/>
                  </a:cubicBezTo>
                  <a:lnTo>
                    <a:pt x="5388" y="2805"/>
                  </a:lnTo>
                  <a:cubicBezTo>
                    <a:pt x="4254" y="2805"/>
                    <a:pt x="3308" y="3750"/>
                    <a:pt x="3308" y="4884"/>
                  </a:cubicBezTo>
                  <a:lnTo>
                    <a:pt x="3308" y="11910"/>
                  </a:lnTo>
                  <a:lnTo>
                    <a:pt x="820" y="11910"/>
                  </a:lnTo>
                  <a:lnTo>
                    <a:pt x="820" y="9137"/>
                  </a:lnTo>
                  <a:cubicBezTo>
                    <a:pt x="2174" y="8507"/>
                    <a:pt x="2804" y="7026"/>
                    <a:pt x="2332" y="5640"/>
                  </a:cubicBezTo>
                  <a:cubicBezTo>
                    <a:pt x="2080" y="4884"/>
                    <a:pt x="1544" y="4254"/>
                    <a:pt x="820" y="3939"/>
                  </a:cubicBezTo>
                  <a:lnTo>
                    <a:pt x="820" y="914"/>
                  </a:lnTo>
                  <a:close/>
                  <a:moveTo>
                    <a:pt x="441" y="1"/>
                  </a:moveTo>
                  <a:cubicBezTo>
                    <a:pt x="189" y="1"/>
                    <a:pt x="0" y="221"/>
                    <a:pt x="0" y="442"/>
                  </a:cubicBezTo>
                  <a:lnTo>
                    <a:pt x="0" y="4191"/>
                  </a:lnTo>
                  <a:cubicBezTo>
                    <a:pt x="0" y="4349"/>
                    <a:pt x="126" y="4506"/>
                    <a:pt x="284" y="4569"/>
                  </a:cubicBezTo>
                  <a:cubicBezTo>
                    <a:pt x="1072" y="4853"/>
                    <a:pt x="1639" y="5609"/>
                    <a:pt x="1639" y="6522"/>
                  </a:cubicBezTo>
                  <a:cubicBezTo>
                    <a:pt x="1639" y="7404"/>
                    <a:pt x="1072" y="8161"/>
                    <a:pt x="284" y="8476"/>
                  </a:cubicBezTo>
                  <a:cubicBezTo>
                    <a:pt x="126" y="8507"/>
                    <a:pt x="0" y="8665"/>
                    <a:pt x="0" y="8885"/>
                  </a:cubicBezTo>
                  <a:lnTo>
                    <a:pt x="0" y="12351"/>
                  </a:lnTo>
                  <a:cubicBezTo>
                    <a:pt x="0" y="12571"/>
                    <a:pt x="189" y="12760"/>
                    <a:pt x="441" y="12760"/>
                  </a:cubicBezTo>
                  <a:lnTo>
                    <a:pt x="11185" y="12760"/>
                  </a:lnTo>
                  <a:cubicBezTo>
                    <a:pt x="11405" y="12760"/>
                    <a:pt x="11563" y="12571"/>
                    <a:pt x="11626" y="12382"/>
                  </a:cubicBezTo>
                  <a:lnTo>
                    <a:pt x="11626" y="8885"/>
                  </a:lnTo>
                  <a:cubicBezTo>
                    <a:pt x="11626" y="8696"/>
                    <a:pt x="11500" y="8539"/>
                    <a:pt x="11342" y="8476"/>
                  </a:cubicBezTo>
                  <a:cubicBezTo>
                    <a:pt x="10555" y="8192"/>
                    <a:pt x="9956" y="7404"/>
                    <a:pt x="9956" y="6522"/>
                  </a:cubicBezTo>
                  <a:cubicBezTo>
                    <a:pt x="9956" y="5609"/>
                    <a:pt x="10555" y="4853"/>
                    <a:pt x="11342" y="4569"/>
                  </a:cubicBezTo>
                  <a:cubicBezTo>
                    <a:pt x="11500" y="4538"/>
                    <a:pt x="11626" y="4380"/>
                    <a:pt x="11626" y="4191"/>
                  </a:cubicBezTo>
                  <a:lnTo>
                    <a:pt x="11626" y="442"/>
                  </a:lnTo>
                  <a:cubicBezTo>
                    <a:pt x="11626" y="221"/>
                    <a:pt x="11405" y="1"/>
                    <a:pt x="11185"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71" name="Google Shape;6351;p62">
            <a:extLst>
              <a:ext uri="{FF2B5EF4-FFF2-40B4-BE49-F238E27FC236}">
                <a16:creationId xmlns:a16="http://schemas.microsoft.com/office/drawing/2014/main" id="{268B6725-B5BC-42A3-8B94-6E848477FB5D}"/>
              </a:ext>
            </a:extLst>
          </p:cNvPr>
          <p:cNvGrpSpPr/>
          <p:nvPr/>
        </p:nvGrpSpPr>
        <p:grpSpPr>
          <a:xfrm>
            <a:off x="3033534" y="1800149"/>
            <a:ext cx="204899" cy="236596"/>
            <a:chOff x="-39783425" y="2337925"/>
            <a:chExt cx="275700" cy="318350"/>
          </a:xfrm>
          <a:solidFill>
            <a:schemeClr val="tx1"/>
          </a:solidFill>
        </p:grpSpPr>
        <p:sp>
          <p:nvSpPr>
            <p:cNvPr id="985" name="Google Shape;6352;p62">
              <a:extLst>
                <a:ext uri="{FF2B5EF4-FFF2-40B4-BE49-F238E27FC236}">
                  <a16:creationId xmlns:a16="http://schemas.microsoft.com/office/drawing/2014/main" id="{B8BB3181-C1B1-472E-B18B-105C6CD3AFF3}"/>
                </a:ext>
              </a:extLst>
            </p:cNvPr>
            <p:cNvSpPr/>
            <p:nvPr/>
          </p:nvSpPr>
          <p:spPr>
            <a:xfrm>
              <a:off x="-39739325" y="2468600"/>
              <a:ext cx="194575" cy="148500"/>
            </a:xfrm>
            <a:custGeom>
              <a:avLst/>
              <a:gdLst/>
              <a:ahLst/>
              <a:cxnLst/>
              <a:rect l="l" t="t" r="r" b="b"/>
              <a:pathLst>
                <a:path w="7783" h="5940" extrusionOk="0">
                  <a:moveTo>
                    <a:pt x="6349" y="772"/>
                  </a:moveTo>
                  <a:cubicBezTo>
                    <a:pt x="6459" y="772"/>
                    <a:pt x="6570" y="812"/>
                    <a:pt x="6648" y="891"/>
                  </a:cubicBezTo>
                  <a:cubicBezTo>
                    <a:pt x="6711" y="954"/>
                    <a:pt x="6743" y="1017"/>
                    <a:pt x="6806" y="1080"/>
                  </a:cubicBezTo>
                  <a:cubicBezTo>
                    <a:pt x="6837" y="1300"/>
                    <a:pt x="6837" y="1458"/>
                    <a:pt x="6711" y="1552"/>
                  </a:cubicBezTo>
                  <a:lnTo>
                    <a:pt x="3340" y="4955"/>
                  </a:lnTo>
                  <a:cubicBezTo>
                    <a:pt x="3261" y="5033"/>
                    <a:pt x="3151" y="5073"/>
                    <a:pt x="3041" y="5073"/>
                  </a:cubicBezTo>
                  <a:cubicBezTo>
                    <a:pt x="2931" y="5073"/>
                    <a:pt x="2820" y="5033"/>
                    <a:pt x="2742" y="4955"/>
                  </a:cubicBezTo>
                  <a:lnTo>
                    <a:pt x="1040" y="3253"/>
                  </a:lnTo>
                  <a:cubicBezTo>
                    <a:pt x="883" y="3096"/>
                    <a:pt x="883" y="2812"/>
                    <a:pt x="1040" y="2655"/>
                  </a:cubicBezTo>
                  <a:lnTo>
                    <a:pt x="1135" y="2592"/>
                  </a:lnTo>
                  <a:cubicBezTo>
                    <a:pt x="1214" y="2513"/>
                    <a:pt x="1316" y="2474"/>
                    <a:pt x="1418" y="2474"/>
                  </a:cubicBezTo>
                  <a:cubicBezTo>
                    <a:pt x="1521" y="2474"/>
                    <a:pt x="1623" y="2513"/>
                    <a:pt x="1702" y="2592"/>
                  </a:cubicBezTo>
                  <a:lnTo>
                    <a:pt x="2742" y="3600"/>
                  </a:lnTo>
                  <a:cubicBezTo>
                    <a:pt x="2820" y="3679"/>
                    <a:pt x="2931" y="3718"/>
                    <a:pt x="3041" y="3718"/>
                  </a:cubicBezTo>
                  <a:cubicBezTo>
                    <a:pt x="3151" y="3718"/>
                    <a:pt x="3261" y="3679"/>
                    <a:pt x="3340" y="3600"/>
                  </a:cubicBezTo>
                  <a:lnTo>
                    <a:pt x="6050" y="891"/>
                  </a:lnTo>
                  <a:cubicBezTo>
                    <a:pt x="6128" y="812"/>
                    <a:pt x="6239" y="772"/>
                    <a:pt x="6349" y="772"/>
                  </a:cubicBezTo>
                  <a:close/>
                  <a:moveTo>
                    <a:pt x="6369" y="1"/>
                  </a:moveTo>
                  <a:cubicBezTo>
                    <a:pt x="6050" y="1"/>
                    <a:pt x="5719" y="119"/>
                    <a:pt x="5451" y="355"/>
                  </a:cubicBezTo>
                  <a:lnTo>
                    <a:pt x="3025" y="2781"/>
                  </a:lnTo>
                  <a:lnTo>
                    <a:pt x="2269" y="2025"/>
                  </a:lnTo>
                  <a:cubicBezTo>
                    <a:pt x="2040" y="1796"/>
                    <a:pt x="1742" y="1663"/>
                    <a:pt x="1421" y="1663"/>
                  </a:cubicBezTo>
                  <a:cubicBezTo>
                    <a:pt x="1256" y="1663"/>
                    <a:pt x="1085" y="1698"/>
                    <a:pt x="914" y="1773"/>
                  </a:cubicBezTo>
                  <a:cubicBezTo>
                    <a:pt x="694" y="1867"/>
                    <a:pt x="536" y="1993"/>
                    <a:pt x="473" y="2119"/>
                  </a:cubicBezTo>
                  <a:cubicBezTo>
                    <a:pt x="1" y="2592"/>
                    <a:pt x="1" y="3379"/>
                    <a:pt x="473" y="3883"/>
                  </a:cubicBezTo>
                  <a:lnTo>
                    <a:pt x="2143" y="5585"/>
                  </a:lnTo>
                  <a:cubicBezTo>
                    <a:pt x="2379" y="5821"/>
                    <a:pt x="2694" y="5939"/>
                    <a:pt x="3017" y="5939"/>
                  </a:cubicBezTo>
                  <a:cubicBezTo>
                    <a:pt x="3340" y="5939"/>
                    <a:pt x="3671" y="5821"/>
                    <a:pt x="3939" y="5585"/>
                  </a:cubicBezTo>
                  <a:lnTo>
                    <a:pt x="7310" y="2182"/>
                  </a:lnTo>
                  <a:cubicBezTo>
                    <a:pt x="7656" y="1836"/>
                    <a:pt x="7782" y="1300"/>
                    <a:pt x="7593" y="859"/>
                  </a:cubicBezTo>
                  <a:cubicBezTo>
                    <a:pt x="7467" y="575"/>
                    <a:pt x="7310" y="418"/>
                    <a:pt x="7215" y="355"/>
                  </a:cubicBezTo>
                  <a:cubicBezTo>
                    <a:pt x="6995" y="119"/>
                    <a:pt x="6688" y="1"/>
                    <a:pt x="6369" y="1"/>
                  </a:cubicBezTo>
                  <a:close/>
                </a:path>
              </a:pathLst>
            </a:custGeom>
            <a:grpFill/>
            <a:ln>
              <a:noFill/>
            </a:ln>
          </p:spPr>
          <p:txBody>
            <a:bodyPr spcFirstLastPara="1" wrap="square" lIns="62728" tIns="62728" rIns="62728" bIns="62728" anchor="ctr" anchorCtr="0">
              <a:noAutofit/>
            </a:bodyPr>
            <a:lstStyle/>
            <a:p>
              <a:endParaRPr sz="764"/>
            </a:p>
          </p:txBody>
        </p:sp>
        <p:sp>
          <p:nvSpPr>
            <p:cNvPr id="986" name="Google Shape;6353;p62">
              <a:extLst>
                <a:ext uri="{FF2B5EF4-FFF2-40B4-BE49-F238E27FC236}">
                  <a16:creationId xmlns:a16="http://schemas.microsoft.com/office/drawing/2014/main" id="{5DA89612-0910-4AEE-9F5D-FFF0F266256E}"/>
                </a:ext>
              </a:extLst>
            </p:cNvPr>
            <p:cNvSpPr/>
            <p:nvPr/>
          </p:nvSpPr>
          <p:spPr>
            <a:xfrm>
              <a:off x="-39783425" y="2337925"/>
              <a:ext cx="275700" cy="318350"/>
            </a:xfrm>
            <a:custGeom>
              <a:avLst/>
              <a:gdLst/>
              <a:ahLst/>
              <a:cxnLst/>
              <a:rect l="l" t="t" r="r" b="b"/>
              <a:pathLst>
                <a:path w="11028" h="12734" extrusionOk="0">
                  <a:moveTo>
                    <a:pt x="5608" y="793"/>
                  </a:moveTo>
                  <a:cubicBezTo>
                    <a:pt x="5829" y="793"/>
                    <a:pt x="5986" y="1014"/>
                    <a:pt x="6049" y="1234"/>
                  </a:cubicBezTo>
                  <a:cubicBezTo>
                    <a:pt x="6049" y="1486"/>
                    <a:pt x="6238" y="1644"/>
                    <a:pt x="6459" y="1644"/>
                  </a:cubicBezTo>
                  <a:lnTo>
                    <a:pt x="8129" y="1644"/>
                  </a:lnTo>
                  <a:cubicBezTo>
                    <a:pt x="8349" y="1644"/>
                    <a:pt x="8507" y="1833"/>
                    <a:pt x="8570" y="2053"/>
                  </a:cubicBezTo>
                  <a:lnTo>
                    <a:pt x="8570" y="2494"/>
                  </a:lnTo>
                  <a:lnTo>
                    <a:pt x="2773" y="2494"/>
                  </a:lnTo>
                  <a:lnTo>
                    <a:pt x="2773" y="2116"/>
                  </a:lnTo>
                  <a:lnTo>
                    <a:pt x="2741" y="2116"/>
                  </a:lnTo>
                  <a:cubicBezTo>
                    <a:pt x="2741" y="1864"/>
                    <a:pt x="2930" y="1707"/>
                    <a:pt x="3119" y="1675"/>
                  </a:cubicBezTo>
                  <a:lnTo>
                    <a:pt x="4789" y="1675"/>
                  </a:lnTo>
                  <a:cubicBezTo>
                    <a:pt x="5010" y="1675"/>
                    <a:pt x="5167" y="1486"/>
                    <a:pt x="5167" y="1234"/>
                  </a:cubicBezTo>
                  <a:cubicBezTo>
                    <a:pt x="5167" y="1014"/>
                    <a:pt x="5356" y="856"/>
                    <a:pt x="5608" y="793"/>
                  </a:cubicBezTo>
                  <a:close/>
                  <a:moveTo>
                    <a:pt x="10177" y="2494"/>
                  </a:moveTo>
                  <a:lnTo>
                    <a:pt x="10177" y="11883"/>
                  </a:lnTo>
                  <a:lnTo>
                    <a:pt x="788" y="11883"/>
                  </a:lnTo>
                  <a:lnTo>
                    <a:pt x="788" y="2494"/>
                  </a:lnTo>
                  <a:lnTo>
                    <a:pt x="1891" y="2494"/>
                  </a:lnTo>
                  <a:lnTo>
                    <a:pt x="1891" y="2904"/>
                  </a:lnTo>
                  <a:cubicBezTo>
                    <a:pt x="1891" y="3125"/>
                    <a:pt x="2111" y="3314"/>
                    <a:pt x="2332" y="3314"/>
                  </a:cubicBezTo>
                  <a:lnTo>
                    <a:pt x="8948" y="3314"/>
                  </a:lnTo>
                  <a:cubicBezTo>
                    <a:pt x="9200" y="3314"/>
                    <a:pt x="9357" y="3125"/>
                    <a:pt x="9357" y="2904"/>
                  </a:cubicBezTo>
                  <a:lnTo>
                    <a:pt x="9357" y="2494"/>
                  </a:lnTo>
                  <a:close/>
                  <a:moveTo>
                    <a:pt x="5615" y="1"/>
                  </a:moveTo>
                  <a:cubicBezTo>
                    <a:pt x="5456" y="1"/>
                    <a:pt x="5293" y="33"/>
                    <a:pt x="5136" y="100"/>
                  </a:cubicBezTo>
                  <a:cubicBezTo>
                    <a:pt x="4821" y="226"/>
                    <a:pt x="4537" y="478"/>
                    <a:pt x="4474" y="856"/>
                  </a:cubicBezTo>
                  <a:lnTo>
                    <a:pt x="3151" y="856"/>
                  </a:lnTo>
                  <a:cubicBezTo>
                    <a:pt x="2647" y="856"/>
                    <a:pt x="2174" y="1203"/>
                    <a:pt x="1985" y="1675"/>
                  </a:cubicBezTo>
                  <a:lnTo>
                    <a:pt x="410" y="1675"/>
                  </a:lnTo>
                  <a:cubicBezTo>
                    <a:pt x="158" y="1675"/>
                    <a:pt x="0" y="1864"/>
                    <a:pt x="0" y="2116"/>
                  </a:cubicBezTo>
                  <a:lnTo>
                    <a:pt x="0" y="12292"/>
                  </a:lnTo>
                  <a:cubicBezTo>
                    <a:pt x="0" y="12544"/>
                    <a:pt x="221" y="12734"/>
                    <a:pt x="410" y="12734"/>
                  </a:cubicBezTo>
                  <a:lnTo>
                    <a:pt x="10618" y="12734"/>
                  </a:lnTo>
                  <a:cubicBezTo>
                    <a:pt x="10838" y="12734"/>
                    <a:pt x="11027" y="12544"/>
                    <a:pt x="11027" y="12292"/>
                  </a:cubicBezTo>
                  <a:lnTo>
                    <a:pt x="11027" y="2116"/>
                  </a:lnTo>
                  <a:cubicBezTo>
                    <a:pt x="10996" y="1864"/>
                    <a:pt x="10807" y="1675"/>
                    <a:pt x="10555" y="1675"/>
                  </a:cubicBezTo>
                  <a:lnTo>
                    <a:pt x="9263" y="1675"/>
                  </a:lnTo>
                  <a:cubicBezTo>
                    <a:pt x="9105" y="1203"/>
                    <a:pt x="8633" y="856"/>
                    <a:pt x="8097" y="856"/>
                  </a:cubicBezTo>
                  <a:lnTo>
                    <a:pt x="6774" y="856"/>
                  </a:lnTo>
                  <a:cubicBezTo>
                    <a:pt x="6606" y="328"/>
                    <a:pt x="6127" y="1"/>
                    <a:pt x="5615" y="1"/>
                  </a:cubicBezTo>
                  <a:close/>
                </a:path>
              </a:pathLst>
            </a:custGeom>
            <a:grpFill/>
            <a:ln>
              <a:noFill/>
            </a:ln>
          </p:spPr>
          <p:txBody>
            <a:bodyPr spcFirstLastPara="1" wrap="square" lIns="62728" tIns="62728" rIns="62728" bIns="62728" anchor="ctr" anchorCtr="0">
              <a:noAutofit/>
            </a:bodyPr>
            <a:lstStyle/>
            <a:p>
              <a:endParaRPr sz="764"/>
            </a:p>
          </p:txBody>
        </p:sp>
      </p:grpSp>
      <p:sp>
        <p:nvSpPr>
          <p:cNvPr id="972" name="Google Shape;6354;p62">
            <a:extLst>
              <a:ext uri="{FF2B5EF4-FFF2-40B4-BE49-F238E27FC236}">
                <a16:creationId xmlns:a16="http://schemas.microsoft.com/office/drawing/2014/main" id="{CAA0E53D-85FF-4759-ABFB-FFA4BBF15EB7}"/>
              </a:ext>
            </a:extLst>
          </p:cNvPr>
          <p:cNvSpPr/>
          <p:nvPr/>
        </p:nvSpPr>
        <p:spPr>
          <a:xfrm>
            <a:off x="3017300" y="2075034"/>
            <a:ext cx="234757" cy="235611"/>
          </a:xfrm>
          <a:custGeom>
            <a:avLst/>
            <a:gdLst/>
            <a:ahLst/>
            <a:cxnLst/>
            <a:rect l="l" t="t" r="r" b="b"/>
            <a:pathLst>
              <a:path w="12635" h="12681" extrusionOk="0">
                <a:moveTo>
                  <a:pt x="2017" y="865"/>
                </a:moveTo>
                <a:lnTo>
                  <a:pt x="3624" y="1275"/>
                </a:lnTo>
                <a:cubicBezTo>
                  <a:pt x="3655" y="1370"/>
                  <a:pt x="2679" y="4961"/>
                  <a:pt x="2679" y="4961"/>
                </a:cubicBezTo>
                <a:lnTo>
                  <a:pt x="2553" y="5339"/>
                </a:lnTo>
                <a:lnTo>
                  <a:pt x="946" y="4898"/>
                </a:lnTo>
                <a:lnTo>
                  <a:pt x="2017" y="865"/>
                </a:lnTo>
                <a:close/>
                <a:moveTo>
                  <a:pt x="10460" y="4867"/>
                </a:moveTo>
                <a:lnTo>
                  <a:pt x="11689" y="5182"/>
                </a:lnTo>
                <a:lnTo>
                  <a:pt x="11469" y="6001"/>
                </a:lnTo>
                <a:lnTo>
                  <a:pt x="10240" y="5686"/>
                </a:lnTo>
                <a:lnTo>
                  <a:pt x="10460" y="4867"/>
                </a:lnTo>
                <a:close/>
                <a:moveTo>
                  <a:pt x="4159" y="2346"/>
                </a:moveTo>
                <a:lnTo>
                  <a:pt x="9799" y="3858"/>
                </a:lnTo>
                <a:lnTo>
                  <a:pt x="9200" y="6284"/>
                </a:lnTo>
                <a:lnTo>
                  <a:pt x="8381" y="6064"/>
                </a:lnTo>
                <a:cubicBezTo>
                  <a:pt x="8413" y="5465"/>
                  <a:pt x="8161" y="4867"/>
                  <a:pt x="7625" y="4552"/>
                </a:cubicBezTo>
                <a:cubicBezTo>
                  <a:pt x="7341" y="4366"/>
                  <a:pt x="7014" y="4275"/>
                  <a:pt x="6691" y="4275"/>
                </a:cubicBezTo>
                <a:cubicBezTo>
                  <a:pt x="6084" y="4275"/>
                  <a:pt x="5487" y="4596"/>
                  <a:pt x="5199" y="5213"/>
                </a:cubicBezTo>
                <a:cubicBezTo>
                  <a:pt x="4601" y="5056"/>
                  <a:pt x="3529" y="4804"/>
                  <a:pt x="3529" y="4804"/>
                </a:cubicBezTo>
                <a:cubicBezTo>
                  <a:pt x="3624" y="4552"/>
                  <a:pt x="4128" y="2630"/>
                  <a:pt x="4159" y="2346"/>
                </a:cubicBezTo>
                <a:close/>
                <a:moveTo>
                  <a:pt x="6746" y="5106"/>
                </a:moveTo>
                <a:cubicBezTo>
                  <a:pt x="7102" y="5106"/>
                  <a:pt x="7435" y="5355"/>
                  <a:pt x="7562" y="5686"/>
                </a:cubicBezTo>
                <a:cubicBezTo>
                  <a:pt x="7594" y="5906"/>
                  <a:pt x="7594" y="6095"/>
                  <a:pt x="7531" y="6284"/>
                </a:cubicBezTo>
                <a:cubicBezTo>
                  <a:pt x="7368" y="6610"/>
                  <a:pt x="7067" y="6798"/>
                  <a:pt x="6756" y="6798"/>
                </a:cubicBezTo>
                <a:cubicBezTo>
                  <a:pt x="6646" y="6798"/>
                  <a:pt x="6535" y="6775"/>
                  <a:pt x="6428" y="6725"/>
                </a:cubicBezTo>
                <a:cubicBezTo>
                  <a:pt x="6176" y="6631"/>
                  <a:pt x="6018" y="6442"/>
                  <a:pt x="5955" y="6221"/>
                </a:cubicBezTo>
                <a:cubicBezTo>
                  <a:pt x="5798" y="5749"/>
                  <a:pt x="6050" y="5276"/>
                  <a:pt x="6491" y="5150"/>
                </a:cubicBezTo>
                <a:cubicBezTo>
                  <a:pt x="6575" y="5120"/>
                  <a:pt x="6661" y="5106"/>
                  <a:pt x="6746" y="5106"/>
                </a:cubicBezTo>
                <a:close/>
                <a:moveTo>
                  <a:pt x="7531" y="7387"/>
                </a:moveTo>
                <a:lnTo>
                  <a:pt x="8476" y="9277"/>
                </a:lnTo>
                <a:lnTo>
                  <a:pt x="4947" y="9277"/>
                </a:lnTo>
                <a:lnTo>
                  <a:pt x="5955" y="7387"/>
                </a:lnTo>
                <a:cubicBezTo>
                  <a:pt x="6192" y="7529"/>
                  <a:pt x="6451" y="7600"/>
                  <a:pt x="6719" y="7600"/>
                </a:cubicBezTo>
                <a:cubicBezTo>
                  <a:pt x="6987" y="7600"/>
                  <a:pt x="7263" y="7529"/>
                  <a:pt x="7531" y="7387"/>
                </a:cubicBezTo>
                <a:close/>
                <a:moveTo>
                  <a:pt x="1791" y="1"/>
                </a:moveTo>
                <a:cubicBezTo>
                  <a:pt x="1607" y="1"/>
                  <a:pt x="1440" y="138"/>
                  <a:pt x="1387" y="298"/>
                </a:cubicBezTo>
                <a:lnTo>
                  <a:pt x="95" y="5150"/>
                </a:lnTo>
                <a:cubicBezTo>
                  <a:pt x="1" y="5371"/>
                  <a:pt x="158" y="5591"/>
                  <a:pt x="347" y="5654"/>
                </a:cubicBezTo>
                <a:lnTo>
                  <a:pt x="2742" y="6284"/>
                </a:lnTo>
                <a:cubicBezTo>
                  <a:pt x="2773" y="6288"/>
                  <a:pt x="2804" y="6290"/>
                  <a:pt x="2833" y="6290"/>
                </a:cubicBezTo>
                <a:cubicBezTo>
                  <a:pt x="3040" y="6290"/>
                  <a:pt x="3195" y="6194"/>
                  <a:pt x="3277" y="6001"/>
                </a:cubicBezTo>
                <a:lnTo>
                  <a:pt x="3403" y="5623"/>
                </a:lnTo>
                <a:lnTo>
                  <a:pt x="5073" y="6095"/>
                </a:lnTo>
                <a:cubicBezTo>
                  <a:pt x="5073" y="6379"/>
                  <a:pt x="5199" y="6631"/>
                  <a:pt x="5325" y="6883"/>
                </a:cubicBezTo>
                <a:lnTo>
                  <a:pt x="2616" y="12081"/>
                </a:lnTo>
                <a:cubicBezTo>
                  <a:pt x="2490" y="12270"/>
                  <a:pt x="2553" y="12522"/>
                  <a:pt x="2773" y="12617"/>
                </a:cubicBezTo>
                <a:cubicBezTo>
                  <a:pt x="2838" y="12660"/>
                  <a:pt x="2907" y="12681"/>
                  <a:pt x="2974" y="12681"/>
                </a:cubicBezTo>
                <a:cubicBezTo>
                  <a:pt x="3103" y="12681"/>
                  <a:pt x="3226" y="12604"/>
                  <a:pt x="3309" y="12459"/>
                </a:cubicBezTo>
                <a:lnTo>
                  <a:pt x="4538" y="10191"/>
                </a:lnTo>
                <a:cubicBezTo>
                  <a:pt x="4559" y="10201"/>
                  <a:pt x="4538" y="10205"/>
                  <a:pt x="4668" y="10205"/>
                </a:cubicBezTo>
                <a:cubicBezTo>
                  <a:pt x="4930" y="10205"/>
                  <a:pt x="5798" y="10191"/>
                  <a:pt x="8822" y="10191"/>
                </a:cubicBezTo>
                <a:lnTo>
                  <a:pt x="8917" y="10191"/>
                </a:lnTo>
                <a:lnTo>
                  <a:pt x="10082" y="12459"/>
                </a:lnTo>
                <a:cubicBezTo>
                  <a:pt x="10165" y="12604"/>
                  <a:pt x="10289" y="12681"/>
                  <a:pt x="10426" y="12681"/>
                </a:cubicBezTo>
                <a:cubicBezTo>
                  <a:pt x="10498" y="12681"/>
                  <a:pt x="10574" y="12660"/>
                  <a:pt x="10650" y="12617"/>
                </a:cubicBezTo>
                <a:cubicBezTo>
                  <a:pt x="10839" y="12522"/>
                  <a:pt x="10902" y="12270"/>
                  <a:pt x="10807" y="12081"/>
                </a:cubicBezTo>
                <a:lnTo>
                  <a:pt x="8129" y="6914"/>
                </a:lnTo>
                <a:lnTo>
                  <a:pt x="9389" y="7261"/>
                </a:lnTo>
                <a:cubicBezTo>
                  <a:pt x="9428" y="7272"/>
                  <a:pt x="9466" y="7277"/>
                  <a:pt x="9503" y="7277"/>
                </a:cubicBezTo>
                <a:cubicBezTo>
                  <a:pt x="9674" y="7277"/>
                  <a:pt x="9816" y="7164"/>
                  <a:pt x="9893" y="7009"/>
                </a:cubicBezTo>
                <a:lnTo>
                  <a:pt x="10019" y="6599"/>
                </a:lnTo>
                <a:lnTo>
                  <a:pt x="11626" y="7040"/>
                </a:lnTo>
                <a:cubicBezTo>
                  <a:pt x="11660" y="7050"/>
                  <a:pt x="11694" y="7055"/>
                  <a:pt x="11727" y="7055"/>
                </a:cubicBezTo>
                <a:cubicBezTo>
                  <a:pt x="11910" y="7055"/>
                  <a:pt x="12077" y="6917"/>
                  <a:pt x="12130" y="6757"/>
                </a:cubicBezTo>
                <a:lnTo>
                  <a:pt x="12571" y="5150"/>
                </a:lnTo>
                <a:cubicBezTo>
                  <a:pt x="12634" y="4804"/>
                  <a:pt x="12508" y="4583"/>
                  <a:pt x="12288" y="4520"/>
                </a:cubicBezTo>
                <a:lnTo>
                  <a:pt x="10681" y="4079"/>
                </a:lnTo>
                <a:lnTo>
                  <a:pt x="10776" y="3701"/>
                </a:lnTo>
                <a:cubicBezTo>
                  <a:pt x="10839" y="3449"/>
                  <a:pt x="10713" y="3260"/>
                  <a:pt x="10523" y="3165"/>
                </a:cubicBezTo>
                <a:lnTo>
                  <a:pt x="4443" y="1559"/>
                </a:lnTo>
                <a:lnTo>
                  <a:pt x="4569" y="1181"/>
                </a:lnTo>
                <a:cubicBezTo>
                  <a:pt x="4601" y="928"/>
                  <a:pt x="4506" y="739"/>
                  <a:pt x="4285" y="645"/>
                </a:cubicBezTo>
                <a:lnTo>
                  <a:pt x="1891" y="15"/>
                </a:lnTo>
                <a:cubicBezTo>
                  <a:pt x="1857" y="5"/>
                  <a:pt x="1824" y="1"/>
                  <a:pt x="1791"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973" name="Google Shape;6355;p62">
            <a:extLst>
              <a:ext uri="{FF2B5EF4-FFF2-40B4-BE49-F238E27FC236}">
                <a16:creationId xmlns:a16="http://schemas.microsoft.com/office/drawing/2014/main" id="{BF76FA90-FF9E-463C-97F2-2AE0CE347BD0}"/>
              </a:ext>
            </a:extLst>
          </p:cNvPr>
          <p:cNvGrpSpPr/>
          <p:nvPr/>
        </p:nvGrpSpPr>
        <p:grpSpPr>
          <a:xfrm>
            <a:off x="4402179" y="1510489"/>
            <a:ext cx="242356" cy="235203"/>
            <a:chOff x="-37956150" y="1948175"/>
            <a:chExt cx="326100" cy="316475"/>
          </a:xfrm>
          <a:solidFill>
            <a:schemeClr val="tx1"/>
          </a:solidFill>
        </p:grpSpPr>
        <p:sp>
          <p:nvSpPr>
            <p:cNvPr id="982" name="Google Shape;6356;p62">
              <a:extLst>
                <a:ext uri="{FF2B5EF4-FFF2-40B4-BE49-F238E27FC236}">
                  <a16:creationId xmlns:a16="http://schemas.microsoft.com/office/drawing/2014/main" id="{D5E6BB3B-F266-475E-B4AE-AF83E721DCA0}"/>
                </a:ext>
              </a:extLst>
            </p:cNvPr>
            <p:cNvSpPr/>
            <p:nvPr/>
          </p:nvSpPr>
          <p:spPr>
            <a:xfrm>
              <a:off x="-37956150" y="1948175"/>
              <a:ext cx="326100" cy="316475"/>
            </a:xfrm>
            <a:custGeom>
              <a:avLst/>
              <a:gdLst/>
              <a:ahLst/>
              <a:cxnLst/>
              <a:rect l="l" t="t" r="r" b="b"/>
              <a:pathLst>
                <a:path w="13044" h="12659" extrusionOk="0">
                  <a:moveTo>
                    <a:pt x="11627" y="844"/>
                  </a:moveTo>
                  <a:cubicBezTo>
                    <a:pt x="11847" y="844"/>
                    <a:pt x="12067" y="993"/>
                    <a:pt x="12067" y="1229"/>
                  </a:cubicBezTo>
                  <a:cubicBezTo>
                    <a:pt x="12067" y="1355"/>
                    <a:pt x="12036" y="1418"/>
                    <a:pt x="11941" y="1513"/>
                  </a:cubicBezTo>
                  <a:lnTo>
                    <a:pt x="9106" y="4254"/>
                  </a:lnTo>
                  <a:cubicBezTo>
                    <a:pt x="8948" y="4065"/>
                    <a:pt x="8759" y="3876"/>
                    <a:pt x="8507" y="3687"/>
                  </a:cubicBezTo>
                  <a:cubicBezTo>
                    <a:pt x="9358" y="2899"/>
                    <a:pt x="11343" y="946"/>
                    <a:pt x="11343" y="946"/>
                  </a:cubicBezTo>
                  <a:cubicBezTo>
                    <a:pt x="11423" y="876"/>
                    <a:pt x="11525" y="844"/>
                    <a:pt x="11627" y="844"/>
                  </a:cubicBezTo>
                  <a:close/>
                  <a:moveTo>
                    <a:pt x="3845" y="10712"/>
                  </a:moveTo>
                  <a:lnTo>
                    <a:pt x="4412" y="11311"/>
                  </a:lnTo>
                  <a:lnTo>
                    <a:pt x="4065" y="11657"/>
                  </a:lnTo>
                  <a:cubicBezTo>
                    <a:pt x="3986" y="11736"/>
                    <a:pt x="3876" y="11776"/>
                    <a:pt x="3766" y="11776"/>
                  </a:cubicBezTo>
                  <a:cubicBezTo>
                    <a:pt x="3656" y="11776"/>
                    <a:pt x="3545" y="11736"/>
                    <a:pt x="3467" y="11657"/>
                  </a:cubicBezTo>
                  <a:cubicBezTo>
                    <a:pt x="3309" y="11500"/>
                    <a:pt x="3309" y="11248"/>
                    <a:pt x="3467" y="11090"/>
                  </a:cubicBezTo>
                  <a:lnTo>
                    <a:pt x="3845" y="10712"/>
                  </a:lnTo>
                  <a:close/>
                  <a:moveTo>
                    <a:pt x="6222" y="3658"/>
                  </a:moveTo>
                  <a:cubicBezTo>
                    <a:pt x="6719" y="3658"/>
                    <a:pt x="7224" y="3789"/>
                    <a:pt x="7688" y="4065"/>
                  </a:cubicBezTo>
                  <a:cubicBezTo>
                    <a:pt x="8035" y="4254"/>
                    <a:pt x="8350" y="4569"/>
                    <a:pt x="8602" y="4884"/>
                  </a:cubicBezTo>
                  <a:cubicBezTo>
                    <a:pt x="9389" y="6207"/>
                    <a:pt x="9106" y="7782"/>
                    <a:pt x="8129" y="8759"/>
                  </a:cubicBezTo>
                  <a:lnTo>
                    <a:pt x="7027" y="9862"/>
                  </a:lnTo>
                  <a:cubicBezTo>
                    <a:pt x="6838" y="10051"/>
                    <a:pt x="6712" y="10334"/>
                    <a:pt x="6680" y="10649"/>
                  </a:cubicBezTo>
                  <a:cubicBezTo>
                    <a:pt x="6680" y="11027"/>
                    <a:pt x="6554" y="11468"/>
                    <a:pt x="6270" y="11752"/>
                  </a:cubicBezTo>
                  <a:cubicBezTo>
                    <a:pt x="6255" y="11768"/>
                    <a:pt x="6215" y="11776"/>
                    <a:pt x="6176" y="11776"/>
                  </a:cubicBezTo>
                  <a:cubicBezTo>
                    <a:pt x="6137" y="11776"/>
                    <a:pt x="6097" y="11768"/>
                    <a:pt x="6081" y="11752"/>
                  </a:cubicBezTo>
                  <a:cubicBezTo>
                    <a:pt x="726" y="6396"/>
                    <a:pt x="1009" y="6680"/>
                    <a:pt x="1009" y="6617"/>
                  </a:cubicBezTo>
                  <a:lnTo>
                    <a:pt x="1009" y="6522"/>
                  </a:lnTo>
                  <a:cubicBezTo>
                    <a:pt x="1009" y="6459"/>
                    <a:pt x="1041" y="6459"/>
                    <a:pt x="1041" y="6459"/>
                  </a:cubicBezTo>
                  <a:cubicBezTo>
                    <a:pt x="1198" y="6302"/>
                    <a:pt x="1419" y="6207"/>
                    <a:pt x="1671" y="6113"/>
                  </a:cubicBezTo>
                  <a:cubicBezTo>
                    <a:pt x="2049" y="5987"/>
                    <a:pt x="2269" y="6081"/>
                    <a:pt x="2616" y="5955"/>
                  </a:cubicBezTo>
                  <a:cubicBezTo>
                    <a:pt x="2773" y="5892"/>
                    <a:pt x="2899" y="5798"/>
                    <a:pt x="2994" y="5672"/>
                  </a:cubicBezTo>
                  <a:lnTo>
                    <a:pt x="4191" y="4506"/>
                  </a:lnTo>
                  <a:cubicBezTo>
                    <a:pt x="4741" y="3956"/>
                    <a:pt x="5473" y="3658"/>
                    <a:pt x="6222" y="3658"/>
                  </a:cubicBezTo>
                  <a:close/>
                  <a:moveTo>
                    <a:pt x="11637" y="1"/>
                  </a:moveTo>
                  <a:cubicBezTo>
                    <a:pt x="11322" y="1"/>
                    <a:pt x="11007" y="127"/>
                    <a:pt x="10776" y="379"/>
                  </a:cubicBezTo>
                  <a:lnTo>
                    <a:pt x="7814" y="3277"/>
                  </a:lnTo>
                  <a:cubicBezTo>
                    <a:pt x="7301" y="3032"/>
                    <a:pt x="6741" y="2908"/>
                    <a:pt x="6181" y="2908"/>
                  </a:cubicBezTo>
                  <a:cubicBezTo>
                    <a:pt x="5227" y="2908"/>
                    <a:pt x="4275" y="3268"/>
                    <a:pt x="3561" y="4002"/>
                  </a:cubicBezTo>
                  <a:lnTo>
                    <a:pt x="2364" y="5167"/>
                  </a:lnTo>
                  <a:cubicBezTo>
                    <a:pt x="2301" y="5262"/>
                    <a:pt x="2175" y="5294"/>
                    <a:pt x="2049" y="5294"/>
                  </a:cubicBezTo>
                  <a:cubicBezTo>
                    <a:pt x="915" y="5325"/>
                    <a:pt x="474" y="5924"/>
                    <a:pt x="411" y="5955"/>
                  </a:cubicBezTo>
                  <a:cubicBezTo>
                    <a:pt x="1" y="6365"/>
                    <a:pt x="64" y="6932"/>
                    <a:pt x="411" y="7341"/>
                  </a:cubicBezTo>
                  <a:lnTo>
                    <a:pt x="3246" y="10177"/>
                  </a:lnTo>
                  <a:lnTo>
                    <a:pt x="2836" y="10555"/>
                  </a:lnTo>
                  <a:cubicBezTo>
                    <a:pt x="2206" y="11185"/>
                    <a:pt x="2458" y="12256"/>
                    <a:pt x="3246" y="12571"/>
                  </a:cubicBezTo>
                  <a:cubicBezTo>
                    <a:pt x="3395" y="12631"/>
                    <a:pt x="3547" y="12659"/>
                    <a:pt x="3696" y="12659"/>
                  </a:cubicBezTo>
                  <a:cubicBezTo>
                    <a:pt x="4020" y="12659"/>
                    <a:pt x="4332" y="12525"/>
                    <a:pt x="4569" y="12288"/>
                  </a:cubicBezTo>
                  <a:lnTo>
                    <a:pt x="4979" y="11910"/>
                  </a:lnTo>
                  <a:lnTo>
                    <a:pt x="5451" y="12382"/>
                  </a:lnTo>
                  <a:cubicBezTo>
                    <a:pt x="5636" y="12567"/>
                    <a:pt x="5874" y="12654"/>
                    <a:pt x="6116" y="12654"/>
                  </a:cubicBezTo>
                  <a:cubicBezTo>
                    <a:pt x="6370" y="12654"/>
                    <a:pt x="6628" y="12559"/>
                    <a:pt x="6838" y="12382"/>
                  </a:cubicBezTo>
                  <a:cubicBezTo>
                    <a:pt x="7247" y="11941"/>
                    <a:pt x="7468" y="11342"/>
                    <a:pt x="7499" y="10712"/>
                  </a:cubicBezTo>
                  <a:cubicBezTo>
                    <a:pt x="7499" y="10649"/>
                    <a:pt x="7531" y="10523"/>
                    <a:pt x="7625" y="10460"/>
                  </a:cubicBezTo>
                  <a:lnTo>
                    <a:pt x="8728" y="9358"/>
                  </a:lnTo>
                  <a:cubicBezTo>
                    <a:pt x="9862" y="8192"/>
                    <a:pt x="10209" y="6428"/>
                    <a:pt x="9547" y="5010"/>
                  </a:cubicBezTo>
                  <a:lnTo>
                    <a:pt x="12540" y="2112"/>
                  </a:lnTo>
                  <a:cubicBezTo>
                    <a:pt x="12666" y="1986"/>
                    <a:pt x="12729" y="1828"/>
                    <a:pt x="12823" y="1670"/>
                  </a:cubicBezTo>
                  <a:cubicBezTo>
                    <a:pt x="13044" y="1072"/>
                    <a:pt x="12729" y="379"/>
                    <a:pt x="12099" y="95"/>
                  </a:cubicBezTo>
                  <a:cubicBezTo>
                    <a:pt x="11952" y="32"/>
                    <a:pt x="11794" y="1"/>
                    <a:pt x="11637" y="1"/>
                  </a:cubicBezTo>
                  <a:close/>
                </a:path>
              </a:pathLst>
            </a:custGeom>
            <a:grpFill/>
            <a:ln>
              <a:noFill/>
            </a:ln>
          </p:spPr>
          <p:txBody>
            <a:bodyPr spcFirstLastPara="1" wrap="square" lIns="62728" tIns="62728" rIns="62728" bIns="62728" anchor="ctr" anchorCtr="0">
              <a:noAutofit/>
            </a:bodyPr>
            <a:lstStyle/>
            <a:p>
              <a:endParaRPr sz="764"/>
            </a:p>
          </p:txBody>
        </p:sp>
        <p:sp>
          <p:nvSpPr>
            <p:cNvPr id="983" name="Google Shape;6357;p62">
              <a:extLst>
                <a:ext uri="{FF2B5EF4-FFF2-40B4-BE49-F238E27FC236}">
                  <a16:creationId xmlns:a16="http://schemas.microsoft.com/office/drawing/2014/main" id="{19A69438-0489-4832-91BA-62051CB6BE7B}"/>
                </a:ext>
              </a:extLst>
            </p:cNvPr>
            <p:cNvSpPr/>
            <p:nvPr/>
          </p:nvSpPr>
          <p:spPr>
            <a:xfrm>
              <a:off x="-37729300" y="2054500"/>
              <a:ext cx="25" cy="25"/>
            </a:xfrm>
            <a:custGeom>
              <a:avLst/>
              <a:gdLst/>
              <a:ahLst/>
              <a:cxnLst/>
              <a:rect l="l" t="t" r="r" b="b"/>
              <a:pathLst>
                <a:path w="1" h="1" extrusionOk="0">
                  <a:moveTo>
                    <a:pt x="0" y="1"/>
                  </a:moveTo>
                  <a:close/>
                </a:path>
              </a:pathLst>
            </a:custGeom>
            <a:grpFill/>
            <a:ln>
              <a:noFill/>
            </a:ln>
          </p:spPr>
          <p:txBody>
            <a:bodyPr spcFirstLastPara="1" wrap="square" lIns="62728" tIns="62728" rIns="62728" bIns="62728" anchor="ctr" anchorCtr="0">
              <a:noAutofit/>
            </a:bodyPr>
            <a:lstStyle/>
            <a:p>
              <a:endParaRPr sz="764"/>
            </a:p>
          </p:txBody>
        </p:sp>
        <p:sp>
          <p:nvSpPr>
            <p:cNvPr id="984" name="Google Shape;6358;p62">
              <a:extLst>
                <a:ext uri="{FF2B5EF4-FFF2-40B4-BE49-F238E27FC236}">
                  <a16:creationId xmlns:a16="http://schemas.microsoft.com/office/drawing/2014/main" id="{839EB0E1-DA59-49CF-8590-BE2001B4F158}"/>
                </a:ext>
              </a:extLst>
            </p:cNvPr>
            <p:cNvSpPr/>
            <p:nvPr/>
          </p:nvSpPr>
          <p:spPr>
            <a:xfrm>
              <a:off x="-37839575" y="2058625"/>
              <a:ext cx="81950" cy="34300"/>
            </a:xfrm>
            <a:custGeom>
              <a:avLst/>
              <a:gdLst/>
              <a:ahLst/>
              <a:cxnLst/>
              <a:rect l="l" t="t" r="r" b="b"/>
              <a:pathLst>
                <a:path w="3278" h="1372" extrusionOk="0">
                  <a:moveTo>
                    <a:pt x="1497" y="0"/>
                  </a:moveTo>
                  <a:cubicBezTo>
                    <a:pt x="1030" y="0"/>
                    <a:pt x="577" y="150"/>
                    <a:pt x="221" y="434"/>
                  </a:cubicBezTo>
                  <a:cubicBezTo>
                    <a:pt x="32" y="623"/>
                    <a:pt x="1" y="876"/>
                    <a:pt x="158" y="1065"/>
                  </a:cubicBezTo>
                  <a:cubicBezTo>
                    <a:pt x="245" y="1151"/>
                    <a:pt x="350" y="1200"/>
                    <a:pt x="465" y="1200"/>
                  </a:cubicBezTo>
                  <a:cubicBezTo>
                    <a:pt x="558" y="1200"/>
                    <a:pt x="657" y="1167"/>
                    <a:pt x="757" y="1096"/>
                  </a:cubicBezTo>
                  <a:cubicBezTo>
                    <a:pt x="968" y="927"/>
                    <a:pt x="1241" y="840"/>
                    <a:pt x="1524" y="840"/>
                  </a:cubicBezTo>
                  <a:cubicBezTo>
                    <a:pt x="1876" y="840"/>
                    <a:pt x="2242" y="974"/>
                    <a:pt x="2521" y="1254"/>
                  </a:cubicBezTo>
                  <a:cubicBezTo>
                    <a:pt x="2600" y="1332"/>
                    <a:pt x="2710" y="1372"/>
                    <a:pt x="2820" y="1372"/>
                  </a:cubicBezTo>
                  <a:cubicBezTo>
                    <a:pt x="2931" y="1372"/>
                    <a:pt x="3041" y="1332"/>
                    <a:pt x="3120" y="1254"/>
                  </a:cubicBezTo>
                  <a:cubicBezTo>
                    <a:pt x="3277" y="1096"/>
                    <a:pt x="3277" y="844"/>
                    <a:pt x="3120" y="686"/>
                  </a:cubicBezTo>
                  <a:cubicBezTo>
                    <a:pt x="2653" y="220"/>
                    <a:pt x="2064" y="0"/>
                    <a:pt x="149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974" name="Google Shape;6359;p62">
            <a:extLst>
              <a:ext uri="{FF2B5EF4-FFF2-40B4-BE49-F238E27FC236}">
                <a16:creationId xmlns:a16="http://schemas.microsoft.com/office/drawing/2014/main" id="{C704FDD7-1C25-4742-9375-DDDE154943B2}"/>
              </a:ext>
            </a:extLst>
          </p:cNvPr>
          <p:cNvGrpSpPr/>
          <p:nvPr/>
        </p:nvGrpSpPr>
        <p:grpSpPr>
          <a:xfrm>
            <a:off x="4406924" y="1830675"/>
            <a:ext cx="237098" cy="153395"/>
            <a:chOff x="-37953000" y="2379000"/>
            <a:chExt cx="319025" cy="206400"/>
          </a:xfrm>
          <a:solidFill>
            <a:schemeClr val="tx1"/>
          </a:solidFill>
        </p:grpSpPr>
        <p:sp>
          <p:nvSpPr>
            <p:cNvPr id="977" name="Google Shape;6360;p62">
              <a:extLst>
                <a:ext uri="{FF2B5EF4-FFF2-40B4-BE49-F238E27FC236}">
                  <a16:creationId xmlns:a16="http://schemas.microsoft.com/office/drawing/2014/main" id="{B6A726A7-D567-4563-8A16-EB61F6037655}"/>
                </a:ext>
              </a:extLst>
            </p:cNvPr>
            <p:cNvSpPr/>
            <p:nvPr/>
          </p:nvSpPr>
          <p:spPr>
            <a:xfrm>
              <a:off x="-37953000" y="2379000"/>
              <a:ext cx="319025" cy="206400"/>
            </a:xfrm>
            <a:custGeom>
              <a:avLst/>
              <a:gdLst/>
              <a:ahLst/>
              <a:cxnLst/>
              <a:rect l="l" t="t" r="r" b="b"/>
              <a:pathLst>
                <a:path w="12761" h="8256" extrusionOk="0">
                  <a:moveTo>
                    <a:pt x="11469" y="788"/>
                  </a:moveTo>
                  <a:cubicBezTo>
                    <a:pt x="11721" y="788"/>
                    <a:pt x="11878" y="977"/>
                    <a:pt x="11910" y="1198"/>
                  </a:cubicBezTo>
                  <a:lnTo>
                    <a:pt x="11910" y="6207"/>
                  </a:lnTo>
                  <a:lnTo>
                    <a:pt x="11847" y="6207"/>
                  </a:lnTo>
                  <a:cubicBezTo>
                    <a:pt x="11847" y="6396"/>
                    <a:pt x="11752" y="6554"/>
                    <a:pt x="11595" y="6617"/>
                  </a:cubicBezTo>
                  <a:cubicBezTo>
                    <a:pt x="11563" y="6627"/>
                    <a:pt x="11612" y="6631"/>
                    <a:pt x="11289" y="6631"/>
                  </a:cubicBezTo>
                  <a:cubicBezTo>
                    <a:pt x="10643" y="6631"/>
                    <a:pt x="8507" y="6617"/>
                    <a:pt x="1261" y="6617"/>
                  </a:cubicBezTo>
                  <a:cubicBezTo>
                    <a:pt x="1041" y="6617"/>
                    <a:pt x="883" y="6396"/>
                    <a:pt x="852" y="6176"/>
                  </a:cubicBezTo>
                  <a:lnTo>
                    <a:pt x="852" y="1198"/>
                  </a:lnTo>
                  <a:cubicBezTo>
                    <a:pt x="852" y="977"/>
                    <a:pt x="1041" y="820"/>
                    <a:pt x="1261" y="788"/>
                  </a:cubicBezTo>
                  <a:close/>
                  <a:moveTo>
                    <a:pt x="1261" y="1"/>
                  </a:moveTo>
                  <a:cubicBezTo>
                    <a:pt x="600" y="1"/>
                    <a:pt x="1" y="536"/>
                    <a:pt x="1" y="1198"/>
                  </a:cubicBezTo>
                  <a:lnTo>
                    <a:pt x="1" y="6176"/>
                  </a:lnTo>
                  <a:cubicBezTo>
                    <a:pt x="1" y="6711"/>
                    <a:pt x="348" y="7152"/>
                    <a:pt x="820" y="7341"/>
                  </a:cubicBezTo>
                  <a:lnTo>
                    <a:pt x="820" y="7814"/>
                  </a:lnTo>
                  <a:cubicBezTo>
                    <a:pt x="820" y="8066"/>
                    <a:pt x="1041" y="8255"/>
                    <a:pt x="1261" y="8255"/>
                  </a:cubicBezTo>
                  <a:lnTo>
                    <a:pt x="2931" y="8255"/>
                  </a:lnTo>
                  <a:cubicBezTo>
                    <a:pt x="3151" y="8255"/>
                    <a:pt x="3341" y="8066"/>
                    <a:pt x="3341" y="7814"/>
                  </a:cubicBezTo>
                  <a:lnTo>
                    <a:pt x="3341" y="7404"/>
                  </a:lnTo>
                  <a:lnTo>
                    <a:pt x="9421" y="7404"/>
                  </a:lnTo>
                  <a:lnTo>
                    <a:pt x="9421" y="7814"/>
                  </a:lnTo>
                  <a:cubicBezTo>
                    <a:pt x="9421" y="8066"/>
                    <a:pt x="9610" y="8255"/>
                    <a:pt x="9862" y="8255"/>
                  </a:cubicBezTo>
                  <a:lnTo>
                    <a:pt x="11500" y="8255"/>
                  </a:lnTo>
                  <a:cubicBezTo>
                    <a:pt x="11752" y="8255"/>
                    <a:pt x="11941" y="8066"/>
                    <a:pt x="11941" y="7814"/>
                  </a:cubicBezTo>
                  <a:lnTo>
                    <a:pt x="11941" y="7341"/>
                  </a:lnTo>
                  <a:cubicBezTo>
                    <a:pt x="12445" y="7184"/>
                    <a:pt x="12760" y="6711"/>
                    <a:pt x="12760" y="6176"/>
                  </a:cubicBezTo>
                  <a:lnTo>
                    <a:pt x="12760" y="1198"/>
                  </a:lnTo>
                  <a:cubicBezTo>
                    <a:pt x="12697" y="536"/>
                    <a:pt x="12130" y="1"/>
                    <a:pt x="11469" y="1"/>
                  </a:cubicBezTo>
                  <a:close/>
                </a:path>
              </a:pathLst>
            </a:custGeom>
            <a:grpFill/>
            <a:ln>
              <a:noFill/>
            </a:ln>
          </p:spPr>
          <p:txBody>
            <a:bodyPr spcFirstLastPara="1" wrap="square" lIns="62728" tIns="62728" rIns="62728" bIns="62728" anchor="ctr" anchorCtr="0">
              <a:noAutofit/>
            </a:bodyPr>
            <a:lstStyle/>
            <a:p>
              <a:endParaRPr sz="764"/>
            </a:p>
          </p:txBody>
        </p:sp>
        <p:sp>
          <p:nvSpPr>
            <p:cNvPr id="978" name="Google Shape;6361;p62">
              <a:extLst>
                <a:ext uri="{FF2B5EF4-FFF2-40B4-BE49-F238E27FC236}">
                  <a16:creationId xmlns:a16="http://schemas.microsoft.com/office/drawing/2014/main" id="{77E46418-619B-4ECF-AFBE-FEA4690BCFDB}"/>
                </a:ext>
              </a:extLst>
            </p:cNvPr>
            <p:cNvSpPr/>
            <p:nvPr/>
          </p:nvSpPr>
          <p:spPr>
            <a:xfrm>
              <a:off x="-37780500" y="2419975"/>
              <a:ext cx="110300" cy="104075"/>
            </a:xfrm>
            <a:custGeom>
              <a:avLst/>
              <a:gdLst/>
              <a:ahLst/>
              <a:cxnLst/>
              <a:rect l="l" t="t" r="r" b="b"/>
              <a:pathLst>
                <a:path w="4412" h="4163" extrusionOk="0">
                  <a:moveTo>
                    <a:pt x="2043" y="804"/>
                  </a:moveTo>
                  <a:cubicBezTo>
                    <a:pt x="2447" y="804"/>
                    <a:pt x="2859" y="1006"/>
                    <a:pt x="3120" y="1386"/>
                  </a:cubicBezTo>
                  <a:cubicBezTo>
                    <a:pt x="3466" y="1922"/>
                    <a:pt x="3340" y="2709"/>
                    <a:pt x="2742" y="3119"/>
                  </a:cubicBezTo>
                  <a:cubicBezTo>
                    <a:pt x="2544" y="3259"/>
                    <a:pt x="2312" y="3325"/>
                    <a:pt x="2077" y="3325"/>
                  </a:cubicBezTo>
                  <a:cubicBezTo>
                    <a:pt x="1676" y="3325"/>
                    <a:pt x="1267" y="3130"/>
                    <a:pt x="1009" y="2773"/>
                  </a:cubicBezTo>
                  <a:cubicBezTo>
                    <a:pt x="631" y="2205"/>
                    <a:pt x="788" y="1418"/>
                    <a:pt x="1387" y="1008"/>
                  </a:cubicBezTo>
                  <a:cubicBezTo>
                    <a:pt x="1582" y="870"/>
                    <a:pt x="1811" y="804"/>
                    <a:pt x="2043" y="804"/>
                  </a:cubicBezTo>
                  <a:close/>
                  <a:moveTo>
                    <a:pt x="2080" y="0"/>
                  </a:moveTo>
                  <a:cubicBezTo>
                    <a:pt x="946" y="0"/>
                    <a:pt x="1" y="945"/>
                    <a:pt x="1" y="2079"/>
                  </a:cubicBezTo>
                  <a:cubicBezTo>
                    <a:pt x="1" y="2993"/>
                    <a:pt x="599" y="3781"/>
                    <a:pt x="1450" y="4064"/>
                  </a:cubicBezTo>
                  <a:cubicBezTo>
                    <a:pt x="1647" y="4130"/>
                    <a:pt x="1849" y="4163"/>
                    <a:pt x="2050" y="4163"/>
                  </a:cubicBezTo>
                  <a:cubicBezTo>
                    <a:pt x="2332" y="4163"/>
                    <a:pt x="2610" y="4098"/>
                    <a:pt x="2868" y="3970"/>
                  </a:cubicBezTo>
                  <a:cubicBezTo>
                    <a:pt x="3939" y="3560"/>
                    <a:pt x="4411" y="2331"/>
                    <a:pt x="3970" y="1260"/>
                  </a:cubicBezTo>
                  <a:cubicBezTo>
                    <a:pt x="3655" y="504"/>
                    <a:pt x="2899" y="0"/>
                    <a:pt x="2080" y="0"/>
                  </a:cubicBezTo>
                  <a:close/>
                </a:path>
              </a:pathLst>
            </a:custGeom>
            <a:grpFill/>
            <a:ln>
              <a:noFill/>
            </a:ln>
          </p:spPr>
          <p:txBody>
            <a:bodyPr spcFirstLastPara="1" wrap="square" lIns="62728" tIns="62728" rIns="62728" bIns="62728" anchor="ctr" anchorCtr="0">
              <a:noAutofit/>
            </a:bodyPr>
            <a:lstStyle/>
            <a:p>
              <a:endParaRPr sz="764"/>
            </a:p>
          </p:txBody>
        </p:sp>
        <p:sp>
          <p:nvSpPr>
            <p:cNvPr id="979" name="Google Shape;6362;p62">
              <a:extLst>
                <a:ext uri="{FF2B5EF4-FFF2-40B4-BE49-F238E27FC236}">
                  <a16:creationId xmlns:a16="http://schemas.microsoft.com/office/drawing/2014/main" id="{8C61A8C6-49FE-45E4-9299-F4F7FA87E4AF}"/>
                </a:ext>
              </a:extLst>
            </p:cNvPr>
            <p:cNvSpPr/>
            <p:nvPr/>
          </p:nvSpPr>
          <p:spPr>
            <a:xfrm>
              <a:off x="-37910450" y="2419975"/>
              <a:ext cx="103200" cy="21275"/>
            </a:xfrm>
            <a:custGeom>
              <a:avLst/>
              <a:gdLst/>
              <a:ahLst/>
              <a:cxnLst/>
              <a:rect l="l" t="t" r="r" b="b"/>
              <a:pathLst>
                <a:path w="4128" h="851" extrusionOk="0">
                  <a:moveTo>
                    <a:pt x="378" y="0"/>
                  </a:moveTo>
                  <a:cubicBezTo>
                    <a:pt x="158" y="0"/>
                    <a:pt x="0" y="189"/>
                    <a:pt x="0" y="441"/>
                  </a:cubicBezTo>
                  <a:cubicBezTo>
                    <a:pt x="0" y="662"/>
                    <a:pt x="189" y="851"/>
                    <a:pt x="378" y="851"/>
                  </a:cubicBezTo>
                  <a:lnTo>
                    <a:pt x="3686" y="851"/>
                  </a:lnTo>
                  <a:cubicBezTo>
                    <a:pt x="3938" y="851"/>
                    <a:pt x="4127" y="662"/>
                    <a:pt x="4127" y="441"/>
                  </a:cubicBezTo>
                  <a:cubicBezTo>
                    <a:pt x="4096" y="189"/>
                    <a:pt x="3907" y="0"/>
                    <a:pt x="3686" y="0"/>
                  </a:cubicBezTo>
                  <a:close/>
                </a:path>
              </a:pathLst>
            </a:custGeom>
            <a:grpFill/>
            <a:ln>
              <a:noFill/>
            </a:ln>
          </p:spPr>
          <p:txBody>
            <a:bodyPr spcFirstLastPara="1" wrap="square" lIns="62728" tIns="62728" rIns="62728" bIns="62728" anchor="ctr" anchorCtr="0">
              <a:noAutofit/>
            </a:bodyPr>
            <a:lstStyle/>
            <a:p>
              <a:endParaRPr sz="764"/>
            </a:p>
          </p:txBody>
        </p:sp>
        <p:sp>
          <p:nvSpPr>
            <p:cNvPr id="980" name="Google Shape;6363;p62">
              <a:extLst>
                <a:ext uri="{FF2B5EF4-FFF2-40B4-BE49-F238E27FC236}">
                  <a16:creationId xmlns:a16="http://schemas.microsoft.com/office/drawing/2014/main" id="{3A910396-B79E-4F45-8492-9DE7D69E83A8}"/>
                </a:ext>
              </a:extLst>
            </p:cNvPr>
            <p:cNvSpPr/>
            <p:nvPr/>
          </p:nvSpPr>
          <p:spPr>
            <a:xfrm>
              <a:off x="-37910450" y="2461700"/>
              <a:ext cx="103200" cy="21300"/>
            </a:xfrm>
            <a:custGeom>
              <a:avLst/>
              <a:gdLst/>
              <a:ahLst/>
              <a:cxnLst/>
              <a:rect l="l" t="t" r="r" b="b"/>
              <a:pathLst>
                <a:path w="4128" h="852" extrusionOk="0">
                  <a:moveTo>
                    <a:pt x="378" y="1"/>
                  </a:moveTo>
                  <a:cubicBezTo>
                    <a:pt x="158" y="1"/>
                    <a:pt x="0" y="190"/>
                    <a:pt x="0" y="410"/>
                  </a:cubicBezTo>
                  <a:cubicBezTo>
                    <a:pt x="0" y="662"/>
                    <a:pt x="189" y="851"/>
                    <a:pt x="378" y="851"/>
                  </a:cubicBezTo>
                  <a:lnTo>
                    <a:pt x="3686" y="851"/>
                  </a:lnTo>
                  <a:cubicBezTo>
                    <a:pt x="3938" y="851"/>
                    <a:pt x="4127" y="662"/>
                    <a:pt x="4127" y="410"/>
                  </a:cubicBezTo>
                  <a:cubicBezTo>
                    <a:pt x="4127" y="190"/>
                    <a:pt x="3907" y="1"/>
                    <a:pt x="3686" y="1"/>
                  </a:cubicBezTo>
                  <a:close/>
                </a:path>
              </a:pathLst>
            </a:custGeom>
            <a:grpFill/>
            <a:ln>
              <a:noFill/>
            </a:ln>
          </p:spPr>
          <p:txBody>
            <a:bodyPr spcFirstLastPara="1" wrap="square" lIns="62728" tIns="62728" rIns="62728" bIns="62728" anchor="ctr" anchorCtr="0">
              <a:noAutofit/>
            </a:bodyPr>
            <a:lstStyle/>
            <a:p>
              <a:endParaRPr sz="764"/>
            </a:p>
          </p:txBody>
        </p:sp>
        <p:sp>
          <p:nvSpPr>
            <p:cNvPr id="981" name="Google Shape;6364;p62">
              <a:extLst>
                <a:ext uri="{FF2B5EF4-FFF2-40B4-BE49-F238E27FC236}">
                  <a16:creationId xmlns:a16="http://schemas.microsoft.com/office/drawing/2014/main" id="{0EF07B21-5AE8-4303-AD99-999C83DD9F17}"/>
                </a:ext>
              </a:extLst>
            </p:cNvPr>
            <p:cNvSpPr/>
            <p:nvPr/>
          </p:nvSpPr>
          <p:spPr>
            <a:xfrm>
              <a:off x="-37910450" y="2502675"/>
              <a:ext cx="103200" cy="22075"/>
            </a:xfrm>
            <a:custGeom>
              <a:avLst/>
              <a:gdLst/>
              <a:ahLst/>
              <a:cxnLst/>
              <a:rect l="l" t="t" r="r" b="b"/>
              <a:pathLst>
                <a:path w="4128" h="883" extrusionOk="0">
                  <a:moveTo>
                    <a:pt x="378" y="0"/>
                  </a:moveTo>
                  <a:cubicBezTo>
                    <a:pt x="158" y="0"/>
                    <a:pt x="0" y="189"/>
                    <a:pt x="0" y="441"/>
                  </a:cubicBezTo>
                  <a:cubicBezTo>
                    <a:pt x="0" y="662"/>
                    <a:pt x="189" y="882"/>
                    <a:pt x="378" y="882"/>
                  </a:cubicBezTo>
                  <a:lnTo>
                    <a:pt x="3686" y="882"/>
                  </a:lnTo>
                  <a:cubicBezTo>
                    <a:pt x="3938" y="882"/>
                    <a:pt x="4127" y="662"/>
                    <a:pt x="4127" y="441"/>
                  </a:cubicBezTo>
                  <a:cubicBezTo>
                    <a:pt x="4127" y="189"/>
                    <a:pt x="3907" y="0"/>
                    <a:pt x="3686" y="0"/>
                  </a:cubicBezTo>
                  <a:close/>
                </a:path>
              </a:pathLst>
            </a:custGeom>
            <a:grpFill/>
            <a:ln>
              <a:noFill/>
            </a:ln>
          </p:spPr>
          <p:txBody>
            <a:bodyPr spcFirstLastPara="1" wrap="square" lIns="62728" tIns="62728" rIns="62728" bIns="62728" anchor="ctr" anchorCtr="0">
              <a:noAutofit/>
            </a:bodyPr>
            <a:lstStyle/>
            <a:p>
              <a:endParaRPr sz="764"/>
            </a:p>
          </p:txBody>
        </p:sp>
      </p:grpSp>
      <p:sp>
        <p:nvSpPr>
          <p:cNvPr id="975" name="Google Shape;6365;p62">
            <a:extLst>
              <a:ext uri="{FF2B5EF4-FFF2-40B4-BE49-F238E27FC236}">
                <a16:creationId xmlns:a16="http://schemas.microsoft.com/office/drawing/2014/main" id="{ABC65C3F-2F9E-4A51-8D5F-9FB21ACE47AF}"/>
              </a:ext>
            </a:extLst>
          </p:cNvPr>
          <p:cNvSpPr/>
          <p:nvPr/>
        </p:nvSpPr>
        <p:spPr>
          <a:xfrm>
            <a:off x="4402520" y="2053649"/>
            <a:ext cx="243527" cy="236503"/>
          </a:xfrm>
          <a:custGeom>
            <a:avLst/>
            <a:gdLst/>
            <a:ahLst/>
            <a:cxnLst/>
            <a:rect l="l" t="t" r="r" b="b"/>
            <a:pathLst>
              <a:path w="13107" h="12729" extrusionOk="0">
                <a:moveTo>
                  <a:pt x="10240" y="838"/>
                </a:moveTo>
                <a:cubicBezTo>
                  <a:pt x="10457" y="838"/>
                  <a:pt x="10681" y="882"/>
                  <a:pt x="10902" y="977"/>
                </a:cubicBezTo>
                <a:cubicBezTo>
                  <a:pt x="11752" y="1323"/>
                  <a:pt x="12130" y="2332"/>
                  <a:pt x="11784" y="3151"/>
                </a:cubicBezTo>
                <a:cubicBezTo>
                  <a:pt x="11505" y="3793"/>
                  <a:pt x="10877" y="4159"/>
                  <a:pt x="10226" y="4159"/>
                </a:cubicBezTo>
                <a:cubicBezTo>
                  <a:pt x="9920" y="4159"/>
                  <a:pt x="9609" y="4078"/>
                  <a:pt x="9326" y="3907"/>
                </a:cubicBezTo>
                <a:cubicBezTo>
                  <a:pt x="8917" y="3592"/>
                  <a:pt x="8602" y="3056"/>
                  <a:pt x="8602" y="2521"/>
                </a:cubicBezTo>
                <a:cubicBezTo>
                  <a:pt x="8627" y="1538"/>
                  <a:pt x="9377" y="838"/>
                  <a:pt x="10240" y="838"/>
                </a:cubicBezTo>
                <a:close/>
                <a:moveTo>
                  <a:pt x="11059" y="4852"/>
                </a:moveTo>
                <a:lnTo>
                  <a:pt x="11059" y="5990"/>
                </a:lnTo>
                <a:lnTo>
                  <a:pt x="10555" y="5514"/>
                </a:lnTo>
                <a:cubicBezTo>
                  <a:pt x="10476" y="5435"/>
                  <a:pt x="10366" y="5395"/>
                  <a:pt x="10256" y="5395"/>
                </a:cubicBezTo>
                <a:cubicBezTo>
                  <a:pt x="10146" y="5395"/>
                  <a:pt x="10035" y="5435"/>
                  <a:pt x="9957" y="5514"/>
                </a:cubicBezTo>
                <a:lnTo>
                  <a:pt x="9421" y="6049"/>
                </a:lnTo>
                <a:lnTo>
                  <a:pt x="9421" y="4852"/>
                </a:lnTo>
                <a:cubicBezTo>
                  <a:pt x="9673" y="4946"/>
                  <a:pt x="9949" y="4994"/>
                  <a:pt x="10228" y="4994"/>
                </a:cubicBezTo>
                <a:cubicBezTo>
                  <a:pt x="10508" y="4994"/>
                  <a:pt x="10791" y="4946"/>
                  <a:pt x="11059" y="4852"/>
                </a:cubicBezTo>
                <a:close/>
                <a:moveTo>
                  <a:pt x="11847" y="11027"/>
                </a:moveTo>
                <a:cubicBezTo>
                  <a:pt x="11658" y="11531"/>
                  <a:pt x="11217" y="11846"/>
                  <a:pt x="10681" y="11846"/>
                </a:cubicBezTo>
                <a:lnTo>
                  <a:pt x="3782" y="11846"/>
                </a:lnTo>
                <a:cubicBezTo>
                  <a:pt x="3971" y="11625"/>
                  <a:pt x="4097" y="11342"/>
                  <a:pt x="4128" y="11027"/>
                </a:cubicBezTo>
                <a:close/>
                <a:moveTo>
                  <a:pt x="8444" y="851"/>
                </a:moveTo>
                <a:cubicBezTo>
                  <a:pt x="7531" y="1890"/>
                  <a:pt x="7594" y="3466"/>
                  <a:pt x="8633" y="4379"/>
                </a:cubicBezTo>
                <a:lnTo>
                  <a:pt x="8633" y="7089"/>
                </a:lnTo>
                <a:cubicBezTo>
                  <a:pt x="8633" y="7246"/>
                  <a:pt x="8759" y="7404"/>
                  <a:pt x="8854" y="7467"/>
                </a:cubicBezTo>
                <a:cubicBezTo>
                  <a:pt x="8916" y="7504"/>
                  <a:pt x="8978" y="7522"/>
                  <a:pt x="9038" y="7522"/>
                </a:cubicBezTo>
                <a:cubicBezTo>
                  <a:pt x="9131" y="7522"/>
                  <a:pt x="9219" y="7480"/>
                  <a:pt x="9295" y="7404"/>
                </a:cubicBezTo>
                <a:lnTo>
                  <a:pt x="10240" y="6459"/>
                </a:lnTo>
                <a:lnTo>
                  <a:pt x="10240" y="10271"/>
                </a:lnTo>
                <a:lnTo>
                  <a:pt x="3782" y="10271"/>
                </a:lnTo>
                <a:cubicBezTo>
                  <a:pt x="3752" y="10262"/>
                  <a:pt x="3724" y="10258"/>
                  <a:pt x="3697" y="10258"/>
                </a:cubicBezTo>
                <a:cubicBezTo>
                  <a:pt x="3522" y="10258"/>
                  <a:pt x="3404" y="10426"/>
                  <a:pt x="3404" y="10617"/>
                </a:cubicBezTo>
                <a:cubicBezTo>
                  <a:pt x="3404" y="11331"/>
                  <a:pt x="2805" y="11880"/>
                  <a:pt x="2143" y="11880"/>
                </a:cubicBezTo>
                <a:cubicBezTo>
                  <a:pt x="1987" y="11880"/>
                  <a:pt x="1827" y="11849"/>
                  <a:pt x="1671" y="11783"/>
                </a:cubicBezTo>
                <a:cubicBezTo>
                  <a:pt x="1293" y="11625"/>
                  <a:pt x="1072" y="11342"/>
                  <a:pt x="946" y="10995"/>
                </a:cubicBezTo>
                <a:cubicBezTo>
                  <a:pt x="883" y="10743"/>
                  <a:pt x="915" y="10617"/>
                  <a:pt x="915" y="10302"/>
                </a:cubicBezTo>
                <a:lnTo>
                  <a:pt x="915" y="851"/>
                </a:lnTo>
                <a:close/>
                <a:moveTo>
                  <a:pt x="442" y="0"/>
                </a:moveTo>
                <a:cubicBezTo>
                  <a:pt x="190" y="0"/>
                  <a:pt x="1" y="189"/>
                  <a:pt x="1" y="441"/>
                </a:cubicBezTo>
                <a:lnTo>
                  <a:pt x="1" y="10617"/>
                </a:lnTo>
                <a:cubicBezTo>
                  <a:pt x="1" y="11783"/>
                  <a:pt x="946" y="12728"/>
                  <a:pt x="2080" y="12728"/>
                </a:cubicBezTo>
                <a:lnTo>
                  <a:pt x="10650" y="12728"/>
                </a:lnTo>
                <a:cubicBezTo>
                  <a:pt x="11784" y="12728"/>
                  <a:pt x="12729" y="11783"/>
                  <a:pt x="12729" y="10617"/>
                </a:cubicBezTo>
                <a:cubicBezTo>
                  <a:pt x="12760" y="10397"/>
                  <a:pt x="12571" y="10208"/>
                  <a:pt x="12319" y="10208"/>
                </a:cubicBezTo>
                <a:lnTo>
                  <a:pt x="11122" y="10208"/>
                </a:lnTo>
                <a:lnTo>
                  <a:pt x="11122" y="7215"/>
                </a:lnTo>
                <a:lnTo>
                  <a:pt x="11217" y="7309"/>
                </a:lnTo>
                <a:cubicBezTo>
                  <a:pt x="11301" y="7393"/>
                  <a:pt x="11413" y="7435"/>
                  <a:pt x="11515" y="7435"/>
                </a:cubicBezTo>
                <a:cubicBezTo>
                  <a:pt x="11567" y="7435"/>
                  <a:pt x="11616" y="7425"/>
                  <a:pt x="11658" y="7404"/>
                </a:cubicBezTo>
                <a:cubicBezTo>
                  <a:pt x="11815" y="7309"/>
                  <a:pt x="11910" y="7215"/>
                  <a:pt x="11910" y="6994"/>
                </a:cubicBezTo>
                <a:lnTo>
                  <a:pt x="11910" y="4285"/>
                </a:lnTo>
                <a:cubicBezTo>
                  <a:pt x="13107" y="3214"/>
                  <a:pt x="12950" y="1292"/>
                  <a:pt x="11626" y="378"/>
                </a:cubicBezTo>
                <a:cubicBezTo>
                  <a:pt x="11437" y="221"/>
                  <a:pt x="11154" y="126"/>
                  <a:pt x="10902" y="63"/>
                </a:cubicBezTo>
                <a:cubicBezTo>
                  <a:pt x="10839" y="0"/>
                  <a:pt x="10744" y="0"/>
                  <a:pt x="10650"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976" name="Google Shape;6366;p62">
            <a:extLst>
              <a:ext uri="{FF2B5EF4-FFF2-40B4-BE49-F238E27FC236}">
                <a16:creationId xmlns:a16="http://schemas.microsoft.com/office/drawing/2014/main" id="{75F886F0-3FB5-4144-BE28-E99F11681206}"/>
              </a:ext>
            </a:extLst>
          </p:cNvPr>
          <p:cNvSpPr/>
          <p:nvPr/>
        </p:nvSpPr>
        <p:spPr>
          <a:xfrm>
            <a:off x="5012075" y="1801359"/>
            <a:ext cx="169783" cy="235928"/>
          </a:xfrm>
          <a:custGeom>
            <a:avLst/>
            <a:gdLst/>
            <a:ahLst/>
            <a:cxnLst/>
            <a:rect l="l" t="t" r="r" b="b"/>
            <a:pathLst>
              <a:path w="9138" h="12698" extrusionOk="0">
                <a:moveTo>
                  <a:pt x="7467" y="851"/>
                </a:moveTo>
                <a:lnTo>
                  <a:pt x="7467" y="1765"/>
                </a:lnTo>
                <a:cubicBezTo>
                  <a:pt x="7467" y="2363"/>
                  <a:pt x="7373" y="2931"/>
                  <a:pt x="7152" y="3466"/>
                </a:cubicBezTo>
                <a:cubicBezTo>
                  <a:pt x="6849" y="3390"/>
                  <a:pt x="6530" y="3352"/>
                  <a:pt x="6209" y="3352"/>
                </a:cubicBezTo>
                <a:cubicBezTo>
                  <a:pt x="5595" y="3352"/>
                  <a:pt x="4969" y="3492"/>
                  <a:pt x="4411" y="3781"/>
                </a:cubicBezTo>
                <a:cubicBezTo>
                  <a:pt x="3936" y="4019"/>
                  <a:pt x="3406" y="4131"/>
                  <a:pt x="2877" y="4131"/>
                </a:cubicBezTo>
                <a:cubicBezTo>
                  <a:pt x="2705" y="4131"/>
                  <a:pt x="2533" y="4119"/>
                  <a:pt x="2364" y="4096"/>
                </a:cubicBezTo>
                <a:cubicBezTo>
                  <a:pt x="1891" y="3403"/>
                  <a:pt x="1702" y="2584"/>
                  <a:pt x="1702" y="1765"/>
                </a:cubicBezTo>
                <a:lnTo>
                  <a:pt x="1702" y="851"/>
                </a:lnTo>
                <a:close/>
                <a:moveTo>
                  <a:pt x="6278" y="4137"/>
                </a:moveTo>
                <a:cubicBezTo>
                  <a:pt x="6425" y="4137"/>
                  <a:pt x="6570" y="4145"/>
                  <a:pt x="6711" y="4159"/>
                </a:cubicBezTo>
                <a:cubicBezTo>
                  <a:pt x="6428" y="4506"/>
                  <a:pt x="6081" y="4789"/>
                  <a:pt x="5672" y="4978"/>
                </a:cubicBezTo>
                <a:cubicBezTo>
                  <a:pt x="5168" y="5230"/>
                  <a:pt x="4916" y="5829"/>
                  <a:pt x="4947" y="6365"/>
                </a:cubicBezTo>
                <a:lnTo>
                  <a:pt x="4569" y="7152"/>
                </a:lnTo>
                <a:lnTo>
                  <a:pt x="4159" y="6365"/>
                </a:lnTo>
                <a:cubicBezTo>
                  <a:pt x="4222" y="5829"/>
                  <a:pt x="3970" y="5230"/>
                  <a:pt x="3466" y="4978"/>
                </a:cubicBezTo>
                <a:cubicBezTo>
                  <a:pt x="3372" y="4978"/>
                  <a:pt x="3340" y="4947"/>
                  <a:pt x="3277" y="4915"/>
                </a:cubicBezTo>
                <a:cubicBezTo>
                  <a:pt x="3781" y="4884"/>
                  <a:pt x="4285" y="4726"/>
                  <a:pt x="4758" y="4474"/>
                </a:cubicBezTo>
                <a:cubicBezTo>
                  <a:pt x="5246" y="4230"/>
                  <a:pt x="5773" y="4137"/>
                  <a:pt x="6278" y="4137"/>
                </a:cubicBezTo>
                <a:close/>
                <a:moveTo>
                  <a:pt x="5388" y="7436"/>
                </a:moveTo>
                <a:cubicBezTo>
                  <a:pt x="5483" y="7499"/>
                  <a:pt x="5577" y="7593"/>
                  <a:pt x="5703" y="7656"/>
                </a:cubicBezTo>
                <a:cubicBezTo>
                  <a:pt x="6932" y="8255"/>
                  <a:pt x="7499" y="9610"/>
                  <a:pt x="7499" y="10933"/>
                </a:cubicBezTo>
                <a:lnTo>
                  <a:pt x="7499" y="11437"/>
                </a:lnTo>
                <a:lnTo>
                  <a:pt x="7467" y="11437"/>
                </a:lnTo>
                <a:lnTo>
                  <a:pt x="4853" y="9484"/>
                </a:lnTo>
                <a:cubicBezTo>
                  <a:pt x="4774" y="9421"/>
                  <a:pt x="4679" y="9389"/>
                  <a:pt x="4585" y="9389"/>
                </a:cubicBezTo>
                <a:cubicBezTo>
                  <a:pt x="4490" y="9389"/>
                  <a:pt x="4396" y="9421"/>
                  <a:pt x="4317" y="9484"/>
                </a:cubicBezTo>
                <a:lnTo>
                  <a:pt x="1702" y="11437"/>
                </a:lnTo>
                <a:lnTo>
                  <a:pt x="1702" y="10933"/>
                </a:lnTo>
                <a:cubicBezTo>
                  <a:pt x="1702" y="9547"/>
                  <a:pt x="2269" y="8255"/>
                  <a:pt x="3466" y="7656"/>
                </a:cubicBezTo>
                <a:cubicBezTo>
                  <a:pt x="3592" y="7625"/>
                  <a:pt x="3655" y="7530"/>
                  <a:pt x="3781" y="7436"/>
                </a:cubicBezTo>
                <a:lnTo>
                  <a:pt x="4222" y="8286"/>
                </a:lnTo>
                <a:cubicBezTo>
                  <a:pt x="4301" y="8444"/>
                  <a:pt x="4443" y="8523"/>
                  <a:pt x="4585" y="8523"/>
                </a:cubicBezTo>
                <a:cubicBezTo>
                  <a:pt x="4726" y="8523"/>
                  <a:pt x="4868" y="8444"/>
                  <a:pt x="4947" y="8286"/>
                </a:cubicBezTo>
                <a:lnTo>
                  <a:pt x="5388" y="7436"/>
                </a:lnTo>
                <a:close/>
                <a:moveTo>
                  <a:pt x="4600" y="10303"/>
                </a:moveTo>
                <a:lnTo>
                  <a:pt x="6711" y="11846"/>
                </a:lnTo>
                <a:lnTo>
                  <a:pt x="2521" y="11846"/>
                </a:lnTo>
                <a:lnTo>
                  <a:pt x="4600" y="10303"/>
                </a:lnTo>
                <a:close/>
                <a:moveTo>
                  <a:pt x="442" y="1"/>
                </a:moveTo>
                <a:cubicBezTo>
                  <a:pt x="190" y="1"/>
                  <a:pt x="1" y="190"/>
                  <a:pt x="1" y="410"/>
                </a:cubicBezTo>
                <a:cubicBezTo>
                  <a:pt x="1" y="662"/>
                  <a:pt x="190" y="851"/>
                  <a:pt x="442" y="851"/>
                </a:cubicBezTo>
                <a:lnTo>
                  <a:pt x="851" y="851"/>
                </a:lnTo>
                <a:lnTo>
                  <a:pt x="851" y="1765"/>
                </a:lnTo>
                <a:cubicBezTo>
                  <a:pt x="851" y="3466"/>
                  <a:pt x="1607" y="5041"/>
                  <a:pt x="3120" y="5766"/>
                </a:cubicBezTo>
                <a:cubicBezTo>
                  <a:pt x="3309" y="5860"/>
                  <a:pt x="3340" y="6144"/>
                  <a:pt x="3340" y="6365"/>
                </a:cubicBezTo>
                <a:cubicBezTo>
                  <a:pt x="3340" y="6396"/>
                  <a:pt x="3309" y="6491"/>
                  <a:pt x="3340" y="6522"/>
                </a:cubicBezTo>
                <a:cubicBezTo>
                  <a:pt x="3309" y="6680"/>
                  <a:pt x="3214" y="6869"/>
                  <a:pt x="3120" y="6932"/>
                </a:cubicBezTo>
                <a:cubicBezTo>
                  <a:pt x="1607" y="7656"/>
                  <a:pt x="851" y="9232"/>
                  <a:pt x="851" y="10933"/>
                </a:cubicBezTo>
                <a:lnTo>
                  <a:pt x="851" y="11846"/>
                </a:lnTo>
                <a:lnTo>
                  <a:pt x="442" y="11846"/>
                </a:lnTo>
                <a:cubicBezTo>
                  <a:pt x="190" y="11846"/>
                  <a:pt x="1" y="12035"/>
                  <a:pt x="1" y="12287"/>
                </a:cubicBezTo>
                <a:cubicBezTo>
                  <a:pt x="1" y="12508"/>
                  <a:pt x="190" y="12697"/>
                  <a:pt x="442" y="12697"/>
                </a:cubicBezTo>
                <a:lnTo>
                  <a:pt x="8696" y="12697"/>
                </a:lnTo>
                <a:cubicBezTo>
                  <a:pt x="8948" y="12697"/>
                  <a:pt x="9137" y="12508"/>
                  <a:pt x="9137" y="12287"/>
                </a:cubicBezTo>
                <a:cubicBezTo>
                  <a:pt x="9137" y="12035"/>
                  <a:pt x="8948" y="11846"/>
                  <a:pt x="8696" y="11846"/>
                </a:cubicBezTo>
                <a:lnTo>
                  <a:pt x="8255" y="11846"/>
                </a:lnTo>
                <a:lnTo>
                  <a:pt x="8255" y="10933"/>
                </a:lnTo>
                <a:cubicBezTo>
                  <a:pt x="8255" y="9232"/>
                  <a:pt x="7530" y="7656"/>
                  <a:pt x="6018" y="6932"/>
                </a:cubicBezTo>
                <a:cubicBezTo>
                  <a:pt x="5892" y="6837"/>
                  <a:pt x="5829" y="6680"/>
                  <a:pt x="5798" y="6522"/>
                </a:cubicBezTo>
                <a:lnTo>
                  <a:pt x="5798" y="6365"/>
                </a:lnTo>
                <a:cubicBezTo>
                  <a:pt x="5798" y="6144"/>
                  <a:pt x="5861" y="5860"/>
                  <a:pt x="6018" y="5766"/>
                </a:cubicBezTo>
                <a:cubicBezTo>
                  <a:pt x="7530" y="5041"/>
                  <a:pt x="8255" y="3435"/>
                  <a:pt x="8255" y="1765"/>
                </a:cubicBezTo>
                <a:lnTo>
                  <a:pt x="8255" y="851"/>
                </a:lnTo>
                <a:lnTo>
                  <a:pt x="8696" y="851"/>
                </a:lnTo>
                <a:cubicBezTo>
                  <a:pt x="8948" y="851"/>
                  <a:pt x="9137" y="662"/>
                  <a:pt x="9137" y="410"/>
                </a:cubicBezTo>
                <a:cubicBezTo>
                  <a:pt x="9137" y="190"/>
                  <a:pt x="8948" y="1"/>
                  <a:pt x="8696"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042" name="Google Shape;6978;p64">
            <a:extLst>
              <a:ext uri="{FF2B5EF4-FFF2-40B4-BE49-F238E27FC236}">
                <a16:creationId xmlns:a16="http://schemas.microsoft.com/office/drawing/2014/main" id="{D9892C60-996D-4C8B-8675-CECE06445C1A}"/>
              </a:ext>
            </a:extLst>
          </p:cNvPr>
          <p:cNvSpPr/>
          <p:nvPr/>
        </p:nvSpPr>
        <p:spPr>
          <a:xfrm>
            <a:off x="527136" y="5356490"/>
            <a:ext cx="229168" cy="204127"/>
          </a:xfrm>
          <a:custGeom>
            <a:avLst/>
            <a:gdLst/>
            <a:ahLst/>
            <a:cxnLst/>
            <a:rect l="l" t="t" r="r" b="b"/>
            <a:pathLst>
              <a:path w="11815" h="10524" extrusionOk="0">
                <a:moveTo>
                  <a:pt x="8664" y="726"/>
                </a:moveTo>
                <a:cubicBezTo>
                  <a:pt x="9326" y="726"/>
                  <a:pt x="9956" y="1009"/>
                  <a:pt x="10428" y="1482"/>
                </a:cubicBezTo>
                <a:cubicBezTo>
                  <a:pt x="10869" y="1954"/>
                  <a:pt x="11090" y="2616"/>
                  <a:pt x="11090" y="3309"/>
                </a:cubicBezTo>
                <a:cubicBezTo>
                  <a:pt x="11090" y="4191"/>
                  <a:pt x="10712" y="4853"/>
                  <a:pt x="10082" y="5577"/>
                </a:cubicBezTo>
                <a:lnTo>
                  <a:pt x="7435" y="5577"/>
                </a:lnTo>
                <a:cubicBezTo>
                  <a:pt x="7309" y="5577"/>
                  <a:pt x="7215" y="5640"/>
                  <a:pt x="7120" y="5735"/>
                </a:cubicBezTo>
                <a:lnTo>
                  <a:pt x="6648" y="6522"/>
                </a:lnTo>
                <a:lnTo>
                  <a:pt x="5545" y="3687"/>
                </a:lnTo>
                <a:cubicBezTo>
                  <a:pt x="5514" y="3561"/>
                  <a:pt x="5388" y="3435"/>
                  <a:pt x="5230" y="3435"/>
                </a:cubicBezTo>
                <a:cubicBezTo>
                  <a:pt x="5073" y="3435"/>
                  <a:pt x="4947" y="3529"/>
                  <a:pt x="4915" y="3624"/>
                </a:cubicBezTo>
                <a:lnTo>
                  <a:pt x="4096" y="5514"/>
                </a:lnTo>
                <a:lnTo>
                  <a:pt x="1702" y="5514"/>
                </a:lnTo>
                <a:cubicBezTo>
                  <a:pt x="1103" y="4853"/>
                  <a:pt x="693" y="4191"/>
                  <a:pt x="693" y="3309"/>
                </a:cubicBezTo>
                <a:cubicBezTo>
                  <a:pt x="693" y="2616"/>
                  <a:pt x="945" y="1986"/>
                  <a:pt x="1355" y="1482"/>
                </a:cubicBezTo>
                <a:cubicBezTo>
                  <a:pt x="1796" y="1009"/>
                  <a:pt x="2426" y="726"/>
                  <a:pt x="3151" y="726"/>
                </a:cubicBezTo>
                <a:cubicBezTo>
                  <a:pt x="4096" y="726"/>
                  <a:pt x="4726" y="1293"/>
                  <a:pt x="5073" y="1797"/>
                </a:cubicBezTo>
                <a:cubicBezTo>
                  <a:pt x="5388" y="2206"/>
                  <a:pt x="5545" y="2647"/>
                  <a:pt x="5577" y="2836"/>
                </a:cubicBezTo>
                <a:cubicBezTo>
                  <a:pt x="5608" y="2994"/>
                  <a:pt x="5766" y="3088"/>
                  <a:pt x="5892" y="3088"/>
                </a:cubicBezTo>
                <a:cubicBezTo>
                  <a:pt x="6049" y="3088"/>
                  <a:pt x="6175" y="2994"/>
                  <a:pt x="6207" y="2836"/>
                </a:cubicBezTo>
                <a:cubicBezTo>
                  <a:pt x="6238" y="2679"/>
                  <a:pt x="6459" y="2206"/>
                  <a:pt x="6742" y="1797"/>
                </a:cubicBezTo>
                <a:cubicBezTo>
                  <a:pt x="7089" y="1293"/>
                  <a:pt x="7687" y="726"/>
                  <a:pt x="8664" y="726"/>
                </a:cubicBezTo>
                <a:close/>
                <a:moveTo>
                  <a:pt x="5293" y="4790"/>
                </a:moveTo>
                <a:lnTo>
                  <a:pt x="6364" y="7468"/>
                </a:lnTo>
                <a:cubicBezTo>
                  <a:pt x="6396" y="7562"/>
                  <a:pt x="6522" y="7657"/>
                  <a:pt x="6648" y="7688"/>
                </a:cubicBezTo>
                <a:lnTo>
                  <a:pt x="6679" y="7688"/>
                </a:lnTo>
                <a:cubicBezTo>
                  <a:pt x="6805" y="7688"/>
                  <a:pt x="6931" y="7625"/>
                  <a:pt x="6994" y="7531"/>
                </a:cubicBezTo>
                <a:lnTo>
                  <a:pt x="7750" y="6302"/>
                </a:lnTo>
                <a:lnTo>
                  <a:pt x="9483" y="6302"/>
                </a:lnTo>
                <a:cubicBezTo>
                  <a:pt x="9168" y="6459"/>
                  <a:pt x="8916" y="6711"/>
                  <a:pt x="8664" y="6932"/>
                </a:cubicBezTo>
                <a:cubicBezTo>
                  <a:pt x="7813" y="7688"/>
                  <a:pt x="6868" y="8507"/>
                  <a:pt x="5923" y="9610"/>
                </a:cubicBezTo>
                <a:cubicBezTo>
                  <a:pt x="4978" y="8507"/>
                  <a:pt x="4033" y="7688"/>
                  <a:pt x="3214" y="6932"/>
                </a:cubicBezTo>
                <a:cubicBezTo>
                  <a:pt x="2930" y="6711"/>
                  <a:pt x="2710" y="6459"/>
                  <a:pt x="2458" y="6270"/>
                </a:cubicBezTo>
                <a:lnTo>
                  <a:pt x="4411" y="6270"/>
                </a:lnTo>
                <a:cubicBezTo>
                  <a:pt x="4505" y="6270"/>
                  <a:pt x="4663" y="6207"/>
                  <a:pt x="4726" y="6081"/>
                </a:cubicBezTo>
                <a:lnTo>
                  <a:pt x="5293" y="4790"/>
                </a:lnTo>
                <a:close/>
                <a:moveTo>
                  <a:pt x="3151" y="1"/>
                </a:moveTo>
                <a:cubicBezTo>
                  <a:pt x="2269" y="1"/>
                  <a:pt x="1449" y="379"/>
                  <a:pt x="851" y="1009"/>
                </a:cubicBezTo>
                <a:cubicBezTo>
                  <a:pt x="315" y="1576"/>
                  <a:pt x="0" y="2427"/>
                  <a:pt x="0" y="3309"/>
                </a:cubicBezTo>
                <a:cubicBezTo>
                  <a:pt x="0" y="4097"/>
                  <a:pt x="252" y="4821"/>
                  <a:pt x="819" y="5514"/>
                </a:cubicBezTo>
                <a:lnTo>
                  <a:pt x="819" y="5577"/>
                </a:lnTo>
                <a:lnTo>
                  <a:pt x="347" y="5577"/>
                </a:lnTo>
                <a:cubicBezTo>
                  <a:pt x="158" y="5577"/>
                  <a:pt x="0" y="5735"/>
                  <a:pt x="0" y="5924"/>
                </a:cubicBezTo>
                <a:cubicBezTo>
                  <a:pt x="0" y="6113"/>
                  <a:pt x="158" y="6270"/>
                  <a:pt x="347" y="6270"/>
                </a:cubicBezTo>
                <a:lnTo>
                  <a:pt x="1418" y="6270"/>
                </a:lnTo>
                <a:cubicBezTo>
                  <a:pt x="1796" y="6680"/>
                  <a:pt x="2237" y="7058"/>
                  <a:pt x="2710" y="7468"/>
                </a:cubicBezTo>
                <a:cubicBezTo>
                  <a:pt x="3623" y="8255"/>
                  <a:pt x="4600" y="9137"/>
                  <a:pt x="5640" y="10366"/>
                </a:cubicBezTo>
                <a:lnTo>
                  <a:pt x="5640" y="10397"/>
                </a:lnTo>
                <a:cubicBezTo>
                  <a:pt x="5703" y="10492"/>
                  <a:pt x="5797" y="10524"/>
                  <a:pt x="5892" y="10524"/>
                </a:cubicBezTo>
                <a:cubicBezTo>
                  <a:pt x="6018" y="10524"/>
                  <a:pt x="6081" y="10492"/>
                  <a:pt x="6175" y="10397"/>
                </a:cubicBezTo>
                <a:lnTo>
                  <a:pt x="6175" y="10366"/>
                </a:lnTo>
                <a:cubicBezTo>
                  <a:pt x="7152" y="9137"/>
                  <a:pt x="8192" y="8287"/>
                  <a:pt x="9074" y="7468"/>
                </a:cubicBezTo>
                <a:cubicBezTo>
                  <a:pt x="9546" y="7026"/>
                  <a:pt x="9987" y="6617"/>
                  <a:pt x="10397" y="6270"/>
                </a:cubicBezTo>
                <a:lnTo>
                  <a:pt x="11437" y="6270"/>
                </a:lnTo>
                <a:cubicBezTo>
                  <a:pt x="11657" y="6270"/>
                  <a:pt x="11815" y="6113"/>
                  <a:pt x="11815" y="5924"/>
                </a:cubicBezTo>
                <a:cubicBezTo>
                  <a:pt x="11815" y="5735"/>
                  <a:pt x="11657" y="5577"/>
                  <a:pt x="11437" y="5577"/>
                </a:cubicBezTo>
                <a:lnTo>
                  <a:pt x="10964" y="5577"/>
                </a:lnTo>
                <a:lnTo>
                  <a:pt x="10964" y="5514"/>
                </a:lnTo>
                <a:cubicBezTo>
                  <a:pt x="11531" y="4821"/>
                  <a:pt x="11815" y="4097"/>
                  <a:pt x="11815" y="3309"/>
                </a:cubicBezTo>
                <a:cubicBezTo>
                  <a:pt x="11815" y="2458"/>
                  <a:pt x="11500" y="1639"/>
                  <a:pt x="10932" y="1009"/>
                </a:cubicBezTo>
                <a:cubicBezTo>
                  <a:pt x="10365" y="379"/>
                  <a:pt x="9578" y="1"/>
                  <a:pt x="8664" y="1"/>
                </a:cubicBezTo>
                <a:cubicBezTo>
                  <a:pt x="7404" y="1"/>
                  <a:pt x="6616" y="757"/>
                  <a:pt x="6175" y="1387"/>
                </a:cubicBezTo>
                <a:cubicBezTo>
                  <a:pt x="6049" y="1545"/>
                  <a:pt x="5986" y="1702"/>
                  <a:pt x="5892" y="1860"/>
                </a:cubicBezTo>
                <a:cubicBezTo>
                  <a:pt x="5829" y="1702"/>
                  <a:pt x="5703" y="1545"/>
                  <a:pt x="5640" y="1387"/>
                </a:cubicBezTo>
                <a:cubicBezTo>
                  <a:pt x="5199" y="757"/>
                  <a:pt x="4411" y="1"/>
                  <a:pt x="3151"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044" name="Google Shape;6982;p64">
            <a:extLst>
              <a:ext uri="{FF2B5EF4-FFF2-40B4-BE49-F238E27FC236}">
                <a16:creationId xmlns:a16="http://schemas.microsoft.com/office/drawing/2014/main" id="{7EF142F7-F81B-4768-BC8F-3CFB6158E812}"/>
              </a:ext>
            </a:extLst>
          </p:cNvPr>
          <p:cNvGrpSpPr/>
          <p:nvPr/>
        </p:nvGrpSpPr>
        <p:grpSpPr>
          <a:xfrm>
            <a:off x="535802" y="5921138"/>
            <a:ext cx="211440" cy="227965"/>
            <a:chOff x="-28461325" y="2701925"/>
            <a:chExt cx="272525" cy="293825"/>
          </a:xfrm>
          <a:solidFill>
            <a:schemeClr val="tx1"/>
          </a:solidFill>
        </p:grpSpPr>
        <p:sp>
          <p:nvSpPr>
            <p:cNvPr id="1207" name="Google Shape;6983;p64">
              <a:extLst>
                <a:ext uri="{FF2B5EF4-FFF2-40B4-BE49-F238E27FC236}">
                  <a16:creationId xmlns:a16="http://schemas.microsoft.com/office/drawing/2014/main" id="{302F0596-C784-4F76-A8F1-BF8D2270C501}"/>
                </a:ext>
              </a:extLst>
            </p:cNvPr>
            <p:cNvSpPr/>
            <p:nvPr/>
          </p:nvSpPr>
          <p:spPr>
            <a:xfrm>
              <a:off x="-28427475" y="2789200"/>
              <a:ext cx="54375" cy="80525"/>
            </a:xfrm>
            <a:custGeom>
              <a:avLst/>
              <a:gdLst/>
              <a:ahLst/>
              <a:cxnLst/>
              <a:rect l="l" t="t" r="r" b="b"/>
              <a:pathLst>
                <a:path w="2175" h="3221" extrusionOk="0">
                  <a:moveTo>
                    <a:pt x="1805" y="1"/>
                  </a:moveTo>
                  <a:cubicBezTo>
                    <a:pt x="1782" y="1"/>
                    <a:pt x="1758" y="3"/>
                    <a:pt x="1734" y="7"/>
                  </a:cubicBezTo>
                  <a:cubicBezTo>
                    <a:pt x="946" y="164"/>
                    <a:pt x="285" y="826"/>
                    <a:pt x="127" y="1645"/>
                  </a:cubicBezTo>
                  <a:cubicBezTo>
                    <a:pt x="1" y="2275"/>
                    <a:pt x="190" y="2811"/>
                    <a:pt x="348" y="3063"/>
                  </a:cubicBezTo>
                  <a:cubicBezTo>
                    <a:pt x="442" y="3189"/>
                    <a:pt x="537" y="3220"/>
                    <a:pt x="663" y="3220"/>
                  </a:cubicBezTo>
                  <a:cubicBezTo>
                    <a:pt x="694" y="3220"/>
                    <a:pt x="789" y="3220"/>
                    <a:pt x="820" y="3189"/>
                  </a:cubicBezTo>
                  <a:cubicBezTo>
                    <a:pt x="978" y="3126"/>
                    <a:pt x="1072" y="2874"/>
                    <a:pt x="946" y="2716"/>
                  </a:cubicBezTo>
                  <a:cubicBezTo>
                    <a:pt x="820" y="2527"/>
                    <a:pt x="726" y="2181"/>
                    <a:pt x="789" y="1740"/>
                  </a:cubicBezTo>
                  <a:cubicBezTo>
                    <a:pt x="883" y="1173"/>
                    <a:pt x="1356" y="763"/>
                    <a:pt x="1860" y="637"/>
                  </a:cubicBezTo>
                  <a:cubicBezTo>
                    <a:pt x="2049" y="605"/>
                    <a:pt x="2175" y="448"/>
                    <a:pt x="2112" y="227"/>
                  </a:cubicBezTo>
                  <a:cubicBezTo>
                    <a:pt x="2084" y="90"/>
                    <a:pt x="1961" y="1"/>
                    <a:pt x="1805" y="1"/>
                  </a:cubicBezTo>
                  <a:close/>
                </a:path>
              </a:pathLst>
            </a:custGeom>
            <a:grpFill/>
            <a:ln>
              <a:noFill/>
            </a:ln>
          </p:spPr>
          <p:txBody>
            <a:bodyPr spcFirstLastPara="1" wrap="square" lIns="62728" tIns="62728" rIns="62728" bIns="62728" anchor="ctr" anchorCtr="0">
              <a:noAutofit/>
            </a:bodyPr>
            <a:lstStyle/>
            <a:p>
              <a:endParaRPr sz="764"/>
            </a:p>
          </p:txBody>
        </p:sp>
        <p:sp>
          <p:nvSpPr>
            <p:cNvPr id="1208" name="Google Shape;6984;p64">
              <a:extLst>
                <a:ext uri="{FF2B5EF4-FFF2-40B4-BE49-F238E27FC236}">
                  <a16:creationId xmlns:a16="http://schemas.microsoft.com/office/drawing/2014/main" id="{75606396-0039-4500-AD8B-C571780CCEF3}"/>
                </a:ext>
              </a:extLst>
            </p:cNvPr>
            <p:cNvSpPr/>
            <p:nvPr/>
          </p:nvSpPr>
          <p:spPr>
            <a:xfrm>
              <a:off x="-28362875" y="2824025"/>
              <a:ext cx="124475" cy="103200"/>
            </a:xfrm>
            <a:custGeom>
              <a:avLst/>
              <a:gdLst/>
              <a:ahLst/>
              <a:cxnLst/>
              <a:rect l="l" t="t" r="r" b="b"/>
              <a:pathLst>
                <a:path w="4979" h="4128" extrusionOk="0">
                  <a:moveTo>
                    <a:pt x="3434" y="693"/>
                  </a:moveTo>
                  <a:cubicBezTo>
                    <a:pt x="3844" y="693"/>
                    <a:pt x="4159" y="1008"/>
                    <a:pt x="4159" y="1418"/>
                  </a:cubicBezTo>
                  <a:cubicBezTo>
                    <a:pt x="4159" y="1922"/>
                    <a:pt x="3592" y="2394"/>
                    <a:pt x="2741" y="3056"/>
                  </a:cubicBezTo>
                  <a:cubicBezTo>
                    <a:pt x="2615" y="3151"/>
                    <a:pt x="2521" y="3214"/>
                    <a:pt x="2426" y="3340"/>
                  </a:cubicBezTo>
                  <a:cubicBezTo>
                    <a:pt x="2300" y="3245"/>
                    <a:pt x="2174" y="3182"/>
                    <a:pt x="2111" y="3056"/>
                  </a:cubicBezTo>
                  <a:cubicBezTo>
                    <a:pt x="1229" y="2394"/>
                    <a:pt x="694" y="1922"/>
                    <a:pt x="694" y="1418"/>
                  </a:cubicBezTo>
                  <a:cubicBezTo>
                    <a:pt x="694" y="977"/>
                    <a:pt x="1009" y="693"/>
                    <a:pt x="1387" y="693"/>
                  </a:cubicBezTo>
                  <a:cubicBezTo>
                    <a:pt x="1891" y="693"/>
                    <a:pt x="2111" y="1260"/>
                    <a:pt x="2111" y="1292"/>
                  </a:cubicBezTo>
                  <a:cubicBezTo>
                    <a:pt x="2143" y="1449"/>
                    <a:pt x="2269" y="1512"/>
                    <a:pt x="2426" y="1512"/>
                  </a:cubicBezTo>
                  <a:cubicBezTo>
                    <a:pt x="2584" y="1512"/>
                    <a:pt x="2678" y="1418"/>
                    <a:pt x="2741" y="1292"/>
                  </a:cubicBezTo>
                  <a:cubicBezTo>
                    <a:pt x="2741" y="1260"/>
                    <a:pt x="2930" y="693"/>
                    <a:pt x="3434" y="693"/>
                  </a:cubicBezTo>
                  <a:close/>
                  <a:moveTo>
                    <a:pt x="1387" y="0"/>
                  </a:moveTo>
                  <a:cubicBezTo>
                    <a:pt x="599" y="0"/>
                    <a:pt x="0" y="630"/>
                    <a:pt x="0" y="1418"/>
                  </a:cubicBezTo>
                  <a:cubicBezTo>
                    <a:pt x="0" y="2268"/>
                    <a:pt x="725" y="2835"/>
                    <a:pt x="1702" y="3623"/>
                  </a:cubicBezTo>
                  <a:cubicBezTo>
                    <a:pt x="1859" y="3718"/>
                    <a:pt x="2048" y="3875"/>
                    <a:pt x="2269" y="4033"/>
                  </a:cubicBezTo>
                  <a:cubicBezTo>
                    <a:pt x="2332" y="4064"/>
                    <a:pt x="2426" y="4127"/>
                    <a:pt x="2489" y="4127"/>
                  </a:cubicBezTo>
                  <a:cubicBezTo>
                    <a:pt x="2584" y="4127"/>
                    <a:pt x="2647" y="4064"/>
                    <a:pt x="2741" y="4033"/>
                  </a:cubicBezTo>
                  <a:cubicBezTo>
                    <a:pt x="2930" y="3875"/>
                    <a:pt x="3088" y="3718"/>
                    <a:pt x="3277" y="3623"/>
                  </a:cubicBezTo>
                  <a:cubicBezTo>
                    <a:pt x="4254" y="2835"/>
                    <a:pt x="4978" y="2268"/>
                    <a:pt x="4978" y="1418"/>
                  </a:cubicBezTo>
                  <a:cubicBezTo>
                    <a:pt x="4852" y="630"/>
                    <a:pt x="4222" y="0"/>
                    <a:pt x="3434" y="0"/>
                  </a:cubicBezTo>
                  <a:cubicBezTo>
                    <a:pt x="3056" y="0"/>
                    <a:pt x="2647" y="158"/>
                    <a:pt x="2426" y="504"/>
                  </a:cubicBezTo>
                  <a:cubicBezTo>
                    <a:pt x="2143" y="189"/>
                    <a:pt x="1796" y="0"/>
                    <a:pt x="1387" y="0"/>
                  </a:cubicBezTo>
                  <a:close/>
                </a:path>
              </a:pathLst>
            </a:custGeom>
            <a:grpFill/>
            <a:ln>
              <a:noFill/>
            </a:ln>
          </p:spPr>
          <p:txBody>
            <a:bodyPr spcFirstLastPara="1" wrap="square" lIns="62728" tIns="62728" rIns="62728" bIns="62728" anchor="ctr" anchorCtr="0">
              <a:noAutofit/>
            </a:bodyPr>
            <a:lstStyle/>
            <a:p>
              <a:endParaRPr sz="764"/>
            </a:p>
          </p:txBody>
        </p:sp>
        <p:sp>
          <p:nvSpPr>
            <p:cNvPr id="1209" name="Google Shape;6985;p64">
              <a:extLst>
                <a:ext uri="{FF2B5EF4-FFF2-40B4-BE49-F238E27FC236}">
                  <a16:creationId xmlns:a16="http://schemas.microsoft.com/office/drawing/2014/main" id="{DE4E8FDB-59F6-4DB7-BCC5-92012D11C0C4}"/>
                </a:ext>
              </a:extLst>
            </p:cNvPr>
            <p:cNvSpPr/>
            <p:nvPr/>
          </p:nvSpPr>
          <p:spPr>
            <a:xfrm>
              <a:off x="-28461325" y="2701925"/>
              <a:ext cx="272525" cy="293825"/>
            </a:xfrm>
            <a:custGeom>
              <a:avLst/>
              <a:gdLst/>
              <a:ahLst/>
              <a:cxnLst/>
              <a:rect l="l" t="t" r="r" b="b"/>
              <a:pathLst>
                <a:path w="10901" h="11753" extrusionOk="0">
                  <a:moveTo>
                    <a:pt x="7845" y="2647"/>
                  </a:moveTo>
                  <a:cubicBezTo>
                    <a:pt x="9168" y="2647"/>
                    <a:pt x="10208" y="3781"/>
                    <a:pt x="10208" y="5136"/>
                  </a:cubicBezTo>
                  <a:cubicBezTo>
                    <a:pt x="10208" y="5577"/>
                    <a:pt x="10145" y="5924"/>
                    <a:pt x="9987" y="6239"/>
                  </a:cubicBezTo>
                  <a:lnTo>
                    <a:pt x="8034" y="10303"/>
                  </a:lnTo>
                  <a:cubicBezTo>
                    <a:pt x="7814" y="10807"/>
                    <a:pt x="7341" y="11090"/>
                    <a:pt x="6837" y="11090"/>
                  </a:cubicBezTo>
                  <a:cubicBezTo>
                    <a:pt x="6396" y="11090"/>
                    <a:pt x="6049" y="10901"/>
                    <a:pt x="5766" y="10555"/>
                  </a:cubicBezTo>
                  <a:cubicBezTo>
                    <a:pt x="5703" y="10460"/>
                    <a:pt x="5608" y="10429"/>
                    <a:pt x="5482" y="10429"/>
                  </a:cubicBezTo>
                  <a:cubicBezTo>
                    <a:pt x="5388" y="10429"/>
                    <a:pt x="5293" y="10460"/>
                    <a:pt x="5230" y="10555"/>
                  </a:cubicBezTo>
                  <a:cubicBezTo>
                    <a:pt x="4947" y="10901"/>
                    <a:pt x="4537" y="11090"/>
                    <a:pt x="4159" y="11090"/>
                  </a:cubicBezTo>
                  <a:cubicBezTo>
                    <a:pt x="3655" y="11090"/>
                    <a:pt x="3182" y="10775"/>
                    <a:pt x="2930" y="10303"/>
                  </a:cubicBezTo>
                  <a:lnTo>
                    <a:pt x="1008" y="6239"/>
                  </a:lnTo>
                  <a:cubicBezTo>
                    <a:pt x="851" y="5892"/>
                    <a:pt x="756" y="5546"/>
                    <a:pt x="756" y="5136"/>
                  </a:cubicBezTo>
                  <a:cubicBezTo>
                    <a:pt x="756" y="3781"/>
                    <a:pt x="1828" y="2647"/>
                    <a:pt x="3119" y="2647"/>
                  </a:cubicBezTo>
                  <a:cubicBezTo>
                    <a:pt x="3970" y="2647"/>
                    <a:pt x="4758" y="3120"/>
                    <a:pt x="5167" y="3876"/>
                  </a:cubicBezTo>
                  <a:cubicBezTo>
                    <a:pt x="5262" y="4002"/>
                    <a:pt x="5325" y="4033"/>
                    <a:pt x="5482" y="4033"/>
                  </a:cubicBezTo>
                  <a:cubicBezTo>
                    <a:pt x="5640" y="4033"/>
                    <a:pt x="5734" y="3970"/>
                    <a:pt x="5797" y="3876"/>
                  </a:cubicBezTo>
                  <a:cubicBezTo>
                    <a:pt x="6238" y="3120"/>
                    <a:pt x="7026" y="2647"/>
                    <a:pt x="7845" y="2647"/>
                  </a:cubicBezTo>
                  <a:close/>
                  <a:moveTo>
                    <a:pt x="6774" y="1"/>
                  </a:moveTo>
                  <a:cubicBezTo>
                    <a:pt x="5829" y="1"/>
                    <a:pt x="5104" y="788"/>
                    <a:pt x="5104" y="1734"/>
                  </a:cubicBezTo>
                  <a:lnTo>
                    <a:pt x="5104" y="2773"/>
                  </a:lnTo>
                  <a:cubicBezTo>
                    <a:pt x="4537" y="2301"/>
                    <a:pt x="3844" y="1986"/>
                    <a:pt x="3088" y="1986"/>
                  </a:cubicBezTo>
                  <a:cubicBezTo>
                    <a:pt x="1386" y="1986"/>
                    <a:pt x="0" y="3403"/>
                    <a:pt x="0" y="5136"/>
                  </a:cubicBezTo>
                  <a:cubicBezTo>
                    <a:pt x="0" y="5609"/>
                    <a:pt x="126" y="6081"/>
                    <a:pt x="315" y="6522"/>
                  </a:cubicBezTo>
                  <a:lnTo>
                    <a:pt x="2269" y="10586"/>
                  </a:lnTo>
                  <a:cubicBezTo>
                    <a:pt x="2615" y="11343"/>
                    <a:pt x="3308" y="11752"/>
                    <a:pt x="4096" y="11752"/>
                  </a:cubicBezTo>
                  <a:cubicBezTo>
                    <a:pt x="4632" y="11752"/>
                    <a:pt x="5104" y="11563"/>
                    <a:pt x="5451" y="11248"/>
                  </a:cubicBezTo>
                  <a:cubicBezTo>
                    <a:pt x="5797" y="11563"/>
                    <a:pt x="6270" y="11752"/>
                    <a:pt x="6774" y="11752"/>
                  </a:cubicBezTo>
                  <a:cubicBezTo>
                    <a:pt x="7561" y="11752"/>
                    <a:pt x="8286" y="11280"/>
                    <a:pt x="8633" y="10586"/>
                  </a:cubicBezTo>
                  <a:lnTo>
                    <a:pt x="10554" y="6522"/>
                  </a:lnTo>
                  <a:cubicBezTo>
                    <a:pt x="10775" y="6081"/>
                    <a:pt x="10901" y="5609"/>
                    <a:pt x="10901" y="5136"/>
                  </a:cubicBezTo>
                  <a:cubicBezTo>
                    <a:pt x="10869" y="3466"/>
                    <a:pt x="9515" y="1986"/>
                    <a:pt x="7814" y="1986"/>
                  </a:cubicBezTo>
                  <a:cubicBezTo>
                    <a:pt x="7057" y="1986"/>
                    <a:pt x="6364" y="2269"/>
                    <a:pt x="5797" y="2773"/>
                  </a:cubicBezTo>
                  <a:lnTo>
                    <a:pt x="5797" y="1734"/>
                  </a:lnTo>
                  <a:cubicBezTo>
                    <a:pt x="5797" y="1135"/>
                    <a:pt x="6238" y="694"/>
                    <a:pt x="6774" y="694"/>
                  </a:cubicBezTo>
                  <a:cubicBezTo>
                    <a:pt x="6994" y="694"/>
                    <a:pt x="7152" y="536"/>
                    <a:pt x="7152" y="347"/>
                  </a:cubicBezTo>
                  <a:cubicBezTo>
                    <a:pt x="7152" y="158"/>
                    <a:pt x="6994" y="1"/>
                    <a:pt x="6774"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45" name="Google Shape;6986;p64">
            <a:extLst>
              <a:ext uri="{FF2B5EF4-FFF2-40B4-BE49-F238E27FC236}">
                <a16:creationId xmlns:a16="http://schemas.microsoft.com/office/drawing/2014/main" id="{987949A9-C9B9-4F4E-BEBA-B956763B7F2F}"/>
              </a:ext>
            </a:extLst>
          </p:cNvPr>
          <p:cNvGrpSpPr/>
          <p:nvPr/>
        </p:nvGrpSpPr>
        <p:grpSpPr>
          <a:xfrm>
            <a:off x="1979014" y="5384935"/>
            <a:ext cx="229769" cy="147276"/>
            <a:chOff x="-26585200" y="2025375"/>
            <a:chExt cx="296150" cy="189825"/>
          </a:xfrm>
          <a:solidFill>
            <a:schemeClr val="tx1"/>
          </a:solidFill>
        </p:grpSpPr>
        <p:sp>
          <p:nvSpPr>
            <p:cNvPr id="1202" name="Google Shape;6987;p64">
              <a:extLst>
                <a:ext uri="{FF2B5EF4-FFF2-40B4-BE49-F238E27FC236}">
                  <a16:creationId xmlns:a16="http://schemas.microsoft.com/office/drawing/2014/main" id="{659DC03B-08EA-4260-8DED-053339B97B4D}"/>
                </a:ext>
              </a:extLst>
            </p:cNvPr>
            <p:cNvSpPr/>
            <p:nvPr/>
          </p:nvSpPr>
          <p:spPr>
            <a:xfrm>
              <a:off x="-26340250" y="2127750"/>
              <a:ext cx="51200" cy="70125"/>
            </a:xfrm>
            <a:custGeom>
              <a:avLst/>
              <a:gdLst/>
              <a:ahLst/>
              <a:cxnLst/>
              <a:rect l="l" t="t" r="r" b="b"/>
              <a:pathLst>
                <a:path w="2048" h="2805" extrusionOk="0">
                  <a:moveTo>
                    <a:pt x="1008" y="977"/>
                  </a:moveTo>
                  <a:cubicBezTo>
                    <a:pt x="1229" y="1324"/>
                    <a:pt x="1386" y="1608"/>
                    <a:pt x="1386" y="1734"/>
                  </a:cubicBezTo>
                  <a:cubicBezTo>
                    <a:pt x="1323" y="1923"/>
                    <a:pt x="1166" y="2080"/>
                    <a:pt x="1008" y="2080"/>
                  </a:cubicBezTo>
                  <a:cubicBezTo>
                    <a:pt x="819" y="2080"/>
                    <a:pt x="662" y="1923"/>
                    <a:pt x="662" y="1734"/>
                  </a:cubicBezTo>
                  <a:cubicBezTo>
                    <a:pt x="662" y="1608"/>
                    <a:pt x="819" y="1324"/>
                    <a:pt x="1008" y="977"/>
                  </a:cubicBezTo>
                  <a:close/>
                  <a:moveTo>
                    <a:pt x="1008" y="1"/>
                  </a:moveTo>
                  <a:cubicBezTo>
                    <a:pt x="914" y="1"/>
                    <a:pt x="788" y="32"/>
                    <a:pt x="756" y="158"/>
                  </a:cubicBezTo>
                  <a:cubicBezTo>
                    <a:pt x="756" y="158"/>
                    <a:pt x="536" y="442"/>
                    <a:pt x="378" y="757"/>
                  </a:cubicBezTo>
                  <a:cubicBezTo>
                    <a:pt x="32" y="1324"/>
                    <a:pt x="0" y="1608"/>
                    <a:pt x="0" y="1765"/>
                  </a:cubicBezTo>
                  <a:cubicBezTo>
                    <a:pt x="0" y="2364"/>
                    <a:pt x="473" y="2805"/>
                    <a:pt x="1008" y="2805"/>
                  </a:cubicBezTo>
                  <a:cubicBezTo>
                    <a:pt x="1607" y="2805"/>
                    <a:pt x="2048" y="2332"/>
                    <a:pt x="2048" y="1765"/>
                  </a:cubicBezTo>
                  <a:cubicBezTo>
                    <a:pt x="2048" y="1608"/>
                    <a:pt x="2016" y="1387"/>
                    <a:pt x="1638" y="757"/>
                  </a:cubicBezTo>
                  <a:cubicBezTo>
                    <a:pt x="1449" y="442"/>
                    <a:pt x="1292" y="158"/>
                    <a:pt x="1292" y="158"/>
                  </a:cubicBezTo>
                  <a:cubicBezTo>
                    <a:pt x="1229" y="64"/>
                    <a:pt x="1134" y="1"/>
                    <a:pt x="1008" y="1"/>
                  </a:cubicBezTo>
                  <a:close/>
                </a:path>
              </a:pathLst>
            </a:custGeom>
            <a:grpFill/>
            <a:ln>
              <a:noFill/>
            </a:ln>
          </p:spPr>
          <p:txBody>
            <a:bodyPr spcFirstLastPara="1" wrap="square" lIns="62728" tIns="62728" rIns="62728" bIns="62728" anchor="ctr" anchorCtr="0">
              <a:noAutofit/>
            </a:bodyPr>
            <a:lstStyle/>
            <a:p>
              <a:endParaRPr sz="764"/>
            </a:p>
          </p:txBody>
        </p:sp>
        <p:sp>
          <p:nvSpPr>
            <p:cNvPr id="1203" name="Google Shape;6988;p64">
              <a:extLst>
                <a:ext uri="{FF2B5EF4-FFF2-40B4-BE49-F238E27FC236}">
                  <a16:creationId xmlns:a16="http://schemas.microsoft.com/office/drawing/2014/main" id="{FC4DEAF8-2DD5-4717-A29C-EF869EAAD3D7}"/>
                </a:ext>
              </a:extLst>
            </p:cNvPr>
            <p:cNvSpPr/>
            <p:nvPr/>
          </p:nvSpPr>
          <p:spPr>
            <a:xfrm>
              <a:off x="-26585200" y="2025375"/>
              <a:ext cx="295375" cy="189825"/>
            </a:xfrm>
            <a:custGeom>
              <a:avLst/>
              <a:gdLst/>
              <a:ahLst/>
              <a:cxnLst/>
              <a:rect l="l" t="t" r="r" b="b"/>
              <a:pathLst>
                <a:path w="11815" h="7593" extrusionOk="0">
                  <a:moveTo>
                    <a:pt x="10775" y="2016"/>
                  </a:moveTo>
                  <a:cubicBezTo>
                    <a:pt x="10964" y="2016"/>
                    <a:pt x="11121" y="2174"/>
                    <a:pt x="11121" y="2363"/>
                  </a:cubicBezTo>
                  <a:cubicBezTo>
                    <a:pt x="11121" y="2552"/>
                    <a:pt x="10964" y="2710"/>
                    <a:pt x="10775" y="2710"/>
                  </a:cubicBezTo>
                  <a:lnTo>
                    <a:pt x="9830" y="2710"/>
                  </a:lnTo>
                  <a:lnTo>
                    <a:pt x="9987" y="2016"/>
                  </a:lnTo>
                  <a:close/>
                  <a:moveTo>
                    <a:pt x="6238" y="693"/>
                  </a:moveTo>
                  <a:cubicBezTo>
                    <a:pt x="6081" y="1103"/>
                    <a:pt x="5734" y="1418"/>
                    <a:pt x="5261" y="1418"/>
                  </a:cubicBezTo>
                  <a:lnTo>
                    <a:pt x="3875" y="1418"/>
                  </a:lnTo>
                  <a:cubicBezTo>
                    <a:pt x="3686" y="1418"/>
                    <a:pt x="3529" y="1575"/>
                    <a:pt x="3529" y="1764"/>
                  </a:cubicBezTo>
                  <a:cubicBezTo>
                    <a:pt x="3529" y="1953"/>
                    <a:pt x="3686" y="2111"/>
                    <a:pt x="3875" y="2111"/>
                  </a:cubicBezTo>
                  <a:lnTo>
                    <a:pt x="9326" y="2111"/>
                  </a:lnTo>
                  <a:lnTo>
                    <a:pt x="9168" y="2836"/>
                  </a:lnTo>
                  <a:lnTo>
                    <a:pt x="5923" y="2836"/>
                  </a:lnTo>
                  <a:lnTo>
                    <a:pt x="5923" y="2710"/>
                  </a:lnTo>
                  <a:cubicBezTo>
                    <a:pt x="5734" y="2710"/>
                    <a:pt x="5576" y="2867"/>
                    <a:pt x="5576" y="3056"/>
                  </a:cubicBezTo>
                  <a:cubicBezTo>
                    <a:pt x="5576" y="3277"/>
                    <a:pt x="5734" y="3434"/>
                    <a:pt x="5923" y="3434"/>
                  </a:cubicBezTo>
                  <a:lnTo>
                    <a:pt x="8034" y="3434"/>
                  </a:lnTo>
                  <a:cubicBezTo>
                    <a:pt x="8223" y="3434"/>
                    <a:pt x="8380" y="3592"/>
                    <a:pt x="8380" y="3781"/>
                  </a:cubicBezTo>
                  <a:cubicBezTo>
                    <a:pt x="8380" y="3970"/>
                    <a:pt x="8223" y="4127"/>
                    <a:pt x="8034" y="4127"/>
                  </a:cubicBezTo>
                  <a:lnTo>
                    <a:pt x="5923" y="4127"/>
                  </a:lnTo>
                  <a:cubicBezTo>
                    <a:pt x="5734" y="4127"/>
                    <a:pt x="5576" y="4285"/>
                    <a:pt x="5576" y="4474"/>
                  </a:cubicBezTo>
                  <a:cubicBezTo>
                    <a:pt x="5576" y="4694"/>
                    <a:pt x="5734" y="4852"/>
                    <a:pt x="5923" y="4852"/>
                  </a:cubicBezTo>
                  <a:lnTo>
                    <a:pt x="7309" y="4852"/>
                  </a:lnTo>
                  <a:cubicBezTo>
                    <a:pt x="7498" y="4852"/>
                    <a:pt x="7656" y="5009"/>
                    <a:pt x="7656" y="5198"/>
                  </a:cubicBezTo>
                  <a:cubicBezTo>
                    <a:pt x="7656" y="5388"/>
                    <a:pt x="7498" y="5545"/>
                    <a:pt x="7309" y="5545"/>
                  </a:cubicBezTo>
                  <a:lnTo>
                    <a:pt x="5923" y="5545"/>
                  </a:lnTo>
                  <a:cubicBezTo>
                    <a:pt x="5734" y="5545"/>
                    <a:pt x="5576" y="5703"/>
                    <a:pt x="5576" y="5892"/>
                  </a:cubicBezTo>
                  <a:cubicBezTo>
                    <a:pt x="5576" y="6112"/>
                    <a:pt x="5734" y="6270"/>
                    <a:pt x="5923" y="6270"/>
                  </a:cubicBezTo>
                  <a:lnTo>
                    <a:pt x="6648" y="6270"/>
                  </a:lnTo>
                  <a:cubicBezTo>
                    <a:pt x="6837" y="6270"/>
                    <a:pt x="6994" y="6427"/>
                    <a:pt x="6994" y="6616"/>
                  </a:cubicBezTo>
                  <a:cubicBezTo>
                    <a:pt x="6994" y="6805"/>
                    <a:pt x="6837" y="6963"/>
                    <a:pt x="6648" y="6963"/>
                  </a:cubicBezTo>
                  <a:lnTo>
                    <a:pt x="3151" y="6963"/>
                  </a:lnTo>
                  <a:cubicBezTo>
                    <a:pt x="1796" y="6963"/>
                    <a:pt x="693" y="5860"/>
                    <a:pt x="693" y="4537"/>
                  </a:cubicBezTo>
                  <a:lnTo>
                    <a:pt x="693" y="3151"/>
                  </a:lnTo>
                  <a:cubicBezTo>
                    <a:pt x="693" y="1796"/>
                    <a:pt x="1796" y="693"/>
                    <a:pt x="3151" y="693"/>
                  </a:cubicBezTo>
                  <a:close/>
                  <a:moveTo>
                    <a:pt x="3088" y="0"/>
                  </a:moveTo>
                  <a:cubicBezTo>
                    <a:pt x="1355" y="0"/>
                    <a:pt x="0" y="1418"/>
                    <a:pt x="0" y="3119"/>
                  </a:cubicBezTo>
                  <a:lnTo>
                    <a:pt x="0" y="4474"/>
                  </a:lnTo>
                  <a:cubicBezTo>
                    <a:pt x="0" y="6207"/>
                    <a:pt x="1418" y="7593"/>
                    <a:pt x="3088" y="7593"/>
                  </a:cubicBezTo>
                  <a:lnTo>
                    <a:pt x="6616" y="7593"/>
                  </a:lnTo>
                  <a:cubicBezTo>
                    <a:pt x="7183" y="7593"/>
                    <a:pt x="7624" y="7120"/>
                    <a:pt x="7624" y="6585"/>
                  </a:cubicBezTo>
                  <a:cubicBezTo>
                    <a:pt x="7624" y="6459"/>
                    <a:pt x="7593" y="6301"/>
                    <a:pt x="7561" y="6175"/>
                  </a:cubicBezTo>
                  <a:cubicBezTo>
                    <a:pt x="7971" y="6049"/>
                    <a:pt x="8317" y="5671"/>
                    <a:pt x="8317" y="5198"/>
                  </a:cubicBezTo>
                  <a:cubicBezTo>
                    <a:pt x="8317" y="5072"/>
                    <a:pt x="8254" y="4915"/>
                    <a:pt x="8223" y="4789"/>
                  </a:cubicBezTo>
                  <a:cubicBezTo>
                    <a:pt x="8664" y="4694"/>
                    <a:pt x="8979" y="4285"/>
                    <a:pt x="8979" y="3812"/>
                  </a:cubicBezTo>
                  <a:cubicBezTo>
                    <a:pt x="8979" y="3686"/>
                    <a:pt x="8948" y="3592"/>
                    <a:pt x="8884" y="3466"/>
                  </a:cubicBezTo>
                  <a:lnTo>
                    <a:pt x="9389" y="3403"/>
                  </a:lnTo>
                  <a:lnTo>
                    <a:pt x="10775" y="3403"/>
                  </a:lnTo>
                  <a:cubicBezTo>
                    <a:pt x="11373" y="3403"/>
                    <a:pt x="11814" y="2930"/>
                    <a:pt x="11814" y="2395"/>
                  </a:cubicBezTo>
                  <a:cubicBezTo>
                    <a:pt x="11814" y="1796"/>
                    <a:pt x="11342" y="1386"/>
                    <a:pt x="10775" y="1386"/>
                  </a:cubicBezTo>
                  <a:lnTo>
                    <a:pt x="6616" y="1386"/>
                  </a:lnTo>
                  <a:cubicBezTo>
                    <a:pt x="6837" y="1103"/>
                    <a:pt x="6963" y="693"/>
                    <a:pt x="6963" y="347"/>
                  </a:cubicBezTo>
                  <a:cubicBezTo>
                    <a:pt x="6963" y="158"/>
                    <a:pt x="6805" y="0"/>
                    <a:pt x="6616" y="0"/>
                  </a:cubicBezTo>
                  <a:close/>
                </a:path>
              </a:pathLst>
            </a:custGeom>
            <a:grpFill/>
            <a:ln>
              <a:noFill/>
            </a:ln>
          </p:spPr>
          <p:txBody>
            <a:bodyPr spcFirstLastPara="1" wrap="square" lIns="62728" tIns="62728" rIns="62728" bIns="62728" anchor="ctr" anchorCtr="0">
              <a:noAutofit/>
            </a:bodyPr>
            <a:lstStyle/>
            <a:p>
              <a:endParaRPr sz="764"/>
            </a:p>
          </p:txBody>
        </p:sp>
        <p:sp>
          <p:nvSpPr>
            <p:cNvPr id="1204" name="Google Shape;6989;p64">
              <a:extLst>
                <a:ext uri="{FF2B5EF4-FFF2-40B4-BE49-F238E27FC236}">
                  <a16:creationId xmlns:a16="http://schemas.microsoft.com/office/drawing/2014/main" id="{5311D01C-B4F5-4B42-9838-66382513E0FE}"/>
                </a:ext>
              </a:extLst>
            </p:cNvPr>
            <p:cNvSpPr/>
            <p:nvPr/>
          </p:nvSpPr>
          <p:spPr>
            <a:xfrm>
              <a:off x="-26480450" y="2093100"/>
              <a:ext cx="18125" cy="18150"/>
            </a:xfrm>
            <a:custGeom>
              <a:avLst/>
              <a:gdLst/>
              <a:ahLst/>
              <a:cxnLst/>
              <a:rect l="l" t="t" r="r" b="b"/>
              <a:pathLst>
                <a:path w="725" h="726" extrusionOk="0">
                  <a:moveTo>
                    <a:pt x="378" y="1"/>
                  </a:moveTo>
                  <a:cubicBezTo>
                    <a:pt x="158" y="1"/>
                    <a:pt x="0" y="158"/>
                    <a:pt x="0" y="347"/>
                  </a:cubicBezTo>
                  <a:cubicBezTo>
                    <a:pt x="0" y="568"/>
                    <a:pt x="158" y="725"/>
                    <a:pt x="378" y="725"/>
                  </a:cubicBezTo>
                  <a:cubicBezTo>
                    <a:pt x="567" y="725"/>
                    <a:pt x="725" y="568"/>
                    <a:pt x="725" y="347"/>
                  </a:cubicBezTo>
                  <a:cubicBezTo>
                    <a:pt x="725" y="158"/>
                    <a:pt x="567" y="1"/>
                    <a:pt x="378" y="1"/>
                  </a:cubicBezTo>
                  <a:close/>
                </a:path>
              </a:pathLst>
            </a:custGeom>
            <a:grpFill/>
            <a:ln>
              <a:noFill/>
            </a:ln>
          </p:spPr>
          <p:txBody>
            <a:bodyPr spcFirstLastPara="1" wrap="square" lIns="62728" tIns="62728" rIns="62728" bIns="62728" anchor="ctr" anchorCtr="0">
              <a:noAutofit/>
            </a:bodyPr>
            <a:lstStyle/>
            <a:p>
              <a:endParaRPr sz="764"/>
            </a:p>
          </p:txBody>
        </p:sp>
        <p:sp>
          <p:nvSpPr>
            <p:cNvPr id="1205" name="Google Shape;6990;p64">
              <a:extLst>
                <a:ext uri="{FF2B5EF4-FFF2-40B4-BE49-F238E27FC236}">
                  <a16:creationId xmlns:a16="http://schemas.microsoft.com/office/drawing/2014/main" id="{AD45E83B-FE72-480B-BE4A-C6EF04916D21}"/>
                </a:ext>
              </a:extLst>
            </p:cNvPr>
            <p:cNvSpPr/>
            <p:nvPr/>
          </p:nvSpPr>
          <p:spPr>
            <a:xfrm>
              <a:off x="-26480450" y="2127750"/>
              <a:ext cx="18125" cy="17350"/>
            </a:xfrm>
            <a:custGeom>
              <a:avLst/>
              <a:gdLst/>
              <a:ahLst/>
              <a:cxnLst/>
              <a:rect l="l" t="t" r="r" b="b"/>
              <a:pathLst>
                <a:path w="725" h="694" extrusionOk="0">
                  <a:moveTo>
                    <a:pt x="378" y="1"/>
                  </a:moveTo>
                  <a:cubicBezTo>
                    <a:pt x="158" y="1"/>
                    <a:pt x="0" y="158"/>
                    <a:pt x="0" y="347"/>
                  </a:cubicBezTo>
                  <a:cubicBezTo>
                    <a:pt x="0" y="536"/>
                    <a:pt x="158" y="694"/>
                    <a:pt x="378" y="694"/>
                  </a:cubicBezTo>
                  <a:cubicBezTo>
                    <a:pt x="567" y="694"/>
                    <a:pt x="725" y="536"/>
                    <a:pt x="725" y="347"/>
                  </a:cubicBezTo>
                  <a:cubicBezTo>
                    <a:pt x="725" y="158"/>
                    <a:pt x="567" y="1"/>
                    <a:pt x="378" y="1"/>
                  </a:cubicBezTo>
                  <a:close/>
                </a:path>
              </a:pathLst>
            </a:custGeom>
            <a:grpFill/>
            <a:ln>
              <a:noFill/>
            </a:ln>
          </p:spPr>
          <p:txBody>
            <a:bodyPr spcFirstLastPara="1" wrap="square" lIns="62728" tIns="62728" rIns="62728" bIns="62728" anchor="ctr" anchorCtr="0">
              <a:noAutofit/>
            </a:bodyPr>
            <a:lstStyle/>
            <a:p>
              <a:endParaRPr sz="764"/>
            </a:p>
          </p:txBody>
        </p:sp>
        <p:sp>
          <p:nvSpPr>
            <p:cNvPr id="1206" name="Google Shape;6991;p64">
              <a:extLst>
                <a:ext uri="{FF2B5EF4-FFF2-40B4-BE49-F238E27FC236}">
                  <a16:creationId xmlns:a16="http://schemas.microsoft.com/office/drawing/2014/main" id="{AA6C415D-1550-4265-9ABA-B113279A68DD}"/>
                </a:ext>
              </a:extLst>
            </p:cNvPr>
            <p:cNvSpPr/>
            <p:nvPr/>
          </p:nvSpPr>
          <p:spPr>
            <a:xfrm>
              <a:off x="-26480450" y="21624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46" name="Google Shape;6992;p64">
            <a:extLst>
              <a:ext uri="{FF2B5EF4-FFF2-40B4-BE49-F238E27FC236}">
                <a16:creationId xmlns:a16="http://schemas.microsoft.com/office/drawing/2014/main" id="{6D4FAC52-1334-430A-A57D-08631EFE5812}"/>
              </a:ext>
            </a:extLst>
          </p:cNvPr>
          <p:cNvGrpSpPr/>
          <p:nvPr/>
        </p:nvGrpSpPr>
        <p:grpSpPr>
          <a:xfrm>
            <a:off x="1979315" y="5634246"/>
            <a:ext cx="229168" cy="229168"/>
            <a:chOff x="-26584425" y="2340425"/>
            <a:chExt cx="295375" cy="295375"/>
          </a:xfrm>
          <a:solidFill>
            <a:schemeClr val="tx1"/>
          </a:solidFill>
        </p:grpSpPr>
        <p:sp>
          <p:nvSpPr>
            <p:cNvPr id="1197" name="Google Shape;6993;p64">
              <a:extLst>
                <a:ext uri="{FF2B5EF4-FFF2-40B4-BE49-F238E27FC236}">
                  <a16:creationId xmlns:a16="http://schemas.microsoft.com/office/drawing/2014/main" id="{DF4A0342-1EAA-45E0-8851-68A802A7E881}"/>
                </a:ext>
              </a:extLst>
            </p:cNvPr>
            <p:cNvSpPr/>
            <p:nvPr/>
          </p:nvSpPr>
          <p:spPr>
            <a:xfrm>
              <a:off x="-26462350" y="2463275"/>
              <a:ext cx="51225" cy="51225"/>
            </a:xfrm>
            <a:custGeom>
              <a:avLst/>
              <a:gdLst/>
              <a:ahLst/>
              <a:cxnLst/>
              <a:rect l="l" t="t" r="r" b="b"/>
              <a:pathLst>
                <a:path w="2049" h="2049" extrusionOk="0">
                  <a:moveTo>
                    <a:pt x="1009" y="631"/>
                  </a:moveTo>
                  <a:cubicBezTo>
                    <a:pt x="1230" y="631"/>
                    <a:pt x="1387" y="788"/>
                    <a:pt x="1387" y="977"/>
                  </a:cubicBezTo>
                  <a:cubicBezTo>
                    <a:pt x="1324" y="1230"/>
                    <a:pt x="1167" y="1356"/>
                    <a:pt x="1009" y="1356"/>
                  </a:cubicBezTo>
                  <a:cubicBezTo>
                    <a:pt x="820" y="1356"/>
                    <a:pt x="662" y="1198"/>
                    <a:pt x="662" y="977"/>
                  </a:cubicBezTo>
                  <a:cubicBezTo>
                    <a:pt x="662" y="788"/>
                    <a:pt x="820" y="631"/>
                    <a:pt x="1009" y="631"/>
                  </a:cubicBezTo>
                  <a:close/>
                  <a:moveTo>
                    <a:pt x="1009" y="1"/>
                  </a:moveTo>
                  <a:cubicBezTo>
                    <a:pt x="442" y="1"/>
                    <a:pt x="1" y="473"/>
                    <a:pt x="1" y="1041"/>
                  </a:cubicBezTo>
                  <a:cubicBezTo>
                    <a:pt x="1" y="1608"/>
                    <a:pt x="473" y="2049"/>
                    <a:pt x="1009" y="2049"/>
                  </a:cubicBezTo>
                  <a:cubicBezTo>
                    <a:pt x="1576" y="2049"/>
                    <a:pt x="2049" y="1576"/>
                    <a:pt x="2049" y="1041"/>
                  </a:cubicBezTo>
                  <a:cubicBezTo>
                    <a:pt x="2049" y="442"/>
                    <a:pt x="1576" y="1"/>
                    <a:pt x="1009" y="1"/>
                  </a:cubicBezTo>
                  <a:close/>
                </a:path>
              </a:pathLst>
            </a:custGeom>
            <a:grpFill/>
            <a:ln>
              <a:noFill/>
            </a:ln>
          </p:spPr>
          <p:txBody>
            <a:bodyPr spcFirstLastPara="1" wrap="square" lIns="62728" tIns="62728" rIns="62728" bIns="62728" anchor="ctr" anchorCtr="0">
              <a:noAutofit/>
            </a:bodyPr>
            <a:lstStyle/>
            <a:p>
              <a:endParaRPr sz="764"/>
            </a:p>
          </p:txBody>
        </p:sp>
        <p:sp>
          <p:nvSpPr>
            <p:cNvPr id="1198" name="Google Shape;6994;p64">
              <a:extLst>
                <a:ext uri="{FF2B5EF4-FFF2-40B4-BE49-F238E27FC236}">
                  <a16:creationId xmlns:a16="http://schemas.microsoft.com/office/drawing/2014/main" id="{4D54E8EF-323A-4BD1-BEF5-8545DAA0F0F8}"/>
                </a:ext>
              </a:extLst>
            </p:cNvPr>
            <p:cNvSpPr/>
            <p:nvPr/>
          </p:nvSpPr>
          <p:spPr>
            <a:xfrm>
              <a:off x="-26500150" y="2376650"/>
              <a:ext cx="121325" cy="75175"/>
            </a:xfrm>
            <a:custGeom>
              <a:avLst/>
              <a:gdLst/>
              <a:ahLst/>
              <a:cxnLst/>
              <a:rect l="l" t="t" r="r" b="b"/>
              <a:pathLst>
                <a:path w="4853" h="3007" extrusionOk="0">
                  <a:moveTo>
                    <a:pt x="2521" y="662"/>
                  </a:moveTo>
                  <a:cubicBezTo>
                    <a:pt x="3088" y="662"/>
                    <a:pt x="3592" y="788"/>
                    <a:pt x="4065" y="977"/>
                  </a:cubicBezTo>
                  <a:lnTo>
                    <a:pt x="3403" y="2206"/>
                  </a:lnTo>
                  <a:cubicBezTo>
                    <a:pt x="3120" y="2080"/>
                    <a:pt x="2836" y="2048"/>
                    <a:pt x="2553" y="2048"/>
                  </a:cubicBezTo>
                  <a:cubicBezTo>
                    <a:pt x="2206" y="2048"/>
                    <a:pt x="1954" y="2080"/>
                    <a:pt x="1670" y="2206"/>
                  </a:cubicBezTo>
                  <a:lnTo>
                    <a:pt x="1009" y="977"/>
                  </a:lnTo>
                  <a:cubicBezTo>
                    <a:pt x="1481" y="788"/>
                    <a:pt x="1985" y="662"/>
                    <a:pt x="2521" y="662"/>
                  </a:cubicBezTo>
                  <a:close/>
                  <a:moveTo>
                    <a:pt x="2458" y="0"/>
                  </a:moveTo>
                  <a:cubicBezTo>
                    <a:pt x="1702" y="0"/>
                    <a:pt x="914" y="189"/>
                    <a:pt x="253" y="567"/>
                  </a:cubicBezTo>
                  <a:cubicBezTo>
                    <a:pt x="95" y="630"/>
                    <a:pt x="1" y="882"/>
                    <a:pt x="127" y="1040"/>
                  </a:cubicBezTo>
                  <a:lnTo>
                    <a:pt x="1198" y="2836"/>
                  </a:lnTo>
                  <a:cubicBezTo>
                    <a:pt x="1229" y="2930"/>
                    <a:pt x="1324" y="2993"/>
                    <a:pt x="1387" y="2993"/>
                  </a:cubicBezTo>
                  <a:cubicBezTo>
                    <a:pt x="1415" y="3003"/>
                    <a:pt x="1442" y="3006"/>
                    <a:pt x="1470" y="3006"/>
                  </a:cubicBezTo>
                  <a:cubicBezTo>
                    <a:pt x="1537" y="3006"/>
                    <a:pt x="1604" y="2984"/>
                    <a:pt x="1670" y="2962"/>
                  </a:cubicBezTo>
                  <a:cubicBezTo>
                    <a:pt x="1891" y="2804"/>
                    <a:pt x="2206" y="2710"/>
                    <a:pt x="2490" y="2710"/>
                  </a:cubicBezTo>
                  <a:cubicBezTo>
                    <a:pt x="2773" y="2710"/>
                    <a:pt x="3088" y="2804"/>
                    <a:pt x="3309" y="2962"/>
                  </a:cubicBezTo>
                  <a:cubicBezTo>
                    <a:pt x="3372" y="2993"/>
                    <a:pt x="3435" y="2993"/>
                    <a:pt x="3466" y="2993"/>
                  </a:cubicBezTo>
                  <a:lnTo>
                    <a:pt x="3561" y="2993"/>
                  </a:lnTo>
                  <a:cubicBezTo>
                    <a:pt x="3624" y="2962"/>
                    <a:pt x="3718" y="2930"/>
                    <a:pt x="3750" y="2836"/>
                  </a:cubicBezTo>
                  <a:lnTo>
                    <a:pt x="4789" y="1040"/>
                  </a:lnTo>
                  <a:cubicBezTo>
                    <a:pt x="4852" y="882"/>
                    <a:pt x="4821" y="630"/>
                    <a:pt x="4663" y="567"/>
                  </a:cubicBezTo>
                  <a:cubicBezTo>
                    <a:pt x="4002" y="189"/>
                    <a:pt x="3246" y="0"/>
                    <a:pt x="2458" y="0"/>
                  </a:cubicBezTo>
                  <a:close/>
                </a:path>
              </a:pathLst>
            </a:custGeom>
            <a:grpFill/>
            <a:ln>
              <a:noFill/>
            </a:ln>
          </p:spPr>
          <p:txBody>
            <a:bodyPr spcFirstLastPara="1" wrap="square" lIns="62728" tIns="62728" rIns="62728" bIns="62728" anchor="ctr" anchorCtr="0">
              <a:noAutofit/>
            </a:bodyPr>
            <a:lstStyle/>
            <a:p>
              <a:endParaRPr sz="764"/>
            </a:p>
          </p:txBody>
        </p:sp>
        <p:sp>
          <p:nvSpPr>
            <p:cNvPr id="1199" name="Google Shape;6995;p64">
              <a:extLst>
                <a:ext uri="{FF2B5EF4-FFF2-40B4-BE49-F238E27FC236}">
                  <a16:creationId xmlns:a16="http://schemas.microsoft.com/office/drawing/2014/main" id="{B55C62EF-CFF0-43E5-A185-A49CE42F5258}"/>
                </a:ext>
              </a:extLst>
            </p:cNvPr>
            <p:cNvSpPr/>
            <p:nvPr/>
          </p:nvSpPr>
          <p:spPr>
            <a:xfrm>
              <a:off x="-26549775" y="2480750"/>
              <a:ext cx="95325" cy="105425"/>
            </a:xfrm>
            <a:custGeom>
              <a:avLst/>
              <a:gdLst/>
              <a:ahLst/>
              <a:cxnLst/>
              <a:rect l="l" t="t" r="r" b="b"/>
              <a:pathLst>
                <a:path w="3813" h="4217" extrusionOk="0">
                  <a:moveTo>
                    <a:pt x="2080" y="688"/>
                  </a:moveTo>
                  <a:cubicBezTo>
                    <a:pt x="2143" y="1287"/>
                    <a:pt x="2458" y="1791"/>
                    <a:pt x="2931" y="2169"/>
                  </a:cubicBezTo>
                  <a:lnTo>
                    <a:pt x="2238" y="3397"/>
                  </a:lnTo>
                  <a:cubicBezTo>
                    <a:pt x="1387" y="2767"/>
                    <a:pt x="820" y="1791"/>
                    <a:pt x="694" y="720"/>
                  </a:cubicBezTo>
                  <a:lnTo>
                    <a:pt x="2080" y="688"/>
                  </a:lnTo>
                  <a:close/>
                  <a:moveTo>
                    <a:pt x="2503" y="0"/>
                  </a:moveTo>
                  <a:cubicBezTo>
                    <a:pt x="2479" y="0"/>
                    <a:pt x="2454" y="8"/>
                    <a:pt x="2427" y="26"/>
                  </a:cubicBezTo>
                  <a:lnTo>
                    <a:pt x="347" y="58"/>
                  </a:lnTo>
                  <a:cubicBezTo>
                    <a:pt x="158" y="58"/>
                    <a:pt x="1" y="215"/>
                    <a:pt x="1" y="405"/>
                  </a:cubicBezTo>
                  <a:cubicBezTo>
                    <a:pt x="1" y="1192"/>
                    <a:pt x="221" y="1948"/>
                    <a:pt x="631" y="2610"/>
                  </a:cubicBezTo>
                  <a:cubicBezTo>
                    <a:pt x="1009" y="3240"/>
                    <a:pt x="1513" y="3807"/>
                    <a:pt x="2206" y="4185"/>
                  </a:cubicBezTo>
                  <a:cubicBezTo>
                    <a:pt x="2238" y="4217"/>
                    <a:pt x="2301" y="4217"/>
                    <a:pt x="2395" y="4217"/>
                  </a:cubicBezTo>
                  <a:lnTo>
                    <a:pt x="2458" y="4217"/>
                  </a:lnTo>
                  <a:cubicBezTo>
                    <a:pt x="2553" y="4185"/>
                    <a:pt x="2616" y="4154"/>
                    <a:pt x="2679" y="4059"/>
                  </a:cubicBezTo>
                  <a:lnTo>
                    <a:pt x="3718" y="2295"/>
                  </a:lnTo>
                  <a:cubicBezTo>
                    <a:pt x="3813" y="2106"/>
                    <a:pt x="3781" y="1917"/>
                    <a:pt x="3624" y="1791"/>
                  </a:cubicBezTo>
                  <a:cubicBezTo>
                    <a:pt x="3088" y="1476"/>
                    <a:pt x="2773" y="909"/>
                    <a:pt x="2773" y="342"/>
                  </a:cubicBezTo>
                  <a:cubicBezTo>
                    <a:pt x="2773" y="247"/>
                    <a:pt x="2742" y="121"/>
                    <a:pt x="2679" y="89"/>
                  </a:cubicBezTo>
                  <a:cubicBezTo>
                    <a:pt x="2612" y="45"/>
                    <a:pt x="2561" y="0"/>
                    <a:pt x="2503" y="0"/>
                  </a:cubicBezTo>
                  <a:close/>
                </a:path>
              </a:pathLst>
            </a:custGeom>
            <a:grpFill/>
            <a:ln>
              <a:noFill/>
            </a:ln>
          </p:spPr>
          <p:txBody>
            <a:bodyPr spcFirstLastPara="1" wrap="square" lIns="62728" tIns="62728" rIns="62728" bIns="62728" anchor="ctr" anchorCtr="0">
              <a:noAutofit/>
            </a:bodyPr>
            <a:lstStyle/>
            <a:p>
              <a:endParaRPr sz="764"/>
            </a:p>
          </p:txBody>
        </p:sp>
        <p:sp>
          <p:nvSpPr>
            <p:cNvPr id="1200" name="Google Shape;6996;p64">
              <a:extLst>
                <a:ext uri="{FF2B5EF4-FFF2-40B4-BE49-F238E27FC236}">
                  <a16:creationId xmlns:a16="http://schemas.microsoft.com/office/drawing/2014/main" id="{EFA29F25-D248-4C5E-90B9-F633D094335D}"/>
                </a:ext>
              </a:extLst>
            </p:cNvPr>
            <p:cNvSpPr/>
            <p:nvPr/>
          </p:nvSpPr>
          <p:spPr>
            <a:xfrm>
              <a:off x="-26421375" y="2481400"/>
              <a:ext cx="96900" cy="104000"/>
            </a:xfrm>
            <a:custGeom>
              <a:avLst/>
              <a:gdLst/>
              <a:ahLst/>
              <a:cxnLst/>
              <a:rect l="l" t="t" r="r" b="b"/>
              <a:pathLst>
                <a:path w="3876" h="4160" extrusionOk="0">
                  <a:moveTo>
                    <a:pt x="1796" y="694"/>
                  </a:moveTo>
                  <a:lnTo>
                    <a:pt x="3151" y="725"/>
                  </a:lnTo>
                  <a:cubicBezTo>
                    <a:pt x="3056" y="1765"/>
                    <a:pt x="2489" y="2741"/>
                    <a:pt x="1638" y="3371"/>
                  </a:cubicBezTo>
                  <a:lnTo>
                    <a:pt x="914" y="2206"/>
                  </a:lnTo>
                  <a:cubicBezTo>
                    <a:pt x="1386" y="1796"/>
                    <a:pt x="1701" y="1292"/>
                    <a:pt x="1796" y="694"/>
                  </a:cubicBezTo>
                  <a:close/>
                  <a:moveTo>
                    <a:pt x="1418" y="0"/>
                  </a:moveTo>
                  <a:cubicBezTo>
                    <a:pt x="1355" y="0"/>
                    <a:pt x="1229" y="32"/>
                    <a:pt x="1197" y="63"/>
                  </a:cubicBezTo>
                  <a:cubicBezTo>
                    <a:pt x="1103" y="158"/>
                    <a:pt x="1071" y="221"/>
                    <a:pt x="1071" y="316"/>
                  </a:cubicBezTo>
                  <a:cubicBezTo>
                    <a:pt x="1071" y="883"/>
                    <a:pt x="756" y="1450"/>
                    <a:pt x="252" y="1765"/>
                  </a:cubicBezTo>
                  <a:cubicBezTo>
                    <a:pt x="95" y="1891"/>
                    <a:pt x="0" y="2080"/>
                    <a:pt x="126" y="2237"/>
                  </a:cubicBezTo>
                  <a:lnTo>
                    <a:pt x="1197" y="4002"/>
                  </a:lnTo>
                  <a:cubicBezTo>
                    <a:pt x="1229" y="4065"/>
                    <a:pt x="1323" y="4128"/>
                    <a:pt x="1386" y="4159"/>
                  </a:cubicBezTo>
                  <a:lnTo>
                    <a:pt x="1481" y="4159"/>
                  </a:lnTo>
                  <a:cubicBezTo>
                    <a:pt x="1544" y="4159"/>
                    <a:pt x="1575" y="4159"/>
                    <a:pt x="1670" y="4128"/>
                  </a:cubicBezTo>
                  <a:cubicBezTo>
                    <a:pt x="2300" y="3718"/>
                    <a:pt x="2836" y="3182"/>
                    <a:pt x="3245" y="2552"/>
                  </a:cubicBezTo>
                  <a:cubicBezTo>
                    <a:pt x="3623" y="1891"/>
                    <a:pt x="3844" y="1135"/>
                    <a:pt x="3875" y="347"/>
                  </a:cubicBezTo>
                  <a:cubicBezTo>
                    <a:pt x="3875" y="189"/>
                    <a:pt x="3718" y="32"/>
                    <a:pt x="3529" y="32"/>
                  </a:cubicBezTo>
                  <a:lnTo>
                    <a:pt x="1418" y="0"/>
                  </a:lnTo>
                  <a:close/>
                </a:path>
              </a:pathLst>
            </a:custGeom>
            <a:grpFill/>
            <a:ln>
              <a:noFill/>
            </a:ln>
          </p:spPr>
          <p:txBody>
            <a:bodyPr spcFirstLastPara="1" wrap="square" lIns="62728" tIns="62728" rIns="62728" bIns="62728" anchor="ctr" anchorCtr="0">
              <a:noAutofit/>
            </a:bodyPr>
            <a:lstStyle/>
            <a:p>
              <a:endParaRPr sz="764"/>
            </a:p>
          </p:txBody>
        </p:sp>
        <p:sp>
          <p:nvSpPr>
            <p:cNvPr id="1201" name="Google Shape;6997;p64">
              <a:extLst>
                <a:ext uri="{FF2B5EF4-FFF2-40B4-BE49-F238E27FC236}">
                  <a16:creationId xmlns:a16="http://schemas.microsoft.com/office/drawing/2014/main" id="{633EF1D3-EA51-49A4-B4B7-2B8B793094B6}"/>
                </a:ext>
              </a:extLst>
            </p:cNvPr>
            <p:cNvSpPr/>
            <p:nvPr/>
          </p:nvSpPr>
          <p:spPr>
            <a:xfrm>
              <a:off x="-26584425" y="2340425"/>
              <a:ext cx="295375" cy="295375"/>
            </a:xfrm>
            <a:custGeom>
              <a:avLst/>
              <a:gdLst/>
              <a:ahLst/>
              <a:cxnLst/>
              <a:rect l="l" t="t" r="r" b="b"/>
              <a:pathLst>
                <a:path w="11815" h="11815" extrusionOk="0">
                  <a:moveTo>
                    <a:pt x="5861" y="693"/>
                  </a:moveTo>
                  <a:cubicBezTo>
                    <a:pt x="7247" y="693"/>
                    <a:pt x="8570" y="1260"/>
                    <a:pt x="9578" y="2237"/>
                  </a:cubicBezTo>
                  <a:cubicBezTo>
                    <a:pt x="10555" y="3214"/>
                    <a:pt x="11090" y="4537"/>
                    <a:pt x="11090" y="5955"/>
                  </a:cubicBezTo>
                  <a:cubicBezTo>
                    <a:pt x="11090" y="7309"/>
                    <a:pt x="10586" y="8632"/>
                    <a:pt x="9578" y="9641"/>
                  </a:cubicBezTo>
                  <a:cubicBezTo>
                    <a:pt x="8570" y="10617"/>
                    <a:pt x="7278" y="11184"/>
                    <a:pt x="5861" y="11184"/>
                  </a:cubicBezTo>
                  <a:cubicBezTo>
                    <a:pt x="4474" y="11184"/>
                    <a:pt x="3151" y="10617"/>
                    <a:pt x="2174" y="9641"/>
                  </a:cubicBezTo>
                  <a:cubicBezTo>
                    <a:pt x="1166" y="8664"/>
                    <a:pt x="631" y="7372"/>
                    <a:pt x="631" y="5955"/>
                  </a:cubicBezTo>
                  <a:cubicBezTo>
                    <a:pt x="631" y="4568"/>
                    <a:pt x="1166" y="3214"/>
                    <a:pt x="2174" y="2237"/>
                  </a:cubicBezTo>
                  <a:cubicBezTo>
                    <a:pt x="3151" y="1260"/>
                    <a:pt x="4443" y="693"/>
                    <a:pt x="5861" y="693"/>
                  </a:cubicBezTo>
                  <a:close/>
                  <a:moveTo>
                    <a:pt x="5892" y="0"/>
                  </a:moveTo>
                  <a:cubicBezTo>
                    <a:pt x="4317" y="0"/>
                    <a:pt x="2836" y="630"/>
                    <a:pt x="1733" y="1733"/>
                  </a:cubicBezTo>
                  <a:cubicBezTo>
                    <a:pt x="631" y="2836"/>
                    <a:pt x="1" y="4316"/>
                    <a:pt x="1" y="5891"/>
                  </a:cubicBezTo>
                  <a:cubicBezTo>
                    <a:pt x="1" y="7467"/>
                    <a:pt x="631" y="8979"/>
                    <a:pt x="1733" y="10082"/>
                  </a:cubicBezTo>
                  <a:cubicBezTo>
                    <a:pt x="2836" y="11184"/>
                    <a:pt x="4317" y="11814"/>
                    <a:pt x="5892" y="11814"/>
                  </a:cubicBezTo>
                  <a:cubicBezTo>
                    <a:pt x="7467" y="11814"/>
                    <a:pt x="8980" y="11184"/>
                    <a:pt x="10082" y="10082"/>
                  </a:cubicBezTo>
                  <a:cubicBezTo>
                    <a:pt x="11185" y="8979"/>
                    <a:pt x="11815" y="7467"/>
                    <a:pt x="11815" y="5891"/>
                  </a:cubicBezTo>
                  <a:cubicBezTo>
                    <a:pt x="11815" y="4379"/>
                    <a:pt x="11185" y="2867"/>
                    <a:pt x="10082" y="1733"/>
                  </a:cubicBezTo>
                  <a:cubicBezTo>
                    <a:pt x="8980" y="630"/>
                    <a:pt x="7467" y="0"/>
                    <a:pt x="589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47" name="Google Shape;6998;p64">
            <a:extLst>
              <a:ext uri="{FF2B5EF4-FFF2-40B4-BE49-F238E27FC236}">
                <a16:creationId xmlns:a16="http://schemas.microsoft.com/office/drawing/2014/main" id="{2A8FC2AF-D169-45B7-A0BB-06461A4E74DC}"/>
              </a:ext>
            </a:extLst>
          </p:cNvPr>
          <p:cNvGrpSpPr/>
          <p:nvPr/>
        </p:nvGrpSpPr>
        <p:grpSpPr>
          <a:xfrm>
            <a:off x="1099823" y="5924995"/>
            <a:ext cx="235879" cy="229323"/>
            <a:chOff x="-26585200" y="2710400"/>
            <a:chExt cx="304025" cy="295575"/>
          </a:xfrm>
          <a:solidFill>
            <a:schemeClr val="tx1"/>
          </a:solidFill>
        </p:grpSpPr>
        <p:sp>
          <p:nvSpPr>
            <p:cNvPr id="1185" name="Google Shape;6999;p64">
              <a:extLst>
                <a:ext uri="{FF2B5EF4-FFF2-40B4-BE49-F238E27FC236}">
                  <a16:creationId xmlns:a16="http://schemas.microsoft.com/office/drawing/2014/main" id="{CD91F386-5CFA-4C13-A4D5-6C09638CA616}"/>
                </a:ext>
              </a:extLst>
            </p:cNvPr>
            <p:cNvSpPr/>
            <p:nvPr/>
          </p:nvSpPr>
          <p:spPr>
            <a:xfrm>
              <a:off x="-26585200" y="2710400"/>
              <a:ext cx="304025" cy="295575"/>
            </a:xfrm>
            <a:custGeom>
              <a:avLst/>
              <a:gdLst/>
              <a:ahLst/>
              <a:cxnLst/>
              <a:rect l="l" t="t" r="r" b="b"/>
              <a:pathLst>
                <a:path w="12161" h="11823" extrusionOk="0">
                  <a:moveTo>
                    <a:pt x="8711" y="717"/>
                  </a:moveTo>
                  <a:cubicBezTo>
                    <a:pt x="9333" y="717"/>
                    <a:pt x="9956" y="954"/>
                    <a:pt x="10428" y="1426"/>
                  </a:cubicBezTo>
                  <a:cubicBezTo>
                    <a:pt x="11373" y="2371"/>
                    <a:pt x="11373" y="3915"/>
                    <a:pt x="10428" y="4829"/>
                  </a:cubicBezTo>
                  <a:lnTo>
                    <a:pt x="9830" y="5427"/>
                  </a:lnTo>
                  <a:lnTo>
                    <a:pt x="7404" y="3001"/>
                  </a:lnTo>
                  <a:lnTo>
                    <a:pt x="7971" y="2403"/>
                  </a:lnTo>
                  <a:cubicBezTo>
                    <a:pt x="8191" y="2214"/>
                    <a:pt x="8443" y="2088"/>
                    <a:pt x="8727" y="2088"/>
                  </a:cubicBezTo>
                  <a:cubicBezTo>
                    <a:pt x="9011" y="2088"/>
                    <a:pt x="9294" y="2214"/>
                    <a:pt x="9483" y="2403"/>
                  </a:cubicBezTo>
                  <a:cubicBezTo>
                    <a:pt x="9546" y="2466"/>
                    <a:pt x="9633" y="2497"/>
                    <a:pt x="9719" y="2497"/>
                  </a:cubicBezTo>
                  <a:cubicBezTo>
                    <a:pt x="9806" y="2497"/>
                    <a:pt x="9893" y="2466"/>
                    <a:pt x="9956" y="2403"/>
                  </a:cubicBezTo>
                  <a:cubicBezTo>
                    <a:pt x="10082" y="2277"/>
                    <a:pt x="10082" y="2056"/>
                    <a:pt x="9956" y="1930"/>
                  </a:cubicBezTo>
                  <a:cubicBezTo>
                    <a:pt x="9641" y="1615"/>
                    <a:pt x="9200" y="1426"/>
                    <a:pt x="8727" y="1426"/>
                  </a:cubicBezTo>
                  <a:cubicBezTo>
                    <a:pt x="8254" y="1426"/>
                    <a:pt x="7813" y="1615"/>
                    <a:pt x="7530" y="1930"/>
                  </a:cubicBezTo>
                  <a:lnTo>
                    <a:pt x="6931" y="2529"/>
                  </a:lnTo>
                  <a:lnTo>
                    <a:pt x="6459" y="2056"/>
                  </a:lnTo>
                  <a:lnTo>
                    <a:pt x="6994" y="1426"/>
                  </a:lnTo>
                  <a:cubicBezTo>
                    <a:pt x="7467" y="954"/>
                    <a:pt x="8089" y="717"/>
                    <a:pt x="8711" y="717"/>
                  </a:cubicBezTo>
                  <a:close/>
                  <a:moveTo>
                    <a:pt x="2048" y="6372"/>
                  </a:moveTo>
                  <a:lnTo>
                    <a:pt x="4474" y="8830"/>
                  </a:lnTo>
                  <a:lnTo>
                    <a:pt x="3875" y="9397"/>
                  </a:lnTo>
                  <a:cubicBezTo>
                    <a:pt x="3686" y="9602"/>
                    <a:pt x="3426" y="9704"/>
                    <a:pt x="3162" y="9704"/>
                  </a:cubicBezTo>
                  <a:cubicBezTo>
                    <a:pt x="2899" y="9704"/>
                    <a:pt x="2631" y="9602"/>
                    <a:pt x="2426" y="9397"/>
                  </a:cubicBezTo>
                  <a:cubicBezTo>
                    <a:pt x="2363" y="9350"/>
                    <a:pt x="2276" y="9326"/>
                    <a:pt x="2190" y="9326"/>
                  </a:cubicBezTo>
                  <a:cubicBezTo>
                    <a:pt x="2103" y="9326"/>
                    <a:pt x="2016" y="9350"/>
                    <a:pt x="1953" y="9397"/>
                  </a:cubicBezTo>
                  <a:cubicBezTo>
                    <a:pt x="1827" y="9523"/>
                    <a:pt x="1827" y="9775"/>
                    <a:pt x="1953" y="9869"/>
                  </a:cubicBezTo>
                  <a:cubicBezTo>
                    <a:pt x="2331" y="10247"/>
                    <a:pt x="2741" y="10405"/>
                    <a:pt x="3182" y="10405"/>
                  </a:cubicBezTo>
                  <a:cubicBezTo>
                    <a:pt x="3623" y="10405"/>
                    <a:pt x="4096" y="10247"/>
                    <a:pt x="4411" y="9869"/>
                  </a:cubicBezTo>
                  <a:lnTo>
                    <a:pt x="4978" y="9302"/>
                  </a:lnTo>
                  <a:lnTo>
                    <a:pt x="5450" y="9775"/>
                  </a:lnTo>
                  <a:lnTo>
                    <a:pt x="4820" y="10436"/>
                  </a:lnTo>
                  <a:cubicBezTo>
                    <a:pt x="4348" y="10909"/>
                    <a:pt x="3733" y="11145"/>
                    <a:pt x="3119" y="11145"/>
                  </a:cubicBezTo>
                  <a:cubicBezTo>
                    <a:pt x="2505" y="11145"/>
                    <a:pt x="1890" y="10909"/>
                    <a:pt x="1418" y="10436"/>
                  </a:cubicBezTo>
                  <a:cubicBezTo>
                    <a:pt x="473" y="9491"/>
                    <a:pt x="473" y="7948"/>
                    <a:pt x="1449" y="6971"/>
                  </a:cubicBezTo>
                  <a:lnTo>
                    <a:pt x="2048" y="6372"/>
                  </a:lnTo>
                  <a:close/>
                  <a:moveTo>
                    <a:pt x="3151" y="701"/>
                  </a:moveTo>
                  <a:cubicBezTo>
                    <a:pt x="3781" y="701"/>
                    <a:pt x="4411" y="954"/>
                    <a:pt x="4883" y="1426"/>
                  </a:cubicBezTo>
                  <a:lnTo>
                    <a:pt x="10460" y="7002"/>
                  </a:lnTo>
                  <a:cubicBezTo>
                    <a:pt x="11373" y="7948"/>
                    <a:pt x="11373" y="9491"/>
                    <a:pt x="10428" y="10436"/>
                  </a:cubicBezTo>
                  <a:cubicBezTo>
                    <a:pt x="9956" y="10909"/>
                    <a:pt x="9333" y="11145"/>
                    <a:pt x="8711" y="11145"/>
                  </a:cubicBezTo>
                  <a:cubicBezTo>
                    <a:pt x="8089" y="11145"/>
                    <a:pt x="7467" y="10909"/>
                    <a:pt x="6994" y="10436"/>
                  </a:cubicBezTo>
                  <a:lnTo>
                    <a:pt x="6175" y="9617"/>
                  </a:lnTo>
                  <a:lnTo>
                    <a:pt x="5198" y="8641"/>
                  </a:lnTo>
                  <a:lnTo>
                    <a:pt x="2237" y="5679"/>
                  </a:lnTo>
                  <a:lnTo>
                    <a:pt x="1418" y="4860"/>
                  </a:lnTo>
                  <a:cubicBezTo>
                    <a:pt x="473" y="3915"/>
                    <a:pt x="473" y="2371"/>
                    <a:pt x="1418" y="1426"/>
                  </a:cubicBezTo>
                  <a:cubicBezTo>
                    <a:pt x="1890" y="954"/>
                    <a:pt x="2520" y="701"/>
                    <a:pt x="3151" y="701"/>
                  </a:cubicBezTo>
                  <a:close/>
                  <a:moveTo>
                    <a:pt x="8727" y="0"/>
                  </a:moveTo>
                  <a:cubicBezTo>
                    <a:pt x="7931" y="0"/>
                    <a:pt x="7136" y="308"/>
                    <a:pt x="6522" y="922"/>
                  </a:cubicBezTo>
                  <a:lnTo>
                    <a:pt x="5955" y="1489"/>
                  </a:lnTo>
                  <a:lnTo>
                    <a:pt x="5356" y="922"/>
                  </a:lnTo>
                  <a:cubicBezTo>
                    <a:pt x="4757" y="323"/>
                    <a:pt x="3970" y="8"/>
                    <a:pt x="3151" y="8"/>
                  </a:cubicBezTo>
                  <a:cubicBezTo>
                    <a:pt x="2331" y="8"/>
                    <a:pt x="1544" y="323"/>
                    <a:pt x="945" y="922"/>
                  </a:cubicBezTo>
                  <a:cubicBezTo>
                    <a:pt x="347" y="1489"/>
                    <a:pt x="32" y="2277"/>
                    <a:pt x="32" y="3127"/>
                  </a:cubicBezTo>
                  <a:cubicBezTo>
                    <a:pt x="32" y="3946"/>
                    <a:pt x="347" y="4734"/>
                    <a:pt x="945" y="5333"/>
                  </a:cubicBezTo>
                  <a:lnTo>
                    <a:pt x="1544" y="5900"/>
                  </a:lnTo>
                  <a:lnTo>
                    <a:pt x="945" y="6498"/>
                  </a:lnTo>
                  <a:cubicBezTo>
                    <a:pt x="347" y="7097"/>
                    <a:pt x="32" y="7885"/>
                    <a:pt x="0" y="8704"/>
                  </a:cubicBezTo>
                  <a:cubicBezTo>
                    <a:pt x="0" y="9523"/>
                    <a:pt x="315" y="10310"/>
                    <a:pt x="914" y="10909"/>
                  </a:cubicBezTo>
                  <a:cubicBezTo>
                    <a:pt x="1481" y="11508"/>
                    <a:pt x="2331" y="11823"/>
                    <a:pt x="3119" y="11823"/>
                  </a:cubicBezTo>
                  <a:cubicBezTo>
                    <a:pt x="3907" y="11823"/>
                    <a:pt x="4726" y="11508"/>
                    <a:pt x="5324" y="10909"/>
                  </a:cubicBezTo>
                  <a:lnTo>
                    <a:pt x="5892" y="10310"/>
                  </a:lnTo>
                  <a:lnTo>
                    <a:pt x="6490" y="10909"/>
                  </a:lnTo>
                  <a:cubicBezTo>
                    <a:pt x="7089" y="11508"/>
                    <a:pt x="7876" y="11823"/>
                    <a:pt x="8695" y="11823"/>
                  </a:cubicBezTo>
                  <a:cubicBezTo>
                    <a:pt x="9515" y="11823"/>
                    <a:pt x="10302" y="11508"/>
                    <a:pt x="10901" y="10909"/>
                  </a:cubicBezTo>
                  <a:cubicBezTo>
                    <a:pt x="11499" y="10310"/>
                    <a:pt x="11814" y="9523"/>
                    <a:pt x="11814" y="8704"/>
                  </a:cubicBezTo>
                  <a:cubicBezTo>
                    <a:pt x="11846" y="7885"/>
                    <a:pt x="11531" y="7097"/>
                    <a:pt x="10932" y="6498"/>
                  </a:cubicBezTo>
                  <a:lnTo>
                    <a:pt x="10334" y="5900"/>
                  </a:lnTo>
                  <a:lnTo>
                    <a:pt x="10932" y="5333"/>
                  </a:lnTo>
                  <a:cubicBezTo>
                    <a:pt x="12161" y="4104"/>
                    <a:pt x="12161" y="2119"/>
                    <a:pt x="10932" y="922"/>
                  </a:cubicBezTo>
                  <a:cubicBezTo>
                    <a:pt x="10318" y="308"/>
                    <a:pt x="9522" y="0"/>
                    <a:pt x="8727" y="0"/>
                  </a:cubicBezTo>
                  <a:close/>
                </a:path>
              </a:pathLst>
            </a:custGeom>
            <a:grpFill/>
            <a:ln>
              <a:noFill/>
            </a:ln>
          </p:spPr>
          <p:txBody>
            <a:bodyPr spcFirstLastPara="1" wrap="square" lIns="62728" tIns="62728" rIns="62728" bIns="62728" anchor="ctr" anchorCtr="0">
              <a:noAutofit/>
            </a:bodyPr>
            <a:lstStyle/>
            <a:p>
              <a:endParaRPr sz="764"/>
            </a:p>
          </p:txBody>
        </p:sp>
        <p:sp>
          <p:nvSpPr>
            <p:cNvPr id="1186" name="Google Shape;7000;p64">
              <a:extLst>
                <a:ext uri="{FF2B5EF4-FFF2-40B4-BE49-F238E27FC236}">
                  <a16:creationId xmlns:a16="http://schemas.microsoft.com/office/drawing/2014/main" id="{C317B04D-47E0-41D7-8262-C24AB9910115}"/>
                </a:ext>
              </a:extLst>
            </p:cNvPr>
            <p:cNvSpPr/>
            <p:nvPr/>
          </p:nvSpPr>
          <p:spPr>
            <a:xfrm>
              <a:off x="-26495425" y="2801375"/>
              <a:ext cx="118175" cy="113250"/>
            </a:xfrm>
            <a:custGeom>
              <a:avLst/>
              <a:gdLst/>
              <a:ahLst/>
              <a:cxnLst/>
              <a:rect l="l" t="t" r="r" b="b"/>
              <a:pathLst>
                <a:path w="4727" h="4530" extrusionOk="0">
                  <a:moveTo>
                    <a:pt x="2111" y="749"/>
                  </a:moveTo>
                  <a:cubicBezTo>
                    <a:pt x="2175" y="749"/>
                    <a:pt x="2301" y="780"/>
                    <a:pt x="2364" y="843"/>
                  </a:cubicBezTo>
                  <a:lnTo>
                    <a:pt x="3813" y="2324"/>
                  </a:lnTo>
                  <a:cubicBezTo>
                    <a:pt x="3907" y="2418"/>
                    <a:pt x="3907" y="2639"/>
                    <a:pt x="3813" y="2796"/>
                  </a:cubicBezTo>
                  <a:lnTo>
                    <a:pt x="2805" y="3773"/>
                  </a:lnTo>
                  <a:cubicBezTo>
                    <a:pt x="2757" y="3836"/>
                    <a:pt x="2671" y="3868"/>
                    <a:pt x="2584" y="3868"/>
                  </a:cubicBezTo>
                  <a:cubicBezTo>
                    <a:pt x="2497" y="3868"/>
                    <a:pt x="2411" y="3836"/>
                    <a:pt x="2364" y="3773"/>
                  </a:cubicBezTo>
                  <a:lnTo>
                    <a:pt x="883" y="2324"/>
                  </a:lnTo>
                  <a:cubicBezTo>
                    <a:pt x="788" y="2198"/>
                    <a:pt x="788" y="1946"/>
                    <a:pt x="883" y="1851"/>
                  </a:cubicBezTo>
                  <a:lnTo>
                    <a:pt x="1891" y="843"/>
                  </a:lnTo>
                  <a:cubicBezTo>
                    <a:pt x="1954" y="780"/>
                    <a:pt x="2048" y="749"/>
                    <a:pt x="2111" y="749"/>
                  </a:cubicBezTo>
                  <a:close/>
                  <a:moveTo>
                    <a:pt x="2092" y="0"/>
                  </a:moveTo>
                  <a:cubicBezTo>
                    <a:pt x="1828" y="0"/>
                    <a:pt x="1560" y="103"/>
                    <a:pt x="1355" y="307"/>
                  </a:cubicBezTo>
                  <a:lnTo>
                    <a:pt x="379" y="1284"/>
                  </a:lnTo>
                  <a:cubicBezTo>
                    <a:pt x="1" y="1694"/>
                    <a:pt x="1" y="2355"/>
                    <a:pt x="379" y="2733"/>
                  </a:cubicBezTo>
                  <a:lnTo>
                    <a:pt x="1828" y="4183"/>
                  </a:lnTo>
                  <a:cubicBezTo>
                    <a:pt x="2017" y="4403"/>
                    <a:pt x="2301" y="4529"/>
                    <a:pt x="2584" y="4529"/>
                  </a:cubicBezTo>
                  <a:cubicBezTo>
                    <a:pt x="2868" y="4529"/>
                    <a:pt x="3151" y="4403"/>
                    <a:pt x="3340" y="4183"/>
                  </a:cubicBezTo>
                  <a:lnTo>
                    <a:pt x="4317" y="3206"/>
                  </a:lnTo>
                  <a:cubicBezTo>
                    <a:pt x="4726" y="2828"/>
                    <a:pt x="4726" y="2166"/>
                    <a:pt x="4317" y="1757"/>
                  </a:cubicBezTo>
                  <a:lnTo>
                    <a:pt x="2805" y="307"/>
                  </a:lnTo>
                  <a:cubicBezTo>
                    <a:pt x="2616" y="103"/>
                    <a:pt x="2356" y="0"/>
                    <a:pt x="2092" y="0"/>
                  </a:cubicBezTo>
                  <a:close/>
                </a:path>
              </a:pathLst>
            </a:custGeom>
            <a:grpFill/>
            <a:ln>
              <a:noFill/>
            </a:ln>
          </p:spPr>
          <p:txBody>
            <a:bodyPr spcFirstLastPara="1" wrap="square" lIns="62728" tIns="62728" rIns="62728" bIns="62728" anchor="ctr" anchorCtr="0">
              <a:noAutofit/>
            </a:bodyPr>
            <a:lstStyle/>
            <a:p>
              <a:endParaRPr sz="764"/>
            </a:p>
          </p:txBody>
        </p:sp>
        <p:sp>
          <p:nvSpPr>
            <p:cNvPr id="1187" name="Google Shape;7001;p64">
              <a:extLst>
                <a:ext uri="{FF2B5EF4-FFF2-40B4-BE49-F238E27FC236}">
                  <a16:creationId xmlns:a16="http://schemas.microsoft.com/office/drawing/2014/main" id="{61542814-F841-49D7-A0C1-72F132861FC4}"/>
                </a:ext>
              </a:extLst>
            </p:cNvPr>
            <p:cNvSpPr/>
            <p:nvPr/>
          </p:nvSpPr>
          <p:spPr>
            <a:xfrm>
              <a:off x="-26375700" y="29563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4" y="568"/>
                    <a:pt x="694" y="379"/>
                  </a:cubicBez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1188" name="Google Shape;7002;p64">
              <a:extLst>
                <a:ext uri="{FF2B5EF4-FFF2-40B4-BE49-F238E27FC236}">
                  <a16:creationId xmlns:a16="http://schemas.microsoft.com/office/drawing/2014/main" id="{E7F056A2-3CD4-4B55-8CE2-4461DF2A394A}"/>
                </a:ext>
              </a:extLst>
            </p:cNvPr>
            <p:cNvSpPr/>
            <p:nvPr/>
          </p:nvSpPr>
          <p:spPr>
            <a:xfrm>
              <a:off x="-26339475" y="2920100"/>
              <a:ext cx="18150" cy="18150"/>
            </a:xfrm>
            <a:custGeom>
              <a:avLst/>
              <a:gdLst/>
              <a:ahLst/>
              <a:cxnLst/>
              <a:rect l="l" t="t" r="r" b="b"/>
              <a:pathLst>
                <a:path w="726" h="726" extrusionOk="0">
                  <a:moveTo>
                    <a:pt x="347" y="1"/>
                  </a:moveTo>
                  <a:cubicBezTo>
                    <a:pt x="158" y="1"/>
                    <a:pt x="1" y="158"/>
                    <a:pt x="1" y="347"/>
                  </a:cubicBezTo>
                  <a:cubicBezTo>
                    <a:pt x="1" y="536"/>
                    <a:pt x="158" y="725"/>
                    <a:pt x="347" y="725"/>
                  </a:cubicBezTo>
                  <a:cubicBezTo>
                    <a:pt x="568" y="725"/>
                    <a:pt x="725" y="536"/>
                    <a:pt x="725" y="347"/>
                  </a:cubicBezTo>
                  <a:cubicBezTo>
                    <a:pt x="725" y="158"/>
                    <a:pt x="568"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1189" name="Google Shape;7003;p64">
              <a:extLst>
                <a:ext uri="{FF2B5EF4-FFF2-40B4-BE49-F238E27FC236}">
                  <a16:creationId xmlns:a16="http://schemas.microsoft.com/office/drawing/2014/main" id="{77C12D4E-14D1-40AA-B549-66D91694ABA2}"/>
                </a:ext>
              </a:extLst>
            </p:cNvPr>
            <p:cNvSpPr/>
            <p:nvPr/>
          </p:nvSpPr>
          <p:spPr>
            <a:xfrm>
              <a:off x="-26363900" y="2895675"/>
              <a:ext cx="17350" cy="17375"/>
            </a:xfrm>
            <a:custGeom>
              <a:avLst/>
              <a:gdLst/>
              <a:ahLst/>
              <a:cxnLst/>
              <a:rect l="l" t="t" r="r" b="b"/>
              <a:pathLst>
                <a:path w="694" h="695" extrusionOk="0">
                  <a:moveTo>
                    <a:pt x="348" y="1"/>
                  </a:moveTo>
                  <a:cubicBezTo>
                    <a:pt x="159" y="1"/>
                    <a:pt x="1" y="159"/>
                    <a:pt x="1" y="348"/>
                  </a:cubicBezTo>
                  <a:cubicBezTo>
                    <a:pt x="1" y="537"/>
                    <a:pt x="159" y="694"/>
                    <a:pt x="348" y="694"/>
                  </a:cubicBezTo>
                  <a:cubicBezTo>
                    <a:pt x="537" y="694"/>
                    <a:pt x="694" y="537"/>
                    <a:pt x="694" y="348"/>
                  </a:cubicBezTo>
                  <a:cubicBezTo>
                    <a:pt x="694" y="159"/>
                    <a:pt x="537" y="1"/>
                    <a:pt x="348" y="1"/>
                  </a:cubicBezTo>
                  <a:close/>
                </a:path>
              </a:pathLst>
            </a:custGeom>
            <a:grpFill/>
            <a:ln>
              <a:noFill/>
            </a:ln>
          </p:spPr>
          <p:txBody>
            <a:bodyPr spcFirstLastPara="1" wrap="square" lIns="62728" tIns="62728" rIns="62728" bIns="62728" anchor="ctr" anchorCtr="0">
              <a:noAutofit/>
            </a:bodyPr>
            <a:lstStyle/>
            <a:p>
              <a:endParaRPr sz="764"/>
            </a:p>
          </p:txBody>
        </p:sp>
        <p:sp>
          <p:nvSpPr>
            <p:cNvPr id="1190" name="Google Shape;7004;p64">
              <a:extLst>
                <a:ext uri="{FF2B5EF4-FFF2-40B4-BE49-F238E27FC236}">
                  <a16:creationId xmlns:a16="http://schemas.microsoft.com/office/drawing/2014/main" id="{CCF46C72-ABD7-4875-A2A1-6F9A6CE7066B}"/>
                </a:ext>
              </a:extLst>
            </p:cNvPr>
            <p:cNvSpPr/>
            <p:nvPr/>
          </p:nvSpPr>
          <p:spPr>
            <a:xfrm>
              <a:off x="-26369400" y="2925625"/>
              <a:ext cx="17350" cy="18125"/>
            </a:xfrm>
            <a:custGeom>
              <a:avLst/>
              <a:gdLst/>
              <a:ahLst/>
              <a:cxnLst/>
              <a:rect l="l" t="t" r="r" b="b"/>
              <a:pathLst>
                <a:path w="694" h="725" extrusionOk="0">
                  <a:moveTo>
                    <a:pt x="347" y="0"/>
                  </a:moveTo>
                  <a:cubicBezTo>
                    <a:pt x="158" y="0"/>
                    <a:pt x="0" y="189"/>
                    <a:pt x="0" y="378"/>
                  </a:cubicBezTo>
                  <a:cubicBezTo>
                    <a:pt x="0" y="567"/>
                    <a:pt x="158" y="725"/>
                    <a:pt x="347" y="725"/>
                  </a:cubicBezTo>
                  <a:cubicBezTo>
                    <a:pt x="536" y="725"/>
                    <a:pt x="694" y="567"/>
                    <a:pt x="694" y="378"/>
                  </a:cubicBezTo>
                  <a:cubicBezTo>
                    <a:pt x="694" y="189"/>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1191" name="Google Shape;7005;p64">
              <a:extLst>
                <a:ext uri="{FF2B5EF4-FFF2-40B4-BE49-F238E27FC236}">
                  <a16:creationId xmlns:a16="http://schemas.microsoft.com/office/drawing/2014/main" id="{577C96A3-040F-421E-8955-346233F7D398}"/>
                </a:ext>
              </a:extLst>
            </p:cNvPr>
            <p:cNvSpPr/>
            <p:nvPr/>
          </p:nvSpPr>
          <p:spPr>
            <a:xfrm>
              <a:off x="-26400125" y="2932125"/>
              <a:ext cx="17350" cy="17150"/>
            </a:xfrm>
            <a:custGeom>
              <a:avLst/>
              <a:gdLst/>
              <a:ahLst/>
              <a:cxnLst/>
              <a:rect l="l" t="t" r="r" b="b"/>
              <a:pathLst>
                <a:path w="694" h="686" extrusionOk="0">
                  <a:moveTo>
                    <a:pt x="343" y="0"/>
                  </a:moveTo>
                  <a:cubicBezTo>
                    <a:pt x="253" y="0"/>
                    <a:pt x="158" y="39"/>
                    <a:pt x="95" y="118"/>
                  </a:cubicBezTo>
                  <a:cubicBezTo>
                    <a:pt x="1" y="244"/>
                    <a:pt x="1" y="465"/>
                    <a:pt x="95" y="591"/>
                  </a:cubicBezTo>
                  <a:cubicBezTo>
                    <a:pt x="158" y="654"/>
                    <a:pt x="253" y="685"/>
                    <a:pt x="343" y="685"/>
                  </a:cubicBezTo>
                  <a:cubicBezTo>
                    <a:pt x="434" y="685"/>
                    <a:pt x="521" y="654"/>
                    <a:pt x="568" y="591"/>
                  </a:cubicBezTo>
                  <a:cubicBezTo>
                    <a:pt x="694" y="465"/>
                    <a:pt x="694" y="244"/>
                    <a:pt x="568" y="118"/>
                  </a:cubicBezTo>
                  <a:cubicBezTo>
                    <a:pt x="521" y="39"/>
                    <a:pt x="434" y="0"/>
                    <a:pt x="343" y="0"/>
                  </a:cubicBezTo>
                  <a:close/>
                </a:path>
              </a:pathLst>
            </a:custGeom>
            <a:grpFill/>
            <a:ln>
              <a:noFill/>
            </a:ln>
          </p:spPr>
          <p:txBody>
            <a:bodyPr spcFirstLastPara="1" wrap="square" lIns="62728" tIns="62728" rIns="62728" bIns="62728" anchor="ctr" anchorCtr="0">
              <a:noAutofit/>
            </a:bodyPr>
            <a:lstStyle/>
            <a:p>
              <a:endParaRPr sz="764"/>
            </a:p>
          </p:txBody>
        </p:sp>
        <p:sp>
          <p:nvSpPr>
            <p:cNvPr id="1192" name="Google Shape;7006;p64">
              <a:extLst>
                <a:ext uri="{FF2B5EF4-FFF2-40B4-BE49-F238E27FC236}">
                  <a16:creationId xmlns:a16="http://schemas.microsoft.com/office/drawing/2014/main" id="{3C1DD4D6-38B2-4A4B-8D9C-D494E788D59B}"/>
                </a:ext>
              </a:extLst>
            </p:cNvPr>
            <p:cNvSpPr/>
            <p:nvPr/>
          </p:nvSpPr>
          <p:spPr>
            <a:xfrm>
              <a:off x="-26528500" y="2804325"/>
              <a:ext cx="18125" cy="17350"/>
            </a:xfrm>
            <a:custGeom>
              <a:avLst/>
              <a:gdLst/>
              <a:ahLst/>
              <a:cxnLst/>
              <a:rect l="l" t="t" r="r" b="b"/>
              <a:pathLst>
                <a:path w="725" h="694" extrusionOk="0">
                  <a:moveTo>
                    <a:pt x="347" y="0"/>
                  </a:moveTo>
                  <a:cubicBezTo>
                    <a:pt x="158" y="0"/>
                    <a:pt x="0" y="158"/>
                    <a:pt x="0" y="347"/>
                  </a:cubicBezTo>
                  <a:cubicBezTo>
                    <a:pt x="0" y="536"/>
                    <a:pt x="158" y="694"/>
                    <a:pt x="347" y="694"/>
                  </a:cubicBezTo>
                  <a:cubicBezTo>
                    <a:pt x="568" y="694"/>
                    <a:pt x="725" y="536"/>
                    <a:pt x="725" y="347"/>
                  </a:cubicBezTo>
                  <a:cubicBezTo>
                    <a:pt x="725" y="158"/>
                    <a:pt x="568"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1193" name="Google Shape;7007;p64">
              <a:extLst>
                <a:ext uri="{FF2B5EF4-FFF2-40B4-BE49-F238E27FC236}">
                  <a16:creationId xmlns:a16="http://schemas.microsoft.com/office/drawing/2014/main" id="{BA9D38C1-F6A4-4323-8A4C-FB68766DF38A}"/>
                </a:ext>
              </a:extLst>
            </p:cNvPr>
            <p:cNvSpPr/>
            <p:nvPr/>
          </p:nvSpPr>
          <p:spPr>
            <a:xfrm>
              <a:off x="-26490700" y="2768100"/>
              <a:ext cx="17350" cy="17150"/>
            </a:xfrm>
            <a:custGeom>
              <a:avLst/>
              <a:gdLst/>
              <a:ahLst/>
              <a:cxnLst/>
              <a:rect l="l" t="t" r="r" b="b"/>
              <a:pathLst>
                <a:path w="694" h="686" extrusionOk="0">
                  <a:moveTo>
                    <a:pt x="343" y="0"/>
                  </a:moveTo>
                  <a:cubicBezTo>
                    <a:pt x="253" y="0"/>
                    <a:pt x="158" y="32"/>
                    <a:pt x="95" y="95"/>
                  </a:cubicBezTo>
                  <a:cubicBezTo>
                    <a:pt x="1" y="221"/>
                    <a:pt x="1" y="441"/>
                    <a:pt x="95" y="567"/>
                  </a:cubicBezTo>
                  <a:cubicBezTo>
                    <a:pt x="158" y="646"/>
                    <a:pt x="237" y="685"/>
                    <a:pt x="320" y="685"/>
                  </a:cubicBezTo>
                  <a:cubicBezTo>
                    <a:pt x="402" y="685"/>
                    <a:pt x="489" y="646"/>
                    <a:pt x="568" y="567"/>
                  </a:cubicBezTo>
                  <a:cubicBezTo>
                    <a:pt x="694" y="441"/>
                    <a:pt x="694" y="221"/>
                    <a:pt x="568" y="95"/>
                  </a:cubicBezTo>
                  <a:cubicBezTo>
                    <a:pt x="521" y="32"/>
                    <a:pt x="434" y="0"/>
                    <a:pt x="343" y="0"/>
                  </a:cubicBezTo>
                  <a:close/>
                </a:path>
              </a:pathLst>
            </a:custGeom>
            <a:grpFill/>
            <a:ln>
              <a:noFill/>
            </a:ln>
          </p:spPr>
          <p:txBody>
            <a:bodyPr spcFirstLastPara="1" wrap="square" lIns="62728" tIns="62728" rIns="62728" bIns="62728" anchor="ctr" anchorCtr="0">
              <a:noAutofit/>
            </a:bodyPr>
            <a:lstStyle/>
            <a:p>
              <a:endParaRPr sz="764"/>
            </a:p>
          </p:txBody>
        </p:sp>
        <p:sp>
          <p:nvSpPr>
            <p:cNvPr id="1194" name="Google Shape;7008;p64">
              <a:extLst>
                <a:ext uri="{FF2B5EF4-FFF2-40B4-BE49-F238E27FC236}">
                  <a16:creationId xmlns:a16="http://schemas.microsoft.com/office/drawing/2014/main" id="{1570C4D6-AEBF-42AD-9BF9-3E32A124F141}"/>
                </a:ext>
              </a:extLst>
            </p:cNvPr>
            <p:cNvSpPr/>
            <p:nvPr/>
          </p:nvSpPr>
          <p:spPr>
            <a:xfrm>
              <a:off x="-26515100" y="2742900"/>
              <a:ext cx="17350" cy="18125"/>
            </a:xfrm>
            <a:custGeom>
              <a:avLst/>
              <a:gdLst/>
              <a:ahLst/>
              <a:cxnLst/>
              <a:rect l="l" t="t" r="r" b="b"/>
              <a:pathLst>
                <a:path w="694" h="725" extrusionOk="0">
                  <a:moveTo>
                    <a:pt x="347" y="0"/>
                  </a:moveTo>
                  <a:cubicBezTo>
                    <a:pt x="158" y="0"/>
                    <a:pt x="0" y="158"/>
                    <a:pt x="0" y="347"/>
                  </a:cubicBezTo>
                  <a:cubicBezTo>
                    <a:pt x="0" y="536"/>
                    <a:pt x="158" y="725"/>
                    <a:pt x="347" y="725"/>
                  </a:cubicBezTo>
                  <a:cubicBezTo>
                    <a:pt x="536" y="725"/>
                    <a:pt x="693" y="536"/>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1195" name="Google Shape;7009;p64">
              <a:extLst>
                <a:ext uri="{FF2B5EF4-FFF2-40B4-BE49-F238E27FC236}">
                  <a16:creationId xmlns:a16="http://schemas.microsoft.com/office/drawing/2014/main" id="{43C5BA31-C006-4787-8583-10BA46323006}"/>
                </a:ext>
              </a:extLst>
            </p:cNvPr>
            <p:cNvSpPr/>
            <p:nvPr/>
          </p:nvSpPr>
          <p:spPr>
            <a:xfrm>
              <a:off x="-26522200" y="2774400"/>
              <a:ext cx="17350" cy="15975"/>
            </a:xfrm>
            <a:custGeom>
              <a:avLst/>
              <a:gdLst/>
              <a:ahLst/>
              <a:cxnLst/>
              <a:rect l="l" t="t" r="r" b="b"/>
              <a:pathLst>
                <a:path w="694" h="639" extrusionOk="0">
                  <a:moveTo>
                    <a:pt x="355" y="0"/>
                  </a:moveTo>
                  <a:cubicBezTo>
                    <a:pt x="268" y="0"/>
                    <a:pt x="174" y="32"/>
                    <a:pt x="95" y="95"/>
                  </a:cubicBezTo>
                  <a:cubicBezTo>
                    <a:pt x="0" y="189"/>
                    <a:pt x="0" y="441"/>
                    <a:pt x="95" y="567"/>
                  </a:cubicBezTo>
                  <a:cubicBezTo>
                    <a:pt x="158" y="615"/>
                    <a:pt x="253" y="638"/>
                    <a:pt x="343" y="638"/>
                  </a:cubicBezTo>
                  <a:cubicBezTo>
                    <a:pt x="434" y="638"/>
                    <a:pt x="520" y="615"/>
                    <a:pt x="568" y="567"/>
                  </a:cubicBezTo>
                  <a:cubicBezTo>
                    <a:pt x="694" y="441"/>
                    <a:pt x="694" y="189"/>
                    <a:pt x="568" y="95"/>
                  </a:cubicBezTo>
                  <a:cubicBezTo>
                    <a:pt x="520" y="32"/>
                    <a:pt x="442" y="0"/>
                    <a:pt x="355" y="0"/>
                  </a:cubicBezTo>
                  <a:close/>
                </a:path>
              </a:pathLst>
            </a:custGeom>
            <a:grpFill/>
            <a:ln>
              <a:noFill/>
            </a:ln>
          </p:spPr>
          <p:txBody>
            <a:bodyPr spcFirstLastPara="1" wrap="square" lIns="62728" tIns="62728" rIns="62728" bIns="62728" anchor="ctr" anchorCtr="0">
              <a:noAutofit/>
            </a:bodyPr>
            <a:lstStyle/>
            <a:p>
              <a:endParaRPr sz="764"/>
            </a:p>
          </p:txBody>
        </p:sp>
        <p:sp>
          <p:nvSpPr>
            <p:cNvPr id="1196" name="Google Shape;7010;p64">
              <a:extLst>
                <a:ext uri="{FF2B5EF4-FFF2-40B4-BE49-F238E27FC236}">
                  <a16:creationId xmlns:a16="http://schemas.microsoft.com/office/drawing/2014/main" id="{F2DCD4B9-25BF-4FB2-9BA8-C17437DEF49F}"/>
                </a:ext>
              </a:extLst>
            </p:cNvPr>
            <p:cNvSpPr/>
            <p:nvPr/>
          </p:nvSpPr>
          <p:spPr>
            <a:xfrm>
              <a:off x="-26552925" y="2779125"/>
              <a:ext cx="17350" cy="18125"/>
            </a:xfrm>
            <a:custGeom>
              <a:avLst/>
              <a:gdLst/>
              <a:ahLst/>
              <a:cxnLst/>
              <a:rect l="l" t="t" r="r" b="b"/>
              <a:pathLst>
                <a:path w="694" h="725" extrusionOk="0">
                  <a:moveTo>
                    <a:pt x="347" y="0"/>
                  </a:moveTo>
                  <a:cubicBezTo>
                    <a:pt x="158" y="0"/>
                    <a:pt x="1" y="158"/>
                    <a:pt x="1" y="378"/>
                  </a:cubicBezTo>
                  <a:cubicBezTo>
                    <a:pt x="1" y="567"/>
                    <a:pt x="158" y="725"/>
                    <a:pt x="347" y="725"/>
                  </a:cubicBezTo>
                  <a:cubicBezTo>
                    <a:pt x="536" y="725"/>
                    <a:pt x="694" y="567"/>
                    <a:pt x="694" y="378"/>
                  </a:cubicBezTo>
                  <a:cubicBezTo>
                    <a:pt x="694" y="158"/>
                    <a:pt x="536" y="0"/>
                    <a:pt x="34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48" name="Google Shape;7011;p64">
            <a:extLst>
              <a:ext uri="{FF2B5EF4-FFF2-40B4-BE49-F238E27FC236}">
                <a16:creationId xmlns:a16="http://schemas.microsoft.com/office/drawing/2014/main" id="{8D9DDE3C-30F9-412A-B2C9-5863700BE97C}"/>
              </a:ext>
            </a:extLst>
          </p:cNvPr>
          <p:cNvGrpSpPr/>
          <p:nvPr/>
        </p:nvGrpSpPr>
        <p:grpSpPr>
          <a:xfrm>
            <a:off x="3419942" y="5343980"/>
            <a:ext cx="229789" cy="229187"/>
            <a:chOff x="-24709875" y="1970225"/>
            <a:chExt cx="296175" cy="295400"/>
          </a:xfrm>
          <a:solidFill>
            <a:schemeClr val="tx1"/>
          </a:solidFill>
        </p:grpSpPr>
        <p:sp>
          <p:nvSpPr>
            <p:cNvPr id="1183" name="Google Shape;7012;p64">
              <a:extLst>
                <a:ext uri="{FF2B5EF4-FFF2-40B4-BE49-F238E27FC236}">
                  <a16:creationId xmlns:a16="http://schemas.microsoft.com/office/drawing/2014/main" id="{340681A1-ADF7-4238-8035-B705F4077965}"/>
                </a:ext>
              </a:extLst>
            </p:cNvPr>
            <p:cNvSpPr/>
            <p:nvPr/>
          </p:nvSpPr>
          <p:spPr>
            <a:xfrm>
              <a:off x="-24709875" y="1970225"/>
              <a:ext cx="296175" cy="295400"/>
            </a:xfrm>
            <a:custGeom>
              <a:avLst/>
              <a:gdLst/>
              <a:ahLst/>
              <a:cxnLst/>
              <a:rect l="l" t="t" r="r" b="b"/>
              <a:pathLst>
                <a:path w="11847" h="11816" extrusionOk="0">
                  <a:moveTo>
                    <a:pt x="9767" y="1450"/>
                  </a:moveTo>
                  <a:cubicBezTo>
                    <a:pt x="9956" y="1450"/>
                    <a:pt x="10366" y="1545"/>
                    <a:pt x="10681" y="1734"/>
                  </a:cubicBezTo>
                  <a:cubicBezTo>
                    <a:pt x="11027" y="1923"/>
                    <a:pt x="11153" y="2080"/>
                    <a:pt x="11153" y="2175"/>
                  </a:cubicBezTo>
                  <a:cubicBezTo>
                    <a:pt x="11153" y="2238"/>
                    <a:pt x="11027" y="2395"/>
                    <a:pt x="10681" y="2584"/>
                  </a:cubicBezTo>
                  <a:cubicBezTo>
                    <a:pt x="10334" y="2773"/>
                    <a:pt x="9956" y="2868"/>
                    <a:pt x="9767" y="2868"/>
                  </a:cubicBezTo>
                  <a:cubicBezTo>
                    <a:pt x="9389" y="2868"/>
                    <a:pt x="9042" y="2553"/>
                    <a:pt x="9042" y="2175"/>
                  </a:cubicBezTo>
                  <a:cubicBezTo>
                    <a:pt x="9105" y="1765"/>
                    <a:pt x="9420" y="1450"/>
                    <a:pt x="9767" y="1450"/>
                  </a:cubicBezTo>
                  <a:close/>
                  <a:moveTo>
                    <a:pt x="4915" y="694"/>
                  </a:moveTo>
                  <a:cubicBezTo>
                    <a:pt x="5671" y="694"/>
                    <a:pt x="6301" y="1324"/>
                    <a:pt x="6301" y="2080"/>
                  </a:cubicBezTo>
                  <a:cubicBezTo>
                    <a:pt x="6301" y="2584"/>
                    <a:pt x="6018" y="3025"/>
                    <a:pt x="5577" y="3309"/>
                  </a:cubicBezTo>
                  <a:lnTo>
                    <a:pt x="5577" y="3151"/>
                  </a:lnTo>
                  <a:cubicBezTo>
                    <a:pt x="5577" y="2553"/>
                    <a:pt x="5104" y="2112"/>
                    <a:pt x="4569" y="2112"/>
                  </a:cubicBezTo>
                  <a:lnTo>
                    <a:pt x="1418" y="2112"/>
                  </a:lnTo>
                  <a:cubicBezTo>
                    <a:pt x="1009" y="2112"/>
                    <a:pt x="693" y="1797"/>
                    <a:pt x="693" y="1419"/>
                  </a:cubicBezTo>
                  <a:cubicBezTo>
                    <a:pt x="693" y="1009"/>
                    <a:pt x="1009" y="694"/>
                    <a:pt x="1418" y="694"/>
                  </a:cubicBezTo>
                  <a:close/>
                  <a:moveTo>
                    <a:pt x="725" y="2584"/>
                  </a:moveTo>
                  <a:cubicBezTo>
                    <a:pt x="914" y="2710"/>
                    <a:pt x="1135" y="2805"/>
                    <a:pt x="1418" y="2805"/>
                  </a:cubicBezTo>
                  <a:lnTo>
                    <a:pt x="4569" y="2805"/>
                  </a:lnTo>
                  <a:cubicBezTo>
                    <a:pt x="4758" y="2805"/>
                    <a:pt x="4915" y="2962"/>
                    <a:pt x="4915" y="3151"/>
                  </a:cubicBezTo>
                  <a:lnTo>
                    <a:pt x="4915" y="3498"/>
                  </a:lnTo>
                  <a:lnTo>
                    <a:pt x="2458" y="3498"/>
                  </a:lnTo>
                  <a:cubicBezTo>
                    <a:pt x="1859" y="3498"/>
                    <a:pt x="1418" y="3970"/>
                    <a:pt x="1418" y="4538"/>
                  </a:cubicBezTo>
                  <a:lnTo>
                    <a:pt x="1418" y="6270"/>
                  </a:lnTo>
                  <a:cubicBezTo>
                    <a:pt x="1009" y="6113"/>
                    <a:pt x="725" y="5703"/>
                    <a:pt x="725" y="5262"/>
                  </a:cubicBezTo>
                  <a:lnTo>
                    <a:pt x="725" y="2584"/>
                  </a:lnTo>
                  <a:close/>
                  <a:moveTo>
                    <a:pt x="10460" y="4884"/>
                  </a:moveTo>
                  <a:cubicBezTo>
                    <a:pt x="10870" y="4884"/>
                    <a:pt x="11185" y="5199"/>
                    <a:pt x="11185" y="5577"/>
                  </a:cubicBezTo>
                  <a:cubicBezTo>
                    <a:pt x="11185" y="5987"/>
                    <a:pt x="10870" y="6302"/>
                    <a:pt x="10460" y="6302"/>
                  </a:cubicBezTo>
                  <a:cubicBezTo>
                    <a:pt x="10082" y="6302"/>
                    <a:pt x="9767" y="5987"/>
                    <a:pt x="9767" y="5577"/>
                  </a:cubicBezTo>
                  <a:cubicBezTo>
                    <a:pt x="9767" y="5199"/>
                    <a:pt x="10082" y="4884"/>
                    <a:pt x="10460" y="4884"/>
                  </a:cubicBezTo>
                  <a:close/>
                  <a:moveTo>
                    <a:pt x="6301" y="3655"/>
                  </a:moveTo>
                  <a:lnTo>
                    <a:pt x="6301" y="6648"/>
                  </a:lnTo>
                  <a:cubicBezTo>
                    <a:pt x="6301" y="7247"/>
                    <a:pt x="5829" y="7657"/>
                    <a:pt x="5293" y="7657"/>
                  </a:cubicBezTo>
                  <a:lnTo>
                    <a:pt x="2458" y="7657"/>
                  </a:lnTo>
                  <a:cubicBezTo>
                    <a:pt x="2439" y="7659"/>
                    <a:pt x="2420" y="7661"/>
                    <a:pt x="2402" y="7661"/>
                  </a:cubicBezTo>
                  <a:cubicBezTo>
                    <a:pt x="2211" y="7661"/>
                    <a:pt x="2080" y="7517"/>
                    <a:pt x="2080" y="7373"/>
                  </a:cubicBezTo>
                  <a:lnTo>
                    <a:pt x="2080" y="4538"/>
                  </a:lnTo>
                  <a:cubicBezTo>
                    <a:pt x="2080" y="4317"/>
                    <a:pt x="2237" y="4159"/>
                    <a:pt x="2458" y="4159"/>
                  </a:cubicBezTo>
                  <a:lnTo>
                    <a:pt x="4915" y="4159"/>
                  </a:lnTo>
                  <a:cubicBezTo>
                    <a:pt x="5073" y="4159"/>
                    <a:pt x="5199" y="4159"/>
                    <a:pt x="5325" y="4128"/>
                  </a:cubicBezTo>
                  <a:lnTo>
                    <a:pt x="5356" y="4128"/>
                  </a:lnTo>
                  <a:cubicBezTo>
                    <a:pt x="5703" y="4033"/>
                    <a:pt x="6081" y="3907"/>
                    <a:pt x="6301" y="3655"/>
                  </a:cubicBezTo>
                  <a:close/>
                  <a:moveTo>
                    <a:pt x="1387" y="1"/>
                  </a:moveTo>
                  <a:cubicBezTo>
                    <a:pt x="630" y="1"/>
                    <a:pt x="0" y="631"/>
                    <a:pt x="0" y="1387"/>
                  </a:cubicBezTo>
                  <a:lnTo>
                    <a:pt x="0" y="5231"/>
                  </a:lnTo>
                  <a:cubicBezTo>
                    <a:pt x="0" y="6050"/>
                    <a:pt x="599" y="6774"/>
                    <a:pt x="1387" y="6932"/>
                  </a:cubicBezTo>
                  <a:lnTo>
                    <a:pt x="1387" y="7310"/>
                  </a:lnTo>
                  <a:cubicBezTo>
                    <a:pt x="1387" y="7909"/>
                    <a:pt x="1859" y="8350"/>
                    <a:pt x="2395" y="8350"/>
                  </a:cubicBezTo>
                  <a:lnTo>
                    <a:pt x="3497" y="8350"/>
                  </a:lnTo>
                  <a:cubicBezTo>
                    <a:pt x="3592" y="10271"/>
                    <a:pt x="5199" y="11815"/>
                    <a:pt x="7120" y="11815"/>
                  </a:cubicBezTo>
                  <a:cubicBezTo>
                    <a:pt x="8066" y="11815"/>
                    <a:pt x="9011" y="11311"/>
                    <a:pt x="9735" y="10366"/>
                  </a:cubicBezTo>
                  <a:cubicBezTo>
                    <a:pt x="10397" y="9515"/>
                    <a:pt x="10744" y="8413"/>
                    <a:pt x="10744" y="7467"/>
                  </a:cubicBezTo>
                  <a:lnTo>
                    <a:pt x="10744" y="6932"/>
                  </a:lnTo>
                  <a:cubicBezTo>
                    <a:pt x="11342" y="6774"/>
                    <a:pt x="11783" y="6207"/>
                    <a:pt x="11783" y="5577"/>
                  </a:cubicBezTo>
                  <a:cubicBezTo>
                    <a:pt x="11846" y="4853"/>
                    <a:pt x="11216" y="4222"/>
                    <a:pt x="10460" y="4222"/>
                  </a:cubicBezTo>
                  <a:cubicBezTo>
                    <a:pt x="9735" y="4222"/>
                    <a:pt x="9105" y="4821"/>
                    <a:pt x="9105" y="5577"/>
                  </a:cubicBezTo>
                  <a:cubicBezTo>
                    <a:pt x="9105" y="6207"/>
                    <a:pt x="9515" y="6774"/>
                    <a:pt x="10113" y="6932"/>
                  </a:cubicBezTo>
                  <a:lnTo>
                    <a:pt x="10113" y="7467"/>
                  </a:lnTo>
                  <a:cubicBezTo>
                    <a:pt x="10113" y="8318"/>
                    <a:pt x="9798" y="9200"/>
                    <a:pt x="9200" y="9956"/>
                  </a:cubicBezTo>
                  <a:cubicBezTo>
                    <a:pt x="8633" y="10712"/>
                    <a:pt x="7908" y="11154"/>
                    <a:pt x="7152" y="11154"/>
                  </a:cubicBezTo>
                  <a:cubicBezTo>
                    <a:pt x="5577" y="11154"/>
                    <a:pt x="4317" y="9925"/>
                    <a:pt x="4222" y="8381"/>
                  </a:cubicBezTo>
                  <a:lnTo>
                    <a:pt x="4915" y="8381"/>
                  </a:lnTo>
                  <a:cubicBezTo>
                    <a:pt x="5010" y="8791"/>
                    <a:pt x="5199" y="9106"/>
                    <a:pt x="5514" y="9358"/>
                  </a:cubicBezTo>
                  <a:cubicBezTo>
                    <a:pt x="5829" y="9641"/>
                    <a:pt x="6238" y="9767"/>
                    <a:pt x="6648" y="9767"/>
                  </a:cubicBezTo>
                  <a:cubicBezTo>
                    <a:pt x="6742" y="9767"/>
                    <a:pt x="6837" y="9767"/>
                    <a:pt x="6931" y="9736"/>
                  </a:cubicBezTo>
                  <a:cubicBezTo>
                    <a:pt x="7751" y="9610"/>
                    <a:pt x="8381" y="8822"/>
                    <a:pt x="8381" y="7940"/>
                  </a:cubicBezTo>
                  <a:lnTo>
                    <a:pt x="8381" y="3183"/>
                  </a:lnTo>
                  <a:cubicBezTo>
                    <a:pt x="8381" y="3025"/>
                    <a:pt x="8412" y="2868"/>
                    <a:pt x="8507" y="2710"/>
                  </a:cubicBezTo>
                  <a:cubicBezTo>
                    <a:pt x="8696" y="3183"/>
                    <a:pt x="9200" y="3529"/>
                    <a:pt x="9767" y="3529"/>
                  </a:cubicBezTo>
                  <a:cubicBezTo>
                    <a:pt x="10113" y="3529"/>
                    <a:pt x="10586" y="3435"/>
                    <a:pt x="11027" y="3183"/>
                  </a:cubicBezTo>
                  <a:cubicBezTo>
                    <a:pt x="11563" y="2899"/>
                    <a:pt x="11846" y="2521"/>
                    <a:pt x="11846" y="2175"/>
                  </a:cubicBezTo>
                  <a:cubicBezTo>
                    <a:pt x="11846" y="1765"/>
                    <a:pt x="11531" y="1419"/>
                    <a:pt x="11027" y="1135"/>
                  </a:cubicBezTo>
                  <a:cubicBezTo>
                    <a:pt x="10618" y="946"/>
                    <a:pt x="10113" y="788"/>
                    <a:pt x="9767" y="788"/>
                  </a:cubicBezTo>
                  <a:cubicBezTo>
                    <a:pt x="9137" y="788"/>
                    <a:pt x="8570" y="1198"/>
                    <a:pt x="8412" y="1765"/>
                  </a:cubicBezTo>
                  <a:cubicBezTo>
                    <a:pt x="7940" y="2080"/>
                    <a:pt x="7688" y="2647"/>
                    <a:pt x="7688" y="3183"/>
                  </a:cubicBezTo>
                  <a:lnTo>
                    <a:pt x="7688" y="7940"/>
                  </a:lnTo>
                  <a:cubicBezTo>
                    <a:pt x="7688" y="8507"/>
                    <a:pt x="7310" y="8980"/>
                    <a:pt x="6805" y="9043"/>
                  </a:cubicBezTo>
                  <a:cubicBezTo>
                    <a:pt x="6740" y="9056"/>
                    <a:pt x="6674" y="9062"/>
                    <a:pt x="6609" y="9062"/>
                  </a:cubicBezTo>
                  <a:cubicBezTo>
                    <a:pt x="6363" y="9062"/>
                    <a:pt x="6129" y="8972"/>
                    <a:pt x="5955" y="8822"/>
                  </a:cubicBezTo>
                  <a:cubicBezTo>
                    <a:pt x="5797" y="8696"/>
                    <a:pt x="5671" y="8507"/>
                    <a:pt x="5640" y="8350"/>
                  </a:cubicBezTo>
                  <a:cubicBezTo>
                    <a:pt x="6427" y="8161"/>
                    <a:pt x="6963" y="7467"/>
                    <a:pt x="6963" y="6648"/>
                  </a:cubicBezTo>
                  <a:lnTo>
                    <a:pt x="6963" y="2427"/>
                  </a:lnTo>
                  <a:lnTo>
                    <a:pt x="6963" y="2080"/>
                  </a:lnTo>
                  <a:cubicBezTo>
                    <a:pt x="6963" y="946"/>
                    <a:pt x="6018" y="1"/>
                    <a:pt x="4884" y="1"/>
                  </a:cubicBezTo>
                  <a:close/>
                </a:path>
              </a:pathLst>
            </a:custGeom>
            <a:grpFill/>
            <a:ln>
              <a:noFill/>
            </a:ln>
          </p:spPr>
          <p:txBody>
            <a:bodyPr spcFirstLastPara="1" wrap="square" lIns="62728" tIns="62728" rIns="62728" bIns="62728" anchor="ctr" anchorCtr="0">
              <a:noAutofit/>
            </a:bodyPr>
            <a:lstStyle/>
            <a:p>
              <a:endParaRPr sz="764"/>
            </a:p>
          </p:txBody>
        </p:sp>
        <p:sp>
          <p:nvSpPr>
            <p:cNvPr id="1184" name="Google Shape;7013;p64">
              <a:extLst>
                <a:ext uri="{FF2B5EF4-FFF2-40B4-BE49-F238E27FC236}">
                  <a16:creationId xmlns:a16="http://schemas.microsoft.com/office/drawing/2014/main" id="{2A1CB330-773C-4E91-B03B-9B7F91D22958}"/>
                </a:ext>
              </a:extLst>
            </p:cNvPr>
            <p:cNvSpPr/>
            <p:nvPr/>
          </p:nvSpPr>
          <p:spPr>
            <a:xfrm>
              <a:off x="-24639775" y="209232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49" name="Google Shape;7014;p64">
            <a:extLst>
              <a:ext uri="{FF2B5EF4-FFF2-40B4-BE49-F238E27FC236}">
                <a16:creationId xmlns:a16="http://schemas.microsoft.com/office/drawing/2014/main" id="{98C5A809-A757-4B63-89D0-01871C90FDF7}"/>
              </a:ext>
            </a:extLst>
          </p:cNvPr>
          <p:cNvGrpSpPr/>
          <p:nvPr/>
        </p:nvGrpSpPr>
        <p:grpSpPr>
          <a:xfrm>
            <a:off x="3440715" y="5633945"/>
            <a:ext cx="188241" cy="229769"/>
            <a:chOff x="-24683100" y="2340425"/>
            <a:chExt cx="242625" cy="296150"/>
          </a:xfrm>
          <a:solidFill>
            <a:schemeClr val="tx1"/>
          </a:solidFill>
        </p:grpSpPr>
        <p:sp>
          <p:nvSpPr>
            <p:cNvPr id="1179" name="Google Shape;7015;p64">
              <a:extLst>
                <a:ext uri="{FF2B5EF4-FFF2-40B4-BE49-F238E27FC236}">
                  <a16:creationId xmlns:a16="http://schemas.microsoft.com/office/drawing/2014/main" id="{4FED7B63-F61E-4367-87BE-6CB989C1AFCB}"/>
                </a:ext>
              </a:extLst>
            </p:cNvPr>
            <p:cNvSpPr/>
            <p:nvPr/>
          </p:nvSpPr>
          <p:spPr>
            <a:xfrm>
              <a:off x="-24683100" y="2392400"/>
              <a:ext cx="104000" cy="244175"/>
            </a:xfrm>
            <a:custGeom>
              <a:avLst/>
              <a:gdLst/>
              <a:ahLst/>
              <a:cxnLst/>
              <a:rect l="l" t="t" r="r" b="b"/>
              <a:pathLst>
                <a:path w="4160" h="9767" extrusionOk="0">
                  <a:moveTo>
                    <a:pt x="2080" y="725"/>
                  </a:moveTo>
                  <a:cubicBezTo>
                    <a:pt x="2836" y="725"/>
                    <a:pt x="3466" y="1324"/>
                    <a:pt x="3466" y="2080"/>
                  </a:cubicBezTo>
                  <a:lnTo>
                    <a:pt x="3466" y="4537"/>
                  </a:lnTo>
                  <a:lnTo>
                    <a:pt x="694" y="4537"/>
                  </a:lnTo>
                  <a:lnTo>
                    <a:pt x="694" y="2080"/>
                  </a:lnTo>
                  <a:cubicBezTo>
                    <a:pt x="694" y="1324"/>
                    <a:pt x="1324" y="725"/>
                    <a:pt x="2080" y="725"/>
                  </a:cubicBezTo>
                  <a:close/>
                  <a:moveTo>
                    <a:pt x="3466" y="5230"/>
                  </a:moveTo>
                  <a:lnTo>
                    <a:pt x="3466" y="7688"/>
                  </a:lnTo>
                  <a:cubicBezTo>
                    <a:pt x="3498" y="8475"/>
                    <a:pt x="2867" y="9074"/>
                    <a:pt x="2080" y="9074"/>
                  </a:cubicBezTo>
                  <a:cubicBezTo>
                    <a:pt x="1324" y="9074"/>
                    <a:pt x="694" y="8444"/>
                    <a:pt x="694" y="7688"/>
                  </a:cubicBezTo>
                  <a:lnTo>
                    <a:pt x="694" y="5230"/>
                  </a:lnTo>
                  <a:close/>
                  <a:moveTo>
                    <a:pt x="2080" y="0"/>
                  </a:moveTo>
                  <a:cubicBezTo>
                    <a:pt x="946" y="0"/>
                    <a:pt x="1" y="946"/>
                    <a:pt x="1" y="2080"/>
                  </a:cubicBezTo>
                  <a:lnTo>
                    <a:pt x="1" y="7688"/>
                  </a:lnTo>
                  <a:cubicBezTo>
                    <a:pt x="1" y="8822"/>
                    <a:pt x="946" y="9767"/>
                    <a:pt x="2080" y="9767"/>
                  </a:cubicBezTo>
                  <a:cubicBezTo>
                    <a:pt x="3214" y="9767"/>
                    <a:pt x="4159" y="8822"/>
                    <a:pt x="4159" y="7688"/>
                  </a:cubicBezTo>
                  <a:lnTo>
                    <a:pt x="4159" y="2080"/>
                  </a:lnTo>
                  <a:cubicBezTo>
                    <a:pt x="4159" y="946"/>
                    <a:pt x="3246" y="0"/>
                    <a:pt x="2080" y="0"/>
                  </a:cubicBezTo>
                  <a:close/>
                </a:path>
              </a:pathLst>
            </a:custGeom>
            <a:grpFill/>
            <a:ln>
              <a:noFill/>
            </a:ln>
          </p:spPr>
          <p:txBody>
            <a:bodyPr spcFirstLastPara="1" wrap="square" lIns="62728" tIns="62728" rIns="62728" bIns="62728" anchor="ctr" anchorCtr="0">
              <a:noAutofit/>
            </a:bodyPr>
            <a:lstStyle/>
            <a:p>
              <a:endParaRPr sz="764"/>
            </a:p>
          </p:txBody>
        </p:sp>
        <p:sp>
          <p:nvSpPr>
            <p:cNvPr id="1180" name="Google Shape;7016;p64">
              <a:extLst>
                <a:ext uri="{FF2B5EF4-FFF2-40B4-BE49-F238E27FC236}">
                  <a16:creationId xmlns:a16="http://schemas.microsoft.com/office/drawing/2014/main" id="{043ABA26-67DA-4699-ABE1-4113A679B776}"/>
                </a:ext>
              </a:extLst>
            </p:cNvPr>
            <p:cNvSpPr/>
            <p:nvPr/>
          </p:nvSpPr>
          <p:spPr>
            <a:xfrm>
              <a:off x="-24649225" y="2541250"/>
              <a:ext cx="26800" cy="60675"/>
            </a:xfrm>
            <a:custGeom>
              <a:avLst/>
              <a:gdLst/>
              <a:ahLst/>
              <a:cxnLst/>
              <a:rect l="l" t="t" r="r" b="b"/>
              <a:pathLst>
                <a:path w="1072" h="2427" extrusionOk="0">
                  <a:moveTo>
                    <a:pt x="378" y="1"/>
                  </a:moveTo>
                  <a:cubicBezTo>
                    <a:pt x="158" y="1"/>
                    <a:pt x="0" y="158"/>
                    <a:pt x="0" y="347"/>
                  </a:cubicBezTo>
                  <a:lnTo>
                    <a:pt x="0" y="1734"/>
                  </a:lnTo>
                  <a:cubicBezTo>
                    <a:pt x="0" y="2112"/>
                    <a:pt x="315" y="2427"/>
                    <a:pt x="725" y="2427"/>
                  </a:cubicBezTo>
                  <a:cubicBezTo>
                    <a:pt x="914" y="2427"/>
                    <a:pt x="1071" y="2269"/>
                    <a:pt x="1071" y="2080"/>
                  </a:cubicBezTo>
                  <a:cubicBezTo>
                    <a:pt x="1071" y="1891"/>
                    <a:pt x="914" y="1734"/>
                    <a:pt x="725" y="1734"/>
                  </a:cubicBezTo>
                  <a:lnTo>
                    <a:pt x="725" y="347"/>
                  </a:lnTo>
                  <a:cubicBezTo>
                    <a:pt x="725" y="158"/>
                    <a:pt x="567" y="1"/>
                    <a:pt x="378" y="1"/>
                  </a:cubicBezTo>
                  <a:close/>
                </a:path>
              </a:pathLst>
            </a:custGeom>
            <a:grpFill/>
            <a:ln>
              <a:noFill/>
            </a:ln>
          </p:spPr>
          <p:txBody>
            <a:bodyPr spcFirstLastPara="1" wrap="square" lIns="62728" tIns="62728" rIns="62728" bIns="62728" anchor="ctr" anchorCtr="0">
              <a:noAutofit/>
            </a:bodyPr>
            <a:lstStyle/>
            <a:p>
              <a:endParaRPr sz="764"/>
            </a:p>
          </p:txBody>
        </p:sp>
        <p:sp>
          <p:nvSpPr>
            <p:cNvPr id="1181" name="Google Shape;7017;p64">
              <a:extLst>
                <a:ext uri="{FF2B5EF4-FFF2-40B4-BE49-F238E27FC236}">
                  <a16:creationId xmlns:a16="http://schemas.microsoft.com/office/drawing/2014/main" id="{AF1AA66F-BC75-42E5-9D12-F7EC3EDD205F}"/>
                </a:ext>
              </a:extLst>
            </p:cNvPr>
            <p:cNvSpPr/>
            <p:nvPr/>
          </p:nvSpPr>
          <p:spPr>
            <a:xfrm>
              <a:off x="-24544475" y="2340425"/>
              <a:ext cx="104000" cy="244175"/>
            </a:xfrm>
            <a:custGeom>
              <a:avLst/>
              <a:gdLst/>
              <a:ahLst/>
              <a:cxnLst/>
              <a:rect l="l" t="t" r="r" b="b"/>
              <a:pathLst>
                <a:path w="4160" h="9767" extrusionOk="0">
                  <a:moveTo>
                    <a:pt x="2080" y="693"/>
                  </a:moveTo>
                  <a:cubicBezTo>
                    <a:pt x="2836" y="693"/>
                    <a:pt x="3466" y="1323"/>
                    <a:pt x="3466" y="2079"/>
                  </a:cubicBezTo>
                  <a:lnTo>
                    <a:pt x="3466" y="4537"/>
                  </a:lnTo>
                  <a:lnTo>
                    <a:pt x="694" y="4537"/>
                  </a:lnTo>
                  <a:lnTo>
                    <a:pt x="694" y="2079"/>
                  </a:lnTo>
                  <a:cubicBezTo>
                    <a:pt x="694" y="1323"/>
                    <a:pt x="1324" y="693"/>
                    <a:pt x="2080" y="693"/>
                  </a:cubicBezTo>
                  <a:close/>
                  <a:moveTo>
                    <a:pt x="3466" y="5261"/>
                  </a:moveTo>
                  <a:lnTo>
                    <a:pt x="3466" y="7719"/>
                  </a:lnTo>
                  <a:cubicBezTo>
                    <a:pt x="3497" y="8475"/>
                    <a:pt x="2867" y="9105"/>
                    <a:pt x="2080" y="9105"/>
                  </a:cubicBezTo>
                  <a:cubicBezTo>
                    <a:pt x="1324" y="9105"/>
                    <a:pt x="694" y="8475"/>
                    <a:pt x="694" y="7719"/>
                  </a:cubicBezTo>
                  <a:lnTo>
                    <a:pt x="694" y="5261"/>
                  </a:lnTo>
                  <a:close/>
                  <a:moveTo>
                    <a:pt x="2080" y="0"/>
                  </a:moveTo>
                  <a:cubicBezTo>
                    <a:pt x="946" y="0"/>
                    <a:pt x="0" y="945"/>
                    <a:pt x="0" y="2079"/>
                  </a:cubicBezTo>
                  <a:lnTo>
                    <a:pt x="0" y="7687"/>
                  </a:lnTo>
                  <a:cubicBezTo>
                    <a:pt x="0" y="8821"/>
                    <a:pt x="946" y="9767"/>
                    <a:pt x="2080" y="9767"/>
                  </a:cubicBezTo>
                  <a:cubicBezTo>
                    <a:pt x="3214" y="9767"/>
                    <a:pt x="4159" y="8821"/>
                    <a:pt x="4159" y="7687"/>
                  </a:cubicBezTo>
                  <a:lnTo>
                    <a:pt x="4159" y="2079"/>
                  </a:lnTo>
                  <a:cubicBezTo>
                    <a:pt x="4159" y="945"/>
                    <a:pt x="3277" y="0"/>
                    <a:pt x="2080" y="0"/>
                  </a:cubicBezTo>
                  <a:close/>
                </a:path>
              </a:pathLst>
            </a:custGeom>
            <a:grpFill/>
            <a:ln>
              <a:noFill/>
            </a:ln>
          </p:spPr>
          <p:txBody>
            <a:bodyPr spcFirstLastPara="1" wrap="square" lIns="62728" tIns="62728" rIns="62728" bIns="62728" anchor="ctr" anchorCtr="0">
              <a:noAutofit/>
            </a:bodyPr>
            <a:lstStyle/>
            <a:p>
              <a:endParaRPr sz="764"/>
            </a:p>
          </p:txBody>
        </p:sp>
        <p:sp>
          <p:nvSpPr>
            <p:cNvPr id="1182" name="Google Shape;7018;p64">
              <a:extLst>
                <a:ext uri="{FF2B5EF4-FFF2-40B4-BE49-F238E27FC236}">
                  <a16:creationId xmlns:a16="http://schemas.microsoft.com/office/drawing/2014/main" id="{9FACCB80-1E1A-4783-AC1D-17BFB311D5FB}"/>
                </a:ext>
              </a:extLst>
            </p:cNvPr>
            <p:cNvSpPr/>
            <p:nvPr/>
          </p:nvSpPr>
          <p:spPr>
            <a:xfrm>
              <a:off x="-24501150" y="2375075"/>
              <a:ext cx="26800" cy="60675"/>
            </a:xfrm>
            <a:custGeom>
              <a:avLst/>
              <a:gdLst/>
              <a:ahLst/>
              <a:cxnLst/>
              <a:rect l="l" t="t" r="r" b="b"/>
              <a:pathLst>
                <a:path w="1072" h="2427" extrusionOk="0">
                  <a:moveTo>
                    <a:pt x="347" y="0"/>
                  </a:moveTo>
                  <a:cubicBezTo>
                    <a:pt x="158" y="0"/>
                    <a:pt x="0" y="158"/>
                    <a:pt x="0" y="347"/>
                  </a:cubicBezTo>
                  <a:cubicBezTo>
                    <a:pt x="32" y="536"/>
                    <a:pt x="189" y="693"/>
                    <a:pt x="347" y="693"/>
                  </a:cubicBezTo>
                  <a:lnTo>
                    <a:pt x="347" y="2080"/>
                  </a:lnTo>
                  <a:cubicBezTo>
                    <a:pt x="347" y="2269"/>
                    <a:pt x="504" y="2426"/>
                    <a:pt x="693" y="2426"/>
                  </a:cubicBezTo>
                  <a:cubicBezTo>
                    <a:pt x="914" y="2426"/>
                    <a:pt x="1071" y="2269"/>
                    <a:pt x="1071" y="2080"/>
                  </a:cubicBezTo>
                  <a:lnTo>
                    <a:pt x="1071" y="693"/>
                  </a:lnTo>
                  <a:cubicBezTo>
                    <a:pt x="1071" y="315"/>
                    <a:pt x="756" y="0"/>
                    <a:pt x="347" y="0"/>
                  </a:cubicBezTo>
                  <a:close/>
                </a:path>
              </a:pathLst>
            </a:custGeom>
            <a:grpFill/>
            <a:ln>
              <a:noFill/>
            </a:ln>
          </p:spPr>
          <p:txBody>
            <a:bodyPr spcFirstLastPara="1" wrap="square" lIns="62728" tIns="62728" rIns="62728" bIns="62728" anchor="ctr" anchorCtr="0">
              <a:noAutofit/>
            </a:bodyPr>
            <a:lstStyle/>
            <a:p>
              <a:endParaRPr sz="764"/>
            </a:p>
          </p:txBody>
        </p:sp>
      </p:grpSp>
      <p:sp>
        <p:nvSpPr>
          <p:cNvPr id="1050" name="Google Shape;7019;p64">
            <a:extLst>
              <a:ext uri="{FF2B5EF4-FFF2-40B4-BE49-F238E27FC236}">
                <a16:creationId xmlns:a16="http://schemas.microsoft.com/office/drawing/2014/main" id="{1D3C24C6-1F5A-4070-9CCD-E202EDF629C3}"/>
              </a:ext>
            </a:extLst>
          </p:cNvPr>
          <p:cNvSpPr/>
          <p:nvPr/>
        </p:nvSpPr>
        <p:spPr>
          <a:xfrm>
            <a:off x="531252" y="5623973"/>
            <a:ext cx="188222" cy="229789"/>
          </a:xfrm>
          <a:custGeom>
            <a:avLst/>
            <a:gdLst/>
            <a:ahLst/>
            <a:cxnLst/>
            <a:rect l="l" t="t" r="r" b="b"/>
            <a:pathLst>
              <a:path w="9704" h="11847" extrusionOk="0">
                <a:moveTo>
                  <a:pt x="7593" y="693"/>
                </a:moveTo>
                <a:lnTo>
                  <a:pt x="7593" y="1418"/>
                </a:lnTo>
                <a:lnTo>
                  <a:pt x="6900" y="1418"/>
                </a:lnTo>
                <a:lnTo>
                  <a:pt x="6900" y="693"/>
                </a:lnTo>
                <a:close/>
                <a:moveTo>
                  <a:pt x="7939" y="2080"/>
                </a:moveTo>
                <a:cubicBezTo>
                  <a:pt x="8160" y="2080"/>
                  <a:pt x="8317" y="2237"/>
                  <a:pt x="8317" y="2426"/>
                </a:cubicBezTo>
                <a:lnTo>
                  <a:pt x="8317" y="5577"/>
                </a:lnTo>
                <a:lnTo>
                  <a:pt x="6868" y="5577"/>
                </a:lnTo>
                <a:cubicBezTo>
                  <a:pt x="6900" y="5482"/>
                  <a:pt x="6931" y="5356"/>
                  <a:pt x="6931" y="5230"/>
                </a:cubicBezTo>
                <a:cubicBezTo>
                  <a:pt x="6931" y="4789"/>
                  <a:pt x="6648" y="4411"/>
                  <a:pt x="6207" y="4254"/>
                </a:cubicBezTo>
                <a:lnTo>
                  <a:pt x="6207" y="2426"/>
                </a:lnTo>
                <a:cubicBezTo>
                  <a:pt x="6207" y="2237"/>
                  <a:pt x="6364" y="2080"/>
                  <a:pt x="6585" y="2080"/>
                </a:cubicBezTo>
                <a:close/>
                <a:moveTo>
                  <a:pt x="5860" y="4915"/>
                </a:moveTo>
                <a:cubicBezTo>
                  <a:pt x="6049" y="4915"/>
                  <a:pt x="6207" y="5073"/>
                  <a:pt x="6207" y="5262"/>
                </a:cubicBezTo>
                <a:cubicBezTo>
                  <a:pt x="6207" y="5482"/>
                  <a:pt x="6049" y="5640"/>
                  <a:pt x="5860" y="5640"/>
                </a:cubicBezTo>
                <a:cubicBezTo>
                  <a:pt x="5671" y="5640"/>
                  <a:pt x="5513" y="5482"/>
                  <a:pt x="5513" y="5262"/>
                </a:cubicBezTo>
                <a:cubicBezTo>
                  <a:pt x="5545" y="5073"/>
                  <a:pt x="5671" y="4915"/>
                  <a:pt x="5860" y="4915"/>
                </a:cubicBezTo>
                <a:close/>
                <a:moveTo>
                  <a:pt x="8317" y="6270"/>
                </a:moveTo>
                <a:lnTo>
                  <a:pt x="8317" y="6616"/>
                </a:lnTo>
                <a:cubicBezTo>
                  <a:pt x="8317" y="6837"/>
                  <a:pt x="8160" y="6963"/>
                  <a:pt x="7939" y="6963"/>
                </a:cubicBezTo>
                <a:lnTo>
                  <a:pt x="6585" y="6963"/>
                </a:lnTo>
                <a:cubicBezTo>
                  <a:pt x="6364" y="6963"/>
                  <a:pt x="6207" y="6805"/>
                  <a:pt x="6207" y="6616"/>
                </a:cubicBezTo>
                <a:lnTo>
                  <a:pt x="6207" y="6270"/>
                </a:lnTo>
                <a:close/>
                <a:moveTo>
                  <a:pt x="7593" y="7688"/>
                </a:moveTo>
                <a:lnTo>
                  <a:pt x="7593" y="8381"/>
                </a:lnTo>
                <a:lnTo>
                  <a:pt x="6900" y="8381"/>
                </a:lnTo>
                <a:lnTo>
                  <a:pt x="6900" y="7688"/>
                </a:lnTo>
                <a:close/>
                <a:moveTo>
                  <a:pt x="5513" y="3529"/>
                </a:moveTo>
                <a:lnTo>
                  <a:pt x="5513" y="4285"/>
                </a:lnTo>
                <a:cubicBezTo>
                  <a:pt x="5198" y="4411"/>
                  <a:pt x="4946" y="4632"/>
                  <a:pt x="4883" y="4947"/>
                </a:cubicBezTo>
                <a:cubicBezTo>
                  <a:pt x="4064" y="5104"/>
                  <a:pt x="3434" y="5829"/>
                  <a:pt x="3434" y="6648"/>
                </a:cubicBezTo>
                <a:lnTo>
                  <a:pt x="3434" y="10113"/>
                </a:lnTo>
                <a:cubicBezTo>
                  <a:pt x="3434" y="10302"/>
                  <a:pt x="3592" y="10460"/>
                  <a:pt x="3781" y="10460"/>
                </a:cubicBezTo>
                <a:lnTo>
                  <a:pt x="5639" y="10460"/>
                </a:lnTo>
                <a:lnTo>
                  <a:pt x="5986" y="11185"/>
                </a:lnTo>
                <a:lnTo>
                  <a:pt x="2048" y="11185"/>
                </a:lnTo>
                <a:lnTo>
                  <a:pt x="2048" y="11153"/>
                </a:lnTo>
                <a:lnTo>
                  <a:pt x="2048" y="7309"/>
                </a:lnTo>
                <a:cubicBezTo>
                  <a:pt x="2048" y="5356"/>
                  <a:pt x="3592" y="3686"/>
                  <a:pt x="5513" y="3529"/>
                </a:cubicBezTo>
                <a:close/>
                <a:moveTo>
                  <a:pt x="5923" y="0"/>
                </a:moveTo>
                <a:cubicBezTo>
                  <a:pt x="5702" y="0"/>
                  <a:pt x="5545" y="158"/>
                  <a:pt x="5545" y="347"/>
                </a:cubicBezTo>
                <a:cubicBezTo>
                  <a:pt x="5545" y="536"/>
                  <a:pt x="5702" y="693"/>
                  <a:pt x="5923" y="693"/>
                </a:cubicBezTo>
                <a:lnTo>
                  <a:pt x="6270" y="693"/>
                </a:lnTo>
                <a:lnTo>
                  <a:pt x="6270" y="1450"/>
                </a:lnTo>
                <a:cubicBezTo>
                  <a:pt x="5860" y="1607"/>
                  <a:pt x="5545" y="1954"/>
                  <a:pt x="5545" y="2426"/>
                </a:cubicBezTo>
                <a:lnTo>
                  <a:pt x="5545" y="2836"/>
                </a:lnTo>
                <a:cubicBezTo>
                  <a:pt x="3245" y="3025"/>
                  <a:pt x="1386" y="4947"/>
                  <a:pt x="1386" y="7309"/>
                </a:cubicBezTo>
                <a:lnTo>
                  <a:pt x="1386" y="11153"/>
                </a:lnTo>
                <a:lnTo>
                  <a:pt x="347" y="11153"/>
                </a:lnTo>
                <a:cubicBezTo>
                  <a:pt x="158" y="11153"/>
                  <a:pt x="0" y="11311"/>
                  <a:pt x="0" y="11500"/>
                </a:cubicBezTo>
                <a:cubicBezTo>
                  <a:pt x="0" y="11689"/>
                  <a:pt x="158" y="11846"/>
                  <a:pt x="347" y="11846"/>
                </a:cubicBezTo>
                <a:lnTo>
                  <a:pt x="7971" y="11846"/>
                </a:lnTo>
                <a:cubicBezTo>
                  <a:pt x="8160" y="11846"/>
                  <a:pt x="8317" y="11689"/>
                  <a:pt x="8317" y="11500"/>
                </a:cubicBezTo>
                <a:cubicBezTo>
                  <a:pt x="8317" y="11311"/>
                  <a:pt x="8160" y="11153"/>
                  <a:pt x="7971" y="11153"/>
                </a:cubicBezTo>
                <a:lnTo>
                  <a:pt x="6774" y="11153"/>
                </a:lnTo>
                <a:lnTo>
                  <a:pt x="6427" y="10428"/>
                </a:lnTo>
                <a:lnTo>
                  <a:pt x="9326" y="10428"/>
                </a:lnTo>
                <a:cubicBezTo>
                  <a:pt x="9546" y="10428"/>
                  <a:pt x="9704" y="10271"/>
                  <a:pt x="9704" y="10082"/>
                </a:cubicBezTo>
                <a:cubicBezTo>
                  <a:pt x="9672" y="9924"/>
                  <a:pt x="9515" y="9767"/>
                  <a:pt x="9326" y="9767"/>
                </a:cubicBezTo>
                <a:lnTo>
                  <a:pt x="4127" y="9767"/>
                </a:lnTo>
                <a:lnTo>
                  <a:pt x="4127" y="6648"/>
                </a:lnTo>
                <a:cubicBezTo>
                  <a:pt x="4127" y="6175"/>
                  <a:pt x="4442" y="5797"/>
                  <a:pt x="4883" y="5671"/>
                </a:cubicBezTo>
                <a:cubicBezTo>
                  <a:pt x="5009" y="5955"/>
                  <a:pt x="5230" y="6175"/>
                  <a:pt x="5513" y="6270"/>
                </a:cubicBezTo>
                <a:lnTo>
                  <a:pt x="5513" y="6648"/>
                </a:lnTo>
                <a:cubicBezTo>
                  <a:pt x="5513" y="7089"/>
                  <a:pt x="5797" y="7467"/>
                  <a:pt x="6238" y="7625"/>
                </a:cubicBezTo>
                <a:lnTo>
                  <a:pt x="6238" y="8727"/>
                </a:lnTo>
                <a:cubicBezTo>
                  <a:pt x="6238" y="8948"/>
                  <a:pt x="6396" y="9105"/>
                  <a:pt x="6585" y="9105"/>
                </a:cubicBezTo>
                <a:lnTo>
                  <a:pt x="7971" y="9105"/>
                </a:lnTo>
                <a:cubicBezTo>
                  <a:pt x="8160" y="9105"/>
                  <a:pt x="8317" y="8948"/>
                  <a:pt x="8317" y="8727"/>
                </a:cubicBezTo>
                <a:lnTo>
                  <a:pt x="8317" y="7625"/>
                </a:lnTo>
                <a:cubicBezTo>
                  <a:pt x="8695" y="7467"/>
                  <a:pt x="9010" y="7120"/>
                  <a:pt x="9010" y="6648"/>
                </a:cubicBezTo>
                <a:lnTo>
                  <a:pt x="9010" y="2426"/>
                </a:lnTo>
                <a:cubicBezTo>
                  <a:pt x="9010" y="2017"/>
                  <a:pt x="8758" y="1607"/>
                  <a:pt x="8317" y="1450"/>
                </a:cubicBezTo>
                <a:lnTo>
                  <a:pt x="8317" y="693"/>
                </a:lnTo>
                <a:lnTo>
                  <a:pt x="8664" y="693"/>
                </a:lnTo>
                <a:cubicBezTo>
                  <a:pt x="8853" y="693"/>
                  <a:pt x="9010" y="536"/>
                  <a:pt x="9010" y="347"/>
                </a:cubicBezTo>
                <a:cubicBezTo>
                  <a:pt x="9010" y="158"/>
                  <a:pt x="8853" y="0"/>
                  <a:pt x="866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051" name="Google Shape;7020;p64">
            <a:extLst>
              <a:ext uri="{FF2B5EF4-FFF2-40B4-BE49-F238E27FC236}">
                <a16:creationId xmlns:a16="http://schemas.microsoft.com/office/drawing/2014/main" id="{23079F34-B600-456A-9BF9-BB343FAFCBE4}"/>
              </a:ext>
            </a:extLst>
          </p:cNvPr>
          <p:cNvGrpSpPr/>
          <p:nvPr/>
        </p:nvGrpSpPr>
        <p:grpSpPr>
          <a:xfrm>
            <a:off x="4293808" y="5331430"/>
            <a:ext cx="234056" cy="229187"/>
            <a:chOff x="-22881800" y="1971800"/>
            <a:chExt cx="301675" cy="295400"/>
          </a:xfrm>
          <a:solidFill>
            <a:schemeClr val="tx1"/>
          </a:solidFill>
        </p:grpSpPr>
        <p:sp>
          <p:nvSpPr>
            <p:cNvPr id="1173" name="Google Shape;7021;p64">
              <a:extLst>
                <a:ext uri="{FF2B5EF4-FFF2-40B4-BE49-F238E27FC236}">
                  <a16:creationId xmlns:a16="http://schemas.microsoft.com/office/drawing/2014/main" id="{6E84A401-9AAE-4103-8C6A-D26C6679E6BD}"/>
                </a:ext>
              </a:extLst>
            </p:cNvPr>
            <p:cNvSpPr/>
            <p:nvPr/>
          </p:nvSpPr>
          <p:spPr>
            <a:xfrm>
              <a:off x="-22773100" y="2041900"/>
              <a:ext cx="86650" cy="86675"/>
            </a:xfrm>
            <a:custGeom>
              <a:avLst/>
              <a:gdLst/>
              <a:ahLst/>
              <a:cxnLst/>
              <a:rect l="l" t="t" r="r" b="b"/>
              <a:pathLst>
                <a:path w="3466" h="3467" extrusionOk="0">
                  <a:moveTo>
                    <a:pt x="1733" y="725"/>
                  </a:moveTo>
                  <a:cubicBezTo>
                    <a:pt x="2268" y="725"/>
                    <a:pt x="2741" y="1198"/>
                    <a:pt x="2741" y="1734"/>
                  </a:cubicBezTo>
                  <a:cubicBezTo>
                    <a:pt x="2741" y="2269"/>
                    <a:pt x="2300" y="2742"/>
                    <a:pt x="1733" y="2742"/>
                  </a:cubicBezTo>
                  <a:cubicBezTo>
                    <a:pt x="1134" y="2742"/>
                    <a:pt x="693" y="2269"/>
                    <a:pt x="693" y="1734"/>
                  </a:cubicBezTo>
                  <a:cubicBezTo>
                    <a:pt x="693" y="1198"/>
                    <a:pt x="1166" y="725"/>
                    <a:pt x="1733" y="725"/>
                  </a:cubicBezTo>
                  <a:close/>
                  <a:moveTo>
                    <a:pt x="1733" y="1"/>
                  </a:moveTo>
                  <a:cubicBezTo>
                    <a:pt x="788" y="1"/>
                    <a:pt x="0" y="788"/>
                    <a:pt x="0" y="1734"/>
                  </a:cubicBezTo>
                  <a:cubicBezTo>
                    <a:pt x="0" y="2679"/>
                    <a:pt x="788" y="3466"/>
                    <a:pt x="1733" y="3466"/>
                  </a:cubicBezTo>
                  <a:cubicBezTo>
                    <a:pt x="2678" y="3466"/>
                    <a:pt x="3466" y="2679"/>
                    <a:pt x="3466" y="1734"/>
                  </a:cubicBezTo>
                  <a:cubicBezTo>
                    <a:pt x="3466" y="757"/>
                    <a:pt x="2678" y="1"/>
                    <a:pt x="1733" y="1"/>
                  </a:cubicBezTo>
                  <a:close/>
                </a:path>
              </a:pathLst>
            </a:custGeom>
            <a:grpFill/>
            <a:ln>
              <a:noFill/>
            </a:ln>
          </p:spPr>
          <p:txBody>
            <a:bodyPr spcFirstLastPara="1" wrap="square" lIns="62728" tIns="62728" rIns="62728" bIns="62728" anchor="ctr" anchorCtr="0">
              <a:noAutofit/>
            </a:bodyPr>
            <a:lstStyle/>
            <a:p>
              <a:endParaRPr sz="764"/>
            </a:p>
          </p:txBody>
        </p:sp>
        <p:sp>
          <p:nvSpPr>
            <p:cNvPr id="1174" name="Google Shape;7022;p64">
              <a:extLst>
                <a:ext uri="{FF2B5EF4-FFF2-40B4-BE49-F238E27FC236}">
                  <a16:creationId xmlns:a16="http://schemas.microsoft.com/office/drawing/2014/main" id="{F1E82E8D-2287-43F7-B6E3-9C149CF19317}"/>
                </a:ext>
              </a:extLst>
            </p:cNvPr>
            <p:cNvSpPr/>
            <p:nvPr/>
          </p:nvSpPr>
          <p:spPr>
            <a:xfrm>
              <a:off x="-22737675" y="2145075"/>
              <a:ext cx="51225" cy="51225"/>
            </a:xfrm>
            <a:custGeom>
              <a:avLst/>
              <a:gdLst/>
              <a:ahLst/>
              <a:cxnLst/>
              <a:rect l="l" t="t" r="r" b="b"/>
              <a:pathLst>
                <a:path w="2049" h="2049" extrusionOk="0">
                  <a:moveTo>
                    <a:pt x="1009" y="726"/>
                  </a:moveTo>
                  <a:cubicBezTo>
                    <a:pt x="1198" y="726"/>
                    <a:pt x="1387" y="883"/>
                    <a:pt x="1387" y="1072"/>
                  </a:cubicBezTo>
                  <a:cubicBezTo>
                    <a:pt x="1387" y="1261"/>
                    <a:pt x="1198" y="1419"/>
                    <a:pt x="1009" y="1419"/>
                  </a:cubicBezTo>
                  <a:cubicBezTo>
                    <a:pt x="820" y="1419"/>
                    <a:pt x="662" y="1261"/>
                    <a:pt x="662" y="1072"/>
                  </a:cubicBezTo>
                  <a:cubicBezTo>
                    <a:pt x="662" y="883"/>
                    <a:pt x="820" y="726"/>
                    <a:pt x="1009" y="726"/>
                  </a:cubicBezTo>
                  <a:close/>
                  <a:moveTo>
                    <a:pt x="1009" y="1"/>
                  </a:moveTo>
                  <a:cubicBezTo>
                    <a:pt x="410" y="1"/>
                    <a:pt x="1" y="473"/>
                    <a:pt x="1" y="1041"/>
                  </a:cubicBezTo>
                  <a:cubicBezTo>
                    <a:pt x="1" y="1608"/>
                    <a:pt x="473" y="2049"/>
                    <a:pt x="1009" y="2049"/>
                  </a:cubicBezTo>
                  <a:cubicBezTo>
                    <a:pt x="1576" y="2049"/>
                    <a:pt x="2049" y="1576"/>
                    <a:pt x="2049" y="1041"/>
                  </a:cubicBezTo>
                  <a:cubicBezTo>
                    <a:pt x="2049" y="473"/>
                    <a:pt x="1576" y="1"/>
                    <a:pt x="1009" y="1"/>
                  </a:cubicBezTo>
                  <a:close/>
                </a:path>
              </a:pathLst>
            </a:custGeom>
            <a:grpFill/>
            <a:ln>
              <a:noFill/>
            </a:ln>
          </p:spPr>
          <p:txBody>
            <a:bodyPr spcFirstLastPara="1" wrap="square" lIns="62728" tIns="62728" rIns="62728" bIns="62728" anchor="ctr" anchorCtr="0">
              <a:noAutofit/>
            </a:bodyPr>
            <a:lstStyle/>
            <a:p>
              <a:endParaRPr sz="764"/>
            </a:p>
          </p:txBody>
        </p:sp>
        <p:sp>
          <p:nvSpPr>
            <p:cNvPr id="1175" name="Google Shape;7023;p64">
              <a:extLst>
                <a:ext uri="{FF2B5EF4-FFF2-40B4-BE49-F238E27FC236}">
                  <a16:creationId xmlns:a16="http://schemas.microsoft.com/office/drawing/2014/main" id="{334E0158-91AA-4B1B-97A5-DB89A876ACB4}"/>
                </a:ext>
              </a:extLst>
            </p:cNvPr>
            <p:cNvSpPr/>
            <p:nvPr/>
          </p:nvSpPr>
          <p:spPr>
            <a:xfrm>
              <a:off x="-22807775" y="2110425"/>
              <a:ext cx="17350" cy="18150"/>
            </a:xfrm>
            <a:custGeom>
              <a:avLst/>
              <a:gdLst/>
              <a:ahLst/>
              <a:cxnLst/>
              <a:rect l="l" t="t" r="r" b="b"/>
              <a:pathLst>
                <a:path w="694" h="726" extrusionOk="0">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1176" name="Google Shape;7024;p64">
              <a:extLst>
                <a:ext uri="{FF2B5EF4-FFF2-40B4-BE49-F238E27FC236}">
                  <a16:creationId xmlns:a16="http://schemas.microsoft.com/office/drawing/2014/main" id="{BD27D232-FD7D-4679-8D48-3A100FD1980E}"/>
                </a:ext>
              </a:extLst>
            </p:cNvPr>
            <p:cNvSpPr/>
            <p:nvPr/>
          </p:nvSpPr>
          <p:spPr>
            <a:xfrm>
              <a:off x="-22773100" y="21632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1177" name="Google Shape;7025;p64">
              <a:extLst>
                <a:ext uri="{FF2B5EF4-FFF2-40B4-BE49-F238E27FC236}">
                  <a16:creationId xmlns:a16="http://schemas.microsoft.com/office/drawing/2014/main" id="{7CE4B723-0E2B-44B2-ABE4-E0804B0AA78B}"/>
                </a:ext>
              </a:extLst>
            </p:cNvPr>
            <p:cNvSpPr/>
            <p:nvPr/>
          </p:nvSpPr>
          <p:spPr>
            <a:xfrm>
              <a:off x="-22669150" y="2110425"/>
              <a:ext cx="18150" cy="18150"/>
            </a:xfrm>
            <a:custGeom>
              <a:avLst/>
              <a:gdLst/>
              <a:ahLst/>
              <a:cxnLst/>
              <a:rect l="l" t="t" r="r" b="b"/>
              <a:pathLst>
                <a:path w="726" h="726" extrusionOk="0">
                  <a:moveTo>
                    <a:pt x="347" y="1"/>
                  </a:moveTo>
                  <a:cubicBezTo>
                    <a:pt x="158" y="1"/>
                    <a:pt x="1" y="190"/>
                    <a:pt x="1" y="379"/>
                  </a:cubicBezTo>
                  <a:cubicBezTo>
                    <a:pt x="1" y="568"/>
                    <a:pt x="158" y="725"/>
                    <a:pt x="347" y="725"/>
                  </a:cubicBezTo>
                  <a:cubicBezTo>
                    <a:pt x="568" y="725"/>
                    <a:pt x="725" y="568"/>
                    <a:pt x="725" y="379"/>
                  </a:cubicBezTo>
                  <a:cubicBezTo>
                    <a:pt x="662" y="190"/>
                    <a:pt x="568"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1178" name="Google Shape;7026;p64">
              <a:extLst>
                <a:ext uri="{FF2B5EF4-FFF2-40B4-BE49-F238E27FC236}">
                  <a16:creationId xmlns:a16="http://schemas.microsoft.com/office/drawing/2014/main" id="{39F9B50C-C436-4F24-963E-D7DAD94D5A91}"/>
                </a:ext>
              </a:extLst>
            </p:cNvPr>
            <p:cNvSpPr/>
            <p:nvPr/>
          </p:nvSpPr>
          <p:spPr>
            <a:xfrm>
              <a:off x="-22881800" y="1971800"/>
              <a:ext cx="301675" cy="295400"/>
            </a:xfrm>
            <a:custGeom>
              <a:avLst/>
              <a:gdLst/>
              <a:ahLst/>
              <a:cxnLst/>
              <a:rect l="l" t="t" r="r" b="b"/>
              <a:pathLst>
                <a:path w="12067" h="11816" extrusionOk="0">
                  <a:moveTo>
                    <a:pt x="6081" y="2112"/>
                  </a:moveTo>
                  <a:cubicBezTo>
                    <a:pt x="6553" y="2112"/>
                    <a:pt x="6963" y="2175"/>
                    <a:pt x="7373" y="2332"/>
                  </a:cubicBezTo>
                  <a:cubicBezTo>
                    <a:pt x="8633" y="2805"/>
                    <a:pt x="9578" y="3907"/>
                    <a:pt x="9798" y="5262"/>
                  </a:cubicBezTo>
                  <a:cubicBezTo>
                    <a:pt x="9861" y="5451"/>
                    <a:pt x="9861" y="5672"/>
                    <a:pt x="9861" y="5924"/>
                  </a:cubicBezTo>
                  <a:cubicBezTo>
                    <a:pt x="9861" y="6144"/>
                    <a:pt x="9861" y="6333"/>
                    <a:pt x="9798" y="6585"/>
                  </a:cubicBezTo>
                  <a:cubicBezTo>
                    <a:pt x="9609" y="7909"/>
                    <a:pt x="8633" y="9043"/>
                    <a:pt x="7373" y="9484"/>
                  </a:cubicBezTo>
                  <a:cubicBezTo>
                    <a:pt x="6963" y="9673"/>
                    <a:pt x="6522" y="9736"/>
                    <a:pt x="6081" y="9736"/>
                  </a:cubicBezTo>
                  <a:cubicBezTo>
                    <a:pt x="5640" y="9736"/>
                    <a:pt x="5167" y="9673"/>
                    <a:pt x="4758" y="9484"/>
                  </a:cubicBezTo>
                  <a:cubicBezTo>
                    <a:pt x="3497" y="9043"/>
                    <a:pt x="2552" y="7909"/>
                    <a:pt x="2332" y="6585"/>
                  </a:cubicBezTo>
                  <a:cubicBezTo>
                    <a:pt x="2300" y="6396"/>
                    <a:pt x="2300" y="6144"/>
                    <a:pt x="2300" y="5924"/>
                  </a:cubicBezTo>
                  <a:cubicBezTo>
                    <a:pt x="2300" y="5672"/>
                    <a:pt x="2300" y="5483"/>
                    <a:pt x="2332" y="5262"/>
                  </a:cubicBezTo>
                  <a:cubicBezTo>
                    <a:pt x="2552" y="3907"/>
                    <a:pt x="3497" y="2805"/>
                    <a:pt x="4758" y="2332"/>
                  </a:cubicBezTo>
                  <a:cubicBezTo>
                    <a:pt x="5167" y="2175"/>
                    <a:pt x="5608" y="2112"/>
                    <a:pt x="6081" y="2112"/>
                  </a:cubicBezTo>
                  <a:close/>
                  <a:moveTo>
                    <a:pt x="5329" y="1"/>
                  </a:moveTo>
                  <a:cubicBezTo>
                    <a:pt x="5238" y="1"/>
                    <a:pt x="5151" y="32"/>
                    <a:pt x="5104" y="95"/>
                  </a:cubicBezTo>
                  <a:cubicBezTo>
                    <a:pt x="4978" y="221"/>
                    <a:pt x="4978" y="442"/>
                    <a:pt x="5104" y="568"/>
                  </a:cubicBezTo>
                  <a:cubicBezTo>
                    <a:pt x="5356" y="851"/>
                    <a:pt x="5577" y="1072"/>
                    <a:pt x="5640" y="1387"/>
                  </a:cubicBezTo>
                  <a:cubicBezTo>
                    <a:pt x="5356" y="1419"/>
                    <a:pt x="5041" y="1482"/>
                    <a:pt x="4789" y="1545"/>
                  </a:cubicBezTo>
                  <a:cubicBezTo>
                    <a:pt x="4506" y="1041"/>
                    <a:pt x="4096" y="851"/>
                    <a:pt x="3592" y="599"/>
                  </a:cubicBezTo>
                  <a:cubicBezTo>
                    <a:pt x="3551" y="583"/>
                    <a:pt x="3506" y="575"/>
                    <a:pt x="3461" y="575"/>
                  </a:cubicBezTo>
                  <a:cubicBezTo>
                    <a:pt x="3329" y="575"/>
                    <a:pt x="3189" y="640"/>
                    <a:pt x="3119" y="757"/>
                  </a:cubicBezTo>
                  <a:cubicBezTo>
                    <a:pt x="3056" y="914"/>
                    <a:pt x="3119" y="1167"/>
                    <a:pt x="3277" y="1230"/>
                  </a:cubicBezTo>
                  <a:cubicBezTo>
                    <a:pt x="3623" y="1387"/>
                    <a:pt x="3907" y="1545"/>
                    <a:pt x="4065" y="1828"/>
                  </a:cubicBezTo>
                  <a:cubicBezTo>
                    <a:pt x="3781" y="1954"/>
                    <a:pt x="3560" y="2112"/>
                    <a:pt x="3308" y="2269"/>
                  </a:cubicBezTo>
                  <a:cubicBezTo>
                    <a:pt x="2899" y="1860"/>
                    <a:pt x="2426" y="1828"/>
                    <a:pt x="1891" y="1734"/>
                  </a:cubicBezTo>
                  <a:cubicBezTo>
                    <a:pt x="1702" y="1734"/>
                    <a:pt x="1544" y="1860"/>
                    <a:pt x="1513" y="2049"/>
                  </a:cubicBezTo>
                  <a:cubicBezTo>
                    <a:pt x="1513" y="2269"/>
                    <a:pt x="1639" y="2427"/>
                    <a:pt x="1828" y="2458"/>
                  </a:cubicBezTo>
                  <a:cubicBezTo>
                    <a:pt x="2206" y="2490"/>
                    <a:pt x="2489" y="2521"/>
                    <a:pt x="2773" y="2742"/>
                  </a:cubicBezTo>
                  <a:cubicBezTo>
                    <a:pt x="2584" y="2931"/>
                    <a:pt x="2363" y="3151"/>
                    <a:pt x="2206" y="3403"/>
                  </a:cubicBezTo>
                  <a:cubicBezTo>
                    <a:pt x="1964" y="3318"/>
                    <a:pt x="1741" y="3284"/>
                    <a:pt x="1524" y="3284"/>
                  </a:cubicBezTo>
                  <a:cubicBezTo>
                    <a:pt x="1259" y="3284"/>
                    <a:pt x="1002" y="3334"/>
                    <a:pt x="725" y="3403"/>
                  </a:cubicBezTo>
                  <a:cubicBezTo>
                    <a:pt x="536" y="3435"/>
                    <a:pt x="441" y="3624"/>
                    <a:pt x="473" y="3844"/>
                  </a:cubicBezTo>
                  <a:cubicBezTo>
                    <a:pt x="526" y="4003"/>
                    <a:pt x="667" y="4073"/>
                    <a:pt x="823" y="4073"/>
                  </a:cubicBezTo>
                  <a:cubicBezTo>
                    <a:pt x="853" y="4073"/>
                    <a:pt x="883" y="4070"/>
                    <a:pt x="914" y="4065"/>
                  </a:cubicBezTo>
                  <a:cubicBezTo>
                    <a:pt x="1162" y="3989"/>
                    <a:pt x="1352" y="3947"/>
                    <a:pt x="1534" y="3947"/>
                  </a:cubicBezTo>
                  <a:cubicBezTo>
                    <a:pt x="1652" y="3947"/>
                    <a:pt x="1766" y="3965"/>
                    <a:pt x="1891" y="4002"/>
                  </a:cubicBezTo>
                  <a:cubicBezTo>
                    <a:pt x="1796" y="4254"/>
                    <a:pt x="1670" y="4538"/>
                    <a:pt x="1639" y="4821"/>
                  </a:cubicBezTo>
                  <a:cubicBezTo>
                    <a:pt x="1040" y="4821"/>
                    <a:pt x="630" y="5042"/>
                    <a:pt x="221" y="5357"/>
                  </a:cubicBezTo>
                  <a:cubicBezTo>
                    <a:pt x="63" y="5483"/>
                    <a:pt x="0" y="5672"/>
                    <a:pt x="126" y="5829"/>
                  </a:cubicBezTo>
                  <a:cubicBezTo>
                    <a:pt x="221" y="5924"/>
                    <a:pt x="284" y="5987"/>
                    <a:pt x="410" y="5987"/>
                  </a:cubicBezTo>
                  <a:cubicBezTo>
                    <a:pt x="473" y="5987"/>
                    <a:pt x="567" y="5955"/>
                    <a:pt x="599" y="5924"/>
                  </a:cubicBezTo>
                  <a:cubicBezTo>
                    <a:pt x="914" y="5672"/>
                    <a:pt x="1198" y="5514"/>
                    <a:pt x="1513" y="5514"/>
                  </a:cubicBezTo>
                  <a:lnTo>
                    <a:pt x="1513" y="5924"/>
                  </a:lnTo>
                  <a:cubicBezTo>
                    <a:pt x="1513" y="6081"/>
                    <a:pt x="1513" y="6239"/>
                    <a:pt x="1544" y="6396"/>
                  </a:cubicBezTo>
                  <a:cubicBezTo>
                    <a:pt x="1009" y="6585"/>
                    <a:pt x="725" y="6932"/>
                    <a:pt x="410" y="7373"/>
                  </a:cubicBezTo>
                  <a:cubicBezTo>
                    <a:pt x="284" y="7531"/>
                    <a:pt x="315" y="7720"/>
                    <a:pt x="473" y="7846"/>
                  </a:cubicBezTo>
                  <a:cubicBezTo>
                    <a:pt x="567" y="7877"/>
                    <a:pt x="599" y="7940"/>
                    <a:pt x="694" y="7940"/>
                  </a:cubicBezTo>
                  <a:cubicBezTo>
                    <a:pt x="788" y="7940"/>
                    <a:pt x="914" y="7877"/>
                    <a:pt x="946" y="7783"/>
                  </a:cubicBezTo>
                  <a:cubicBezTo>
                    <a:pt x="1198" y="7467"/>
                    <a:pt x="1355" y="7215"/>
                    <a:pt x="1670" y="7089"/>
                  </a:cubicBezTo>
                  <a:cubicBezTo>
                    <a:pt x="1733" y="7373"/>
                    <a:pt x="1828" y="7657"/>
                    <a:pt x="1985" y="7940"/>
                  </a:cubicBezTo>
                  <a:cubicBezTo>
                    <a:pt x="1544" y="8287"/>
                    <a:pt x="1387" y="8728"/>
                    <a:pt x="1229" y="9232"/>
                  </a:cubicBezTo>
                  <a:cubicBezTo>
                    <a:pt x="1198" y="9421"/>
                    <a:pt x="1324" y="9610"/>
                    <a:pt x="1481" y="9673"/>
                  </a:cubicBezTo>
                  <a:lnTo>
                    <a:pt x="1544" y="9673"/>
                  </a:lnTo>
                  <a:cubicBezTo>
                    <a:pt x="1702" y="9673"/>
                    <a:pt x="1828" y="9547"/>
                    <a:pt x="1891" y="9389"/>
                  </a:cubicBezTo>
                  <a:cubicBezTo>
                    <a:pt x="2017" y="8980"/>
                    <a:pt x="2111" y="8728"/>
                    <a:pt x="2332" y="8476"/>
                  </a:cubicBezTo>
                  <a:cubicBezTo>
                    <a:pt x="2489" y="8728"/>
                    <a:pt x="2678" y="8948"/>
                    <a:pt x="2899" y="9137"/>
                  </a:cubicBezTo>
                  <a:cubicBezTo>
                    <a:pt x="2584" y="9610"/>
                    <a:pt x="2615" y="10082"/>
                    <a:pt x="2647" y="10649"/>
                  </a:cubicBezTo>
                  <a:cubicBezTo>
                    <a:pt x="2647" y="10839"/>
                    <a:pt x="2804" y="10965"/>
                    <a:pt x="2993" y="10965"/>
                  </a:cubicBezTo>
                  <a:lnTo>
                    <a:pt x="3056" y="10965"/>
                  </a:lnTo>
                  <a:cubicBezTo>
                    <a:pt x="3245" y="10965"/>
                    <a:pt x="3371" y="10775"/>
                    <a:pt x="3371" y="10555"/>
                  </a:cubicBezTo>
                  <a:cubicBezTo>
                    <a:pt x="3308" y="10177"/>
                    <a:pt x="3308" y="9862"/>
                    <a:pt x="3434" y="9578"/>
                  </a:cubicBezTo>
                  <a:cubicBezTo>
                    <a:pt x="3686" y="9736"/>
                    <a:pt x="3907" y="9893"/>
                    <a:pt x="4191" y="10019"/>
                  </a:cubicBezTo>
                  <a:cubicBezTo>
                    <a:pt x="4065" y="10555"/>
                    <a:pt x="4222" y="10996"/>
                    <a:pt x="4474" y="11500"/>
                  </a:cubicBezTo>
                  <a:cubicBezTo>
                    <a:pt x="4506" y="11626"/>
                    <a:pt x="4663" y="11721"/>
                    <a:pt x="4789" y="11721"/>
                  </a:cubicBezTo>
                  <a:cubicBezTo>
                    <a:pt x="4821" y="11721"/>
                    <a:pt x="4884" y="11721"/>
                    <a:pt x="4947" y="11658"/>
                  </a:cubicBezTo>
                  <a:cubicBezTo>
                    <a:pt x="5104" y="11595"/>
                    <a:pt x="5167" y="11406"/>
                    <a:pt x="5104" y="11185"/>
                  </a:cubicBezTo>
                  <a:cubicBezTo>
                    <a:pt x="4947" y="10839"/>
                    <a:pt x="4821" y="10555"/>
                    <a:pt x="4852" y="10240"/>
                  </a:cubicBezTo>
                  <a:lnTo>
                    <a:pt x="4852" y="10240"/>
                  </a:lnTo>
                  <a:cubicBezTo>
                    <a:pt x="5136" y="10334"/>
                    <a:pt x="5419" y="10366"/>
                    <a:pt x="5734" y="10397"/>
                  </a:cubicBezTo>
                  <a:cubicBezTo>
                    <a:pt x="5797" y="10965"/>
                    <a:pt x="6112" y="11311"/>
                    <a:pt x="6522" y="11721"/>
                  </a:cubicBezTo>
                  <a:cubicBezTo>
                    <a:pt x="6585" y="11784"/>
                    <a:pt x="6679" y="11815"/>
                    <a:pt x="6742" y="11815"/>
                  </a:cubicBezTo>
                  <a:cubicBezTo>
                    <a:pt x="6837" y="11815"/>
                    <a:pt x="6931" y="11784"/>
                    <a:pt x="6994" y="11721"/>
                  </a:cubicBezTo>
                  <a:cubicBezTo>
                    <a:pt x="7089" y="11595"/>
                    <a:pt x="7089" y="11343"/>
                    <a:pt x="6994" y="11248"/>
                  </a:cubicBezTo>
                  <a:cubicBezTo>
                    <a:pt x="6711" y="10965"/>
                    <a:pt x="6522" y="10712"/>
                    <a:pt x="6427" y="10397"/>
                  </a:cubicBezTo>
                  <a:cubicBezTo>
                    <a:pt x="6711" y="10366"/>
                    <a:pt x="7026" y="10334"/>
                    <a:pt x="7310" y="10240"/>
                  </a:cubicBezTo>
                  <a:cubicBezTo>
                    <a:pt x="7562" y="10775"/>
                    <a:pt x="7971" y="10965"/>
                    <a:pt x="8475" y="11185"/>
                  </a:cubicBezTo>
                  <a:cubicBezTo>
                    <a:pt x="8507" y="11248"/>
                    <a:pt x="8570" y="11248"/>
                    <a:pt x="8633" y="11248"/>
                  </a:cubicBezTo>
                  <a:cubicBezTo>
                    <a:pt x="8759" y="11248"/>
                    <a:pt x="8885" y="11154"/>
                    <a:pt x="8948" y="11028"/>
                  </a:cubicBezTo>
                  <a:cubicBezTo>
                    <a:pt x="9042" y="10870"/>
                    <a:pt x="8948" y="10649"/>
                    <a:pt x="8790" y="10555"/>
                  </a:cubicBezTo>
                  <a:cubicBezTo>
                    <a:pt x="8444" y="10397"/>
                    <a:pt x="8160" y="10240"/>
                    <a:pt x="8003" y="9988"/>
                  </a:cubicBezTo>
                  <a:cubicBezTo>
                    <a:pt x="8286" y="9862"/>
                    <a:pt x="8507" y="9704"/>
                    <a:pt x="8759" y="9547"/>
                  </a:cubicBezTo>
                  <a:cubicBezTo>
                    <a:pt x="9200" y="9925"/>
                    <a:pt x="9672" y="9988"/>
                    <a:pt x="10176" y="10051"/>
                  </a:cubicBezTo>
                  <a:lnTo>
                    <a:pt x="10208" y="10051"/>
                  </a:lnTo>
                  <a:cubicBezTo>
                    <a:pt x="10397" y="10051"/>
                    <a:pt x="10523" y="9925"/>
                    <a:pt x="10555" y="9736"/>
                  </a:cubicBezTo>
                  <a:cubicBezTo>
                    <a:pt x="10555" y="9547"/>
                    <a:pt x="10460" y="9389"/>
                    <a:pt x="10240" y="9358"/>
                  </a:cubicBezTo>
                  <a:cubicBezTo>
                    <a:pt x="9861" y="9295"/>
                    <a:pt x="9578" y="9263"/>
                    <a:pt x="9294" y="9074"/>
                  </a:cubicBezTo>
                  <a:cubicBezTo>
                    <a:pt x="9515" y="8885"/>
                    <a:pt x="9704" y="8633"/>
                    <a:pt x="9861" y="8413"/>
                  </a:cubicBezTo>
                  <a:cubicBezTo>
                    <a:pt x="10082" y="8476"/>
                    <a:pt x="10303" y="8507"/>
                    <a:pt x="10523" y="8507"/>
                  </a:cubicBezTo>
                  <a:cubicBezTo>
                    <a:pt x="10807" y="8507"/>
                    <a:pt x="11090" y="8444"/>
                    <a:pt x="11405" y="8350"/>
                  </a:cubicBezTo>
                  <a:cubicBezTo>
                    <a:pt x="11594" y="8318"/>
                    <a:pt x="11657" y="8129"/>
                    <a:pt x="11626" y="7940"/>
                  </a:cubicBezTo>
                  <a:cubicBezTo>
                    <a:pt x="11599" y="7754"/>
                    <a:pt x="11461" y="7680"/>
                    <a:pt x="11287" y="7680"/>
                  </a:cubicBezTo>
                  <a:cubicBezTo>
                    <a:pt x="11254" y="7680"/>
                    <a:pt x="11220" y="7683"/>
                    <a:pt x="11185" y="7688"/>
                  </a:cubicBezTo>
                  <a:cubicBezTo>
                    <a:pt x="10933" y="7772"/>
                    <a:pt x="10723" y="7814"/>
                    <a:pt x="10517" y="7814"/>
                  </a:cubicBezTo>
                  <a:cubicBezTo>
                    <a:pt x="10415" y="7814"/>
                    <a:pt x="10313" y="7804"/>
                    <a:pt x="10208" y="7783"/>
                  </a:cubicBezTo>
                  <a:cubicBezTo>
                    <a:pt x="10334" y="7499"/>
                    <a:pt x="10460" y="7215"/>
                    <a:pt x="10492" y="6932"/>
                  </a:cubicBezTo>
                  <a:lnTo>
                    <a:pt x="10523" y="6932"/>
                  </a:lnTo>
                  <a:cubicBezTo>
                    <a:pt x="11090" y="6932"/>
                    <a:pt x="11468" y="6711"/>
                    <a:pt x="11909" y="6396"/>
                  </a:cubicBezTo>
                  <a:cubicBezTo>
                    <a:pt x="12004" y="6333"/>
                    <a:pt x="12067" y="6144"/>
                    <a:pt x="11941" y="5987"/>
                  </a:cubicBezTo>
                  <a:cubicBezTo>
                    <a:pt x="11867" y="5895"/>
                    <a:pt x="11773" y="5846"/>
                    <a:pt x="11675" y="5846"/>
                  </a:cubicBezTo>
                  <a:cubicBezTo>
                    <a:pt x="11605" y="5846"/>
                    <a:pt x="11534" y="5871"/>
                    <a:pt x="11468" y="5924"/>
                  </a:cubicBezTo>
                  <a:cubicBezTo>
                    <a:pt x="11153" y="6144"/>
                    <a:pt x="10870" y="6302"/>
                    <a:pt x="10555" y="6302"/>
                  </a:cubicBezTo>
                  <a:lnTo>
                    <a:pt x="10555" y="5924"/>
                  </a:lnTo>
                  <a:cubicBezTo>
                    <a:pt x="10555" y="5766"/>
                    <a:pt x="10555" y="5609"/>
                    <a:pt x="10523" y="5451"/>
                  </a:cubicBezTo>
                  <a:cubicBezTo>
                    <a:pt x="11090" y="5262"/>
                    <a:pt x="11342" y="4884"/>
                    <a:pt x="11657" y="4475"/>
                  </a:cubicBezTo>
                  <a:cubicBezTo>
                    <a:pt x="11783" y="4317"/>
                    <a:pt x="11752" y="4096"/>
                    <a:pt x="11594" y="4002"/>
                  </a:cubicBezTo>
                  <a:cubicBezTo>
                    <a:pt x="11528" y="3949"/>
                    <a:pt x="11457" y="3924"/>
                    <a:pt x="11387" y="3924"/>
                  </a:cubicBezTo>
                  <a:cubicBezTo>
                    <a:pt x="11290" y="3924"/>
                    <a:pt x="11195" y="3973"/>
                    <a:pt x="11122" y="4065"/>
                  </a:cubicBezTo>
                  <a:cubicBezTo>
                    <a:pt x="10870" y="4380"/>
                    <a:pt x="10712" y="4632"/>
                    <a:pt x="10397" y="4727"/>
                  </a:cubicBezTo>
                  <a:cubicBezTo>
                    <a:pt x="10334" y="4475"/>
                    <a:pt x="10240" y="4191"/>
                    <a:pt x="10082" y="3907"/>
                  </a:cubicBezTo>
                  <a:cubicBezTo>
                    <a:pt x="10523" y="3561"/>
                    <a:pt x="10681" y="3120"/>
                    <a:pt x="10838" y="2616"/>
                  </a:cubicBezTo>
                  <a:cubicBezTo>
                    <a:pt x="10870" y="2427"/>
                    <a:pt x="10775" y="2206"/>
                    <a:pt x="10618" y="2175"/>
                  </a:cubicBezTo>
                  <a:cubicBezTo>
                    <a:pt x="10595" y="2171"/>
                    <a:pt x="10572" y="2170"/>
                    <a:pt x="10550" y="2170"/>
                  </a:cubicBezTo>
                  <a:cubicBezTo>
                    <a:pt x="10359" y="2170"/>
                    <a:pt x="10205" y="2286"/>
                    <a:pt x="10176" y="2427"/>
                  </a:cubicBezTo>
                  <a:cubicBezTo>
                    <a:pt x="10050" y="2805"/>
                    <a:pt x="9987" y="3088"/>
                    <a:pt x="9735" y="3309"/>
                  </a:cubicBezTo>
                  <a:cubicBezTo>
                    <a:pt x="9578" y="3088"/>
                    <a:pt x="9389" y="2836"/>
                    <a:pt x="9200" y="2647"/>
                  </a:cubicBezTo>
                  <a:cubicBezTo>
                    <a:pt x="9515" y="2175"/>
                    <a:pt x="9452" y="1702"/>
                    <a:pt x="9420" y="1167"/>
                  </a:cubicBezTo>
                  <a:cubicBezTo>
                    <a:pt x="9420" y="946"/>
                    <a:pt x="9231" y="851"/>
                    <a:pt x="9042" y="851"/>
                  </a:cubicBezTo>
                  <a:cubicBezTo>
                    <a:pt x="8822" y="851"/>
                    <a:pt x="8727" y="1041"/>
                    <a:pt x="8727" y="1230"/>
                  </a:cubicBezTo>
                  <a:cubicBezTo>
                    <a:pt x="8759" y="1639"/>
                    <a:pt x="8759" y="1954"/>
                    <a:pt x="8633" y="2206"/>
                  </a:cubicBezTo>
                  <a:cubicBezTo>
                    <a:pt x="8412" y="2049"/>
                    <a:pt x="8160" y="1891"/>
                    <a:pt x="7877" y="1797"/>
                  </a:cubicBezTo>
                  <a:cubicBezTo>
                    <a:pt x="8003" y="1230"/>
                    <a:pt x="7845" y="788"/>
                    <a:pt x="7625" y="284"/>
                  </a:cubicBezTo>
                  <a:cubicBezTo>
                    <a:pt x="7554" y="168"/>
                    <a:pt x="7432" y="103"/>
                    <a:pt x="7297" y="103"/>
                  </a:cubicBezTo>
                  <a:cubicBezTo>
                    <a:pt x="7250" y="103"/>
                    <a:pt x="7201" y="111"/>
                    <a:pt x="7152" y="127"/>
                  </a:cubicBezTo>
                  <a:cubicBezTo>
                    <a:pt x="6994" y="221"/>
                    <a:pt x="6900" y="410"/>
                    <a:pt x="6994" y="599"/>
                  </a:cubicBezTo>
                  <a:cubicBezTo>
                    <a:pt x="7152" y="946"/>
                    <a:pt x="7247" y="1230"/>
                    <a:pt x="7215" y="1545"/>
                  </a:cubicBezTo>
                  <a:cubicBezTo>
                    <a:pt x="6931" y="1482"/>
                    <a:pt x="6679" y="1419"/>
                    <a:pt x="6364" y="1387"/>
                  </a:cubicBezTo>
                  <a:cubicBezTo>
                    <a:pt x="6270" y="851"/>
                    <a:pt x="5955" y="473"/>
                    <a:pt x="5577" y="95"/>
                  </a:cubicBezTo>
                  <a:cubicBezTo>
                    <a:pt x="5514" y="32"/>
                    <a:pt x="5419" y="1"/>
                    <a:pt x="5329" y="1"/>
                  </a:cubicBezTo>
                  <a:close/>
                </a:path>
              </a:pathLst>
            </a:custGeom>
            <a:grpFill/>
            <a:ln>
              <a:noFill/>
            </a:ln>
          </p:spPr>
          <p:txBody>
            <a:bodyPr spcFirstLastPara="1" wrap="square" lIns="62728" tIns="62728" rIns="62728" bIns="62728" anchor="ctr" anchorCtr="0">
              <a:noAutofit/>
            </a:bodyPr>
            <a:lstStyle/>
            <a:p>
              <a:endParaRPr sz="764"/>
            </a:p>
          </p:txBody>
        </p:sp>
      </p:grpSp>
      <p:sp>
        <p:nvSpPr>
          <p:cNvPr id="1052" name="Google Shape;7027;p64">
            <a:extLst>
              <a:ext uri="{FF2B5EF4-FFF2-40B4-BE49-F238E27FC236}">
                <a16:creationId xmlns:a16="http://schemas.microsoft.com/office/drawing/2014/main" id="{CD432182-308E-4C03-9AC9-4125EDAE5CE4}"/>
              </a:ext>
            </a:extLst>
          </p:cNvPr>
          <p:cNvSpPr/>
          <p:nvPr/>
        </p:nvSpPr>
        <p:spPr>
          <a:xfrm>
            <a:off x="825324" y="5343659"/>
            <a:ext cx="204127" cy="229789"/>
          </a:xfrm>
          <a:custGeom>
            <a:avLst/>
            <a:gdLst/>
            <a:ahLst/>
            <a:cxnLst/>
            <a:rect l="l" t="t" r="r" b="b"/>
            <a:pathLst>
              <a:path w="10524" h="11847" extrusionOk="0">
                <a:moveTo>
                  <a:pt x="7278" y="662"/>
                </a:moveTo>
                <a:cubicBezTo>
                  <a:pt x="7499" y="662"/>
                  <a:pt x="7656" y="820"/>
                  <a:pt x="7656" y="1009"/>
                </a:cubicBezTo>
                <a:lnTo>
                  <a:pt x="7656" y="3151"/>
                </a:lnTo>
                <a:cubicBezTo>
                  <a:pt x="7404" y="3057"/>
                  <a:pt x="7184" y="2994"/>
                  <a:pt x="6932" y="2994"/>
                </a:cubicBezTo>
                <a:lnTo>
                  <a:pt x="6932" y="1009"/>
                </a:lnTo>
                <a:cubicBezTo>
                  <a:pt x="6932" y="820"/>
                  <a:pt x="7089" y="662"/>
                  <a:pt x="7278" y="662"/>
                </a:cubicBezTo>
                <a:close/>
                <a:moveTo>
                  <a:pt x="3120" y="662"/>
                </a:moveTo>
                <a:cubicBezTo>
                  <a:pt x="3309" y="662"/>
                  <a:pt x="3466" y="820"/>
                  <a:pt x="3466" y="1009"/>
                </a:cubicBezTo>
                <a:lnTo>
                  <a:pt x="3466" y="2994"/>
                </a:lnTo>
                <a:cubicBezTo>
                  <a:pt x="3246" y="3025"/>
                  <a:pt x="2994" y="3057"/>
                  <a:pt x="2773" y="3183"/>
                </a:cubicBezTo>
                <a:lnTo>
                  <a:pt x="2773" y="1009"/>
                </a:lnTo>
                <a:cubicBezTo>
                  <a:pt x="2773" y="820"/>
                  <a:pt x="2931" y="662"/>
                  <a:pt x="3120" y="662"/>
                </a:cubicBezTo>
                <a:close/>
                <a:moveTo>
                  <a:pt x="4506" y="1702"/>
                </a:moveTo>
                <a:cubicBezTo>
                  <a:pt x="4695" y="1702"/>
                  <a:pt x="4852" y="1860"/>
                  <a:pt x="4852" y="2049"/>
                </a:cubicBezTo>
                <a:lnTo>
                  <a:pt x="4852" y="3309"/>
                </a:lnTo>
                <a:cubicBezTo>
                  <a:pt x="4663" y="3183"/>
                  <a:pt x="4411" y="3057"/>
                  <a:pt x="4128" y="3025"/>
                </a:cubicBezTo>
                <a:lnTo>
                  <a:pt x="4128" y="2049"/>
                </a:lnTo>
                <a:cubicBezTo>
                  <a:pt x="4128" y="1860"/>
                  <a:pt x="4285" y="1702"/>
                  <a:pt x="4506" y="1702"/>
                </a:cubicBezTo>
                <a:close/>
                <a:moveTo>
                  <a:pt x="5861" y="1702"/>
                </a:moveTo>
                <a:cubicBezTo>
                  <a:pt x="6081" y="1702"/>
                  <a:pt x="6239" y="1860"/>
                  <a:pt x="6239" y="2049"/>
                </a:cubicBezTo>
                <a:lnTo>
                  <a:pt x="6239" y="3025"/>
                </a:lnTo>
                <a:cubicBezTo>
                  <a:pt x="5987" y="3120"/>
                  <a:pt x="5766" y="3183"/>
                  <a:pt x="5514" y="3340"/>
                </a:cubicBezTo>
                <a:lnTo>
                  <a:pt x="5514" y="2049"/>
                </a:lnTo>
                <a:cubicBezTo>
                  <a:pt x="5546" y="1860"/>
                  <a:pt x="5703" y="1702"/>
                  <a:pt x="5861" y="1702"/>
                </a:cubicBezTo>
                <a:close/>
                <a:moveTo>
                  <a:pt x="1733" y="1324"/>
                </a:moveTo>
                <a:cubicBezTo>
                  <a:pt x="1922" y="1324"/>
                  <a:pt x="2080" y="1482"/>
                  <a:pt x="2080" y="1702"/>
                </a:cubicBezTo>
                <a:lnTo>
                  <a:pt x="2080" y="3624"/>
                </a:lnTo>
                <a:cubicBezTo>
                  <a:pt x="2017" y="3687"/>
                  <a:pt x="1922" y="3781"/>
                  <a:pt x="1859" y="3907"/>
                </a:cubicBezTo>
                <a:cubicBezTo>
                  <a:pt x="1733" y="3687"/>
                  <a:pt x="1576" y="3529"/>
                  <a:pt x="1387" y="3435"/>
                </a:cubicBezTo>
                <a:lnTo>
                  <a:pt x="1387" y="1702"/>
                </a:lnTo>
                <a:cubicBezTo>
                  <a:pt x="1387" y="1482"/>
                  <a:pt x="1544" y="1324"/>
                  <a:pt x="1733" y="1324"/>
                </a:cubicBezTo>
                <a:close/>
                <a:moveTo>
                  <a:pt x="8665" y="1324"/>
                </a:moveTo>
                <a:cubicBezTo>
                  <a:pt x="8854" y="1324"/>
                  <a:pt x="9011" y="1482"/>
                  <a:pt x="9011" y="1702"/>
                </a:cubicBezTo>
                <a:lnTo>
                  <a:pt x="9011" y="3466"/>
                </a:lnTo>
                <a:cubicBezTo>
                  <a:pt x="8854" y="3592"/>
                  <a:pt x="8759" y="3750"/>
                  <a:pt x="8633" y="3907"/>
                </a:cubicBezTo>
                <a:cubicBezTo>
                  <a:pt x="8539" y="3781"/>
                  <a:pt x="8476" y="3687"/>
                  <a:pt x="8381" y="3592"/>
                </a:cubicBezTo>
                <a:lnTo>
                  <a:pt x="8349" y="3529"/>
                </a:lnTo>
                <a:lnTo>
                  <a:pt x="8349" y="1702"/>
                </a:lnTo>
                <a:cubicBezTo>
                  <a:pt x="8318" y="1482"/>
                  <a:pt x="8476" y="1324"/>
                  <a:pt x="8665" y="1324"/>
                </a:cubicBezTo>
                <a:close/>
                <a:moveTo>
                  <a:pt x="6774" y="3647"/>
                </a:moveTo>
                <a:cubicBezTo>
                  <a:pt x="7160" y="3647"/>
                  <a:pt x="7546" y="3797"/>
                  <a:pt x="7845" y="4096"/>
                </a:cubicBezTo>
                <a:cubicBezTo>
                  <a:pt x="8318" y="4569"/>
                  <a:pt x="8444" y="5294"/>
                  <a:pt x="8066" y="5892"/>
                </a:cubicBezTo>
                <a:cubicBezTo>
                  <a:pt x="7089" y="6176"/>
                  <a:pt x="6333" y="7058"/>
                  <a:pt x="6239" y="8098"/>
                </a:cubicBezTo>
                <a:lnTo>
                  <a:pt x="5199" y="9043"/>
                </a:lnTo>
                <a:lnTo>
                  <a:pt x="4128" y="8035"/>
                </a:lnTo>
                <a:cubicBezTo>
                  <a:pt x="4065" y="6995"/>
                  <a:pt x="3309" y="6144"/>
                  <a:pt x="2332" y="5892"/>
                </a:cubicBezTo>
                <a:cubicBezTo>
                  <a:pt x="1985" y="5325"/>
                  <a:pt x="2112" y="4569"/>
                  <a:pt x="2553" y="4096"/>
                </a:cubicBezTo>
                <a:cubicBezTo>
                  <a:pt x="2836" y="3813"/>
                  <a:pt x="3246" y="3655"/>
                  <a:pt x="3624" y="3655"/>
                </a:cubicBezTo>
                <a:cubicBezTo>
                  <a:pt x="4033" y="3655"/>
                  <a:pt x="4411" y="3813"/>
                  <a:pt x="4695" y="4096"/>
                </a:cubicBezTo>
                <a:lnTo>
                  <a:pt x="4915" y="4317"/>
                </a:lnTo>
                <a:lnTo>
                  <a:pt x="4978" y="4348"/>
                </a:lnTo>
                <a:cubicBezTo>
                  <a:pt x="5026" y="4411"/>
                  <a:pt x="5112" y="4443"/>
                  <a:pt x="5203" y="4443"/>
                </a:cubicBezTo>
                <a:cubicBezTo>
                  <a:pt x="5294" y="4443"/>
                  <a:pt x="5388" y="4411"/>
                  <a:pt x="5451" y="4348"/>
                </a:cubicBezTo>
                <a:lnTo>
                  <a:pt x="5703" y="4096"/>
                </a:lnTo>
                <a:cubicBezTo>
                  <a:pt x="6002" y="3797"/>
                  <a:pt x="6388" y="3647"/>
                  <a:pt x="6774" y="3647"/>
                </a:cubicBezTo>
                <a:close/>
                <a:moveTo>
                  <a:pt x="662" y="3813"/>
                </a:moveTo>
                <a:cubicBezTo>
                  <a:pt x="1103" y="3970"/>
                  <a:pt x="1418" y="4380"/>
                  <a:pt x="1418" y="4884"/>
                </a:cubicBezTo>
                <a:lnTo>
                  <a:pt x="1418" y="6176"/>
                </a:lnTo>
                <a:cubicBezTo>
                  <a:pt x="1418" y="6365"/>
                  <a:pt x="1576" y="6522"/>
                  <a:pt x="1765" y="6522"/>
                </a:cubicBezTo>
                <a:cubicBezTo>
                  <a:pt x="2679" y="6522"/>
                  <a:pt x="3435" y="7247"/>
                  <a:pt x="3435" y="8161"/>
                </a:cubicBezTo>
                <a:lnTo>
                  <a:pt x="3435" y="8224"/>
                </a:lnTo>
                <a:lnTo>
                  <a:pt x="3435" y="8980"/>
                </a:lnTo>
                <a:cubicBezTo>
                  <a:pt x="3435" y="9169"/>
                  <a:pt x="3592" y="9326"/>
                  <a:pt x="3781" y="9326"/>
                </a:cubicBezTo>
                <a:cubicBezTo>
                  <a:pt x="3970" y="9326"/>
                  <a:pt x="4128" y="9169"/>
                  <a:pt x="4128" y="8980"/>
                </a:cubicBezTo>
                <a:lnTo>
                  <a:pt x="4852" y="9610"/>
                </a:lnTo>
                <a:lnTo>
                  <a:pt x="4852" y="11059"/>
                </a:lnTo>
                <a:lnTo>
                  <a:pt x="2080" y="11059"/>
                </a:lnTo>
                <a:lnTo>
                  <a:pt x="2080" y="9925"/>
                </a:lnTo>
                <a:cubicBezTo>
                  <a:pt x="2080" y="9673"/>
                  <a:pt x="1985" y="9421"/>
                  <a:pt x="1765" y="9200"/>
                </a:cubicBezTo>
                <a:lnTo>
                  <a:pt x="1198" y="8633"/>
                </a:lnTo>
                <a:cubicBezTo>
                  <a:pt x="883" y="8287"/>
                  <a:pt x="662" y="7877"/>
                  <a:pt x="662" y="7404"/>
                </a:cubicBezTo>
                <a:lnTo>
                  <a:pt x="662" y="3813"/>
                </a:lnTo>
                <a:close/>
                <a:moveTo>
                  <a:pt x="9767" y="3844"/>
                </a:moveTo>
                <a:lnTo>
                  <a:pt x="9767" y="7436"/>
                </a:lnTo>
                <a:cubicBezTo>
                  <a:pt x="9767" y="7909"/>
                  <a:pt x="9578" y="8350"/>
                  <a:pt x="9263" y="8665"/>
                </a:cubicBezTo>
                <a:lnTo>
                  <a:pt x="8665" y="9263"/>
                </a:lnTo>
                <a:cubicBezTo>
                  <a:pt x="8476" y="9452"/>
                  <a:pt x="8349" y="9704"/>
                  <a:pt x="8349" y="9988"/>
                </a:cubicBezTo>
                <a:lnTo>
                  <a:pt x="8349" y="11153"/>
                </a:lnTo>
                <a:lnTo>
                  <a:pt x="5514" y="11153"/>
                </a:lnTo>
                <a:lnTo>
                  <a:pt x="5514" y="9736"/>
                </a:lnTo>
                <a:lnTo>
                  <a:pt x="6239" y="9043"/>
                </a:lnTo>
                <a:cubicBezTo>
                  <a:pt x="6270" y="9200"/>
                  <a:pt x="6396" y="9326"/>
                  <a:pt x="6585" y="9326"/>
                </a:cubicBezTo>
                <a:cubicBezTo>
                  <a:pt x="6774" y="9326"/>
                  <a:pt x="6932" y="9169"/>
                  <a:pt x="6932" y="8980"/>
                </a:cubicBezTo>
                <a:lnTo>
                  <a:pt x="6932" y="8255"/>
                </a:lnTo>
                <a:cubicBezTo>
                  <a:pt x="6932" y="7404"/>
                  <a:pt x="7530" y="6711"/>
                  <a:pt x="8349" y="6554"/>
                </a:cubicBezTo>
                <a:lnTo>
                  <a:pt x="8665" y="6554"/>
                </a:lnTo>
                <a:cubicBezTo>
                  <a:pt x="8854" y="6554"/>
                  <a:pt x="9011" y="6396"/>
                  <a:pt x="9011" y="6207"/>
                </a:cubicBezTo>
                <a:lnTo>
                  <a:pt x="9011" y="4916"/>
                </a:lnTo>
                <a:cubicBezTo>
                  <a:pt x="9011" y="4443"/>
                  <a:pt x="9326" y="4002"/>
                  <a:pt x="9767" y="3844"/>
                </a:cubicBezTo>
                <a:close/>
                <a:moveTo>
                  <a:pt x="3120" y="1"/>
                </a:moveTo>
                <a:cubicBezTo>
                  <a:pt x="2647" y="1"/>
                  <a:pt x="2238" y="316"/>
                  <a:pt x="2143" y="757"/>
                </a:cubicBezTo>
                <a:cubicBezTo>
                  <a:pt x="2017" y="694"/>
                  <a:pt x="1891" y="662"/>
                  <a:pt x="1733" y="662"/>
                </a:cubicBezTo>
                <a:cubicBezTo>
                  <a:pt x="1135" y="662"/>
                  <a:pt x="725" y="1135"/>
                  <a:pt x="725" y="1702"/>
                </a:cubicBezTo>
                <a:lnTo>
                  <a:pt x="725" y="3120"/>
                </a:lnTo>
                <a:cubicBezTo>
                  <a:pt x="599" y="3057"/>
                  <a:pt x="473" y="3057"/>
                  <a:pt x="347" y="3057"/>
                </a:cubicBezTo>
                <a:cubicBezTo>
                  <a:pt x="158" y="3057"/>
                  <a:pt x="1" y="3214"/>
                  <a:pt x="1" y="3435"/>
                </a:cubicBezTo>
                <a:lnTo>
                  <a:pt x="1" y="7436"/>
                </a:lnTo>
                <a:cubicBezTo>
                  <a:pt x="1" y="8066"/>
                  <a:pt x="253" y="8696"/>
                  <a:pt x="725" y="9169"/>
                </a:cubicBezTo>
                <a:lnTo>
                  <a:pt x="1292" y="9767"/>
                </a:lnTo>
                <a:cubicBezTo>
                  <a:pt x="1387" y="9830"/>
                  <a:pt x="1418" y="9925"/>
                  <a:pt x="1418" y="9988"/>
                </a:cubicBezTo>
                <a:lnTo>
                  <a:pt x="1418" y="11153"/>
                </a:lnTo>
                <a:lnTo>
                  <a:pt x="1072" y="11153"/>
                </a:lnTo>
                <a:cubicBezTo>
                  <a:pt x="883" y="11153"/>
                  <a:pt x="725" y="11311"/>
                  <a:pt x="725" y="11500"/>
                </a:cubicBezTo>
                <a:cubicBezTo>
                  <a:pt x="725" y="11689"/>
                  <a:pt x="883" y="11847"/>
                  <a:pt x="1072" y="11847"/>
                </a:cubicBezTo>
                <a:lnTo>
                  <a:pt x="9389" y="11847"/>
                </a:lnTo>
                <a:cubicBezTo>
                  <a:pt x="9578" y="11847"/>
                  <a:pt x="9736" y="11689"/>
                  <a:pt x="9736" y="11500"/>
                </a:cubicBezTo>
                <a:cubicBezTo>
                  <a:pt x="9736" y="11311"/>
                  <a:pt x="9578" y="11153"/>
                  <a:pt x="9389" y="11153"/>
                </a:cubicBezTo>
                <a:lnTo>
                  <a:pt x="9106" y="11153"/>
                </a:lnTo>
                <a:lnTo>
                  <a:pt x="9106" y="9988"/>
                </a:lnTo>
                <a:cubicBezTo>
                  <a:pt x="9106" y="9925"/>
                  <a:pt x="9137" y="9799"/>
                  <a:pt x="9232" y="9767"/>
                </a:cubicBezTo>
                <a:lnTo>
                  <a:pt x="9830" y="9169"/>
                </a:lnTo>
                <a:cubicBezTo>
                  <a:pt x="10271" y="8696"/>
                  <a:pt x="10523" y="8098"/>
                  <a:pt x="10523" y="7436"/>
                </a:cubicBezTo>
                <a:lnTo>
                  <a:pt x="10523" y="3466"/>
                </a:lnTo>
                <a:cubicBezTo>
                  <a:pt x="10492" y="3214"/>
                  <a:pt x="10334" y="3057"/>
                  <a:pt x="10114" y="3057"/>
                </a:cubicBezTo>
                <a:cubicBezTo>
                  <a:pt x="9956" y="3057"/>
                  <a:pt x="9862" y="3057"/>
                  <a:pt x="9704" y="3120"/>
                </a:cubicBezTo>
                <a:lnTo>
                  <a:pt x="9704" y="1702"/>
                </a:lnTo>
                <a:cubicBezTo>
                  <a:pt x="9704" y="1103"/>
                  <a:pt x="9232" y="662"/>
                  <a:pt x="8665" y="662"/>
                </a:cubicBezTo>
                <a:cubicBezTo>
                  <a:pt x="8539" y="662"/>
                  <a:pt x="8413" y="694"/>
                  <a:pt x="8286" y="757"/>
                </a:cubicBezTo>
                <a:cubicBezTo>
                  <a:pt x="8160" y="316"/>
                  <a:pt x="7751" y="1"/>
                  <a:pt x="7278" y="1"/>
                </a:cubicBezTo>
                <a:cubicBezTo>
                  <a:pt x="6711" y="1"/>
                  <a:pt x="6270" y="473"/>
                  <a:pt x="6270" y="1009"/>
                </a:cubicBezTo>
                <a:lnTo>
                  <a:pt x="6270" y="1103"/>
                </a:lnTo>
                <a:cubicBezTo>
                  <a:pt x="6144" y="1072"/>
                  <a:pt x="6050" y="1009"/>
                  <a:pt x="5924" y="1009"/>
                </a:cubicBezTo>
                <a:cubicBezTo>
                  <a:pt x="5640" y="1009"/>
                  <a:pt x="5388" y="1135"/>
                  <a:pt x="5199" y="1292"/>
                </a:cubicBezTo>
                <a:cubicBezTo>
                  <a:pt x="5010" y="1135"/>
                  <a:pt x="4758" y="1009"/>
                  <a:pt x="4506" y="1009"/>
                </a:cubicBezTo>
                <a:cubicBezTo>
                  <a:pt x="4380" y="1009"/>
                  <a:pt x="4254" y="1072"/>
                  <a:pt x="4128" y="1103"/>
                </a:cubicBezTo>
                <a:lnTo>
                  <a:pt x="4128" y="1009"/>
                </a:lnTo>
                <a:cubicBezTo>
                  <a:pt x="4128" y="442"/>
                  <a:pt x="3655" y="1"/>
                  <a:pt x="3120"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053" name="Google Shape;7028;p64">
            <a:extLst>
              <a:ext uri="{FF2B5EF4-FFF2-40B4-BE49-F238E27FC236}">
                <a16:creationId xmlns:a16="http://schemas.microsoft.com/office/drawing/2014/main" id="{72065DA1-1A19-46E1-A170-484BBDBCCA29}"/>
              </a:ext>
            </a:extLst>
          </p:cNvPr>
          <p:cNvSpPr/>
          <p:nvPr/>
        </p:nvSpPr>
        <p:spPr>
          <a:xfrm>
            <a:off x="811272" y="5633991"/>
            <a:ext cx="232233" cy="229634"/>
          </a:xfrm>
          <a:custGeom>
            <a:avLst/>
            <a:gdLst/>
            <a:ahLst/>
            <a:cxnLst/>
            <a:rect l="l" t="t" r="r" b="b"/>
            <a:pathLst>
              <a:path w="11973" h="11839" extrusionOk="0">
                <a:moveTo>
                  <a:pt x="9322" y="655"/>
                </a:moveTo>
                <a:cubicBezTo>
                  <a:pt x="9413" y="655"/>
                  <a:pt x="9499" y="686"/>
                  <a:pt x="9547" y="749"/>
                </a:cubicBezTo>
                <a:lnTo>
                  <a:pt x="11027" y="2198"/>
                </a:lnTo>
                <a:cubicBezTo>
                  <a:pt x="11122" y="2324"/>
                  <a:pt x="11122" y="2545"/>
                  <a:pt x="11027" y="2671"/>
                </a:cubicBezTo>
                <a:cubicBezTo>
                  <a:pt x="10964" y="2718"/>
                  <a:pt x="10870" y="2742"/>
                  <a:pt x="10779" y="2742"/>
                </a:cubicBezTo>
                <a:cubicBezTo>
                  <a:pt x="10689" y="2742"/>
                  <a:pt x="10602" y="2718"/>
                  <a:pt x="10555" y="2671"/>
                </a:cubicBezTo>
                <a:lnTo>
                  <a:pt x="10303" y="2419"/>
                </a:lnTo>
                <a:lnTo>
                  <a:pt x="9074" y="1190"/>
                </a:lnTo>
                <a:cubicBezTo>
                  <a:pt x="8916" y="1096"/>
                  <a:pt x="8916" y="907"/>
                  <a:pt x="9074" y="749"/>
                </a:cubicBezTo>
                <a:cubicBezTo>
                  <a:pt x="9137" y="686"/>
                  <a:pt x="9232" y="655"/>
                  <a:pt x="9322" y="655"/>
                </a:cubicBezTo>
                <a:close/>
                <a:moveTo>
                  <a:pt x="9106" y="2230"/>
                </a:moveTo>
                <a:lnTo>
                  <a:pt x="9547" y="2702"/>
                </a:lnTo>
                <a:lnTo>
                  <a:pt x="9011" y="3270"/>
                </a:lnTo>
                <a:lnTo>
                  <a:pt x="8538" y="2797"/>
                </a:lnTo>
                <a:lnTo>
                  <a:pt x="9106" y="2230"/>
                </a:lnTo>
                <a:close/>
                <a:moveTo>
                  <a:pt x="6333" y="1694"/>
                </a:moveTo>
                <a:cubicBezTo>
                  <a:pt x="6396" y="1694"/>
                  <a:pt x="6522" y="1726"/>
                  <a:pt x="6554" y="1789"/>
                </a:cubicBezTo>
                <a:lnTo>
                  <a:pt x="8759" y="3994"/>
                </a:lnTo>
                <a:lnTo>
                  <a:pt x="9988" y="5223"/>
                </a:lnTo>
                <a:cubicBezTo>
                  <a:pt x="10082" y="5254"/>
                  <a:pt x="10114" y="5349"/>
                  <a:pt x="10114" y="5475"/>
                </a:cubicBezTo>
                <a:cubicBezTo>
                  <a:pt x="10114" y="5538"/>
                  <a:pt x="10082" y="5664"/>
                  <a:pt x="9988" y="5695"/>
                </a:cubicBezTo>
                <a:cubicBezTo>
                  <a:pt x="9925" y="5727"/>
                  <a:pt x="9830" y="5821"/>
                  <a:pt x="9767" y="5821"/>
                </a:cubicBezTo>
                <a:cubicBezTo>
                  <a:pt x="9673" y="5821"/>
                  <a:pt x="9547" y="5790"/>
                  <a:pt x="9515" y="5695"/>
                </a:cubicBezTo>
                <a:lnTo>
                  <a:pt x="6081" y="2261"/>
                </a:lnTo>
                <a:cubicBezTo>
                  <a:pt x="6018" y="2198"/>
                  <a:pt x="5987" y="2104"/>
                  <a:pt x="5987" y="2041"/>
                </a:cubicBezTo>
                <a:cubicBezTo>
                  <a:pt x="5987" y="1946"/>
                  <a:pt x="6018" y="1852"/>
                  <a:pt x="6081" y="1789"/>
                </a:cubicBezTo>
                <a:cubicBezTo>
                  <a:pt x="6176" y="1726"/>
                  <a:pt x="6239" y="1694"/>
                  <a:pt x="6333" y="1694"/>
                </a:cubicBezTo>
                <a:close/>
                <a:moveTo>
                  <a:pt x="6333" y="3459"/>
                </a:moveTo>
                <a:lnTo>
                  <a:pt x="8286" y="5412"/>
                </a:lnTo>
                <a:lnTo>
                  <a:pt x="7782" y="5947"/>
                </a:lnTo>
                <a:lnTo>
                  <a:pt x="7026" y="5191"/>
                </a:lnTo>
                <a:cubicBezTo>
                  <a:pt x="6979" y="5128"/>
                  <a:pt x="6892" y="5097"/>
                  <a:pt x="6802" y="5097"/>
                </a:cubicBezTo>
                <a:cubicBezTo>
                  <a:pt x="6711" y="5097"/>
                  <a:pt x="6617" y="5128"/>
                  <a:pt x="6554" y="5191"/>
                </a:cubicBezTo>
                <a:cubicBezTo>
                  <a:pt x="6459" y="5317"/>
                  <a:pt x="6459" y="5538"/>
                  <a:pt x="6554" y="5664"/>
                </a:cubicBezTo>
                <a:lnTo>
                  <a:pt x="7310" y="6420"/>
                </a:lnTo>
                <a:lnTo>
                  <a:pt x="6837" y="6893"/>
                </a:lnTo>
                <a:lnTo>
                  <a:pt x="4884" y="4908"/>
                </a:lnTo>
                <a:lnTo>
                  <a:pt x="6333" y="3459"/>
                </a:lnTo>
                <a:close/>
                <a:moveTo>
                  <a:pt x="4348" y="5506"/>
                </a:moveTo>
                <a:lnTo>
                  <a:pt x="6333" y="7460"/>
                </a:lnTo>
                <a:lnTo>
                  <a:pt x="5860" y="7932"/>
                </a:lnTo>
                <a:lnTo>
                  <a:pt x="5388" y="7460"/>
                </a:lnTo>
                <a:cubicBezTo>
                  <a:pt x="5325" y="7412"/>
                  <a:pt x="5238" y="7389"/>
                  <a:pt x="5152" y="7389"/>
                </a:cubicBezTo>
                <a:cubicBezTo>
                  <a:pt x="5065" y="7389"/>
                  <a:pt x="4978" y="7412"/>
                  <a:pt x="4915" y="7460"/>
                </a:cubicBezTo>
                <a:cubicBezTo>
                  <a:pt x="4789" y="7586"/>
                  <a:pt x="4789" y="7838"/>
                  <a:pt x="4915" y="7932"/>
                </a:cubicBezTo>
                <a:lnTo>
                  <a:pt x="5388" y="8405"/>
                </a:lnTo>
                <a:lnTo>
                  <a:pt x="5167" y="8657"/>
                </a:lnTo>
                <a:cubicBezTo>
                  <a:pt x="4915" y="8846"/>
                  <a:pt x="4632" y="8940"/>
                  <a:pt x="4360" y="8940"/>
                </a:cubicBezTo>
                <a:cubicBezTo>
                  <a:pt x="4088" y="8940"/>
                  <a:pt x="3828" y="8846"/>
                  <a:pt x="3624" y="8657"/>
                </a:cubicBezTo>
                <a:lnTo>
                  <a:pt x="3151" y="8184"/>
                </a:lnTo>
                <a:cubicBezTo>
                  <a:pt x="2742" y="7775"/>
                  <a:pt x="2742" y="7113"/>
                  <a:pt x="3151" y="6735"/>
                </a:cubicBezTo>
                <a:lnTo>
                  <a:pt x="4348" y="5506"/>
                </a:lnTo>
                <a:close/>
                <a:moveTo>
                  <a:pt x="2678" y="8657"/>
                </a:moveTo>
                <a:lnTo>
                  <a:pt x="3151" y="9129"/>
                </a:lnTo>
                <a:lnTo>
                  <a:pt x="2899" y="9350"/>
                </a:lnTo>
                <a:cubicBezTo>
                  <a:pt x="2836" y="9413"/>
                  <a:pt x="2749" y="9444"/>
                  <a:pt x="2663" y="9444"/>
                </a:cubicBezTo>
                <a:cubicBezTo>
                  <a:pt x="2576" y="9444"/>
                  <a:pt x="2489" y="9413"/>
                  <a:pt x="2426" y="9350"/>
                </a:cubicBezTo>
                <a:cubicBezTo>
                  <a:pt x="2300" y="9255"/>
                  <a:pt x="2300" y="9003"/>
                  <a:pt x="2426" y="8877"/>
                </a:cubicBezTo>
                <a:lnTo>
                  <a:pt x="2678" y="8657"/>
                </a:lnTo>
                <a:close/>
                <a:moveTo>
                  <a:pt x="9389" y="1"/>
                </a:moveTo>
                <a:cubicBezTo>
                  <a:pt x="9121" y="1"/>
                  <a:pt x="8853" y="103"/>
                  <a:pt x="8664" y="308"/>
                </a:cubicBezTo>
                <a:cubicBezTo>
                  <a:pt x="8255" y="686"/>
                  <a:pt x="8255" y="1379"/>
                  <a:pt x="8664" y="1757"/>
                </a:cubicBezTo>
                <a:lnTo>
                  <a:pt x="8097" y="2324"/>
                </a:lnTo>
                <a:lnTo>
                  <a:pt x="7121" y="1316"/>
                </a:lnTo>
                <a:cubicBezTo>
                  <a:pt x="6932" y="1127"/>
                  <a:pt x="6648" y="1001"/>
                  <a:pt x="6365" y="1001"/>
                </a:cubicBezTo>
                <a:cubicBezTo>
                  <a:pt x="6081" y="1001"/>
                  <a:pt x="5829" y="1127"/>
                  <a:pt x="5608" y="1316"/>
                </a:cubicBezTo>
                <a:cubicBezTo>
                  <a:pt x="5419" y="1537"/>
                  <a:pt x="5293" y="1789"/>
                  <a:pt x="5293" y="2072"/>
                </a:cubicBezTo>
                <a:cubicBezTo>
                  <a:pt x="5293" y="2356"/>
                  <a:pt x="5419" y="2639"/>
                  <a:pt x="5608" y="2828"/>
                </a:cubicBezTo>
                <a:lnTo>
                  <a:pt x="5860" y="3049"/>
                </a:lnTo>
                <a:lnTo>
                  <a:pt x="2678" y="6263"/>
                </a:lnTo>
                <a:cubicBezTo>
                  <a:pt x="2143" y="6767"/>
                  <a:pt x="2048" y="7460"/>
                  <a:pt x="2269" y="8090"/>
                </a:cubicBezTo>
                <a:lnTo>
                  <a:pt x="1922" y="8468"/>
                </a:lnTo>
                <a:cubicBezTo>
                  <a:pt x="1607" y="8783"/>
                  <a:pt x="1513" y="9255"/>
                  <a:pt x="1733" y="9634"/>
                </a:cubicBezTo>
                <a:lnTo>
                  <a:pt x="95" y="11240"/>
                </a:lnTo>
                <a:cubicBezTo>
                  <a:pt x="1" y="11366"/>
                  <a:pt x="1" y="11618"/>
                  <a:pt x="95" y="11713"/>
                </a:cubicBezTo>
                <a:cubicBezTo>
                  <a:pt x="190" y="11807"/>
                  <a:pt x="284" y="11839"/>
                  <a:pt x="347" y="11839"/>
                </a:cubicBezTo>
                <a:cubicBezTo>
                  <a:pt x="410" y="11839"/>
                  <a:pt x="536" y="11807"/>
                  <a:pt x="568" y="11713"/>
                </a:cubicBezTo>
                <a:lnTo>
                  <a:pt x="2206" y="10106"/>
                </a:lnTo>
                <a:cubicBezTo>
                  <a:pt x="2363" y="10201"/>
                  <a:pt x="2458" y="10232"/>
                  <a:pt x="2615" y="10232"/>
                </a:cubicBezTo>
                <a:cubicBezTo>
                  <a:pt x="2899" y="10232"/>
                  <a:pt x="3183" y="10106"/>
                  <a:pt x="3372" y="9917"/>
                </a:cubicBezTo>
                <a:lnTo>
                  <a:pt x="3718" y="9571"/>
                </a:lnTo>
                <a:cubicBezTo>
                  <a:pt x="3939" y="9634"/>
                  <a:pt x="4159" y="9665"/>
                  <a:pt x="4348" y="9665"/>
                </a:cubicBezTo>
                <a:cubicBezTo>
                  <a:pt x="4789" y="9665"/>
                  <a:pt x="5262" y="9508"/>
                  <a:pt x="5577" y="9161"/>
                </a:cubicBezTo>
                <a:lnTo>
                  <a:pt x="8759" y="5979"/>
                </a:lnTo>
                <a:lnTo>
                  <a:pt x="9011" y="6199"/>
                </a:lnTo>
                <a:cubicBezTo>
                  <a:pt x="9200" y="6420"/>
                  <a:pt x="9484" y="6515"/>
                  <a:pt x="9767" y="6515"/>
                </a:cubicBezTo>
                <a:cubicBezTo>
                  <a:pt x="10019" y="6515"/>
                  <a:pt x="10303" y="6420"/>
                  <a:pt x="10492" y="6199"/>
                </a:cubicBezTo>
                <a:cubicBezTo>
                  <a:pt x="10712" y="6010"/>
                  <a:pt x="10807" y="5727"/>
                  <a:pt x="10807" y="5475"/>
                </a:cubicBezTo>
                <a:cubicBezTo>
                  <a:pt x="10807" y="5191"/>
                  <a:pt x="10712" y="4908"/>
                  <a:pt x="10492" y="4719"/>
                </a:cubicBezTo>
                <a:lnTo>
                  <a:pt x="9515" y="3711"/>
                </a:lnTo>
                <a:lnTo>
                  <a:pt x="10082" y="3207"/>
                </a:lnTo>
                <a:cubicBezTo>
                  <a:pt x="10271" y="3427"/>
                  <a:pt x="10555" y="3522"/>
                  <a:pt x="10807" y="3522"/>
                </a:cubicBezTo>
                <a:cubicBezTo>
                  <a:pt x="11090" y="3522"/>
                  <a:pt x="11374" y="3427"/>
                  <a:pt x="11563" y="3207"/>
                </a:cubicBezTo>
                <a:cubicBezTo>
                  <a:pt x="11972" y="2828"/>
                  <a:pt x="11972" y="2167"/>
                  <a:pt x="11563" y="1757"/>
                </a:cubicBezTo>
                <a:lnTo>
                  <a:pt x="10114" y="308"/>
                </a:lnTo>
                <a:cubicBezTo>
                  <a:pt x="9925" y="103"/>
                  <a:pt x="9657" y="1"/>
                  <a:pt x="9389"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054" name="Google Shape;7029;p64">
            <a:extLst>
              <a:ext uri="{FF2B5EF4-FFF2-40B4-BE49-F238E27FC236}">
                <a16:creationId xmlns:a16="http://schemas.microsoft.com/office/drawing/2014/main" id="{69ECD09D-EA37-4784-AC0F-8CC899C7C811}"/>
              </a:ext>
            </a:extLst>
          </p:cNvPr>
          <p:cNvGrpSpPr/>
          <p:nvPr/>
        </p:nvGrpSpPr>
        <p:grpSpPr>
          <a:xfrm>
            <a:off x="853244" y="5920226"/>
            <a:ext cx="147897" cy="229789"/>
            <a:chOff x="-28043900" y="2701925"/>
            <a:chExt cx="190625" cy="296175"/>
          </a:xfrm>
          <a:solidFill>
            <a:schemeClr val="tx1"/>
          </a:solidFill>
        </p:grpSpPr>
        <p:sp>
          <p:nvSpPr>
            <p:cNvPr id="1168" name="Google Shape;7030;p64">
              <a:extLst>
                <a:ext uri="{FF2B5EF4-FFF2-40B4-BE49-F238E27FC236}">
                  <a16:creationId xmlns:a16="http://schemas.microsoft.com/office/drawing/2014/main" id="{A5BADBE2-2B2E-41CB-8DBA-9F4326C8F757}"/>
                </a:ext>
              </a:extLst>
            </p:cNvPr>
            <p:cNvSpPr/>
            <p:nvPr/>
          </p:nvSpPr>
          <p:spPr>
            <a:xfrm>
              <a:off x="-28043900" y="2701925"/>
              <a:ext cx="190625" cy="296175"/>
            </a:xfrm>
            <a:custGeom>
              <a:avLst/>
              <a:gdLst/>
              <a:ahLst/>
              <a:cxnLst/>
              <a:rect l="l" t="t" r="r" b="b"/>
              <a:pathLst>
                <a:path w="7625" h="11847" extrusionOk="0">
                  <a:moveTo>
                    <a:pt x="5136" y="662"/>
                  </a:moveTo>
                  <a:cubicBezTo>
                    <a:pt x="5325" y="662"/>
                    <a:pt x="5483" y="820"/>
                    <a:pt x="5483" y="1009"/>
                  </a:cubicBezTo>
                  <a:cubicBezTo>
                    <a:pt x="5483" y="1198"/>
                    <a:pt x="5325" y="1356"/>
                    <a:pt x="5136" y="1356"/>
                  </a:cubicBezTo>
                  <a:lnTo>
                    <a:pt x="2364" y="1356"/>
                  </a:lnTo>
                  <a:cubicBezTo>
                    <a:pt x="2175" y="1356"/>
                    <a:pt x="2017" y="1198"/>
                    <a:pt x="2017" y="1009"/>
                  </a:cubicBezTo>
                  <a:cubicBezTo>
                    <a:pt x="2017" y="820"/>
                    <a:pt x="2175" y="662"/>
                    <a:pt x="2364" y="662"/>
                  </a:cubicBezTo>
                  <a:close/>
                  <a:moveTo>
                    <a:pt x="4790" y="2080"/>
                  </a:moveTo>
                  <a:lnTo>
                    <a:pt x="4790" y="4411"/>
                  </a:lnTo>
                  <a:cubicBezTo>
                    <a:pt x="4790" y="4758"/>
                    <a:pt x="4979" y="5105"/>
                    <a:pt x="5294" y="5294"/>
                  </a:cubicBezTo>
                  <a:cubicBezTo>
                    <a:pt x="6113" y="5766"/>
                    <a:pt x="6680" y="6554"/>
                    <a:pt x="6837" y="7499"/>
                  </a:cubicBezTo>
                  <a:cubicBezTo>
                    <a:pt x="6504" y="7632"/>
                    <a:pt x="6166" y="7699"/>
                    <a:pt x="5828" y="7699"/>
                  </a:cubicBezTo>
                  <a:cubicBezTo>
                    <a:pt x="5207" y="7699"/>
                    <a:pt x="4582" y="7475"/>
                    <a:pt x="3971" y="7026"/>
                  </a:cubicBezTo>
                  <a:cubicBezTo>
                    <a:pt x="3372" y="6648"/>
                    <a:pt x="2773" y="6396"/>
                    <a:pt x="2143" y="6333"/>
                  </a:cubicBezTo>
                  <a:cubicBezTo>
                    <a:pt x="1970" y="6318"/>
                    <a:pt x="1805" y="6310"/>
                    <a:pt x="1639" y="6310"/>
                  </a:cubicBezTo>
                  <a:cubicBezTo>
                    <a:pt x="1474" y="6310"/>
                    <a:pt x="1308" y="6318"/>
                    <a:pt x="1135" y="6333"/>
                  </a:cubicBezTo>
                  <a:cubicBezTo>
                    <a:pt x="1387" y="5892"/>
                    <a:pt x="1734" y="5546"/>
                    <a:pt x="2175" y="5294"/>
                  </a:cubicBezTo>
                  <a:cubicBezTo>
                    <a:pt x="2490" y="5105"/>
                    <a:pt x="2679" y="4790"/>
                    <a:pt x="2679" y="4443"/>
                  </a:cubicBezTo>
                  <a:lnTo>
                    <a:pt x="2679" y="2080"/>
                  </a:lnTo>
                  <a:close/>
                  <a:moveTo>
                    <a:pt x="1670" y="6939"/>
                  </a:moveTo>
                  <a:cubicBezTo>
                    <a:pt x="2308" y="6939"/>
                    <a:pt x="2942" y="7156"/>
                    <a:pt x="3561" y="7562"/>
                  </a:cubicBezTo>
                  <a:cubicBezTo>
                    <a:pt x="4160" y="7940"/>
                    <a:pt x="4790" y="8192"/>
                    <a:pt x="5420" y="8255"/>
                  </a:cubicBezTo>
                  <a:cubicBezTo>
                    <a:pt x="5577" y="8255"/>
                    <a:pt x="5672" y="8287"/>
                    <a:pt x="5829" y="8287"/>
                  </a:cubicBezTo>
                  <a:cubicBezTo>
                    <a:pt x="6207" y="8287"/>
                    <a:pt x="6554" y="8255"/>
                    <a:pt x="6869" y="8129"/>
                  </a:cubicBezTo>
                  <a:lnTo>
                    <a:pt x="6869" y="8129"/>
                  </a:lnTo>
                  <a:cubicBezTo>
                    <a:pt x="6869" y="8255"/>
                    <a:pt x="6837" y="8381"/>
                    <a:pt x="6837" y="8507"/>
                  </a:cubicBezTo>
                  <a:cubicBezTo>
                    <a:pt x="6585" y="9799"/>
                    <a:pt x="5640" y="10807"/>
                    <a:pt x="4412" y="11059"/>
                  </a:cubicBezTo>
                  <a:cubicBezTo>
                    <a:pt x="4192" y="11103"/>
                    <a:pt x="3970" y="11125"/>
                    <a:pt x="3750" y="11125"/>
                  </a:cubicBezTo>
                  <a:cubicBezTo>
                    <a:pt x="3027" y="11125"/>
                    <a:pt x="2328" y="10888"/>
                    <a:pt x="1797" y="10429"/>
                  </a:cubicBezTo>
                  <a:cubicBezTo>
                    <a:pt x="1041" y="9830"/>
                    <a:pt x="631" y="8917"/>
                    <a:pt x="631" y="7972"/>
                  </a:cubicBezTo>
                  <a:cubicBezTo>
                    <a:pt x="631" y="7656"/>
                    <a:pt x="694" y="7404"/>
                    <a:pt x="757" y="7089"/>
                  </a:cubicBezTo>
                  <a:cubicBezTo>
                    <a:pt x="1062" y="6988"/>
                    <a:pt x="1366" y="6939"/>
                    <a:pt x="1670" y="6939"/>
                  </a:cubicBezTo>
                  <a:close/>
                  <a:moveTo>
                    <a:pt x="2427" y="1"/>
                  </a:moveTo>
                  <a:cubicBezTo>
                    <a:pt x="1828" y="1"/>
                    <a:pt x="1387" y="473"/>
                    <a:pt x="1387" y="1009"/>
                  </a:cubicBezTo>
                  <a:cubicBezTo>
                    <a:pt x="1387" y="1450"/>
                    <a:pt x="1671" y="1828"/>
                    <a:pt x="2112" y="1986"/>
                  </a:cubicBezTo>
                  <a:lnTo>
                    <a:pt x="2112" y="4443"/>
                  </a:lnTo>
                  <a:cubicBezTo>
                    <a:pt x="2112" y="4569"/>
                    <a:pt x="2017" y="4632"/>
                    <a:pt x="1891" y="4727"/>
                  </a:cubicBezTo>
                  <a:cubicBezTo>
                    <a:pt x="1356" y="5042"/>
                    <a:pt x="883" y="5514"/>
                    <a:pt x="536" y="6081"/>
                  </a:cubicBezTo>
                  <a:cubicBezTo>
                    <a:pt x="410" y="6302"/>
                    <a:pt x="284" y="6522"/>
                    <a:pt x="221" y="6711"/>
                  </a:cubicBezTo>
                  <a:lnTo>
                    <a:pt x="221" y="6743"/>
                  </a:lnTo>
                  <a:cubicBezTo>
                    <a:pt x="64" y="7152"/>
                    <a:pt x="1" y="7593"/>
                    <a:pt x="1" y="8003"/>
                  </a:cubicBezTo>
                  <a:cubicBezTo>
                    <a:pt x="1" y="9169"/>
                    <a:pt x="536" y="10271"/>
                    <a:pt x="1419" y="10964"/>
                  </a:cubicBezTo>
                  <a:cubicBezTo>
                    <a:pt x="2112" y="11532"/>
                    <a:pt x="2962" y="11847"/>
                    <a:pt x="3845" y="11847"/>
                  </a:cubicBezTo>
                  <a:cubicBezTo>
                    <a:pt x="4097" y="11847"/>
                    <a:pt x="4380" y="11784"/>
                    <a:pt x="4664" y="11752"/>
                  </a:cubicBezTo>
                  <a:cubicBezTo>
                    <a:pt x="5420" y="11595"/>
                    <a:pt x="6081" y="11248"/>
                    <a:pt x="6585" y="10681"/>
                  </a:cubicBezTo>
                  <a:cubicBezTo>
                    <a:pt x="7090" y="10145"/>
                    <a:pt x="7468" y="9484"/>
                    <a:pt x="7625" y="8728"/>
                  </a:cubicBezTo>
                  <a:cubicBezTo>
                    <a:pt x="7562" y="8350"/>
                    <a:pt x="7562" y="7972"/>
                    <a:pt x="7531" y="7656"/>
                  </a:cubicBezTo>
                  <a:cubicBezTo>
                    <a:pt x="7499" y="7184"/>
                    <a:pt x="7373" y="6743"/>
                    <a:pt x="7184" y="6333"/>
                  </a:cubicBezTo>
                  <a:cubicBezTo>
                    <a:pt x="6837" y="5609"/>
                    <a:pt x="6302" y="5073"/>
                    <a:pt x="5640" y="4664"/>
                  </a:cubicBezTo>
                  <a:cubicBezTo>
                    <a:pt x="5577" y="4632"/>
                    <a:pt x="5483" y="4506"/>
                    <a:pt x="5483" y="4411"/>
                  </a:cubicBezTo>
                  <a:lnTo>
                    <a:pt x="5483" y="1986"/>
                  </a:lnTo>
                  <a:cubicBezTo>
                    <a:pt x="5892" y="1828"/>
                    <a:pt x="6207" y="1482"/>
                    <a:pt x="6207" y="1009"/>
                  </a:cubicBezTo>
                  <a:cubicBezTo>
                    <a:pt x="6207" y="410"/>
                    <a:pt x="5735" y="1"/>
                    <a:pt x="5168" y="1"/>
                  </a:cubicBezTo>
                  <a:close/>
                </a:path>
              </a:pathLst>
            </a:custGeom>
            <a:grpFill/>
            <a:ln>
              <a:noFill/>
            </a:ln>
          </p:spPr>
          <p:txBody>
            <a:bodyPr spcFirstLastPara="1" wrap="square" lIns="62728" tIns="62728" rIns="62728" bIns="62728" anchor="ctr" anchorCtr="0">
              <a:noAutofit/>
            </a:bodyPr>
            <a:lstStyle/>
            <a:p>
              <a:endParaRPr sz="764"/>
            </a:p>
          </p:txBody>
        </p:sp>
        <p:sp>
          <p:nvSpPr>
            <p:cNvPr id="1169" name="Google Shape;7031;p64">
              <a:extLst>
                <a:ext uri="{FF2B5EF4-FFF2-40B4-BE49-F238E27FC236}">
                  <a16:creationId xmlns:a16="http://schemas.microsoft.com/office/drawing/2014/main" id="{0EE76703-E2A6-40B8-949E-6419675EBE2E}"/>
                </a:ext>
              </a:extLst>
            </p:cNvPr>
            <p:cNvSpPr/>
            <p:nvPr/>
          </p:nvSpPr>
          <p:spPr>
            <a:xfrm>
              <a:off x="-27976950" y="29106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grpFill/>
            <a:ln>
              <a:noFill/>
            </a:ln>
          </p:spPr>
          <p:txBody>
            <a:bodyPr spcFirstLastPara="1" wrap="square" lIns="62728" tIns="62728" rIns="62728" bIns="62728" anchor="ctr" anchorCtr="0">
              <a:noAutofit/>
            </a:bodyPr>
            <a:lstStyle/>
            <a:p>
              <a:endParaRPr sz="764"/>
            </a:p>
          </p:txBody>
        </p:sp>
        <p:sp>
          <p:nvSpPr>
            <p:cNvPr id="1170" name="Google Shape;7032;p64">
              <a:extLst>
                <a:ext uri="{FF2B5EF4-FFF2-40B4-BE49-F238E27FC236}">
                  <a16:creationId xmlns:a16="http://schemas.microsoft.com/office/drawing/2014/main" id="{CF0C5DCF-DADF-49D2-B2E1-642CC03F466C}"/>
                </a:ext>
              </a:extLst>
            </p:cNvPr>
            <p:cNvSpPr/>
            <p:nvPr/>
          </p:nvSpPr>
          <p:spPr>
            <a:xfrm>
              <a:off x="-27924175" y="2927975"/>
              <a:ext cx="17350" cy="18150"/>
            </a:xfrm>
            <a:custGeom>
              <a:avLst/>
              <a:gdLst/>
              <a:ahLst/>
              <a:cxnLst/>
              <a:rect l="l" t="t" r="r" b="b"/>
              <a:pathLst>
                <a:path w="694" h="726" extrusionOk="0">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1171" name="Google Shape;7033;p64">
              <a:extLst>
                <a:ext uri="{FF2B5EF4-FFF2-40B4-BE49-F238E27FC236}">
                  <a16:creationId xmlns:a16="http://schemas.microsoft.com/office/drawing/2014/main" id="{0D2837BB-2DD2-4BCA-9B37-1E1F1BF46D20}"/>
                </a:ext>
              </a:extLst>
            </p:cNvPr>
            <p:cNvSpPr/>
            <p:nvPr/>
          </p:nvSpPr>
          <p:spPr>
            <a:xfrm>
              <a:off x="-27976950" y="29461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grpFill/>
            <a:ln>
              <a:noFill/>
            </a:ln>
          </p:spPr>
          <p:txBody>
            <a:bodyPr spcFirstLastPara="1" wrap="square" lIns="62728" tIns="62728" rIns="62728" bIns="62728" anchor="ctr" anchorCtr="0">
              <a:noAutofit/>
            </a:bodyPr>
            <a:lstStyle/>
            <a:p>
              <a:endParaRPr sz="764"/>
            </a:p>
          </p:txBody>
        </p:sp>
        <p:sp>
          <p:nvSpPr>
            <p:cNvPr id="1172" name="Google Shape;7034;p64">
              <a:extLst>
                <a:ext uri="{FF2B5EF4-FFF2-40B4-BE49-F238E27FC236}">
                  <a16:creationId xmlns:a16="http://schemas.microsoft.com/office/drawing/2014/main" id="{837AE918-1701-4CB7-BE46-96753658315F}"/>
                </a:ext>
              </a:extLst>
            </p:cNvPr>
            <p:cNvSpPr/>
            <p:nvPr/>
          </p:nvSpPr>
          <p:spPr>
            <a:xfrm>
              <a:off x="-28010800" y="2893325"/>
              <a:ext cx="17350" cy="18150"/>
            </a:xfrm>
            <a:custGeom>
              <a:avLst/>
              <a:gdLst/>
              <a:ahLst/>
              <a:cxnLst/>
              <a:rect l="l" t="t" r="r" b="b"/>
              <a:pathLst>
                <a:path w="694" h="726" extrusionOk="0">
                  <a:moveTo>
                    <a:pt x="347" y="0"/>
                  </a:moveTo>
                  <a:cubicBezTo>
                    <a:pt x="158" y="0"/>
                    <a:pt x="0" y="158"/>
                    <a:pt x="0" y="379"/>
                  </a:cubicBezTo>
                  <a:cubicBezTo>
                    <a:pt x="0" y="568"/>
                    <a:pt x="158" y="725"/>
                    <a:pt x="347" y="725"/>
                  </a:cubicBezTo>
                  <a:cubicBezTo>
                    <a:pt x="536" y="725"/>
                    <a:pt x="693" y="568"/>
                    <a:pt x="693" y="379"/>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55" name="Google Shape;7035;p64">
            <a:extLst>
              <a:ext uri="{FF2B5EF4-FFF2-40B4-BE49-F238E27FC236}">
                <a16:creationId xmlns:a16="http://schemas.microsoft.com/office/drawing/2014/main" id="{DFF42AB8-B031-412B-9773-384872F564D9}"/>
              </a:ext>
            </a:extLst>
          </p:cNvPr>
          <p:cNvGrpSpPr/>
          <p:nvPr/>
        </p:nvGrpSpPr>
        <p:grpSpPr>
          <a:xfrm>
            <a:off x="2263152" y="5343989"/>
            <a:ext cx="229789" cy="229168"/>
            <a:chOff x="-26215025" y="1971025"/>
            <a:chExt cx="296175" cy="295375"/>
          </a:xfrm>
          <a:solidFill>
            <a:schemeClr val="tx1"/>
          </a:solidFill>
        </p:grpSpPr>
        <p:sp>
          <p:nvSpPr>
            <p:cNvPr id="1160" name="Google Shape;7036;p64">
              <a:extLst>
                <a:ext uri="{FF2B5EF4-FFF2-40B4-BE49-F238E27FC236}">
                  <a16:creationId xmlns:a16="http://schemas.microsoft.com/office/drawing/2014/main" id="{4F495846-AB8E-4A94-91E5-BB420D39CBFA}"/>
                </a:ext>
              </a:extLst>
            </p:cNvPr>
            <p:cNvSpPr/>
            <p:nvPr/>
          </p:nvSpPr>
          <p:spPr>
            <a:xfrm>
              <a:off x="-26092950" y="1971025"/>
              <a:ext cx="51225" cy="225275"/>
            </a:xfrm>
            <a:custGeom>
              <a:avLst/>
              <a:gdLst/>
              <a:ahLst/>
              <a:cxnLst/>
              <a:rect l="l" t="t" r="r" b="b"/>
              <a:pathLst>
                <a:path w="2049" h="9011" extrusionOk="0">
                  <a:moveTo>
                    <a:pt x="1009" y="7246"/>
                  </a:moveTo>
                  <a:cubicBezTo>
                    <a:pt x="1198" y="7593"/>
                    <a:pt x="1355" y="7877"/>
                    <a:pt x="1355" y="8003"/>
                  </a:cubicBezTo>
                  <a:cubicBezTo>
                    <a:pt x="1355" y="8192"/>
                    <a:pt x="1198" y="8349"/>
                    <a:pt x="1009" y="8349"/>
                  </a:cubicBezTo>
                  <a:cubicBezTo>
                    <a:pt x="820" y="8349"/>
                    <a:pt x="662" y="8192"/>
                    <a:pt x="662" y="8003"/>
                  </a:cubicBezTo>
                  <a:cubicBezTo>
                    <a:pt x="694" y="7877"/>
                    <a:pt x="820" y="7562"/>
                    <a:pt x="1009" y="7246"/>
                  </a:cubicBezTo>
                  <a:close/>
                  <a:moveTo>
                    <a:pt x="977" y="0"/>
                  </a:moveTo>
                  <a:cubicBezTo>
                    <a:pt x="788" y="0"/>
                    <a:pt x="631" y="158"/>
                    <a:pt x="631" y="347"/>
                  </a:cubicBezTo>
                  <a:lnTo>
                    <a:pt x="631" y="6490"/>
                  </a:lnTo>
                  <a:cubicBezTo>
                    <a:pt x="536" y="6616"/>
                    <a:pt x="410" y="6774"/>
                    <a:pt x="316" y="6963"/>
                  </a:cubicBezTo>
                  <a:cubicBezTo>
                    <a:pt x="32" y="7562"/>
                    <a:pt x="1" y="7845"/>
                    <a:pt x="1" y="8003"/>
                  </a:cubicBezTo>
                  <a:cubicBezTo>
                    <a:pt x="1" y="8601"/>
                    <a:pt x="473" y="9011"/>
                    <a:pt x="1009" y="9011"/>
                  </a:cubicBezTo>
                  <a:cubicBezTo>
                    <a:pt x="1576" y="9011"/>
                    <a:pt x="2048" y="8538"/>
                    <a:pt x="2048" y="8003"/>
                  </a:cubicBezTo>
                  <a:cubicBezTo>
                    <a:pt x="2048" y="7845"/>
                    <a:pt x="1985" y="7593"/>
                    <a:pt x="1639" y="6963"/>
                  </a:cubicBezTo>
                  <a:cubicBezTo>
                    <a:pt x="1513" y="6774"/>
                    <a:pt x="1418" y="6585"/>
                    <a:pt x="1324" y="6490"/>
                  </a:cubicBezTo>
                  <a:lnTo>
                    <a:pt x="1324" y="347"/>
                  </a:lnTo>
                  <a:cubicBezTo>
                    <a:pt x="1324" y="158"/>
                    <a:pt x="1166" y="0"/>
                    <a:pt x="977" y="0"/>
                  </a:cubicBezTo>
                  <a:close/>
                </a:path>
              </a:pathLst>
            </a:custGeom>
            <a:grpFill/>
            <a:ln>
              <a:noFill/>
            </a:ln>
          </p:spPr>
          <p:txBody>
            <a:bodyPr spcFirstLastPara="1" wrap="square" lIns="62728" tIns="62728" rIns="62728" bIns="62728" anchor="ctr" anchorCtr="0">
              <a:noAutofit/>
            </a:bodyPr>
            <a:lstStyle/>
            <a:p>
              <a:endParaRPr sz="764"/>
            </a:p>
          </p:txBody>
        </p:sp>
        <p:sp>
          <p:nvSpPr>
            <p:cNvPr id="1161" name="Google Shape;7037;p64">
              <a:extLst>
                <a:ext uri="{FF2B5EF4-FFF2-40B4-BE49-F238E27FC236}">
                  <a16:creationId xmlns:a16="http://schemas.microsoft.com/office/drawing/2014/main" id="{504BA090-7B1F-4ACC-B424-C37E41D26DB0}"/>
                </a:ext>
              </a:extLst>
            </p:cNvPr>
            <p:cNvSpPr/>
            <p:nvPr/>
          </p:nvSpPr>
          <p:spPr>
            <a:xfrm>
              <a:off x="-26179575" y="22144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1162" name="Google Shape;7038;p64">
              <a:extLst>
                <a:ext uri="{FF2B5EF4-FFF2-40B4-BE49-F238E27FC236}">
                  <a16:creationId xmlns:a16="http://schemas.microsoft.com/office/drawing/2014/main" id="{C740D365-FA9B-4FDC-A1F2-779C8BBE1491}"/>
                </a:ext>
              </a:extLst>
            </p:cNvPr>
            <p:cNvSpPr/>
            <p:nvPr/>
          </p:nvSpPr>
          <p:spPr>
            <a:xfrm>
              <a:off x="-26163050" y="2178950"/>
              <a:ext cx="17350" cy="17350"/>
            </a:xfrm>
            <a:custGeom>
              <a:avLst/>
              <a:gdLst/>
              <a:ahLst/>
              <a:cxnLst/>
              <a:rect l="l" t="t" r="r" b="b"/>
              <a:pathLst>
                <a:path w="694" h="694" extrusionOk="0">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1163" name="Google Shape;7039;p64">
              <a:extLst>
                <a:ext uri="{FF2B5EF4-FFF2-40B4-BE49-F238E27FC236}">
                  <a16:creationId xmlns:a16="http://schemas.microsoft.com/office/drawing/2014/main" id="{0AA134FA-2471-49B8-90DB-5882278034A8}"/>
                </a:ext>
              </a:extLst>
            </p:cNvPr>
            <p:cNvSpPr/>
            <p:nvPr/>
          </p:nvSpPr>
          <p:spPr>
            <a:xfrm>
              <a:off x="-26145725" y="22144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grpFill/>
            <a:ln>
              <a:noFill/>
            </a:ln>
          </p:spPr>
          <p:txBody>
            <a:bodyPr spcFirstLastPara="1" wrap="square" lIns="62728" tIns="62728" rIns="62728" bIns="62728" anchor="ctr" anchorCtr="0">
              <a:noAutofit/>
            </a:bodyPr>
            <a:lstStyle/>
            <a:p>
              <a:endParaRPr sz="764"/>
            </a:p>
          </p:txBody>
        </p:sp>
        <p:sp>
          <p:nvSpPr>
            <p:cNvPr id="1164" name="Google Shape;7040;p64">
              <a:extLst>
                <a:ext uri="{FF2B5EF4-FFF2-40B4-BE49-F238E27FC236}">
                  <a16:creationId xmlns:a16="http://schemas.microsoft.com/office/drawing/2014/main" id="{C10B33D8-AB37-4E60-A380-C5345A6A9202}"/>
                </a:ext>
              </a:extLst>
            </p:cNvPr>
            <p:cNvSpPr/>
            <p:nvPr/>
          </p:nvSpPr>
          <p:spPr>
            <a:xfrm>
              <a:off x="-25988975" y="2178950"/>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662" y="158"/>
                    <a:pt x="504"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1165" name="Google Shape;7041;p64">
              <a:extLst>
                <a:ext uri="{FF2B5EF4-FFF2-40B4-BE49-F238E27FC236}">
                  <a16:creationId xmlns:a16="http://schemas.microsoft.com/office/drawing/2014/main" id="{9BD808D0-E235-4C2E-87AE-72EED62CA1E3}"/>
                </a:ext>
              </a:extLst>
            </p:cNvPr>
            <p:cNvSpPr/>
            <p:nvPr/>
          </p:nvSpPr>
          <p:spPr>
            <a:xfrm>
              <a:off x="-26006300" y="22144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1166" name="Google Shape;7042;p64">
              <a:extLst>
                <a:ext uri="{FF2B5EF4-FFF2-40B4-BE49-F238E27FC236}">
                  <a16:creationId xmlns:a16="http://schemas.microsoft.com/office/drawing/2014/main" id="{746B3382-B85A-43B0-B1FB-BBAE8A86E7A9}"/>
                </a:ext>
              </a:extLst>
            </p:cNvPr>
            <p:cNvSpPr/>
            <p:nvPr/>
          </p:nvSpPr>
          <p:spPr>
            <a:xfrm>
              <a:off x="-25972450" y="22144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6" y="536"/>
                    <a:pt x="726" y="347"/>
                  </a:cubicBezTo>
                  <a:cubicBezTo>
                    <a:pt x="726" y="158"/>
                    <a:pt x="568" y="0"/>
                    <a:pt x="379" y="0"/>
                  </a:cubicBezTo>
                  <a:close/>
                </a:path>
              </a:pathLst>
            </a:custGeom>
            <a:grpFill/>
            <a:ln>
              <a:noFill/>
            </a:ln>
          </p:spPr>
          <p:txBody>
            <a:bodyPr spcFirstLastPara="1" wrap="square" lIns="62728" tIns="62728" rIns="62728" bIns="62728" anchor="ctr" anchorCtr="0">
              <a:noAutofit/>
            </a:bodyPr>
            <a:lstStyle/>
            <a:p>
              <a:endParaRPr sz="764"/>
            </a:p>
          </p:txBody>
        </p:sp>
        <p:sp>
          <p:nvSpPr>
            <p:cNvPr id="1167" name="Google Shape;7043;p64">
              <a:extLst>
                <a:ext uri="{FF2B5EF4-FFF2-40B4-BE49-F238E27FC236}">
                  <a16:creationId xmlns:a16="http://schemas.microsoft.com/office/drawing/2014/main" id="{E74FE754-9B2B-401A-8460-984B7E71CEBA}"/>
                </a:ext>
              </a:extLst>
            </p:cNvPr>
            <p:cNvSpPr/>
            <p:nvPr/>
          </p:nvSpPr>
          <p:spPr>
            <a:xfrm>
              <a:off x="-26215025" y="2108850"/>
              <a:ext cx="296175" cy="157550"/>
            </a:xfrm>
            <a:custGeom>
              <a:avLst/>
              <a:gdLst/>
              <a:ahLst/>
              <a:cxnLst/>
              <a:rect l="l" t="t" r="r" b="b"/>
              <a:pathLst>
                <a:path w="11847" h="6302" extrusionOk="0">
                  <a:moveTo>
                    <a:pt x="4128" y="725"/>
                  </a:moveTo>
                  <a:cubicBezTo>
                    <a:pt x="3970" y="946"/>
                    <a:pt x="3844" y="1198"/>
                    <a:pt x="3781" y="1418"/>
                  </a:cubicBezTo>
                  <a:cubicBezTo>
                    <a:pt x="3781" y="1450"/>
                    <a:pt x="3749" y="1513"/>
                    <a:pt x="3749" y="1544"/>
                  </a:cubicBezTo>
                  <a:cubicBezTo>
                    <a:pt x="3403" y="1355"/>
                    <a:pt x="2993" y="1261"/>
                    <a:pt x="2615" y="1261"/>
                  </a:cubicBezTo>
                  <a:cubicBezTo>
                    <a:pt x="2111" y="1261"/>
                    <a:pt x="1450" y="1418"/>
                    <a:pt x="1166" y="1891"/>
                  </a:cubicBezTo>
                  <a:cubicBezTo>
                    <a:pt x="1040" y="2080"/>
                    <a:pt x="851" y="2175"/>
                    <a:pt x="694" y="2175"/>
                  </a:cubicBezTo>
                  <a:lnTo>
                    <a:pt x="694" y="1072"/>
                  </a:lnTo>
                  <a:cubicBezTo>
                    <a:pt x="694" y="851"/>
                    <a:pt x="851" y="725"/>
                    <a:pt x="1040" y="725"/>
                  </a:cubicBezTo>
                  <a:close/>
                  <a:moveTo>
                    <a:pt x="10775" y="725"/>
                  </a:moveTo>
                  <a:cubicBezTo>
                    <a:pt x="10964" y="725"/>
                    <a:pt x="11122" y="883"/>
                    <a:pt x="11122" y="1072"/>
                  </a:cubicBezTo>
                  <a:lnTo>
                    <a:pt x="11122" y="2175"/>
                  </a:lnTo>
                  <a:cubicBezTo>
                    <a:pt x="10933" y="2175"/>
                    <a:pt x="10775" y="2080"/>
                    <a:pt x="10649" y="1891"/>
                  </a:cubicBezTo>
                  <a:cubicBezTo>
                    <a:pt x="10429" y="1513"/>
                    <a:pt x="10050" y="1261"/>
                    <a:pt x="9546" y="1261"/>
                  </a:cubicBezTo>
                  <a:cubicBezTo>
                    <a:pt x="9074" y="1261"/>
                    <a:pt x="8696" y="1513"/>
                    <a:pt x="8444" y="1891"/>
                  </a:cubicBezTo>
                  <a:cubicBezTo>
                    <a:pt x="8412" y="1985"/>
                    <a:pt x="8349" y="2049"/>
                    <a:pt x="8286" y="2143"/>
                  </a:cubicBezTo>
                  <a:cubicBezTo>
                    <a:pt x="8255" y="1828"/>
                    <a:pt x="8097" y="1355"/>
                    <a:pt x="7719" y="725"/>
                  </a:cubicBezTo>
                  <a:close/>
                  <a:moveTo>
                    <a:pt x="9609" y="1922"/>
                  </a:moveTo>
                  <a:cubicBezTo>
                    <a:pt x="9830" y="1922"/>
                    <a:pt x="9987" y="2049"/>
                    <a:pt x="10113" y="2206"/>
                  </a:cubicBezTo>
                  <a:cubicBezTo>
                    <a:pt x="10334" y="2616"/>
                    <a:pt x="10744" y="2836"/>
                    <a:pt x="11185" y="2836"/>
                  </a:cubicBezTo>
                  <a:lnTo>
                    <a:pt x="11185" y="5546"/>
                  </a:lnTo>
                  <a:lnTo>
                    <a:pt x="694" y="5546"/>
                  </a:lnTo>
                  <a:lnTo>
                    <a:pt x="694" y="2931"/>
                  </a:lnTo>
                  <a:cubicBezTo>
                    <a:pt x="1135" y="2931"/>
                    <a:pt x="1576" y="2679"/>
                    <a:pt x="1765" y="2301"/>
                  </a:cubicBezTo>
                  <a:cubicBezTo>
                    <a:pt x="1828" y="2143"/>
                    <a:pt x="2143" y="2017"/>
                    <a:pt x="2615" y="2017"/>
                  </a:cubicBezTo>
                  <a:cubicBezTo>
                    <a:pt x="3056" y="2017"/>
                    <a:pt x="3371" y="2175"/>
                    <a:pt x="3497" y="2301"/>
                  </a:cubicBezTo>
                  <a:lnTo>
                    <a:pt x="3529" y="2364"/>
                  </a:lnTo>
                  <a:cubicBezTo>
                    <a:pt x="3529" y="2395"/>
                    <a:pt x="3560" y="2395"/>
                    <a:pt x="3560" y="2395"/>
                  </a:cubicBezTo>
                  <a:cubicBezTo>
                    <a:pt x="3560" y="2868"/>
                    <a:pt x="3686" y="3309"/>
                    <a:pt x="3939" y="3718"/>
                  </a:cubicBezTo>
                  <a:cubicBezTo>
                    <a:pt x="4317" y="4380"/>
                    <a:pt x="4947" y="4758"/>
                    <a:pt x="5671" y="4852"/>
                  </a:cubicBezTo>
                  <a:lnTo>
                    <a:pt x="5923" y="4852"/>
                  </a:lnTo>
                  <a:cubicBezTo>
                    <a:pt x="7121" y="4852"/>
                    <a:pt x="8097" y="4033"/>
                    <a:pt x="8286" y="2868"/>
                  </a:cubicBezTo>
                  <a:cubicBezTo>
                    <a:pt x="8727" y="2773"/>
                    <a:pt x="8916" y="2458"/>
                    <a:pt x="9074" y="2206"/>
                  </a:cubicBezTo>
                  <a:cubicBezTo>
                    <a:pt x="9200" y="2017"/>
                    <a:pt x="9357" y="1922"/>
                    <a:pt x="9609" y="1922"/>
                  </a:cubicBezTo>
                  <a:close/>
                  <a:moveTo>
                    <a:pt x="1040" y="1"/>
                  </a:moveTo>
                  <a:cubicBezTo>
                    <a:pt x="473" y="1"/>
                    <a:pt x="0" y="473"/>
                    <a:pt x="0" y="1072"/>
                  </a:cubicBezTo>
                  <a:lnTo>
                    <a:pt x="0" y="5955"/>
                  </a:lnTo>
                  <a:cubicBezTo>
                    <a:pt x="0" y="6144"/>
                    <a:pt x="158" y="6302"/>
                    <a:pt x="347" y="6302"/>
                  </a:cubicBezTo>
                  <a:lnTo>
                    <a:pt x="11500" y="6302"/>
                  </a:lnTo>
                  <a:cubicBezTo>
                    <a:pt x="11689" y="6302"/>
                    <a:pt x="11846" y="6144"/>
                    <a:pt x="11846" y="5955"/>
                  </a:cubicBezTo>
                  <a:lnTo>
                    <a:pt x="11846" y="1072"/>
                  </a:lnTo>
                  <a:cubicBezTo>
                    <a:pt x="11846" y="505"/>
                    <a:pt x="11374" y="1"/>
                    <a:pt x="10775" y="1"/>
                  </a:cubicBezTo>
                  <a:lnTo>
                    <a:pt x="7089" y="1"/>
                  </a:lnTo>
                  <a:cubicBezTo>
                    <a:pt x="6963" y="1"/>
                    <a:pt x="6837" y="64"/>
                    <a:pt x="6774" y="190"/>
                  </a:cubicBezTo>
                  <a:cubicBezTo>
                    <a:pt x="6679" y="316"/>
                    <a:pt x="6711" y="442"/>
                    <a:pt x="6774" y="568"/>
                  </a:cubicBezTo>
                  <a:lnTo>
                    <a:pt x="6805" y="599"/>
                  </a:lnTo>
                  <a:cubicBezTo>
                    <a:pt x="7341" y="1387"/>
                    <a:pt x="7625" y="2017"/>
                    <a:pt x="7625" y="2490"/>
                  </a:cubicBezTo>
                  <a:cubicBezTo>
                    <a:pt x="7625" y="3435"/>
                    <a:pt x="6868" y="4191"/>
                    <a:pt x="5923" y="4191"/>
                  </a:cubicBezTo>
                  <a:lnTo>
                    <a:pt x="5734" y="4191"/>
                  </a:lnTo>
                  <a:cubicBezTo>
                    <a:pt x="5230" y="4128"/>
                    <a:pt x="4789" y="3813"/>
                    <a:pt x="4506" y="3340"/>
                  </a:cubicBezTo>
                  <a:cubicBezTo>
                    <a:pt x="4191" y="2836"/>
                    <a:pt x="4159" y="2206"/>
                    <a:pt x="4411" y="1702"/>
                  </a:cubicBezTo>
                  <a:cubicBezTo>
                    <a:pt x="4506" y="1387"/>
                    <a:pt x="4758" y="977"/>
                    <a:pt x="5041" y="599"/>
                  </a:cubicBezTo>
                  <a:lnTo>
                    <a:pt x="5073" y="568"/>
                  </a:lnTo>
                  <a:cubicBezTo>
                    <a:pt x="5136" y="442"/>
                    <a:pt x="5136" y="316"/>
                    <a:pt x="5073" y="190"/>
                  </a:cubicBezTo>
                  <a:cubicBezTo>
                    <a:pt x="4978" y="95"/>
                    <a:pt x="4884" y="1"/>
                    <a:pt x="475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58" name="Google Shape;7051;p64">
            <a:extLst>
              <a:ext uri="{FF2B5EF4-FFF2-40B4-BE49-F238E27FC236}">
                <a16:creationId xmlns:a16="http://schemas.microsoft.com/office/drawing/2014/main" id="{51BD2C9D-86A4-45B2-B8E9-B5B546FB2BB1}"/>
              </a:ext>
            </a:extLst>
          </p:cNvPr>
          <p:cNvGrpSpPr/>
          <p:nvPr/>
        </p:nvGrpSpPr>
        <p:grpSpPr>
          <a:xfrm>
            <a:off x="3717175" y="5343989"/>
            <a:ext cx="218791" cy="229168"/>
            <a:chOff x="-24328675" y="1971025"/>
            <a:chExt cx="282000" cy="295375"/>
          </a:xfrm>
          <a:solidFill>
            <a:schemeClr val="tx1"/>
          </a:solidFill>
        </p:grpSpPr>
        <p:sp>
          <p:nvSpPr>
            <p:cNvPr id="1153" name="Google Shape;7052;p64">
              <a:extLst>
                <a:ext uri="{FF2B5EF4-FFF2-40B4-BE49-F238E27FC236}">
                  <a16:creationId xmlns:a16="http://schemas.microsoft.com/office/drawing/2014/main" id="{8956B4D4-9B2A-4ABA-8863-84CE96F95E22}"/>
                </a:ext>
              </a:extLst>
            </p:cNvPr>
            <p:cNvSpPr/>
            <p:nvPr/>
          </p:nvSpPr>
          <p:spPr>
            <a:xfrm>
              <a:off x="-24217625" y="2092325"/>
              <a:ext cx="52025" cy="51200"/>
            </a:xfrm>
            <a:custGeom>
              <a:avLst/>
              <a:gdLst/>
              <a:ahLst/>
              <a:cxnLst/>
              <a:rect l="l" t="t" r="r" b="b"/>
              <a:pathLst>
                <a:path w="2081" h="2048" extrusionOk="0">
                  <a:moveTo>
                    <a:pt x="1009" y="693"/>
                  </a:moveTo>
                  <a:cubicBezTo>
                    <a:pt x="1230" y="693"/>
                    <a:pt x="1387" y="851"/>
                    <a:pt x="1387" y="1071"/>
                  </a:cubicBezTo>
                  <a:cubicBezTo>
                    <a:pt x="1387" y="1260"/>
                    <a:pt x="1230" y="1418"/>
                    <a:pt x="1009" y="1418"/>
                  </a:cubicBezTo>
                  <a:cubicBezTo>
                    <a:pt x="820" y="1418"/>
                    <a:pt x="663" y="1260"/>
                    <a:pt x="663" y="1071"/>
                  </a:cubicBezTo>
                  <a:cubicBezTo>
                    <a:pt x="663" y="851"/>
                    <a:pt x="820" y="693"/>
                    <a:pt x="1009" y="693"/>
                  </a:cubicBezTo>
                  <a:close/>
                  <a:moveTo>
                    <a:pt x="1009" y="0"/>
                  </a:moveTo>
                  <a:cubicBezTo>
                    <a:pt x="442" y="0"/>
                    <a:pt x="1" y="473"/>
                    <a:pt x="1" y="1008"/>
                  </a:cubicBezTo>
                  <a:cubicBezTo>
                    <a:pt x="1" y="1607"/>
                    <a:pt x="474" y="2048"/>
                    <a:pt x="1009" y="2048"/>
                  </a:cubicBezTo>
                  <a:cubicBezTo>
                    <a:pt x="1576" y="2048"/>
                    <a:pt x="2049" y="1575"/>
                    <a:pt x="2049" y="1008"/>
                  </a:cubicBezTo>
                  <a:cubicBezTo>
                    <a:pt x="2080" y="473"/>
                    <a:pt x="1608" y="0"/>
                    <a:pt x="1009" y="0"/>
                  </a:cubicBezTo>
                  <a:close/>
                </a:path>
              </a:pathLst>
            </a:custGeom>
            <a:grpFill/>
            <a:ln>
              <a:noFill/>
            </a:ln>
          </p:spPr>
          <p:txBody>
            <a:bodyPr spcFirstLastPara="1" wrap="square" lIns="62728" tIns="62728" rIns="62728" bIns="62728" anchor="ctr" anchorCtr="0">
              <a:noAutofit/>
            </a:bodyPr>
            <a:lstStyle/>
            <a:p>
              <a:endParaRPr sz="764"/>
            </a:p>
          </p:txBody>
        </p:sp>
        <p:sp>
          <p:nvSpPr>
            <p:cNvPr id="1154" name="Google Shape;7053;p64">
              <a:extLst>
                <a:ext uri="{FF2B5EF4-FFF2-40B4-BE49-F238E27FC236}">
                  <a16:creationId xmlns:a16="http://schemas.microsoft.com/office/drawing/2014/main" id="{FA0B7880-9DB3-489D-87C7-217EF66A7842}"/>
                </a:ext>
              </a:extLst>
            </p:cNvPr>
            <p:cNvSpPr/>
            <p:nvPr/>
          </p:nvSpPr>
          <p:spPr>
            <a:xfrm>
              <a:off x="-24328675" y="1971025"/>
              <a:ext cx="282000" cy="295375"/>
            </a:xfrm>
            <a:custGeom>
              <a:avLst/>
              <a:gdLst/>
              <a:ahLst/>
              <a:cxnLst/>
              <a:rect l="l" t="t" r="r" b="b"/>
              <a:pathLst>
                <a:path w="11280" h="11815" extrusionOk="0">
                  <a:moveTo>
                    <a:pt x="2017" y="2080"/>
                  </a:moveTo>
                  <a:cubicBezTo>
                    <a:pt x="2206" y="2080"/>
                    <a:pt x="2364" y="2237"/>
                    <a:pt x="2364" y="2458"/>
                  </a:cubicBezTo>
                  <a:cubicBezTo>
                    <a:pt x="2364" y="2647"/>
                    <a:pt x="2206" y="2804"/>
                    <a:pt x="2017" y="2804"/>
                  </a:cubicBezTo>
                  <a:cubicBezTo>
                    <a:pt x="1797" y="2804"/>
                    <a:pt x="1639" y="2647"/>
                    <a:pt x="1639" y="2458"/>
                  </a:cubicBezTo>
                  <a:cubicBezTo>
                    <a:pt x="1639" y="2237"/>
                    <a:pt x="1797" y="2080"/>
                    <a:pt x="2017" y="2080"/>
                  </a:cubicBezTo>
                  <a:close/>
                  <a:moveTo>
                    <a:pt x="5451" y="662"/>
                  </a:moveTo>
                  <a:cubicBezTo>
                    <a:pt x="5861" y="662"/>
                    <a:pt x="6302" y="1198"/>
                    <a:pt x="6617" y="2080"/>
                  </a:cubicBezTo>
                  <a:cubicBezTo>
                    <a:pt x="6680" y="2237"/>
                    <a:pt x="6743" y="2458"/>
                    <a:pt x="6806" y="2647"/>
                  </a:cubicBezTo>
                  <a:cubicBezTo>
                    <a:pt x="6365" y="2804"/>
                    <a:pt x="5955" y="2962"/>
                    <a:pt x="5451" y="3151"/>
                  </a:cubicBezTo>
                  <a:cubicBezTo>
                    <a:pt x="5042" y="2962"/>
                    <a:pt x="4569" y="2773"/>
                    <a:pt x="4128" y="2647"/>
                  </a:cubicBezTo>
                  <a:cubicBezTo>
                    <a:pt x="4191" y="2458"/>
                    <a:pt x="4254" y="2237"/>
                    <a:pt x="4317" y="2080"/>
                  </a:cubicBezTo>
                  <a:cubicBezTo>
                    <a:pt x="4632" y="1229"/>
                    <a:pt x="5073" y="662"/>
                    <a:pt x="5451" y="662"/>
                  </a:cubicBezTo>
                  <a:close/>
                  <a:moveTo>
                    <a:pt x="3970" y="3308"/>
                  </a:moveTo>
                  <a:cubicBezTo>
                    <a:pt x="4191" y="3403"/>
                    <a:pt x="4411" y="3466"/>
                    <a:pt x="4632" y="3560"/>
                  </a:cubicBezTo>
                  <a:cubicBezTo>
                    <a:pt x="4506" y="3623"/>
                    <a:pt x="4380" y="3718"/>
                    <a:pt x="4254" y="3781"/>
                  </a:cubicBezTo>
                  <a:cubicBezTo>
                    <a:pt x="4128" y="3875"/>
                    <a:pt x="4002" y="3938"/>
                    <a:pt x="3844" y="4033"/>
                  </a:cubicBezTo>
                  <a:lnTo>
                    <a:pt x="3970" y="3308"/>
                  </a:lnTo>
                  <a:close/>
                  <a:moveTo>
                    <a:pt x="6963" y="3340"/>
                  </a:moveTo>
                  <a:lnTo>
                    <a:pt x="7089" y="4064"/>
                  </a:lnTo>
                  <a:cubicBezTo>
                    <a:pt x="6963" y="3970"/>
                    <a:pt x="6806" y="3907"/>
                    <a:pt x="6680" y="3812"/>
                  </a:cubicBezTo>
                  <a:cubicBezTo>
                    <a:pt x="6554" y="3718"/>
                    <a:pt x="6396" y="3655"/>
                    <a:pt x="6302" y="3592"/>
                  </a:cubicBezTo>
                  <a:cubicBezTo>
                    <a:pt x="6522" y="3497"/>
                    <a:pt x="6774" y="3403"/>
                    <a:pt x="6963" y="3340"/>
                  </a:cubicBezTo>
                  <a:close/>
                  <a:moveTo>
                    <a:pt x="10240" y="4285"/>
                  </a:moveTo>
                  <a:cubicBezTo>
                    <a:pt x="10271" y="4285"/>
                    <a:pt x="10366" y="4285"/>
                    <a:pt x="10397" y="4317"/>
                  </a:cubicBezTo>
                  <a:cubicBezTo>
                    <a:pt x="10460" y="4380"/>
                    <a:pt x="10523" y="4443"/>
                    <a:pt x="10555" y="4537"/>
                  </a:cubicBezTo>
                  <a:cubicBezTo>
                    <a:pt x="10586" y="4600"/>
                    <a:pt x="10555" y="4726"/>
                    <a:pt x="10492" y="4821"/>
                  </a:cubicBezTo>
                  <a:cubicBezTo>
                    <a:pt x="10452" y="4920"/>
                    <a:pt x="10336" y="4982"/>
                    <a:pt x="10225" y="4982"/>
                  </a:cubicBezTo>
                  <a:cubicBezTo>
                    <a:pt x="10160" y="4982"/>
                    <a:pt x="10097" y="4961"/>
                    <a:pt x="10051" y="4915"/>
                  </a:cubicBezTo>
                  <a:cubicBezTo>
                    <a:pt x="9956" y="4884"/>
                    <a:pt x="9925" y="4821"/>
                    <a:pt x="9893" y="4726"/>
                  </a:cubicBezTo>
                  <a:cubicBezTo>
                    <a:pt x="9830" y="4663"/>
                    <a:pt x="9893" y="4537"/>
                    <a:pt x="9925" y="4443"/>
                  </a:cubicBezTo>
                  <a:cubicBezTo>
                    <a:pt x="9988" y="4348"/>
                    <a:pt x="10114" y="4285"/>
                    <a:pt x="10240" y="4285"/>
                  </a:cubicBezTo>
                  <a:close/>
                  <a:moveTo>
                    <a:pt x="8922" y="2925"/>
                  </a:moveTo>
                  <a:cubicBezTo>
                    <a:pt x="9452" y="2925"/>
                    <a:pt x="9823" y="3054"/>
                    <a:pt x="9956" y="3277"/>
                  </a:cubicBezTo>
                  <a:cubicBezTo>
                    <a:pt x="9988" y="3340"/>
                    <a:pt x="10019" y="3466"/>
                    <a:pt x="10019" y="3592"/>
                  </a:cubicBezTo>
                  <a:cubicBezTo>
                    <a:pt x="9704" y="3623"/>
                    <a:pt x="9452" y="3812"/>
                    <a:pt x="9295" y="4096"/>
                  </a:cubicBezTo>
                  <a:cubicBezTo>
                    <a:pt x="9137" y="4317"/>
                    <a:pt x="9137" y="4600"/>
                    <a:pt x="9169" y="4884"/>
                  </a:cubicBezTo>
                  <a:cubicBezTo>
                    <a:pt x="9169" y="4978"/>
                    <a:pt x="9200" y="5010"/>
                    <a:pt x="9232" y="5041"/>
                  </a:cubicBezTo>
                  <a:cubicBezTo>
                    <a:pt x="9169" y="5167"/>
                    <a:pt x="9043" y="5293"/>
                    <a:pt x="8917" y="5388"/>
                  </a:cubicBezTo>
                  <a:cubicBezTo>
                    <a:pt x="8570" y="5073"/>
                    <a:pt x="8224" y="4821"/>
                    <a:pt x="7814" y="4537"/>
                  </a:cubicBezTo>
                  <a:cubicBezTo>
                    <a:pt x="7783" y="4033"/>
                    <a:pt x="7719" y="3560"/>
                    <a:pt x="7625" y="3119"/>
                  </a:cubicBezTo>
                  <a:cubicBezTo>
                    <a:pt x="7814" y="3088"/>
                    <a:pt x="8035" y="3025"/>
                    <a:pt x="8192" y="2993"/>
                  </a:cubicBezTo>
                  <a:cubicBezTo>
                    <a:pt x="8459" y="2947"/>
                    <a:pt x="8704" y="2925"/>
                    <a:pt x="8922" y="2925"/>
                  </a:cubicBezTo>
                  <a:close/>
                  <a:moveTo>
                    <a:pt x="2868" y="3088"/>
                  </a:moveTo>
                  <a:lnTo>
                    <a:pt x="3340" y="3182"/>
                  </a:lnTo>
                  <a:cubicBezTo>
                    <a:pt x="3246" y="3623"/>
                    <a:pt x="3183" y="4096"/>
                    <a:pt x="3151" y="4600"/>
                  </a:cubicBezTo>
                  <a:cubicBezTo>
                    <a:pt x="2742" y="4884"/>
                    <a:pt x="2364" y="5199"/>
                    <a:pt x="2049" y="5482"/>
                  </a:cubicBezTo>
                  <a:cubicBezTo>
                    <a:pt x="1891" y="5325"/>
                    <a:pt x="1765" y="5199"/>
                    <a:pt x="1639" y="5041"/>
                  </a:cubicBezTo>
                  <a:cubicBezTo>
                    <a:pt x="1009" y="4253"/>
                    <a:pt x="788" y="3623"/>
                    <a:pt x="977" y="3308"/>
                  </a:cubicBezTo>
                  <a:cubicBezTo>
                    <a:pt x="1009" y="3245"/>
                    <a:pt x="1103" y="3151"/>
                    <a:pt x="1198" y="3119"/>
                  </a:cubicBezTo>
                  <a:cubicBezTo>
                    <a:pt x="1419" y="3340"/>
                    <a:pt x="1671" y="3497"/>
                    <a:pt x="1986" y="3497"/>
                  </a:cubicBezTo>
                  <a:cubicBezTo>
                    <a:pt x="2364" y="3497"/>
                    <a:pt x="2679" y="3308"/>
                    <a:pt x="2868" y="3088"/>
                  </a:cubicBezTo>
                  <a:close/>
                  <a:moveTo>
                    <a:pt x="3057" y="5451"/>
                  </a:moveTo>
                  <a:lnTo>
                    <a:pt x="3057" y="5923"/>
                  </a:lnTo>
                  <a:lnTo>
                    <a:pt x="3057" y="6364"/>
                  </a:lnTo>
                  <a:cubicBezTo>
                    <a:pt x="2868" y="6207"/>
                    <a:pt x="2679" y="6049"/>
                    <a:pt x="2521" y="5923"/>
                  </a:cubicBezTo>
                  <a:cubicBezTo>
                    <a:pt x="2679" y="5766"/>
                    <a:pt x="2868" y="5577"/>
                    <a:pt x="3057" y="5451"/>
                  </a:cubicBezTo>
                  <a:close/>
                  <a:moveTo>
                    <a:pt x="7909" y="5451"/>
                  </a:moveTo>
                  <a:cubicBezTo>
                    <a:pt x="8098" y="5577"/>
                    <a:pt x="8318" y="5766"/>
                    <a:pt x="8476" y="5923"/>
                  </a:cubicBezTo>
                  <a:cubicBezTo>
                    <a:pt x="8318" y="6081"/>
                    <a:pt x="8098" y="6238"/>
                    <a:pt x="7909" y="6364"/>
                  </a:cubicBezTo>
                  <a:lnTo>
                    <a:pt x="7909" y="5923"/>
                  </a:lnTo>
                  <a:lnTo>
                    <a:pt x="7909" y="5451"/>
                  </a:lnTo>
                  <a:close/>
                  <a:moveTo>
                    <a:pt x="5483" y="3938"/>
                  </a:moveTo>
                  <a:cubicBezTo>
                    <a:pt x="5735" y="4096"/>
                    <a:pt x="6050" y="4253"/>
                    <a:pt x="6333" y="4411"/>
                  </a:cubicBezTo>
                  <a:cubicBezTo>
                    <a:pt x="6617" y="4569"/>
                    <a:pt x="6900" y="4758"/>
                    <a:pt x="7152" y="4915"/>
                  </a:cubicBezTo>
                  <a:cubicBezTo>
                    <a:pt x="7184" y="5230"/>
                    <a:pt x="7184" y="5545"/>
                    <a:pt x="7184" y="5923"/>
                  </a:cubicBezTo>
                  <a:cubicBezTo>
                    <a:pt x="7184" y="6238"/>
                    <a:pt x="7184" y="6585"/>
                    <a:pt x="7152" y="6900"/>
                  </a:cubicBezTo>
                  <a:cubicBezTo>
                    <a:pt x="6932" y="7057"/>
                    <a:pt x="6648" y="7246"/>
                    <a:pt x="6333" y="7404"/>
                  </a:cubicBezTo>
                  <a:cubicBezTo>
                    <a:pt x="6050" y="7562"/>
                    <a:pt x="5735" y="7719"/>
                    <a:pt x="5483" y="7877"/>
                  </a:cubicBezTo>
                  <a:cubicBezTo>
                    <a:pt x="5199" y="7719"/>
                    <a:pt x="4884" y="7562"/>
                    <a:pt x="4601" y="7404"/>
                  </a:cubicBezTo>
                  <a:cubicBezTo>
                    <a:pt x="4317" y="7246"/>
                    <a:pt x="4065" y="7057"/>
                    <a:pt x="3781" y="6900"/>
                  </a:cubicBezTo>
                  <a:cubicBezTo>
                    <a:pt x="3750" y="6585"/>
                    <a:pt x="3750" y="6238"/>
                    <a:pt x="3750" y="5923"/>
                  </a:cubicBezTo>
                  <a:cubicBezTo>
                    <a:pt x="3750" y="5577"/>
                    <a:pt x="3750" y="5230"/>
                    <a:pt x="3781" y="4915"/>
                  </a:cubicBezTo>
                  <a:cubicBezTo>
                    <a:pt x="4065" y="4726"/>
                    <a:pt x="4317" y="4569"/>
                    <a:pt x="4601" y="4411"/>
                  </a:cubicBezTo>
                  <a:cubicBezTo>
                    <a:pt x="4884" y="4253"/>
                    <a:pt x="5199" y="4096"/>
                    <a:pt x="5483" y="3938"/>
                  </a:cubicBezTo>
                  <a:close/>
                  <a:moveTo>
                    <a:pt x="3876" y="7751"/>
                  </a:moveTo>
                  <a:cubicBezTo>
                    <a:pt x="4002" y="7845"/>
                    <a:pt x="4159" y="7908"/>
                    <a:pt x="4285" y="8003"/>
                  </a:cubicBezTo>
                  <a:cubicBezTo>
                    <a:pt x="4411" y="8066"/>
                    <a:pt x="4506" y="8160"/>
                    <a:pt x="4664" y="8223"/>
                  </a:cubicBezTo>
                  <a:cubicBezTo>
                    <a:pt x="4443" y="8318"/>
                    <a:pt x="4191" y="8444"/>
                    <a:pt x="4002" y="8475"/>
                  </a:cubicBezTo>
                  <a:lnTo>
                    <a:pt x="3876" y="7751"/>
                  </a:lnTo>
                  <a:close/>
                  <a:moveTo>
                    <a:pt x="7089" y="7751"/>
                  </a:moveTo>
                  <a:lnTo>
                    <a:pt x="6963" y="8475"/>
                  </a:lnTo>
                  <a:cubicBezTo>
                    <a:pt x="6711" y="8381"/>
                    <a:pt x="6522" y="8318"/>
                    <a:pt x="6302" y="8223"/>
                  </a:cubicBezTo>
                  <a:cubicBezTo>
                    <a:pt x="6396" y="8160"/>
                    <a:pt x="6554" y="8066"/>
                    <a:pt x="6680" y="8003"/>
                  </a:cubicBezTo>
                  <a:cubicBezTo>
                    <a:pt x="6806" y="7908"/>
                    <a:pt x="6963" y="7845"/>
                    <a:pt x="7089" y="7751"/>
                  </a:cubicBezTo>
                  <a:close/>
                  <a:moveTo>
                    <a:pt x="1986" y="6396"/>
                  </a:moveTo>
                  <a:cubicBezTo>
                    <a:pt x="2364" y="6711"/>
                    <a:pt x="2710" y="6963"/>
                    <a:pt x="3088" y="7278"/>
                  </a:cubicBezTo>
                  <a:cubicBezTo>
                    <a:pt x="3151" y="7814"/>
                    <a:pt x="3214" y="8286"/>
                    <a:pt x="3309" y="8696"/>
                  </a:cubicBezTo>
                  <a:cubicBezTo>
                    <a:pt x="3088" y="8727"/>
                    <a:pt x="2931" y="8790"/>
                    <a:pt x="2742" y="8790"/>
                  </a:cubicBezTo>
                  <a:cubicBezTo>
                    <a:pt x="2475" y="8836"/>
                    <a:pt x="2230" y="8858"/>
                    <a:pt x="2011" y="8858"/>
                  </a:cubicBezTo>
                  <a:cubicBezTo>
                    <a:pt x="1482" y="8858"/>
                    <a:pt x="1111" y="8730"/>
                    <a:pt x="977" y="8507"/>
                  </a:cubicBezTo>
                  <a:cubicBezTo>
                    <a:pt x="788" y="8160"/>
                    <a:pt x="1009" y="7530"/>
                    <a:pt x="1608" y="6805"/>
                  </a:cubicBezTo>
                  <a:cubicBezTo>
                    <a:pt x="1734" y="6648"/>
                    <a:pt x="1828" y="6553"/>
                    <a:pt x="1986" y="6396"/>
                  </a:cubicBezTo>
                  <a:close/>
                  <a:moveTo>
                    <a:pt x="8980" y="6364"/>
                  </a:moveTo>
                  <a:cubicBezTo>
                    <a:pt x="9137" y="6553"/>
                    <a:pt x="9232" y="6648"/>
                    <a:pt x="9358" y="6805"/>
                  </a:cubicBezTo>
                  <a:cubicBezTo>
                    <a:pt x="9956" y="7530"/>
                    <a:pt x="10177" y="8160"/>
                    <a:pt x="9988" y="8507"/>
                  </a:cubicBezTo>
                  <a:cubicBezTo>
                    <a:pt x="9858" y="8745"/>
                    <a:pt x="9505" y="8864"/>
                    <a:pt x="9000" y="8864"/>
                  </a:cubicBezTo>
                  <a:cubicBezTo>
                    <a:pt x="8770" y="8864"/>
                    <a:pt x="8509" y="8839"/>
                    <a:pt x="8224" y="8790"/>
                  </a:cubicBezTo>
                  <a:cubicBezTo>
                    <a:pt x="8035" y="8727"/>
                    <a:pt x="7877" y="8696"/>
                    <a:pt x="7656" y="8664"/>
                  </a:cubicBezTo>
                  <a:cubicBezTo>
                    <a:pt x="7751" y="8223"/>
                    <a:pt x="7814" y="7751"/>
                    <a:pt x="7877" y="7246"/>
                  </a:cubicBezTo>
                  <a:cubicBezTo>
                    <a:pt x="8255" y="6963"/>
                    <a:pt x="8665" y="6648"/>
                    <a:pt x="8980" y="6364"/>
                  </a:cubicBezTo>
                  <a:close/>
                  <a:moveTo>
                    <a:pt x="4159" y="10334"/>
                  </a:moveTo>
                  <a:cubicBezTo>
                    <a:pt x="4285" y="10334"/>
                    <a:pt x="4411" y="10397"/>
                    <a:pt x="4474" y="10491"/>
                  </a:cubicBezTo>
                  <a:cubicBezTo>
                    <a:pt x="4537" y="10554"/>
                    <a:pt x="4537" y="10649"/>
                    <a:pt x="4537" y="10743"/>
                  </a:cubicBezTo>
                  <a:cubicBezTo>
                    <a:pt x="4474" y="10838"/>
                    <a:pt x="4443" y="10901"/>
                    <a:pt x="4380" y="10964"/>
                  </a:cubicBezTo>
                  <a:cubicBezTo>
                    <a:pt x="4319" y="10994"/>
                    <a:pt x="4259" y="11008"/>
                    <a:pt x="4200" y="11008"/>
                  </a:cubicBezTo>
                  <a:cubicBezTo>
                    <a:pt x="4076" y="11008"/>
                    <a:pt x="3962" y="10945"/>
                    <a:pt x="3876" y="10838"/>
                  </a:cubicBezTo>
                  <a:cubicBezTo>
                    <a:pt x="3844" y="10743"/>
                    <a:pt x="3844" y="10680"/>
                    <a:pt x="3844" y="10554"/>
                  </a:cubicBezTo>
                  <a:cubicBezTo>
                    <a:pt x="3876" y="10491"/>
                    <a:pt x="3939" y="10397"/>
                    <a:pt x="4002" y="10365"/>
                  </a:cubicBezTo>
                  <a:cubicBezTo>
                    <a:pt x="4033" y="10334"/>
                    <a:pt x="4128" y="10334"/>
                    <a:pt x="4159" y="10334"/>
                  </a:cubicBezTo>
                  <a:close/>
                  <a:moveTo>
                    <a:pt x="5420" y="8664"/>
                  </a:moveTo>
                  <a:cubicBezTo>
                    <a:pt x="5861" y="8853"/>
                    <a:pt x="6333" y="9042"/>
                    <a:pt x="6774" y="9168"/>
                  </a:cubicBezTo>
                  <a:cubicBezTo>
                    <a:pt x="6774" y="9326"/>
                    <a:pt x="6680" y="9515"/>
                    <a:pt x="6617" y="9735"/>
                  </a:cubicBezTo>
                  <a:cubicBezTo>
                    <a:pt x="6302" y="10586"/>
                    <a:pt x="5861" y="11153"/>
                    <a:pt x="5451" y="11153"/>
                  </a:cubicBezTo>
                  <a:cubicBezTo>
                    <a:pt x="5388" y="11153"/>
                    <a:pt x="5262" y="11090"/>
                    <a:pt x="5136" y="11059"/>
                  </a:cubicBezTo>
                  <a:cubicBezTo>
                    <a:pt x="5136" y="11027"/>
                    <a:pt x="5199" y="10996"/>
                    <a:pt x="5199" y="10933"/>
                  </a:cubicBezTo>
                  <a:cubicBezTo>
                    <a:pt x="5262" y="10680"/>
                    <a:pt x="5231" y="10397"/>
                    <a:pt x="5073" y="10145"/>
                  </a:cubicBezTo>
                  <a:cubicBezTo>
                    <a:pt x="4916" y="9830"/>
                    <a:pt x="4601" y="9704"/>
                    <a:pt x="4254" y="9641"/>
                  </a:cubicBezTo>
                  <a:cubicBezTo>
                    <a:pt x="4191" y="9483"/>
                    <a:pt x="4128" y="9326"/>
                    <a:pt x="4096" y="9168"/>
                  </a:cubicBezTo>
                  <a:cubicBezTo>
                    <a:pt x="4506" y="9011"/>
                    <a:pt x="4947" y="8853"/>
                    <a:pt x="5420" y="8664"/>
                  </a:cubicBezTo>
                  <a:close/>
                  <a:moveTo>
                    <a:pt x="5420" y="0"/>
                  </a:moveTo>
                  <a:cubicBezTo>
                    <a:pt x="4727" y="0"/>
                    <a:pt x="4096" y="662"/>
                    <a:pt x="3624" y="1859"/>
                  </a:cubicBezTo>
                  <a:cubicBezTo>
                    <a:pt x="3529" y="2048"/>
                    <a:pt x="3498" y="2237"/>
                    <a:pt x="3403" y="2458"/>
                  </a:cubicBezTo>
                  <a:cubicBezTo>
                    <a:pt x="3246" y="2395"/>
                    <a:pt x="3151" y="2363"/>
                    <a:pt x="2994" y="2363"/>
                  </a:cubicBezTo>
                  <a:cubicBezTo>
                    <a:pt x="2962" y="1828"/>
                    <a:pt x="2521" y="1418"/>
                    <a:pt x="1954" y="1418"/>
                  </a:cubicBezTo>
                  <a:cubicBezTo>
                    <a:pt x="1387" y="1418"/>
                    <a:pt x="946" y="1891"/>
                    <a:pt x="946" y="2426"/>
                  </a:cubicBezTo>
                  <a:cubicBezTo>
                    <a:pt x="662" y="2552"/>
                    <a:pt x="473" y="2710"/>
                    <a:pt x="347" y="2962"/>
                  </a:cubicBezTo>
                  <a:cubicBezTo>
                    <a:pt x="1" y="3592"/>
                    <a:pt x="221" y="4443"/>
                    <a:pt x="1072" y="5419"/>
                  </a:cubicBezTo>
                  <a:cubicBezTo>
                    <a:pt x="1166" y="5577"/>
                    <a:pt x="1324" y="5766"/>
                    <a:pt x="1482" y="5892"/>
                  </a:cubicBezTo>
                  <a:cubicBezTo>
                    <a:pt x="1324" y="6049"/>
                    <a:pt x="1229" y="6207"/>
                    <a:pt x="1072" y="6364"/>
                  </a:cubicBezTo>
                  <a:cubicBezTo>
                    <a:pt x="221" y="7372"/>
                    <a:pt x="1" y="8223"/>
                    <a:pt x="347" y="8853"/>
                  </a:cubicBezTo>
                  <a:cubicBezTo>
                    <a:pt x="631" y="9326"/>
                    <a:pt x="1166" y="9578"/>
                    <a:pt x="2017" y="9578"/>
                  </a:cubicBezTo>
                  <a:cubicBezTo>
                    <a:pt x="2269" y="9578"/>
                    <a:pt x="2553" y="9515"/>
                    <a:pt x="2868" y="9483"/>
                  </a:cubicBezTo>
                  <a:lnTo>
                    <a:pt x="3466" y="9357"/>
                  </a:lnTo>
                  <a:cubicBezTo>
                    <a:pt x="3498" y="9515"/>
                    <a:pt x="3529" y="9704"/>
                    <a:pt x="3624" y="9798"/>
                  </a:cubicBezTo>
                  <a:cubicBezTo>
                    <a:pt x="3403" y="9956"/>
                    <a:pt x="3246" y="10145"/>
                    <a:pt x="3183" y="10397"/>
                  </a:cubicBezTo>
                  <a:cubicBezTo>
                    <a:pt x="3120" y="10680"/>
                    <a:pt x="3151" y="10933"/>
                    <a:pt x="3309" y="11185"/>
                  </a:cubicBezTo>
                  <a:cubicBezTo>
                    <a:pt x="3498" y="11500"/>
                    <a:pt x="3844" y="11689"/>
                    <a:pt x="4222" y="11689"/>
                  </a:cubicBezTo>
                  <a:cubicBezTo>
                    <a:pt x="4380" y="11689"/>
                    <a:pt x="4569" y="11657"/>
                    <a:pt x="4727" y="11531"/>
                  </a:cubicBezTo>
                  <a:cubicBezTo>
                    <a:pt x="4947" y="11689"/>
                    <a:pt x="5199" y="11815"/>
                    <a:pt x="5483" y="11815"/>
                  </a:cubicBezTo>
                  <a:cubicBezTo>
                    <a:pt x="6176" y="11815"/>
                    <a:pt x="6806" y="11153"/>
                    <a:pt x="7278" y="9956"/>
                  </a:cubicBezTo>
                  <a:cubicBezTo>
                    <a:pt x="7373" y="9767"/>
                    <a:pt x="7404" y="9578"/>
                    <a:pt x="7467" y="9357"/>
                  </a:cubicBezTo>
                  <a:cubicBezTo>
                    <a:pt x="7688" y="9420"/>
                    <a:pt x="7909" y="9452"/>
                    <a:pt x="8098" y="9483"/>
                  </a:cubicBezTo>
                  <a:cubicBezTo>
                    <a:pt x="8413" y="9515"/>
                    <a:pt x="8696" y="9578"/>
                    <a:pt x="8980" y="9578"/>
                  </a:cubicBezTo>
                  <a:cubicBezTo>
                    <a:pt x="9767" y="9578"/>
                    <a:pt x="10366" y="9326"/>
                    <a:pt x="10618" y="8853"/>
                  </a:cubicBezTo>
                  <a:cubicBezTo>
                    <a:pt x="10996" y="8223"/>
                    <a:pt x="10744" y="7372"/>
                    <a:pt x="9925" y="6364"/>
                  </a:cubicBezTo>
                  <a:cubicBezTo>
                    <a:pt x="9799" y="6207"/>
                    <a:pt x="9641" y="6049"/>
                    <a:pt x="9484" y="5892"/>
                  </a:cubicBezTo>
                  <a:cubicBezTo>
                    <a:pt x="9610" y="5797"/>
                    <a:pt x="9673" y="5671"/>
                    <a:pt x="9799" y="5577"/>
                  </a:cubicBezTo>
                  <a:cubicBezTo>
                    <a:pt x="9956" y="5671"/>
                    <a:pt x="10114" y="5703"/>
                    <a:pt x="10240" y="5703"/>
                  </a:cubicBezTo>
                  <a:cubicBezTo>
                    <a:pt x="10586" y="5703"/>
                    <a:pt x="10933" y="5514"/>
                    <a:pt x="11154" y="5199"/>
                  </a:cubicBezTo>
                  <a:cubicBezTo>
                    <a:pt x="11248" y="4915"/>
                    <a:pt x="11280" y="4663"/>
                    <a:pt x="11217" y="4380"/>
                  </a:cubicBezTo>
                  <a:cubicBezTo>
                    <a:pt x="11122" y="4096"/>
                    <a:pt x="10965" y="3875"/>
                    <a:pt x="10744" y="3749"/>
                  </a:cubicBezTo>
                  <a:cubicBezTo>
                    <a:pt x="10775" y="3466"/>
                    <a:pt x="10712" y="3182"/>
                    <a:pt x="10586" y="2962"/>
                  </a:cubicBezTo>
                  <a:cubicBezTo>
                    <a:pt x="10325" y="2486"/>
                    <a:pt x="9740" y="2262"/>
                    <a:pt x="8927" y="2262"/>
                  </a:cubicBezTo>
                  <a:cubicBezTo>
                    <a:pt x="8663" y="2262"/>
                    <a:pt x="8375" y="2285"/>
                    <a:pt x="8066" y="2332"/>
                  </a:cubicBezTo>
                  <a:cubicBezTo>
                    <a:pt x="7877" y="2363"/>
                    <a:pt x="7656" y="2395"/>
                    <a:pt x="7436" y="2458"/>
                  </a:cubicBezTo>
                  <a:cubicBezTo>
                    <a:pt x="7341" y="2237"/>
                    <a:pt x="7310" y="2017"/>
                    <a:pt x="7247" y="1859"/>
                  </a:cubicBezTo>
                  <a:cubicBezTo>
                    <a:pt x="6806" y="630"/>
                    <a:pt x="6144" y="0"/>
                    <a:pt x="5420"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59" name="Google Shape;7054;p64">
            <a:extLst>
              <a:ext uri="{FF2B5EF4-FFF2-40B4-BE49-F238E27FC236}">
                <a16:creationId xmlns:a16="http://schemas.microsoft.com/office/drawing/2014/main" id="{B4F78E79-F394-476D-85EB-AF6D1D19A4CB}"/>
              </a:ext>
            </a:extLst>
          </p:cNvPr>
          <p:cNvGrpSpPr/>
          <p:nvPr/>
        </p:nvGrpSpPr>
        <p:grpSpPr>
          <a:xfrm>
            <a:off x="3718708" y="5634246"/>
            <a:ext cx="215726" cy="229168"/>
            <a:chOff x="-24330250" y="2340425"/>
            <a:chExt cx="278050" cy="295375"/>
          </a:xfrm>
          <a:solidFill>
            <a:schemeClr val="tx1"/>
          </a:solidFill>
        </p:grpSpPr>
        <p:sp>
          <p:nvSpPr>
            <p:cNvPr id="1146" name="Google Shape;7055;p64">
              <a:extLst>
                <a:ext uri="{FF2B5EF4-FFF2-40B4-BE49-F238E27FC236}">
                  <a16:creationId xmlns:a16="http://schemas.microsoft.com/office/drawing/2014/main" id="{5DDF684A-36C5-49B9-A05D-C84A0E2AEC26}"/>
                </a:ext>
              </a:extLst>
            </p:cNvPr>
            <p:cNvSpPr/>
            <p:nvPr/>
          </p:nvSpPr>
          <p:spPr>
            <a:xfrm>
              <a:off x="-24330250" y="2340425"/>
              <a:ext cx="278050" cy="295375"/>
            </a:xfrm>
            <a:custGeom>
              <a:avLst/>
              <a:gdLst/>
              <a:ahLst/>
              <a:cxnLst/>
              <a:rect l="l" t="t" r="r" b="b"/>
              <a:pathLst>
                <a:path w="11122" h="11815" extrusionOk="0">
                  <a:moveTo>
                    <a:pt x="5577" y="693"/>
                  </a:moveTo>
                  <a:cubicBezTo>
                    <a:pt x="6711" y="693"/>
                    <a:pt x="7656" y="1638"/>
                    <a:pt x="7656" y="2804"/>
                  </a:cubicBezTo>
                  <a:lnTo>
                    <a:pt x="7656" y="3151"/>
                  </a:lnTo>
                  <a:cubicBezTo>
                    <a:pt x="7656" y="3340"/>
                    <a:pt x="7499" y="3497"/>
                    <a:pt x="7310" y="3497"/>
                  </a:cubicBezTo>
                  <a:lnTo>
                    <a:pt x="5924" y="3497"/>
                  </a:lnTo>
                  <a:lnTo>
                    <a:pt x="5924" y="3151"/>
                  </a:lnTo>
                  <a:cubicBezTo>
                    <a:pt x="5924" y="2962"/>
                    <a:pt x="5766" y="2804"/>
                    <a:pt x="5577" y="2804"/>
                  </a:cubicBezTo>
                  <a:cubicBezTo>
                    <a:pt x="5357" y="2804"/>
                    <a:pt x="5199" y="2962"/>
                    <a:pt x="5199" y="3151"/>
                  </a:cubicBezTo>
                  <a:lnTo>
                    <a:pt x="5199" y="3497"/>
                  </a:lnTo>
                  <a:lnTo>
                    <a:pt x="3844" y="3497"/>
                  </a:lnTo>
                  <a:cubicBezTo>
                    <a:pt x="3624" y="3497"/>
                    <a:pt x="3466" y="3340"/>
                    <a:pt x="3466" y="3151"/>
                  </a:cubicBezTo>
                  <a:lnTo>
                    <a:pt x="3466" y="2804"/>
                  </a:lnTo>
                  <a:cubicBezTo>
                    <a:pt x="3466" y="1638"/>
                    <a:pt x="4411" y="693"/>
                    <a:pt x="5577" y="693"/>
                  </a:cubicBezTo>
                  <a:close/>
                  <a:moveTo>
                    <a:pt x="8318" y="2867"/>
                  </a:moveTo>
                  <a:cubicBezTo>
                    <a:pt x="8728" y="2993"/>
                    <a:pt x="9043" y="3371"/>
                    <a:pt x="9043" y="3844"/>
                  </a:cubicBezTo>
                  <a:lnTo>
                    <a:pt x="9043" y="8727"/>
                  </a:lnTo>
                  <a:cubicBezTo>
                    <a:pt x="9043" y="9326"/>
                    <a:pt x="8570" y="9767"/>
                    <a:pt x="8003" y="9767"/>
                  </a:cubicBezTo>
                  <a:lnTo>
                    <a:pt x="5924" y="9767"/>
                  </a:lnTo>
                  <a:lnTo>
                    <a:pt x="5924" y="7309"/>
                  </a:lnTo>
                  <a:cubicBezTo>
                    <a:pt x="5924" y="7120"/>
                    <a:pt x="5766" y="6963"/>
                    <a:pt x="5577" y="6963"/>
                  </a:cubicBezTo>
                  <a:cubicBezTo>
                    <a:pt x="5357" y="6963"/>
                    <a:pt x="5199" y="7120"/>
                    <a:pt x="5199" y="7309"/>
                  </a:cubicBezTo>
                  <a:lnTo>
                    <a:pt x="5199" y="9767"/>
                  </a:lnTo>
                  <a:lnTo>
                    <a:pt x="3120" y="9767"/>
                  </a:lnTo>
                  <a:cubicBezTo>
                    <a:pt x="2521" y="9767"/>
                    <a:pt x="2112" y="9294"/>
                    <a:pt x="2112" y="8727"/>
                  </a:cubicBezTo>
                  <a:lnTo>
                    <a:pt x="2112" y="3844"/>
                  </a:lnTo>
                  <a:cubicBezTo>
                    <a:pt x="2112" y="3434"/>
                    <a:pt x="2364" y="3025"/>
                    <a:pt x="2805" y="2867"/>
                  </a:cubicBezTo>
                  <a:lnTo>
                    <a:pt x="2805" y="3151"/>
                  </a:lnTo>
                  <a:cubicBezTo>
                    <a:pt x="2805" y="3749"/>
                    <a:pt x="3277" y="4159"/>
                    <a:pt x="3844" y="4159"/>
                  </a:cubicBezTo>
                  <a:lnTo>
                    <a:pt x="7310" y="4159"/>
                  </a:lnTo>
                  <a:cubicBezTo>
                    <a:pt x="7877" y="4159"/>
                    <a:pt x="8318" y="3686"/>
                    <a:pt x="8318" y="3151"/>
                  </a:cubicBezTo>
                  <a:lnTo>
                    <a:pt x="8318" y="2867"/>
                  </a:lnTo>
                  <a:close/>
                  <a:moveTo>
                    <a:pt x="7972" y="693"/>
                  </a:moveTo>
                  <a:cubicBezTo>
                    <a:pt x="9326" y="693"/>
                    <a:pt x="10429" y="1796"/>
                    <a:pt x="10429" y="3151"/>
                  </a:cubicBezTo>
                  <a:lnTo>
                    <a:pt x="10429" y="8727"/>
                  </a:lnTo>
                  <a:lnTo>
                    <a:pt x="10397" y="8727"/>
                  </a:lnTo>
                  <a:cubicBezTo>
                    <a:pt x="10397" y="10082"/>
                    <a:pt x="9295" y="11184"/>
                    <a:pt x="7972" y="11184"/>
                  </a:cubicBezTo>
                  <a:lnTo>
                    <a:pt x="3120" y="11184"/>
                  </a:lnTo>
                  <a:cubicBezTo>
                    <a:pt x="1797" y="11184"/>
                    <a:pt x="694" y="10082"/>
                    <a:pt x="694" y="8727"/>
                  </a:cubicBezTo>
                  <a:lnTo>
                    <a:pt x="694" y="3151"/>
                  </a:lnTo>
                  <a:cubicBezTo>
                    <a:pt x="694" y="1796"/>
                    <a:pt x="1797" y="693"/>
                    <a:pt x="3120" y="693"/>
                  </a:cubicBezTo>
                  <a:lnTo>
                    <a:pt x="3718" y="693"/>
                  </a:lnTo>
                  <a:cubicBezTo>
                    <a:pt x="3277" y="1071"/>
                    <a:pt x="2994" y="1575"/>
                    <a:pt x="2868" y="2111"/>
                  </a:cubicBezTo>
                  <a:cubicBezTo>
                    <a:pt x="2017" y="2237"/>
                    <a:pt x="1387" y="2993"/>
                    <a:pt x="1387" y="3844"/>
                  </a:cubicBezTo>
                  <a:lnTo>
                    <a:pt x="1387" y="8727"/>
                  </a:lnTo>
                  <a:cubicBezTo>
                    <a:pt x="1387" y="9672"/>
                    <a:pt x="2175" y="10460"/>
                    <a:pt x="3120" y="10460"/>
                  </a:cubicBezTo>
                  <a:lnTo>
                    <a:pt x="7972" y="10460"/>
                  </a:lnTo>
                  <a:cubicBezTo>
                    <a:pt x="8917" y="10460"/>
                    <a:pt x="9704" y="9672"/>
                    <a:pt x="9704" y="8727"/>
                  </a:cubicBezTo>
                  <a:lnTo>
                    <a:pt x="9704" y="3844"/>
                  </a:lnTo>
                  <a:cubicBezTo>
                    <a:pt x="9704" y="2993"/>
                    <a:pt x="9074" y="2237"/>
                    <a:pt x="8255" y="2111"/>
                  </a:cubicBezTo>
                  <a:cubicBezTo>
                    <a:pt x="8098" y="1575"/>
                    <a:pt x="7814" y="1071"/>
                    <a:pt x="7373" y="693"/>
                  </a:cubicBezTo>
                  <a:close/>
                  <a:moveTo>
                    <a:pt x="3120" y="0"/>
                  </a:moveTo>
                  <a:cubicBezTo>
                    <a:pt x="1387" y="0"/>
                    <a:pt x="1" y="1418"/>
                    <a:pt x="1" y="3119"/>
                  </a:cubicBezTo>
                  <a:lnTo>
                    <a:pt x="1" y="8695"/>
                  </a:lnTo>
                  <a:cubicBezTo>
                    <a:pt x="1" y="10428"/>
                    <a:pt x="1418" y="11814"/>
                    <a:pt x="3120" y="11814"/>
                  </a:cubicBezTo>
                  <a:lnTo>
                    <a:pt x="7972" y="11814"/>
                  </a:lnTo>
                  <a:cubicBezTo>
                    <a:pt x="9704" y="11814"/>
                    <a:pt x="11091" y="10397"/>
                    <a:pt x="11091" y="8695"/>
                  </a:cubicBezTo>
                  <a:lnTo>
                    <a:pt x="11091" y="3119"/>
                  </a:lnTo>
                  <a:cubicBezTo>
                    <a:pt x="11122" y="1418"/>
                    <a:pt x="9704" y="0"/>
                    <a:pt x="7972" y="0"/>
                  </a:cubicBezTo>
                  <a:close/>
                </a:path>
              </a:pathLst>
            </a:custGeom>
            <a:grpFill/>
            <a:ln>
              <a:noFill/>
            </a:ln>
          </p:spPr>
          <p:txBody>
            <a:bodyPr spcFirstLastPara="1" wrap="square" lIns="62728" tIns="62728" rIns="62728" bIns="62728" anchor="ctr" anchorCtr="0">
              <a:noAutofit/>
            </a:bodyPr>
            <a:lstStyle/>
            <a:p>
              <a:endParaRPr sz="764"/>
            </a:p>
          </p:txBody>
        </p:sp>
        <p:sp>
          <p:nvSpPr>
            <p:cNvPr id="1147" name="Google Shape;7056;p64">
              <a:extLst>
                <a:ext uri="{FF2B5EF4-FFF2-40B4-BE49-F238E27FC236}">
                  <a16:creationId xmlns:a16="http://schemas.microsoft.com/office/drawing/2014/main" id="{DC5BEF09-1A8E-403D-B53A-CCE1365220D4}"/>
                </a:ext>
              </a:extLst>
            </p:cNvPr>
            <p:cNvSpPr/>
            <p:nvPr/>
          </p:nvSpPr>
          <p:spPr>
            <a:xfrm>
              <a:off x="-24225500" y="2375850"/>
              <a:ext cx="68550" cy="34700"/>
            </a:xfrm>
            <a:custGeom>
              <a:avLst/>
              <a:gdLst/>
              <a:ahLst/>
              <a:cxnLst/>
              <a:rect l="l" t="t" r="r" b="b"/>
              <a:pathLst>
                <a:path w="2742" h="1388" extrusionOk="0">
                  <a:moveTo>
                    <a:pt x="1387" y="1"/>
                  </a:moveTo>
                  <a:cubicBezTo>
                    <a:pt x="789" y="1"/>
                    <a:pt x="284" y="347"/>
                    <a:pt x="64" y="914"/>
                  </a:cubicBezTo>
                  <a:cubicBezTo>
                    <a:pt x="1" y="1103"/>
                    <a:pt x="64" y="1293"/>
                    <a:pt x="284" y="1324"/>
                  </a:cubicBezTo>
                  <a:cubicBezTo>
                    <a:pt x="330" y="1347"/>
                    <a:pt x="375" y="1357"/>
                    <a:pt x="418" y="1357"/>
                  </a:cubicBezTo>
                  <a:cubicBezTo>
                    <a:pt x="555" y="1357"/>
                    <a:pt x="670" y="1255"/>
                    <a:pt x="694" y="1135"/>
                  </a:cubicBezTo>
                  <a:cubicBezTo>
                    <a:pt x="789" y="851"/>
                    <a:pt x="1072" y="662"/>
                    <a:pt x="1387" y="662"/>
                  </a:cubicBezTo>
                  <a:cubicBezTo>
                    <a:pt x="1639" y="662"/>
                    <a:pt x="1923" y="851"/>
                    <a:pt x="2049" y="1135"/>
                  </a:cubicBezTo>
                  <a:cubicBezTo>
                    <a:pt x="2080" y="1293"/>
                    <a:pt x="2238" y="1387"/>
                    <a:pt x="2364" y="1387"/>
                  </a:cubicBezTo>
                  <a:cubicBezTo>
                    <a:pt x="2395" y="1387"/>
                    <a:pt x="2427" y="1387"/>
                    <a:pt x="2490" y="1324"/>
                  </a:cubicBezTo>
                  <a:cubicBezTo>
                    <a:pt x="2679" y="1261"/>
                    <a:pt x="2742" y="1072"/>
                    <a:pt x="2679" y="914"/>
                  </a:cubicBezTo>
                  <a:cubicBezTo>
                    <a:pt x="2490" y="347"/>
                    <a:pt x="1954" y="1"/>
                    <a:pt x="1387" y="1"/>
                  </a:cubicBezTo>
                  <a:close/>
                </a:path>
              </a:pathLst>
            </a:custGeom>
            <a:grpFill/>
            <a:ln>
              <a:noFill/>
            </a:ln>
          </p:spPr>
          <p:txBody>
            <a:bodyPr spcFirstLastPara="1" wrap="square" lIns="62728" tIns="62728" rIns="62728" bIns="62728" anchor="ctr" anchorCtr="0">
              <a:noAutofit/>
            </a:bodyPr>
            <a:lstStyle/>
            <a:p>
              <a:endParaRPr sz="764"/>
            </a:p>
          </p:txBody>
        </p:sp>
        <p:sp>
          <p:nvSpPr>
            <p:cNvPr id="1148" name="Google Shape;7057;p64">
              <a:extLst>
                <a:ext uri="{FF2B5EF4-FFF2-40B4-BE49-F238E27FC236}">
                  <a16:creationId xmlns:a16="http://schemas.microsoft.com/office/drawing/2014/main" id="{168DB446-E457-473D-A3A7-4A72A8BD3452}"/>
                </a:ext>
              </a:extLst>
            </p:cNvPr>
            <p:cNvSpPr/>
            <p:nvPr/>
          </p:nvSpPr>
          <p:spPr>
            <a:xfrm>
              <a:off x="-24260925" y="2462500"/>
              <a:ext cx="138650" cy="17350"/>
            </a:xfrm>
            <a:custGeom>
              <a:avLst/>
              <a:gdLst/>
              <a:ahLst/>
              <a:cxnLst/>
              <a:rect l="l" t="t" r="r" b="b"/>
              <a:pathLst>
                <a:path w="5546" h="694" extrusionOk="0">
                  <a:moveTo>
                    <a:pt x="347" y="0"/>
                  </a:moveTo>
                  <a:cubicBezTo>
                    <a:pt x="158" y="0"/>
                    <a:pt x="0" y="158"/>
                    <a:pt x="0" y="347"/>
                  </a:cubicBezTo>
                  <a:cubicBezTo>
                    <a:pt x="0" y="536"/>
                    <a:pt x="158" y="693"/>
                    <a:pt x="347" y="693"/>
                  </a:cubicBezTo>
                  <a:lnTo>
                    <a:pt x="5199" y="693"/>
                  </a:lnTo>
                  <a:cubicBezTo>
                    <a:pt x="5388" y="693"/>
                    <a:pt x="5545" y="536"/>
                    <a:pt x="5545" y="347"/>
                  </a:cubicBezTo>
                  <a:cubicBezTo>
                    <a:pt x="5545" y="158"/>
                    <a:pt x="5388" y="0"/>
                    <a:pt x="5199" y="0"/>
                  </a:cubicBezTo>
                  <a:close/>
                </a:path>
              </a:pathLst>
            </a:custGeom>
            <a:grpFill/>
            <a:ln>
              <a:noFill/>
            </a:ln>
          </p:spPr>
          <p:txBody>
            <a:bodyPr spcFirstLastPara="1" wrap="square" lIns="62728" tIns="62728" rIns="62728" bIns="62728" anchor="ctr" anchorCtr="0">
              <a:noAutofit/>
            </a:bodyPr>
            <a:lstStyle/>
            <a:p>
              <a:endParaRPr sz="764"/>
            </a:p>
          </p:txBody>
        </p:sp>
        <p:sp>
          <p:nvSpPr>
            <p:cNvPr id="1149" name="Google Shape;7058;p64">
              <a:extLst>
                <a:ext uri="{FF2B5EF4-FFF2-40B4-BE49-F238E27FC236}">
                  <a16:creationId xmlns:a16="http://schemas.microsoft.com/office/drawing/2014/main" id="{1CE7A0A7-D8E5-4CC5-AC2A-D99E97ADB854}"/>
                </a:ext>
              </a:extLst>
            </p:cNvPr>
            <p:cNvSpPr/>
            <p:nvPr/>
          </p:nvSpPr>
          <p:spPr>
            <a:xfrm>
              <a:off x="-24260150" y="2515275"/>
              <a:ext cx="43350" cy="18125"/>
            </a:xfrm>
            <a:custGeom>
              <a:avLst/>
              <a:gdLst/>
              <a:ahLst/>
              <a:cxnLst/>
              <a:rect l="l" t="t" r="r" b="b"/>
              <a:pathLst>
                <a:path w="1734" h="725" extrusionOk="0">
                  <a:moveTo>
                    <a:pt x="347" y="0"/>
                  </a:moveTo>
                  <a:cubicBezTo>
                    <a:pt x="158" y="0"/>
                    <a:pt x="1" y="158"/>
                    <a:pt x="1" y="378"/>
                  </a:cubicBezTo>
                  <a:cubicBezTo>
                    <a:pt x="1" y="567"/>
                    <a:pt x="158" y="725"/>
                    <a:pt x="347" y="725"/>
                  </a:cubicBezTo>
                  <a:lnTo>
                    <a:pt x="1387" y="725"/>
                  </a:lnTo>
                  <a:cubicBezTo>
                    <a:pt x="1576" y="725"/>
                    <a:pt x="1733" y="567"/>
                    <a:pt x="1733" y="378"/>
                  </a:cubicBezTo>
                  <a:cubicBezTo>
                    <a:pt x="1702" y="158"/>
                    <a:pt x="1544" y="0"/>
                    <a:pt x="1387" y="0"/>
                  </a:cubicBezTo>
                  <a:close/>
                </a:path>
              </a:pathLst>
            </a:custGeom>
            <a:grpFill/>
            <a:ln>
              <a:noFill/>
            </a:ln>
          </p:spPr>
          <p:txBody>
            <a:bodyPr spcFirstLastPara="1" wrap="square" lIns="62728" tIns="62728" rIns="62728" bIns="62728" anchor="ctr" anchorCtr="0">
              <a:noAutofit/>
            </a:bodyPr>
            <a:lstStyle/>
            <a:p>
              <a:endParaRPr sz="764"/>
            </a:p>
          </p:txBody>
        </p:sp>
        <p:sp>
          <p:nvSpPr>
            <p:cNvPr id="1150" name="Google Shape;7059;p64">
              <a:extLst>
                <a:ext uri="{FF2B5EF4-FFF2-40B4-BE49-F238E27FC236}">
                  <a16:creationId xmlns:a16="http://schemas.microsoft.com/office/drawing/2014/main" id="{D9A1A254-0F58-4B9C-9EF3-79B791390965}"/>
                </a:ext>
              </a:extLst>
            </p:cNvPr>
            <p:cNvSpPr/>
            <p:nvPr/>
          </p:nvSpPr>
          <p:spPr>
            <a:xfrm>
              <a:off x="-24260925" y="2549925"/>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grpFill/>
            <a:ln>
              <a:noFill/>
            </a:ln>
          </p:spPr>
          <p:txBody>
            <a:bodyPr spcFirstLastPara="1" wrap="square" lIns="62728" tIns="62728" rIns="62728" bIns="62728" anchor="ctr" anchorCtr="0">
              <a:noAutofit/>
            </a:bodyPr>
            <a:lstStyle/>
            <a:p>
              <a:endParaRPr sz="764"/>
            </a:p>
          </p:txBody>
        </p:sp>
        <p:sp>
          <p:nvSpPr>
            <p:cNvPr id="1151" name="Google Shape;7060;p64">
              <a:extLst>
                <a:ext uri="{FF2B5EF4-FFF2-40B4-BE49-F238E27FC236}">
                  <a16:creationId xmlns:a16="http://schemas.microsoft.com/office/drawing/2014/main" id="{7445007F-7E19-46A0-9F40-F76EF2D256F3}"/>
                </a:ext>
              </a:extLst>
            </p:cNvPr>
            <p:cNvSpPr/>
            <p:nvPr/>
          </p:nvSpPr>
          <p:spPr>
            <a:xfrm>
              <a:off x="-24165625" y="2515275"/>
              <a:ext cx="43350" cy="18125"/>
            </a:xfrm>
            <a:custGeom>
              <a:avLst/>
              <a:gdLst/>
              <a:ahLst/>
              <a:cxnLst/>
              <a:rect l="l" t="t" r="r" b="b"/>
              <a:pathLst>
                <a:path w="1734" h="725" extrusionOk="0">
                  <a:moveTo>
                    <a:pt x="378" y="0"/>
                  </a:moveTo>
                  <a:cubicBezTo>
                    <a:pt x="158" y="0"/>
                    <a:pt x="0" y="158"/>
                    <a:pt x="0" y="378"/>
                  </a:cubicBezTo>
                  <a:cubicBezTo>
                    <a:pt x="0" y="567"/>
                    <a:pt x="158" y="725"/>
                    <a:pt x="378" y="725"/>
                  </a:cubicBezTo>
                  <a:lnTo>
                    <a:pt x="1387" y="725"/>
                  </a:lnTo>
                  <a:cubicBezTo>
                    <a:pt x="1576" y="725"/>
                    <a:pt x="1733" y="567"/>
                    <a:pt x="1733" y="378"/>
                  </a:cubicBezTo>
                  <a:cubicBezTo>
                    <a:pt x="1733" y="158"/>
                    <a:pt x="1576" y="0"/>
                    <a:pt x="1387" y="0"/>
                  </a:cubicBezTo>
                  <a:close/>
                </a:path>
              </a:pathLst>
            </a:custGeom>
            <a:grpFill/>
            <a:ln>
              <a:noFill/>
            </a:ln>
          </p:spPr>
          <p:txBody>
            <a:bodyPr spcFirstLastPara="1" wrap="square" lIns="62728" tIns="62728" rIns="62728" bIns="62728" anchor="ctr" anchorCtr="0">
              <a:noAutofit/>
            </a:bodyPr>
            <a:lstStyle/>
            <a:p>
              <a:endParaRPr sz="764"/>
            </a:p>
          </p:txBody>
        </p:sp>
        <p:sp>
          <p:nvSpPr>
            <p:cNvPr id="1152" name="Google Shape;7061;p64">
              <a:extLst>
                <a:ext uri="{FF2B5EF4-FFF2-40B4-BE49-F238E27FC236}">
                  <a16:creationId xmlns:a16="http://schemas.microsoft.com/office/drawing/2014/main" id="{378530B0-AB0C-4F1C-A0C2-20D5B9D32F2A}"/>
                </a:ext>
              </a:extLst>
            </p:cNvPr>
            <p:cNvSpPr/>
            <p:nvPr/>
          </p:nvSpPr>
          <p:spPr>
            <a:xfrm>
              <a:off x="-24157750" y="2549925"/>
              <a:ext cx="35475" cy="18125"/>
            </a:xfrm>
            <a:custGeom>
              <a:avLst/>
              <a:gdLst/>
              <a:ahLst/>
              <a:cxnLst/>
              <a:rect l="l" t="t" r="r" b="b"/>
              <a:pathLst>
                <a:path w="1419" h="725" extrusionOk="0">
                  <a:moveTo>
                    <a:pt x="347" y="0"/>
                  </a:moveTo>
                  <a:cubicBezTo>
                    <a:pt x="158" y="0"/>
                    <a:pt x="0" y="158"/>
                    <a:pt x="0" y="347"/>
                  </a:cubicBezTo>
                  <a:cubicBezTo>
                    <a:pt x="0" y="567"/>
                    <a:pt x="158" y="725"/>
                    <a:pt x="347" y="725"/>
                  </a:cubicBezTo>
                  <a:lnTo>
                    <a:pt x="1072" y="725"/>
                  </a:lnTo>
                  <a:cubicBezTo>
                    <a:pt x="1261" y="725"/>
                    <a:pt x="1418" y="567"/>
                    <a:pt x="1418" y="347"/>
                  </a:cubicBezTo>
                  <a:cubicBezTo>
                    <a:pt x="1418" y="158"/>
                    <a:pt x="1261" y="0"/>
                    <a:pt x="107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61" name="Google Shape;7065;p64">
            <a:extLst>
              <a:ext uri="{FF2B5EF4-FFF2-40B4-BE49-F238E27FC236}">
                <a16:creationId xmlns:a16="http://schemas.microsoft.com/office/drawing/2014/main" id="{19E8E797-CEB5-4FBA-A5A3-B364AD5C1B70}"/>
              </a:ext>
            </a:extLst>
          </p:cNvPr>
          <p:cNvGrpSpPr/>
          <p:nvPr/>
        </p:nvGrpSpPr>
        <p:grpSpPr>
          <a:xfrm>
            <a:off x="4874114" y="5634634"/>
            <a:ext cx="230390" cy="228392"/>
            <a:chOff x="-22859750" y="2335900"/>
            <a:chExt cx="296950" cy="294375"/>
          </a:xfrm>
          <a:solidFill>
            <a:schemeClr val="tx1"/>
          </a:solidFill>
        </p:grpSpPr>
        <p:sp>
          <p:nvSpPr>
            <p:cNvPr id="1141" name="Google Shape;7066;p64">
              <a:extLst>
                <a:ext uri="{FF2B5EF4-FFF2-40B4-BE49-F238E27FC236}">
                  <a16:creationId xmlns:a16="http://schemas.microsoft.com/office/drawing/2014/main" id="{711719EA-96A0-489E-B1A5-F9A65999EBAC}"/>
                </a:ext>
              </a:extLst>
            </p:cNvPr>
            <p:cNvSpPr/>
            <p:nvPr/>
          </p:nvSpPr>
          <p:spPr>
            <a:xfrm>
              <a:off x="-22859750" y="2335900"/>
              <a:ext cx="296950" cy="294375"/>
            </a:xfrm>
            <a:custGeom>
              <a:avLst/>
              <a:gdLst/>
              <a:ahLst/>
              <a:cxnLst/>
              <a:rect l="l" t="t" r="r" b="b"/>
              <a:pathLst>
                <a:path w="11878" h="11775" extrusionOk="0">
                  <a:moveTo>
                    <a:pt x="7306" y="663"/>
                  </a:moveTo>
                  <a:cubicBezTo>
                    <a:pt x="7389" y="663"/>
                    <a:pt x="7475" y="671"/>
                    <a:pt x="7562" y="685"/>
                  </a:cubicBezTo>
                  <a:cubicBezTo>
                    <a:pt x="7814" y="780"/>
                    <a:pt x="8034" y="937"/>
                    <a:pt x="8192" y="1126"/>
                  </a:cubicBezTo>
                  <a:cubicBezTo>
                    <a:pt x="7908" y="1189"/>
                    <a:pt x="7656" y="1347"/>
                    <a:pt x="7467" y="1567"/>
                  </a:cubicBezTo>
                  <a:cubicBezTo>
                    <a:pt x="7341" y="1662"/>
                    <a:pt x="7341" y="1914"/>
                    <a:pt x="7467" y="2008"/>
                  </a:cubicBezTo>
                  <a:cubicBezTo>
                    <a:pt x="7530" y="2071"/>
                    <a:pt x="7617" y="2103"/>
                    <a:pt x="7703" y="2103"/>
                  </a:cubicBezTo>
                  <a:cubicBezTo>
                    <a:pt x="7790" y="2103"/>
                    <a:pt x="7877" y="2071"/>
                    <a:pt x="7940" y="2008"/>
                  </a:cubicBezTo>
                  <a:cubicBezTo>
                    <a:pt x="8129" y="1819"/>
                    <a:pt x="8412" y="1693"/>
                    <a:pt x="8696" y="1693"/>
                  </a:cubicBezTo>
                  <a:cubicBezTo>
                    <a:pt x="8979" y="1693"/>
                    <a:pt x="9231" y="1819"/>
                    <a:pt x="9452" y="2008"/>
                  </a:cubicBezTo>
                  <a:cubicBezTo>
                    <a:pt x="9767" y="2355"/>
                    <a:pt x="9830" y="2764"/>
                    <a:pt x="9673" y="3174"/>
                  </a:cubicBezTo>
                  <a:cubicBezTo>
                    <a:pt x="9389" y="3237"/>
                    <a:pt x="9137" y="3395"/>
                    <a:pt x="8885" y="3584"/>
                  </a:cubicBezTo>
                  <a:cubicBezTo>
                    <a:pt x="8759" y="3710"/>
                    <a:pt x="8759" y="3962"/>
                    <a:pt x="8885" y="4056"/>
                  </a:cubicBezTo>
                  <a:cubicBezTo>
                    <a:pt x="8948" y="4119"/>
                    <a:pt x="9035" y="4151"/>
                    <a:pt x="9121" y="4151"/>
                  </a:cubicBezTo>
                  <a:cubicBezTo>
                    <a:pt x="9208" y="4151"/>
                    <a:pt x="9294" y="4119"/>
                    <a:pt x="9358" y="4056"/>
                  </a:cubicBezTo>
                  <a:cubicBezTo>
                    <a:pt x="9547" y="3867"/>
                    <a:pt x="9830" y="3741"/>
                    <a:pt x="10114" y="3741"/>
                  </a:cubicBezTo>
                  <a:cubicBezTo>
                    <a:pt x="10397" y="3741"/>
                    <a:pt x="10649" y="3867"/>
                    <a:pt x="10870" y="4056"/>
                  </a:cubicBezTo>
                  <a:cubicBezTo>
                    <a:pt x="11059" y="4277"/>
                    <a:pt x="11185" y="4529"/>
                    <a:pt x="11185" y="4812"/>
                  </a:cubicBezTo>
                  <a:cubicBezTo>
                    <a:pt x="11185" y="5096"/>
                    <a:pt x="11059" y="5379"/>
                    <a:pt x="10870" y="5568"/>
                  </a:cubicBezTo>
                  <a:cubicBezTo>
                    <a:pt x="10649" y="5757"/>
                    <a:pt x="10397" y="5883"/>
                    <a:pt x="10114" y="5883"/>
                  </a:cubicBezTo>
                  <a:cubicBezTo>
                    <a:pt x="9925" y="5883"/>
                    <a:pt x="9767" y="6041"/>
                    <a:pt x="9767" y="6230"/>
                  </a:cubicBezTo>
                  <a:cubicBezTo>
                    <a:pt x="9767" y="6451"/>
                    <a:pt x="9925" y="6608"/>
                    <a:pt x="10114" y="6608"/>
                  </a:cubicBezTo>
                  <a:cubicBezTo>
                    <a:pt x="10429" y="6608"/>
                    <a:pt x="10712" y="6514"/>
                    <a:pt x="10964" y="6356"/>
                  </a:cubicBezTo>
                  <a:cubicBezTo>
                    <a:pt x="11090" y="6514"/>
                    <a:pt x="11122" y="6703"/>
                    <a:pt x="11122" y="6955"/>
                  </a:cubicBezTo>
                  <a:cubicBezTo>
                    <a:pt x="11122" y="7270"/>
                    <a:pt x="11027" y="7553"/>
                    <a:pt x="10807" y="7742"/>
                  </a:cubicBezTo>
                  <a:cubicBezTo>
                    <a:pt x="10618" y="7931"/>
                    <a:pt x="10366" y="8057"/>
                    <a:pt x="10082" y="8057"/>
                  </a:cubicBezTo>
                  <a:cubicBezTo>
                    <a:pt x="9799" y="8057"/>
                    <a:pt x="9515" y="7931"/>
                    <a:pt x="9326" y="7742"/>
                  </a:cubicBezTo>
                  <a:cubicBezTo>
                    <a:pt x="9137" y="7553"/>
                    <a:pt x="9011" y="7270"/>
                    <a:pt x="9011" y="6986"/>
                  </a:cubicBezTo>
                  <a:cubicBezTo>
                    <a:pt x="9011" y="6703"/>
                    <a:pt x="9137" y="6419"/>
                    <a:pt x="9326" y="6230"/>
                  </a:cubicBezTo>
                  <a:cubicBezTo>
                    <a:pt x="9452" y="6104"/>
                    <a:pt x="9452" y="5883"/>
                    <a:pt x="9326" y="5757"/>
                  </a:cubicBezTo>
                  <a:cubicBezTo>
                    <a:pt x="9263" y="5694"/>
                    <a:pt x="9176" y="5663"/>
                    <a:pt x="9090" y="5663"/>
                  </a:cubicBezTo>
                  <a:cubicBezTo>
                    <a:pt x="9003" y="5663"/>
                    <a:pt x="8916" y="5694"/>
                    <a:pt x="8853" y="5757"/>
                  </a:cubicBezTo>
                  <a:cubicBezTo>
                    <a:pt x="8538" y="6072"/>
                    <a:pt x="8349" y="6514"/>
                    <a:pt x="8349" y="6986"/>
                  </a:cubicBezTo>
                  <a:cubicBezTo>
                    <a:pt x="8349" y="7112"/>
                    <a:pt x="8349" y="7207"/>
                    <a:pt x="8381" y="7333"/>
                  </a:cubicBezTo>
                  <a:cubicBezTo>
                    <a:pt x="7562" y="7459"/>
                    <a:pt x="6932" y="8215"/>
                    <a:pt x="6932" y="9034"/>
                  </a:cubicBezTo>
                  <a:cubicBezTo>
                    <a:pt x="6932" y="9223"/>
                    <a:pt x="7089" y="9381"/>
                    <a:pt x="7278" y="9381"/>
                  </a:cubicBezTo>
                  <a:cubicBezTo>
                    <a:pt x="7467" y="9381"/>
                    <a:pt x="7625" y="9223"/>
                    <a:pt x="7625" y="9034"/>
                  </a:cubicBezTo>
                  <a:cubicBezTo>
                    <a:pt x="7625" y="8435"/>
                    <a:pt x="8097" y="8026"/>
                    <a:pt x="8664" y="8026"/>
                  </a:cubicBezTo>
                  <a:lnTo>
                    <a:pt x="8696" y="8026"/>
                  </a:lnTo>
                  <a:cubicBezTo>
                    <a:pt x="8727" y="8089"/>
                    <a:pt x="8822" y="8120"/>
                    <a:pt x="8853" y="8215"/>
                  </a:cubicBezTo>
                  <a:cubicBezTo>
                    <a:pt x="9074" y="8435"/>
                    <a:pt x="9326" y="8561"/>
                    <a:pt x="9641" y="8656"/>
                  </a:cubicBezTo>
                  <a:cubicBezTo>
                    <a:pt x="9673" y="8750"/>
                    <a:pt x="9704" y="8908"/>
                    <a:pt x="9704" y="9034"/>
                  </a:cubicBezTo>
                  <a:cubicBezTo>
                    <a:pt x="9704" y="9507"/>
                    <a:pt x="9452" y="9853"/>
                    <a:pt x="9011" y="10011"/>
                  </a:cubicBezTo>
                  <a:cubicBezTo>
                    <a:pt x="8979" y="9853"/>
                    <a:pt x="8853" y="9759"/>
                    <a:pt x="8664" y="9759"/>
                  </a:cubicBezTo>
                  <a:cubicBezTo>
                    <a:pt x="8444" y="9759"/>
                    <a:pt x="8286" y="9916"/>
                    <a:pt x="8286" y="10105"/>
                  </a:cubicBezTo>
                  <a:cubicBezTo>
                    <a:pt x="8286" y="10704"/>
                    <a:pt x="7814" y="11113"/>
                    <a:pt x="7278" y="11113"/>
                  </a:cubicBezTo>
                  <a:cubicBezTo>
                    <a:pt x="6711" y="11113"/>
                    <a:pt x="6239" y="10641"/>
                    <a:pt x="6239" y="10105"/>
                  </a:cubicBezTo>
                  <a:lnTo>
                    <a:pt x="6239" y="6640"/>
                  </a:lnTo>
                  <a:cubicBezTo>
                    <a:pt x="6522" y="6860"/>
                    <a:pt x="6932" y="6986"/>
                    <a:pt x="7278" y="6986"/>
                  </a:cubicBezTo>
                  <a:cubicBezTo>
                    <a:pt x="7467" y="6986"/>
                    <a:pt x="7625" y="6829"/>
                    <a:pt x="7625" y="6640"/>
                  </a:cubicBezTo>
                  <a:cubicBezTo>
                    <a:pt x="7625" y="6451"/>
                    <a:pt x="7467" y="6293"/>
                    <a:pt x="7278" y="6293"/>
                  </a:cubicBezTo>
                  <a:cubicBezTo>
                    <a:pt x="6680" y="6293"/>
                    <a:pt x="6239" y="5820"/>
                    <a:pt x="6239" y="5253"/>
                  </a:cubicBezTo>
                  <a:lnTo>
                    <a:pt x="6239" y="1788"/>
                  </a:lnTo>
                  <a:lnTo>
                    <a:pt x="6239" y="1756"/>
                  </a:lnTo>
                  <a:lnTo>
                    <a:pt x="6239" y="1725"/>
                  </a:lnTo>
                  <a:cubicBezTo>
                    <a:pt x="6239" y="1441"/>
                    <a:pt x="6365" y="1158"/>
                    <a:pt x="6554" y="969"/>
                  </a:cubicBezTo>
                  <a:cubicBezTo>
                    <a:pt x="6772" y="750"/>
                    <a:pt x="7027" y="663"/>
                    <a:pt x="7306" y="663"/>
                  </a:cubicBezTo>
                  <a:close/>
                  <a:moveTo>
                    <a:pt x="4492" y="726"/>
                  </a:moveTo>
                  <a:cubicBezTo>
                    <a:pt x="4756" y="726"/>
                    <a:pt x="5012" y="813"/>
                    <a:pt x="5230" y="1032"/>
                  </a:cubicBezTo>
                  <a:cubicBezTo>
                    <a:pt x="5419" y="1221"/>
                    <a:pt x="5545" y="1504"/>
                    <a:pt x="5545" y="1788"/>
                  </a:cubicBezTo>
                  <a:lnTo>
                    <a:pt x="5545" y="1819"/>
                  </a:lnTo>
                  <a:lnTo>
                    <a:pt x="5545" y="5285"/>
                  </a:lnTo>
                  <a:cubicBezTo>
                    <a:pt x="5545" y="5883"/>
                    <a:pt x="5073" y="6325"/>
                    <a:pt x="4506" y="6325"/>
                  </a:cubicBezTo>
                  <a:cubicBezTo>
                    <a:pt x="4317" y="6325"/>
                    <a:pt x="4159" y="6482"/>
                    <a:pt x="4159" y="6671"/>
                  </a:cubicBezTo>
                  <a:cubicBezTo>
                    <a:pt x="4159" y="6860"/>
                    <a:pt x="4317" y="7018"/>
                    <a:pt x="4506" y="7018"/>
                  </a:cubicBezTo>
                  <a:cubicBezTo>
                    <a:pt x="4915" y="7018"/>
                    <a:pt x="5262" y="6892"/>
                    <a:pt x="5545" y="6671"/>
                  </a:cubicBezTo>
                  <a:lnTo>
                    <a:pt x="5545" y="10105"/>
                  </a:lnTo>
                  <a:lnTo>
                    <a:pt x="5545" y="10137"/>
                  </a:lnTo>
                  <a:cubicBezTo>
                    <a:pt x="5545" y="10704"/>
                    <a:pt x="5073" y="11176"/>
                    <a:pt x="4506" y="11176"/>
                  </a:cubicBezTo>
                  <a:cubicBezTo>
                    <a:pt x="3939" y="11176"/>
                    <a:pt x="3498" y="10704"/>
                    <a:pt x="3498" y="10137"/>
                  </a:cubicBezTo>
                  <a:cubicBezTo>
                    <a:pt x="3498" y="9948"/>
                    <a:pt x="3340" y="9790"/>
                    <a:pt x="3151" y="9790"/>
                  </a:cubicBezTo>
                  <a:cubicBezTo>
                    <a:pt x="2994" y="9790"/>
                    <a:pt x="2836" y="9916"/>
                    <a:pt x="2773" y="10074"/>
                  </a:cubicBezTo>
                  <a:cubicBezTo>
                    <a:pt x="2395" y="9916"/>
                    <a:pt x="2080" y="9538"/>
                    <a:pt x="2080" y="9065"/>
                  </a:cubicBezTo>
                  <a:cubicBezTo>
                    <a:pt x="2080" y="8908"/>
                    <a:pt x="2111" y="8813"/>
                    <a:pt x="2143" y="8687"/>
                  </a:cubicBezTo>
                  <a:cubicBezTo>
                    <a:pt x="2426" y="8593"/>
                    <a:pt x="2710" y="8435"/>
                    <a:pt x="2930" y="8246"/>
                  </a:cubicBezTo>
                  <a:cubicBezTo>
                    <a:pt x="2994" y="8215"/>
                    <a:pt x="3057" y="8120"/>
                    <a:pt x="3088" y="8057"/>
                  </a:cubicBezTo>
                  <a:lnTo>
                    <a:pt x="3151" y="8057"/>
                  </a:lnTo>
                  <a:cubicBezTo>
                    <a:pt x="3718" y="8057"/>
                    <a:pt x="4159" y="8530"/>
                    <a:pt x="4159" y="9065"/>
                  </a:cubicBezTo>
                  <a:cubicBezTo>
                    <a:pt x="4159" y="9286"/>
                    <a:pt x="4317" y="9444"/>
                    <a:pt x="4506" y="9444"/>
                  </a:cubicBezTo>
                  <a:cubicBezTo>
                    <a:pt x="4726" y="9444"/>
                    <a:pt x="4884" y="9286"/>
                    <a:pt x="4884" y="9065"/>
                  </a:cubicBezTo>
                  <a:cubicBezTo>
                    <a:pt x="4884" y="8215"/>
                    <a:pt x="4254" y="7490"/>
                    <a:pt x="3403" y="7396"/>
                  </a:cubicBezTo>
                  <a:cubicBezTo>
                    <a:pt x="3466" y="7270"/>
                    <a:pt x="3466" y="7144"/>
                    <a:pt x="3466" y="7018"/>
                  </a:cubicBezTo>
                  <a:cubicBezTo>
                    <a:pt x="3466" y="6545"/>
                    <a:pt x="3246" y="6104"/>
                    <a:pt x="2930" y="5820"/>
                  </a:cubicBezTo>
                  <a:cubicBezTo>
                    <a:pt x="2883" y="5757"/>
                    <a:pt x="2797" y="5726"/>
                    <a:pt x="2706" y="5726"/>
                  </a:cubicBezTo>
                  <a:cubicBezTo>
                    <a:pt x="2615" y="5726"/>
                    <a:pt x="2521" y="5757"/>
                    <a:pt x="2458" y="5820"/>
                  </a:cubicBezTo>
                  <a:cubicBezTo>
                    <a:pt x="2363" y="5915"/>
                    <a:pt x="2363" y="6167"/>
                    <a:pt x="2458" y="6262"/>
                  </a:cubicBezTo>
                  <a:cubicBezTo>
                    <a:pt x="2678" y="6482"/>
                    <a:pt x="2773" y="6734"/>
                    <a:pt x="2773" y="7018"/>
                  </a:cubicBezTo>
                  <a:cubicBezTo>
                    <a:pt x="2773" y="7301"/>
                    <a:pt x="2678" y="7585"/>
                    <a:pt x="2458" y="7774"/>
                  </a:cubicBezTo>
                  <a:cubicBezTo>
                    <a:pt x="2269" y="7963"/>
                    <a:pt x="1985" y="8089"/>
                    <a:pt x="1733" y="8089"/>
                  </a:cubicBezTo>
                  <a:cubicBezTo>
                    <a:pt x="1450" y="8089"/>
                    <a:pt x="1166" y="7963"/>
                    <a:pt x="977" y="7774"/>
                  </a:cubicBezTo>
                  <a:cubicBezTo>
                    <a:pt x="788" y="7585"/>
                    <a:pt x="662" y="7301"/>
                    <a:pt x="662" y="7018"/>
                  </a:cubicBezTo>
                  <a:cubicBezTo>
                    <a:pt x="662" y="6829"/>
                    <a:pt x="725" y="6640"/>
                    <a:pt x="820" y="6419"/>
                  </a:cubicBezTo>
                  <a:cubicBezTo>
                    <a:pt x="1103" y="6608"/>
                    <a:pt x="1355" y="6671"/>
                    <a:pt x="1670" y="6671"/>
                  </a:cubicBezTo>
                  <a:cubicBezTo>
                    <a:pt x="1891" y="6671"/>
                    <a:pt x="2048" y="6514"/>
                    <a:pt x="2048" y="6325"/>
                  </a:cubicBezTo>
                  <a:cubicBezTo>
                    <a:pt x="2048" y="6104"/>
                    <a:pt x="1891" y="5946"/>
                    <a:pt x="1670" y="5946"/>
                  </a:cubicBezTo>
                  <a:cubicBezTo>
                    <a:pt x="1418" y="5946"/>
                    <a:pt x="1135" y="5852"/>
                    <a:pt x="946" y="5631"/>
                  </a:cubicBezTo>
                  <a:cubicBezTo>
                    <a:pt x="725" y="5442"/>
                    <a:pt x="631" y="5159"/>
                    <a:pt x="631" y="4907"/>
                  </a:cubicBezTo>
                  <a:cubicBezTo>
                    <a:pt x="631" y="4623"/>
                    <a:pt x="725" y="4340"/>
                    <a:pt x="946" y="4151"/>
                  </a:cubicBezTo>
                  <a:cubicBezTo>
                    <a:pt x="1135" y="3962"/>
                    <a:pt x="1418" y="3836"/>
                    <a:pt x="1670" y="3836"/>
                  </a:cubicBezTo>
                  <a:cubicBezTo>
                    <a:pt x="1954" y="3836"/>
                    <a:pt x="2237" y="3962"/>
                    <a:pt x="2426" y="4151"/>
                  </a:cubicBezTo>
                  <a:cubicBezTo>
                    <a:pt x="2489" y="4214"/>
                    <a:pt x="2576" y="4245"/>
                    <a:pt x="2663" y="4245"/>
                  </a:cubicBezTo>
                  <a:cubicBezTo>
                    <a:pt x="2749" y="4245"/>
                    <a:pt x="2836" y="4214"/>
                    <a:pt x="2899" y="4151"/>
                  </a:cubicBezTo>
                  <a:cubicBezTo>
                    <a:pt x="3025" y="4025"/>
                    <a:pt x="3025" y="3804"/>
                    <a:pt x="2899" y="3678"/>
                  </a:cubicBezTo>
                  <a:cubicBezTo>
                    <a:pt x="2678" y="3426"/>
                    <a:pt x="2426" y="3332"/>
                    <a:pt x="2111" y="3237"/>
                  </a:cubicBezTo>
                  <a:cubicBezTo>
                    <a:pt x="1954" y="2859"/>
                    <a:pt x="2048" y="2418"/>
                    <a:pt x="2363" y="2103"/>
                  </a:cubicBezTo>
                  <a:cubicBezTo>
                    <a:pt x="2552" y="1914"/>
                    <a:pt x="2836" y="1788"/>
                    <a:pt x="3088" y="1788"/>
                  </a:cubicBezTo>
                  <a:cubicBezTo>
                    <a:pt x="3372" y="1788"/>
                    <a:pt x="3655" y="1914"/>
                    <a:pt x="3844" y="2103"/>
                  </a:cubicBezTo>
                  <a:cubicBezTo>
                    <a:pt x="3907" y="2166"/>
                    <a:pt x="3994" y="2197"/>
                    <a:pt x="4080" y="2197"/>
                  </a:cubicBezTo>
                  <a:cubicBezTo>
                    <a:pt x="4167" y="2197"/>
                    <a:pt x="4254" y="2166"/>
                    <a:pt x="4317" y="2103"/>
                  </a:cubicBezTo>
                  <a:cubicBezTo>
                    <a:pt x="4443" y="1977"/>
                    <a:pt x="4443" y="1756"/>
                    <a:pt x="4317" y="1630"/>
                  </a:cubicBezTo>
                  <a:cubicBezTo>
                    <a:pt x="4128" y="1441"/>
                    <a:pt x="3876" y="1284"/>
                    <a:pt x="3624" y="1189"/>
                  </a:cubicBezTo>
                  <a:cubicBezTo>
                    <a:pt x="3781" y="969"/>
                    <a:pt x="3970" y="811"/>
                    <a:pt x="4254" y="748"/>
                  </a:cubicBezTo>
                  <a:cubicBezTo>
                    <a:pt x="4333" y="734"/>
                    <a:pt x="4413" y="726"/>
                    <a:pt x="4492" y="726"/>
                  </a:cubicBezTo>
                  <a:close/>
                  <a:moveTo>
                    <a:pt x="7254" y="0"/>
                  </a:moveTo>
                  <a:cubicBezTo>
                    <a:pt x="6817" y="0"/>
                    <a:pt x="6387" y="190"/>
                    <a:pt x="6049" y="528"/>
                  </a:cubicBezTo>
                  <a:cubicBezTo>
                    <a:pt x="6018" y="559"/>
                    <a:pt x="5923" y="654"/>
                    <a:pt x="5892" y="717"/>
                  </a:cubicBezTo>
                  <a:cubicBezTo>
                    <a:pt x="5860" y="654"/>
                    <a:pt x="5766" y="622"/>
                    <a:pt x="5734" y="528"/>
                  </a:cubicBezTo>
                  <a:cubicBezTo>
                    <a:pt x="5391" y="185"/>
                    <a:pt x="4972" y="13"/>
                    <a:pt x="4521" y="13"/>
                  </a:cubicBezTo>
                  <a:cubicBezTo>
                    <a:pt x="4392" y="13"/>
                    <a:pt x="4261" y="27"/>
                    <a:pt x="4128" y="55"/>
                  </a:cubicBezTo>
                  <a:cubicBezTo>
                    <a:pt x="3561" y="181"/>
                    <a:pt x="3151" y="559"/>
                    <a:pt x="2899" y="1126"/>
                  </a:cubicBezTo>
                  <a:cubicBezTo>
                    <a:pt x="2552" y="1158"/>
                    <a:pt x="2206" y="1347"/>
                    <a:pt x="1922" y="1599"/>
                  </a:cubicBezTo>
                  <a:cubicBezTo>
                    <a:pt x="1481" y="2040"/>
                    <a:pt x="1324" y="2607"/>
                    <a:pt x="1450" y="3206"/>
                  </a:cubicBezTo>
                  <a:cubicBezTo>
                    <a:pt x="1103" y="3237"/>
                    <a:pt x="788" y="3458"/>
                    <a:pt x="505" y="3678"/>
                  </a:cubicBezTo>
                  <a:cubicBezTo>
                    <a:pt x="190" y="3993"/>
                    <a:pt x="1" y="4434"/>
                    <a:pt x="1" y="4907"/>
                  </a:cubicBezTo>
                  <a:cubicBezTo>
                    <a:pt x="1" y="5285"/>
                    <a:pt x="127" y="5663"/>
                    <a:pt x="347" y="5915"/>
                  </a:cubicBezTo>
                  <a:cubicBezTo>
                    <a:pt x="127" y="6230"/>
                    <a:pt x="1" y="6608"/>
                    <a:pt x="1" y="6955"/>
                  </a:cubicBezTo>
                  <a:cubicBezTo>
                    <a:pt x="1" y="7427"/>
                    <a:pt x="190" y="7868"/>
                    <a:pt x="505" y="8183"/>
                  </a:cubicBezTo>
                  <a:cubicBezTo>
                    <a:pt x="788" y="8435"/>
                    <a:pt x="1103" y="8593"/>
                    <a:pt x="1450" y="8624"/>
                  </a:cubicBezTo>
                  <a:cubicBezTo>
                    <a:pt x="1418" y="8750"/>
                    <a:pt x="1418" y="8876"/>
                    <a:pt x="1418" y="9002"/>
                  </a:cubicBezTo>
                  <a:cubicBezTo>
                    <a:pt x="1418" y="9916"/>
                    <a:pt x="2080" y="10609"/>
                    <a:pt x="2962" y="10735"/>
                  </a:cubicBezTo>
                  <a:cubicBezTo>
                    <a:pt x="3214" y="11365"/>
                    <a:pt x="3813" y="11775"/>
                    <a:pt x="4569" y="11775"/>
                  </a:cubicBezTo>
                  <a:cubicBezTo>
                    <a:pt x="5104" y="11775"/>
                    <a:pt x="5640" y="11523"/>
                    <a:pt x="5955" y="11082"/>
                  </a:cubicBezTo>
                  <a:cubicBezTo>
                    <a:pt x="6270" y="11523"/>
                    <a:pt x="6774" y="11775"/>
                    <a:pt x="7310" y="11775"/>
                  </a:cubicBezTo>
                  <a:cubicBezTo>
                    <a:pt x="8034" y="11775"/>
                    <a:pt x="8664" y="11365"/>
                    <a:pt x="8948" y="10735"/>
                  </a:cubicBezTo>
                  <a:cubicBezTo>
                    <a:pt x="9799" y="10609"/>
                    <a:pt x="10460" y="9916"/>
                    <a:pt x="10460" y="9002"/>
                  </a:cubicBezTo>
                  <a:cubicBezTo>
                    <a:pt x="10460" y="8876"/>
                    <a:pt x="10460" y="8750"/>
                    <a:pt x="10429" y="8624"/>
                  </a:cubicBezTo>
                  <a:cubicBezTo>
                    <a:pt x="10775" y="8593"/>
                    <a:pt x="11090" y="8404"/>
                    <a:pt x="11374" y="8183"/>
                  </a:cubicBezTo>
                  <a:cubicBezTo>
                    <a:pt x="11689" y="7837"/>
                    <a:pt x="11878" y="7427"/>
                    <a:pt x="11878" y="6955"/>
                  </a:cubicBezTo>
                  <a:cubicBezTo>
                    <a:pt x="11878" y="6545"/>
                    <a:pt x="11783" y="6199"/>
                    <a:pt x="11531" y="5915"/>
                  </a:cubicBezTo>
                  <a:cubicBezTo>
                    <a:pt x="11689" y="5663"/>
                    <a:pt x="11815" y="5285"/>
                    <a:pt x="11815" y="4907"/>
                  </a:cubicBezTo>
                  <a:cubicBezTo>
                    <a:pt x="11815" y="4434"/>
                    <a:pt x="11594" y="3993"/>
                    <a:pt x="11279" y="3678"/>
                  </a:cubicBezTo>
                  <a:cubicBezTo>
                    <a:pt x="11027" y="3395"/>
                    <a:pt x="10712" y="3237"/>
                    <a:pt x="10334" y="3206"/>
                  </a:cubicBezTo>
                  <a:cubicBezTo>
                    <a:pt x="10460" y="2670"/>
                    <a:pt x="10303" y="2040"/>
                    <a:pt x="9862" y="1599"/>
                  </a:cubicBezTo>
                  <a:cubicBezTo>
                    <a:pt x="9610" y="1315"/>
                    <a:pt x="9231" y="1158"/>
                    <a:pt x="8885" y="1126"/>
                  </a:cubicBezTo>
                  <a:cubicBezTo>
                    <a:pt x="8664" y="559"/>
                    <a:pt x="8223" y="181"/>
                    <a:pt x="7656" y="55"/>
                  </a:cubicBezTo>
                  <a:cubicBezTo>
                    <a:pt x="7523" y="18"/>
                    <a:pt x="7388" y="0"/>
                    <a:pt x="7254" y="0"/>
                  </a:cubicBezTo>
                  <a:close/>
                </a:path>
              </a:pathLst>
            </a:custGeom>
            <a:grpFill/>
            <a:ln>
              <a:noFill/>
            </a:ln>
          </p:spPr>
          <p:txBody>
            <a:bodyPr spcFirstLastPara="1" wrap="square" lIns="62728" tIns="62728" rIns="62728" bIns="62728" anchor="ctr" anchorCtr="0">
              <a:noAutofit/>
            </a:bodyPr>
            <a:lstStyle/>
            <a:p>
              <a:endParaRPr sz="764"/>
            </a:p>
          </p:txBody>
        </p:sp>
        <p:sp>
          <p:nvSpPr>
            <p:cNvPr id="1142" name="Google Shape;7067;p64">
              <a:extLst>
                <a:ext uri="{FF2B5EF4-FFF2-40B4-BE49-F238E27FC236}">
                  <a16:creationId xmlns:a16="http://schemas.microsoft.com/office/drawing/2014/main" id="{C5817FC6-60CD-4E64-8151-F903DB365DF5}"/>
                </a:ext>
              </a:extLst>
            </p:cNvPr>
            <p:cNvSpPr/>
            <p:nvPr/>
          </p:nvSpPr>
          <p:spPr>
            <a:xfrm>
              <a:off x="-22685675" y="2408150"/>
              <a:ext cx="27575" cy="66175"/>
            </a:xfrm>
            <a:custGeom>
              <a:avLst/>
              <a:gdLst/>
              <a:ahLst/>
              <a:cxnLst/>
              <a:rect l="l" t="t" r="r" b="b"/>
              <a:pathLst>
                <a:path w="1103" h="2647" extrusionOk="0">
                  <a:moveTo>
                    <a:pt x="740" y="1"/>
                  </a:moveTo>
                  <a:cubicBezTo>
                    <a:pt x="654" y="1"/>
                    <a:pt x="567" y="32"/>
                    <a:pt x="504" y="95"/>
                  </a:cubicBezTo>
                  <a:cubicBezTo>
                    <a:pt x="189" y="410"/>
                    <a:pt x="0" y="820"/>
                    <a:pt x="0" y="1292"/>
                  </a:cubicBezTo>
                  <a:cubicBezTo>
                    <a:pt x="0" y="1765"/>
                    <a:pt x="189" y="2206"/>
                    <a:pt x="504" y="2521"/>
                  </a:cubicBezTo>
                  <a:cubicBezTo>
                    <a:pt x="599" y="2584"/>
                    <a:pt x="662" y="2647"/>
                    <a:pt x="756" y="2647"/>
                  </a:cubicBezTo>
                  <a:cubicBezTo>
                    <a:pt x="819" y="2647"/>
                    <a:pt x="945" y="2615"/>
                    <a:pt x="977" y="2521"/>
                  </a:cubicBezTo>
                  <a:cubicBezTo>
                    <a:pt x="1103" y="2395"/>
                    <a:pt x="1103" y="2174"/>
                    <a:pt x="977" y="2048"/>
                  </a:cubicBezTo>
                  <a:cubicBezTo>
                    <a:pt x="788" y="1859"/>
                    <a:pt x="662" y="1576"/>
                    <a:pt x="662" y="1292"/>
                  </a:cubicBezTo>
                  <a:cubicBezTo>
                    <a:pt x="662" y="1040"/>
                    <a:pt x="788" y="757"/>
                    <a:pt x="977" y="536"/>
                  </a:cubicBezTo>
                  <a:cubicBezTo>
                    <a:pt x="1103" y="442"/>
                    <a:pt x="1103" y="253"/>
                    <a:pt x="977" y="95"/>
                  </a:cubicBezTo>
                  <a:cubicBezTo>
                    <a:pt x="914" y="32"/>
                    <a:pt x="827" y="1"/>
                    <a:pt x="740" y="1"/>
                  </a:cubicBezTo>
                  <a:close/>
                </a:path>
              </a:pathLst>
            </a:custGeom>
            <a:grpFill/>
            <a:ln>
              <a:noFill/>
            </a:ln>
          </p:spPr>
          <p:txBody>
            <a:bodyPr spcFirstLastPara="1" wrap="square" lIns="62728" tIns="62728" rIns="62728" bIns="62728" anchor="ctr" anchorCtr="0">
              <a:noAutofit/>
            </a:bodyPr>
            <a:lstStyle/>
            <a:p>
              <a:endParaRPr sz="764"/>
            </a:p>
          </p:txBody>
        </p:sp>
        <p:sp>
          <p:nvSpPr>
            <p:cNvPr id="1143" name="Google Shape;7068;p64">
              <a:extLst>
                <a:ext uri="{FF2B5EF4-FFF2-40B4-BE49-F238E27FC236}">
                  <a16:creationId xmlns:a16="http://schemas.microsoft.com/office/drawing/2014/main" id="{1BE11007-9B3F-4B58-BB71-D7E43616605C}"/>
                </a:ext>
              </a:extLst>
            </p:cNvPr>
            <p:cNvSpPr/>
            <p:nvPr/>
          </p:nvSpPr>
          <p:spPr>
            <a:xfrm>
              <a:off x="-22766800" y="2408950"/>
              <a:ext cx="27575" cy="66175"/>
            </a:xfrm>
            <a:custGeom>
              <a:avLst/>
              <a:gdLst/>
              <a:ahLst/>
              <a:cxnLst/>
              <a:rect l="l" t="t" r="r" b="b"/>
              <a:pathLst>
                <a:path w="1103" h="2647" extrusionOk="0">
                  <a:moveTo>
                    <a:pt x="362" y="0"/>
                  </a:moveTo>
                  <a:cubicBezTo>
                    <a:pt x="276" y="0"/>
                    <a:pt x="189" y="32"/>
                    <a:pt x="126" y="95"/>
                  </a:cubicBezTo>
                  <a:cubicBezTo>
                    <a:pt x="0" y="221"/>
                    <a:pt x="0" y="441"/>
                    <a:pt x="126" y="567"/>
                  </a:cubicBezTo>
                  <a:cubicBezTo>
                    <a:pt x="315" y="756"/>
                    <a:pt x="441" y="1040"/>
                    <a:pt x="441" y="1323"/>
                  </a:cubicBezTo>
                  <a:cubicBezTo>
                    <a:pt x="441" y="1575"/>
                    <a:pt x="315" y="1859"/>
                    <a:pt x="126" y="2048"/>
                  </a:cubicBezTo>
                  <a:cubicBezTo>
                    <a:pt x="0" y="2174"/>
                    <a:pt x="0" y="2426"/>
                    <a:pt x="126" y="2520"/>
                  </a:cubicBezTo>
                  <a:cubicBezTo>
                    <a:pt x="221" y="2615"/>
                    <a:pt x="284" y="2646"/>
                    <a:pt x="378" y="2646"/>
                  </a:cubicBezTo>
                  <a:cubicBezTo>
                    <a:pt x="441" y="2646"/>
                    <a:pt x="567" y="2615"/>
                    <a:pt x="599" y="2520"/>
                  </a:cubicBezTo>
                  <a:cubicBezTo>
                    <a:pt x="977" y="2174"/>
                    <a:pt x="1103" y="1733"/>
                    <a:pt x="1103" y="1323"/>
                  </a:cubicBezTo>
                  <a:cubicBezTo>
                    <a:pt x="1103" y="851"/>
                    <a:pt x="914" y="410"/>
                    <a:pt x="599" y="95"/>
                  </a:cubicBezTo>
                  <a:cubicBezTo>
                    <a:pt x="536" y="32"/>
                    <a:pt x="449" y="0"/>
                    <a:pt x="36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62" name="Google Shape;7069;p64">
            <a:extLst>
              <a:ext uri="{FF2B5EF4-FFF2-40B4-BE49-F238E27FC236}">
                <a16:creationId xmlns:a16="http://schemas.microsoft.com/office/drawing/2014/main" id="{82AE3073-A89D-4FDD-AF2A-68CF7B222DF2}"/>
              </a:ext>
            </a:extLst>
          </p:cNvPr>
          <p:cNvGrpSpPr/>
          <p:nvPr/>
        </p:nvGrpSpPr>
        <p:grpSpPr>
          <a:xfrm>
            <a:off x="1116572" y="5343979"/>
            <a:ext cx="202285" cy="229187"/>
            <a:chOff x="-27710725" y="1959200"/>
            <a:chExt cx="260725" cy="295400"/>
          </a:xfrm>
          <a:solidFill>
            <a:schemeClr val="tx1"/>
          </a:solidFill>
        </p:grpSpPr>
        <p:sp>
          <p:nvSpPr>
            <p:cNvPr id="1139" name="Google Shape;7070;p64">
              <a:extLst>
                <a:ext uri="{FF2B5EF4-FFF2-40B4-BE49-F238E27FC236}">
                  <a16:creationId xmlns:a16="http://schemas.microsoft.com/office/drawing/2014/main" id="{F2F4039B-5F81-4877-8EE3-D3F12B261E97}"/>
                </a:ext>
              </a:extLst>
            </p:cNvPr>
            <p:cNvSpPr/>
            <p:nvPr/>
          </p:nvSpPr>
          <p:spPr>
            <a:xfrm>
              <a:off x="-27710725" y="1959200"/>
              <a:ext cx="260725" cy="295400"/>
            </a:xfrm>
            <a:custGeom>
              <a:avLst/>
              <a:gdLst/>
              <a:ahLst/>
              <a:cxnLst/>
              <a:rect l="l" t="t" r="r" b="b"/>
              <a:pathLst>
                <a:path w="10429" h="11816" extrusionOk="0">
                  <a:moveTo>
                    <a:pt x="1072" y="3561"/>
                  </a:moveTo>
                  <a:cubicBezTo>
                    <a:pt x="1261" y="3561"/>
                    <a:pt x="1418" y="3718"/>
                    <a:pt x="1418" y="3907"/>
                  </a:cubicBezTo>
                  <a:lnTo>
                    <a:pt x="1418" y="4916"/>
                  </a:lnTo>
                  <a:lnTo>
                    <a:pt x="694" y="4916"/>
                  </a:lnTo>
                  <a:lnTo>
                    <a:pt x="694" y="3907"/>
                  </a:lnTo>
                  <a:cubicBezTo>
                    <a:pt x="694" y="3718"/>
                    <a:pt x="851" y="3561"/>
                    <a:pt x="1072" y="3561"/>
                  </a:cubicBezTo>
                  <a:close/>
                  <a:moveTo>
                    <a:pt x="5230" y="3561"/>
                  </a:moveTo>
                  <a:cubicBezTo>
                    <a:pt x="5419" y="3561"/>
                    <a:pt x="5577" y="3718"/>
                    <a:pt x="5577" y="3907"/>
                  </a:cubicBezTo>
                  <a:lnTo>
                    <a:pt x="5577" y="4916"/>
                  </a:lnTo>
                  <a:lnTo>
                    <a:pt x="4884" y="4916"/>
                  </a:lnTo>
                  <a:lnTo>
                    <a:pt x="4884" y="3907"/>
                  </a:lnTo>
                  <a:cubicBezTo>
                    <a:pt x="4884" y="3718"/>
                    <a:pt x="5041" y="3561"/>
                    <a:pt x="5230" y="3561"/>
                  </a:cubicBezTo>
                  <a:close/>
                  <a:moveTo>
                    <a:pt x="8696" y="4348"/>
                  </a:moveTo>
                  <a:cubicBezTo>
                    <a:pt x="9294" y="4348"/>
                    <a:pt x="9736" y="4821"/>
                    <a:pt x="9736" y="5357"/>
                  </a:cubicBezTo>
                  <a:cubicBezTo>
                    <a:pt x="9736" y="5924"/>
                    <a:pt x="9263" y="6396"/>
                    <a:pt x="8696" y="6396"/>
                  </a:cubicBezTo>
                  <a:cubicBezTo>
                    <a:pt x="8097" y="6396"/>
                    <a:pt x="7688" y="5924"/>
                    <a:pt x="7688" y="5357"/>
                  </a:cubicBezTo>
                  <a:cubicBezTo>
                    <a:pt x="7688" y="4821"/>
                    <a:pt x="8160" y="4348"/>
                    <a:pt x="8696" y="4348"/>
                  </a:cubicBezTo>
                  <a:close/>
                  <a:moveTo>
                    <a:pt x="5482" y="5609"/>
                  </a:moveTo>
                  <a:cubicBezTo>
                    <a:pt x="5388" y="6176"/>
                    <a:pt x="5073" y="6774"/>
                    <a:pt x="4569" y="7121"/>
                  </a:cubicBezTo>
                  <a:cubicBezTo>
                    <a:pt x="4120" y="7475"/>
                    <a:pt x="3582" y="7653"/>
                    <a:pt x="3036" y="7653"/>
                  </a:cubicBezTo>
                  <a:cubicBezTo>
                    <a:pt x="2854" y="7653"/>
                    <a:pt x="2671" y="7633"/>
                    <a:pt x="2489" y="7593"/>
                  </a:cubicBezTo>
                  <a:cubicBezTo>
                    <a:pt x="1639" y="7404"/>
                    <a:pt x="946" y="6617"/>
                    <a:pt x="757" y="5640"/>
                  </a:cubicBezTo>
                  <a:lnTo>
                    <a:pt x="1418" y="5640"/>
                  </a:lnTo>
                  <a:cubicBezTo>
                    <a:pt x="1481" y="5955"/>
                    <a:pt x="1639" y="6270"/>
                    <a:pt x="1891" y="6491"/>
                  </a:cubicBezTo>
                  <a:cubicBezTo>
                    <a:pt x="2206" y="6806"/>
                    <a:pt x="2647" y="7026"/>
                    <a:pt x="3119" y="7026"/>
                  </a:cubicBezTo>
                  <a:cubicBezTo>
                    <a:pt x="3183" y="7026"/>
                    <a:pt x="3309" y="7026"/>
                    <a:pt x="3372" y="6963"/>
                  </a:cubicBezTo>
                  <a:cubicBezTo>
                    <a:pt x="4096" y="6837"/>
                    <a:pt x="4600" y="6302"/>
                    <a:pt x="4758" y="5609"/>
                  </a:cubicBezTo>
                  <a:close/>
                  <a:moveTo>
                    <a:pt x="2426" y="1"/>
                  </a:moveTo>
                  <a:cubicBezTo>
                    <a:pt x="2237" y="1"/>
                    <a:pt x="2080" y="158"/>
                    <a:pt x="2080" y="347"/>
                  </a:cubicBezTo>
                  <a:lnTo>
                    <a:pt x="2080" y="725"/>
                  </a:lnTo>
                  <a:lnTo>
                    <a:pt x="1733" y="725"/>
                  </a:lnTo>
                  <a:cubicBezTo>
                    <a:pt x="1135" y="725"/>
                    <a:pt x="694" y="1198"/>
                    <a:pt x="694" y="1734"/>
                  </a:cubicBezTo>
                  <a:lnTo>
                    <a:pt x="694" y="2836"/>
                  </a:lnTo>
                  <a:cubicBezTo>
                    <a:pt x="316" y="2994"/>
                    <a:pt x="1" y="3340"/>
                    <a:pt x="1" y="3813"/>
                  </a:cubicBezTo>
                  <a:lnTo>
                    <a:pt x="1" y="5073"/>
                  </a:lnTo>
                  <a:lnTo>
                    <a:pt x="1" y="5231"/>
                  </a:lnTo>
                  <a:cubicBezTo>
                    <a:pt x="32" y="5924"/>
                    <a:pt x="284" y="6554"/>
                    <a:pt x="662" y="7058"/>
                  </a:cubicBezTo>
                  <a:cubicBezTo>
                    <a:pt x="1103" y="7656"/>
                    <a:pt x="1702" y="8035"/>
                    <a:pt x="2395" y="8224"/>
                  </a:cubicBezTo>
                  <a:cubicBezTo>
                    <a:pt x="2521" y="8287"/>
                    <a:pt x="2678" y="8287"/>
                    <a:pt x="2804" y="8318"/>
                  </a:cubicBezTo>
                  <a:lnTo>
                    <a:pt x="2804" y="8696"/>
                  </a:lnTo>
                  <a:cubicBezTo>
                    <a:pt x="2804" y="10429"/>
                    <a:pt x="4222" y="11815"/>
                    <a:pt x="5892" y="11815"/>
                  </a:cubicBezTo>
                  <a:cubicBezTo>
                    <a:pt x="7625" y="11815"/>
                    <a:pt x="9011" y="10397"/>
                    <a:pt x="9011" y="8696"/>
                  </a:cubicBezTo>
                  <a:lnTo>
                    <a:pt x="9011" y="6932"/>
                  </a:lnTo>
                  <a:cubicBezTo>
                    <a:pt x="9830" y="6837"/>
                    <a:pt x="10429" y="6176"/>
                    <a:pt x="10429" y="5325"/>
                  </a:cubicBezTo>
                  <a:cubicBezTo>
                    <a:pt x="10429" y="4380"/>
                    <a:pt x="9641" y="3592"/>
                    <a:pt x="8696" y="3592"/>
                  </a:cubicBezTo>
                  <a:cubicBezTo>
                    <a:pt x="7751" y="3592"/>
                    <a:pt x="6963" y="4380"/>
                    <a:pt x="6963" y="5325"/>
                  </a:cubicBezTo>
                  <a:cubicBezTo>
                    <a:pt x="6963" y="6144"/>
                    <a:pt x="7562" y="6837"/>
                    <a:pt x="8349" y="7026"/>
                  </a:cubicBezTo>
                  <a:lnTo>
                    <a:pt x="8349" y="8791"/>
                  </a:lnTo>
                  <a:cubicBezTo>
                    <a:pt x="8349" y="10114"/>
                    <a:pt x="7247" y="11216"/>
                    <a:pt x="5892" y="11216"/>
                  </a:cubicBezTo>
                  <a:cubicBezTo>
                    <a:pt x="4569" y="11216"/>
                    <a:pt x="3466" y="10114"/>
                    <a:pt x="3466" y="8791"/>
                  </a:cubicBezTo>
                  <a:lnTo>
                    <a:pt x="3466" y="8350"/>
                  </a:lnTo>
                  <a:cubicBezTo>
                    <a:pt x="4065" y="8287"/>
                    <a:pt x="4600" y="8066"/>
                    <a:pt x="5073" y="7688"/>
                  </a:cubicBezTo>
                  <a:cubicBezTo>
                    <a:pt x="5829" y="7089"/>
                    <a:pt x="6270" y="6176"/>
                    <a:pt x="6270" y="5231"/>
                  </a:cubicBezTo>
                  <a:lnTo>
                    <a:pt x="6270" y="3876"/>
                  </a:lnTo>
                  <a:cubicBezTo>
                    <a:pt x="6270" y="3435"/>
                    <a:pt x="5986" y="3025"/>
                    <a:pt x="5545" y="2868"/>
                  </a:cubicBezTo>
                  <a:lnTo>
                    <a:pt x="5545" y="1765"/>
                  </a:lnTo>
                  <a:cubicBezTo>
                    <a:pt x="5545" y="1198"/>
                    <a:pt x="5073" y="757"/>
                    <a:pt x="4537" y="757"/>
                  </a:cubicBezTo>
                  <a:lnTo>
                    <a:pt x="4159" y="757"/>
                  </a:lnTo>
                  <a:lnTo>
                    <a:pt x="4159" y="410"/>
                  </a:lnTo>
                  <a:cubicBezTo>
                    <a:pt x="4159" y="190"/>
                    <a:pt x="4002" y="32"/>
                    <a:pt x="3813" y="32"/>
                  </a:cubicBezTo>
                  <a:cubicBezTo>
                    <a:pt x="3624" y="32"/>
                    <a:pt x="3466" y="190"/>
                    <a:pt x="3466" y="410"/>
                  </a:cubicBezTo>
                  <a:lnTo>
                    <a:pt x="3466" y="1765"/>
                  </a:lnTo>
                  <a:cubicBezTo>
                    <a:pt x="3466" y="1986"/>
                    <a:pt x="3624" y="2143"/>
                    <a:pt x="3813" y="2143"/>
                  </a:cubicBezTo>
                  <a:cubicBezTo>
                    <a:pt x="4002" y="2143"/>
                    <a:pt x="4159" y="1986"/>
                    <a:pt x="4159" y="1765"/>
                  </a:cubicBezTo>
                  <a:lnTo>
                    <a:pt x="4159" y="1418"/>
                  </a:lnTo>
                  <a:lnTo>
                    <a:pt x="4537" y="1418"/>
                  </a:lnTo>
                  <a:cubicBezTo>
                    <a:pt x="4726" y="1418"/>
                    <a:pt x="4884" y="1576"/>
                    <a:pt x="4884" y="1765"/>
                  </a:cubicBezTo>
                  <a:lnTo>
                    <a:pt x="4884" y="2868"/>
                  </a:lnTo>
                  <a:cubicBezTo>
                    <a:pt x="4474" y="3025"/>
                    <a:pt x="4159" y="3403"/>
                    <a:pt x="4159" y="3876"/>
                  </a:cubicBezTo>
                  <a:lnTo>
                    <a:pt x="4159" y="5168"/>
                  </a:lnTo>
                  <a:cubicBezTo>
                    <a:pt x="4159" y="5703"/>
                    <a:pt x="3813" y="6176"/>
                    <a:pt x="3309" y="6270"/>
                  </a:cubicBezTo>
                  <a:lnTo>
                    <a:pt x="3151" y="6270"/>
                  </a:lnTo>
                  <a:cubicBezTo>
                    <a:pt x="2867" y="6270"/>
                    <a:pt x="2584" y="6144"/>
                    <a:pt x="2395" y="5955"/>
                  </a:cubicBezTo>
                  <a:cubicBezTo>
                    <a:pt x="2206" y="5766"/>
                    <a:pt x="2080" y="5483"/>
                    <a:pt x="2080" y="5199"/>
                  </a:cubicBezTo>
                  <a:lnTo>
                    <a:pt x="2080" y="3813"/>
                  </a:lnTo>
                  <a:cubicBezTo>
                    <a:pt x="2080" y="3403"/>
                    <a:pt x="1796" y="2994"/>
                    <a:pt x="1387" y="2836"/>
                  </a:cubicBezTo>
                  <a:lnTo>
                    <a:pt x="1387" y="1734"/>
                  </a:lnTo>
                  <a:cubicBezTo>
                    <a:pt x="1387" y="1545"/>
                    <a:pt x="1544" y="1387"/>
                    <a:pt x="1733" y="1387"/>
                  </a:cubicBezTo>
                  <a:lnTo>
                    <a:pt x="2080" y="1387"/>
                  </a:lnTo>
                  <a:lnTo>
                    <a:pt x="2080" y="1734"/>
                  </a:lnTo>
                  <a:cubicBezTo>
                    <a:pt x="2080" y="1923"/>
                    <a:pt x="2237" y="2080"/>
                    <a:pt x="2426" y="2080"/>
                  </a:cubicBezTo>
                  <a:cubicBezTo>
                    <a:pt x="2647" y="2080"/>
                    <a:pt x="2804" y="1923"/>
                    <a:pt x="2804" y="1734"/>
                  </a:cubicBezTo>
                  <a:lnTo>
                    <a:pt x="2804" y="347"/>
                  </a:lnTo>
                  <a:cubicBezTo>
                    <a:pt x="2804" y="158"/>
                    <a:pt x="2647" y="1"/>
                    <a:pt x="2426" y="1"/>
                  </a:cubicBezTo>
                  <a:close/>
                </a:path>
              </a:pathLst>
            </a:custGeom>
            <a:grpFill/>
            <a:ln>
              <a:noFill/>
            </a:ln>
          </p:spPr>
          <p:txBody>
            <a:bodyPr spcFirstLastPara="1" wrap="square" lIns="62728" tIns="62728" rIns="62728" bIns="62728" anchor="ctr" anchorCtr="0">
              <a:noAutofit/>
            </a:bodyPr>
            <a:lstStyle/>
            <a:p>
              <a:endParaRPr sz="764"/>
            </a:p>
          </p:txBody>
        </p:sp>
        <p:sp>
          <p:nvSpPr>
            <p:cNvPr id="1140" name="Google Shape;7071;p64">
              <a:extLst>
                <a:ext uri="{FF2B5EF4-FFF2-40B4-BE49-F238E27FC236}">
                  <a16:creationId xmlns:a16="http://schemas.microsoft.com/office/drawing/2014/main" id="{A559749E-5ADC-464F-B0C7-CEC6E7815C08}"/>
                </a:ext>
              </a:extLst>
            </p:cNvPr>
            <p:cNvSpPr/>
            <p:nvPr/>
          </p:nvSpPr>
          <p:spPr>
            <a:xfrm>
              <a:off x="-27502000" y="208445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grpSp>
      <p:sp>
        <p:nvSpPr>
          <p:cNvPr id="1065" name="Google Shape;7077;p64">
            <a:extLst>
              <a:ext uri="{FF2B5EF4-FFF2-40B4-BE49-F238E27FC236}">
                <a16:creationId xmlns:a16="http://schemas.microsoft.com/office/drawing/2014/main" id="{802F5B59-2EC6-4AC5-B73A-CBF9837A662C}"/>
              </a:ext>
            </a:extLst>
          </p:cNvPr>
          <p:cNvSpPr/>
          <p:nvPr/>
        </p:nvSpPr>
        <p:spPr>
          <a:xfrm>
            <a:off x="2550243" y="5343659"/>
            <a:ext cx="229789" cy="229789"/>
          </a:xfrm>
          <a:custGeom>
            <a:avLst/>
            <a:gdLst/>
            <a:ahLst/>
            <a:cxnLst/>
            <a:rect l="l" t="t" r="r" b="b"/>
            <a:pathLst>
              <a:path w="11847" h="11847" extrusionOk="0">
                <a:moveTo>
                  <a:pt x="5546" y="662"/>
                </a:moveTo>
                <a:lnTo>
                  <a:pt x="5546" y="2741"/>
                </a:lnTo>
                <a:lnTo>
                  <a:pt x="4821" y="2741"/>
                </a:lnTo>
                <a:lnTo>
                  <a:pt x="4821" y="1040"/>
                </a:lnTo>
                <a:cubicBezTo>
                  <a:pt x="4821" y="819"/>
                  <a:pt x="4979" y="662"/>
                  <a:pt x="5199" y="662"/>
                </a:cubicBezTo>
                <a:close/>
                <a:moveTo>
                  <a:pt x="6932" y="662"/>
                </a:moveTo>
                <a:lnTo>
                  <a:pt x="6932" y="2773"/>
                </a:lnTo>
                <a:lnTo>
                  <a:pt x="6207" y="2773"/>
                </a:lnTo>
                <a:lnTo>
                  <a:pt x="6207" y="662"/>
                </a:lnTo>
                <a:close/>
                <a:moveTo>
                  <a:pt x="8350" y="662"/>
                </a:moveTo>
                <a:lnTo>
                  <a:pt x="8350" y="2773"/>
                </a:lnTo>
                <a:lnTo>
                  <a:pt x="7625" y="2773"/>
                </a:lnTo>
                <a:lnTo>
                  <a:pt x="7625" y="662"/>
                </a:lnTo>
                <a:close/>
                <a:moveTo>
                  <a:pt x="9704" y="662"/>
                </a:moveTo>
                <a:lnTo>
                  <a:pt x="9704" y="2773"/>
                </a:lnTo>
                <a:lnTo>
                  <a:pt x="9011" y="2773"/>
                </a:lnTo>
                <a:lnTo>
                  <a:pt x="9011" y="662"/>
                </a:lnTo>
                <a:close/>
                <a:moveTo>
                  <a:pt x="10744" y="662"/>
                </a:moveTo>
                <a:cubicBezTo>
                  <a:pt x="10933" y="662"/>
                  <a:pt x="11090" y="819"/>
                  <a:pt x="11090" y="1040"/>
                </a:cubicBezTo>
                <a:lnTo>
                  <a:pt x="11090" y="2773"/>
                </a:lnTo>
                <a:lnTo>
                  <a:pt x="10397" y="2773"/>
                </a:lnTo>
                <a:lnTo>
                  <a:pt x="10397" y="662"/>
                </a:lnTo>
                <a:close/>
                <a:moveTo>
                  <a:pt x="6270" y="5577"/>
                </a:moveTo>
                <a:lnTo>
                  <a:pt x="6270" y="9074"/>
                </a:lnTo>
                <a:lnTo>
                  <a:pt x="5546" y="9074"/>
                </a:lnTo>
                <a:lnTo>
                  <a:pt x="5546" y="5577"/>
                </a:lnTo>
                <a:close/>
                <a:moveTo>
                  <a:pt x="10397" y="5640"/>
                </a:moveTo>
                <a:lnTo>
                  <a:pt x="10397" y="6270"/>
                </a:lnTo>
                <a:lnTo>
                  <a:pt x="9358" y="6270"/>
                </a:lnTo>
                <a:cubicBezTo>
                  <a:pt x="9169" y="6270"/>
                  <a:pt x="9011" y="6427"/>
                  <a:pt x="9011" y="6616"/>
                </a:cubicBezTo>
                <a:cubicBezTo>
                  <a:pt x="9011" y="6805"/>
                  <a:pt x="9169" y="6963"/>
                  <a:pt x="9358" y="6963"/>
                </a:cubicBezTo>
                <a:lnTo>
                  <a:pt x="10397" y="6963"/>
                </a:lnTo>
                <a:lnTo>
                  <a:pt x="10397" y="7688"/>
                </a:lnTo>
                <a:lnTo>
                  <a:pt x="9358" y="7688"/>
                </a:lnTo>
                <a:cubicBezTo>
                  <a:pt x="9169" y="7688"/>
                  <a:pt x="9011" y="7845"/>
                  <a:pt x="9011" y="8034"/>
                </a:cubicBezTo>
                <a:cubicBezTo>
                  <a:pt x="9011" y="8223"/>
                  <a:pt x="9169" y="8381"/>
                  <a:pt x="9358" y="8381"/>
                </a:cubicBezTo>
                <a:lnTo>
                  <a:pt x="10397" y="8381"/>
                </a:lnTo>
                <a:lnTo>
                  <a:pt x="10397" y="9105"/>
                </a:lnTo>
                <a:lnTo>
                  <a:pt x="8287" y="9105"/>
                </a:lnTo>
                <a:lnTo>
                  <a:pt x="8287" y="5640"/>
                </a:lnTo>
                <a:close/>
                <a:moveTo>
                  <a:pt x="2080" y="7688"/>
                </a:moveTo>
                <a:cubicBezTo>
                  <a:pt x="2301" y="7688"/>
                  <a:pt x="2521" y="7719"/>
                  <a:pt x="2710" y="7845"/>
                </a:cubicBezTo>
                <a:cubicBezTo>
                  <a:pt x="2427" y="7971"/>
                  <a:pt x="2206" y="8129"/>
                  <a:pt x="1954" y="8318"/>
                </a:cubicBezTo>
                <a:lnTo>
                  <a:pt x="1923" y="8349"/>
                </a:lnTo>
                <a:cubicBezTo>
                  <a:pt x="1576" y="8696"/>
                  <a:pt x="1355" y="9200"/>
                  <a:pt x="1355" y="9767"/>
                </a:cubicBezTo>
                <a:cubicBezTo>
                  <a:pt x="1355" y="9956"/>
                  <a:pt x="1418" y="10113"/>
                  <a:pt x="1450" y="10302"/>
                </a:cubicBezTo>
                <a:cubicBezTo>
                  <a:pt x="977" y="10050"/>
                  <a:pt x="694" y="9578"/>
                  <a:pt x="694" y="9074"/>
                </a:cubicBezTo>
                <a:cubicBezTo>
                  <a:pt x="694" y="8318"/>
                  <a:pt x="1324" y="7688"/>
                  <a:pt x="2080" y="7688"/>
                </a:cubicBezTo>
                <a:close/>
                <a:moveTo>
                  <a:pt x="3403" y="8318"/>
                </a:moveTo>
                <a:cubicBezTo>
                  <a:pt x="4191" y="8349"/>
                  <a:pt x="4821" y="8979"/>
                  <a:pt x="4821" y="9735"/>
                </a:cubicBezTo>
                <a:cubicBezTo>
                  <a:pt x="4821" y="9987"/>
                  <a:pt x="4758" y="10239"/>
                  <a:pt x="4600" y="10491"/>
                </a:cubicBezTo>
                <a:lnTo>
                  <a:pt x="2679" y="8538"/>
                </a:lnTo>
                <a:cubicBezTo>
                  <a:pt x="2868" y="8381"/>
                  <a:pt x="3151" y="8318"/>
                  <a:pt x="3403" y="8318"/>
                </a:cubicBezTo>
                <a:close/>
                <a:moveTo>
                  <a:pt x="2238" y="9074"/>
                </a:moveTo>
                <a:lnTo>
                  <a:pt x="4128" y="10964"/>
                </a:lnTo>
                <a:cubicBezTo>
                  <a:pt x="3939" y="11059"/>
                  <a:pt x="3687" y="11122"/>
                  <a:pt x="3466" y="11122"/>
                </a:cubicBezTo>
                <a:cubicBezTo>
                  <a:pt x="3448" y="11122"/>
                  <a:pt x="3430" y="11123"/>
                  <a:pt x="3412" y="11123"/>
                </a:cubicBezTo>
                <a:cubicBezTo>
                  <a:pt x="2680" y="11123"/>
                  <a:pt x="2080" y="10504"/>
                  <a:pt x="2080" y="9735"/>
                </a:cubicBezTo>
                <a:cubicBezTo>
                  <a:pt x="2080" y="9483"/>
                  <a:pt x="2143" y="9263"/>
                  <a:pt x="2238" y="9074"/>
                </a:cubicBezTo>
                <a:close/>
                <a:moveTo>
                  <a:pt x="10334" y="3466"/>
                </a:moveTo>
                <a:lnTo>
                  <a:pt x="10334" y="4884"/>
                </a:lnTo>
                <a:lnTo>
                  <a:pt x="7940" y="4884"/>
                </a:lnTo>
                <a:cubicBezTo>
                  <a:pt x="7751" y="4884"/>
                  <a:pt x="7593" y="5041"/>
                  <a:pt x="7593" y="5230"/>
                </a:cubicBezTo>
                <a:lnTo>
                  <a:pt x="7593" y="9420"/>
                </a:lnTo>
                <a:cubicBezTo>
                  <a:pt x="7593" y="9609"/>
                  <a:pt x="7751" y="9767"/>
                  <a:pt x="7940" y="9767"/>
                </a:cubicBezTo>
                <a:lnTo>
                  <a:pt x="10397" y="9767"/>
                </a:lnTo>
                <a:lnTo>
                  <a:pt x="10397" y="10806"/>
                </a:lnTo>
                <a:cubicBezTo>
                  <a:pt x="10397" y="10996"/>
                  <a:pt x="10240" y="11153"/>
                  <a:pt x="10019" y="11153"/>
                </a:cubicBezTo>
                <a:lnTo>
                  <a:pt x="5861" y="11153"/>
                </a:lnTo>
                <a:cubicBezTo>
                  <a:pt x="5672" y="11153"/>
                  <a:pt x="5514" y="10996"/>
                  <a:pt x="5514" y="10806"/>
                </a:cubicBezTo>
                <a:lnTo>
                  <a:pt x="5514" y="9767"/>
                </a:lnTo>
                <a:lnTo>
                  <a:pt x="6522" y="9767"/>
                </a:lnTo>
                <a:cubicBezTo>
                  <a:pt x="6711" y="9767"/>
                  <a:pt x="6869" y="9609"/>
                  <a:pt x="6869" y="9420"/>
                </a:cubicBezTo>
                <a:lnTo>
                  <a:pt x="6869" y="5230"/>
                </a:lnTo>
                <a:cubicBezTo>
                  <a:pt x="6869" y="5041"/>
                  <a:pt x="6711" y="4884"/>
                  <a:pt x="6522" y="4884"/>
                </a:cubicBezTo>
                <a:lnTo>
                  <a:pt x="5514" y="4884"/>
                </a:lnTo>
                <a:lnTo>
                  <a:pt x="5514" y="3466"/>
                </a:lnTo>
                <a:close/>
                <a:moveTo>
                  <a:pt x="5199" y="0"/>
                </a:moveTo>
                <a:cubicBezTo>
                  <a:pt x="4600" y="0"/>
                  <a:pt x="4159" y="473"/>
                  <a:pt x="4159" y="1040"/>
                </a:cubicBezTo>
                <a:lnTo>
                  <a:pt x="4159" y="3119"/>
                </a:lnTo>
                <a:cubicBezTo>
                  <a:pt x="4159" y="3308"/>
                  <a:pt x="4317" y="3466"/>
                  <a:pt x="4506" y="3466"/>
                </a:cubicBezTo>
                <a:lnTo>
                  <a:pt x="4884" y="3466"/>
                </a:lnTo>
                <a:lnTo>
                  <a:pt x="4884" y="8192"/>
                </a:lnTo>
                <a:cubicBezTo>
                  <a:pt x="4569" y="7908"/>
                  <a:pt x="4128" y="7719"/>
                  <a:pt x="3655" y="7688"/>
                </a:cubicBezTo>
                <a:cubicBezTo>
                  <a:pt x="3277" y="7246"/>
                  <a:pt x="2710" y="6963"/>
                  <a:pt x="2080" y="6963"/>
                </a:cubicBezTo>
                <a:cubicBezTo>
                  <a:pt x="946" y="6963"/>
                  <a:pt x="1" y="7908"/>
                  <a:pt x="1" y="9074"/>
                </a:cubicBezTo>
                <a:cubicBezTo>
                  <a:pt x="1" y="10176"/>
                  <a:pt x="820" y="11027"/>
                  <a:pt x="1923" y="11153"/>
                </a:cubicBezTo>
                <a:cubicBezTo>
                  <a:pt x="2332" y="11594"/>
                  <a:pt x="2868" y="11846"/>
                  <a:pt x="3498" y="11846"/>
                </a:cubicBezTo>
                <a:cubicBezTo>
                  <a:pt x="4065" y="11846"/>
                  <a:pt x="4506" y="11657"/>
                  <a:pt x="4916" y="11311"/>
                </a:cubicBezTo>
                <a:cubicBezTo>
                  <a:pt x="4916" y="11311"/>
                  <a:pt x="4979" y="11279"/>
                  <a:pt x="4979" y="11216"/>
                </a:cubicBezTo>
                <a:cubicBezTo>
                  <a:pt x="5136" y="11594"/>
                  <a:pt x="5514" y="11846"/>
                  <a:pt x="5924" y="11846"/>
                </a:cubicBezTo>
                <a:lnTo>
                  <a:pt x="10114" y="11846"/>
                </a:lnTo>
                <a:cubicBezTo>
                  <a:pt x="10712" y="11846"/>
                  <a:pt x="11122" y="11374"/>
                  <a:pt x="11122" y="10838"/>
                </a:cubicBezTo>
                <a:lnTo>
                  <a:pt x="11122" y="3497"/>
                </a:lnTo>
                <a:lnTo>
                  <a:pt x="11500" y="3497"/>
                </a:lnTo>
                <a:cubicBezTo>
                  <a:pt x="11689" y="3497"/>
                  <a:pt x="11847" y="3340"/>
                  <a:pt x="11847" y="3151"/>
                </a:cubicBezTo>
                <a:lnTo>
                  <a:pt x="11847" y="1072"/>
                </a:lnTo>
                <a:cubicBezTo>
                  <a:pt x="11752" y="441"/>
                  <a:pt x="11343" y="0"/>
                  <a:pt x="1074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066" name="Google Shape;7078;p64">
            <a:extLst>
              <a:ext uri="{FF2B5EF4-FFF2-40B4-BE49-F238E27FC236}">
                <a16:creationId xmlns:a16="http://schemas.microsoft.com/office/drawing/2014/main" id="{9CAF1BA9-968B-43AA-8A50-7544D234439E}"/>
              </a:ext>
            </a:extLst>
          </p:cNvPr>
          <p:cNvGrpSpPr/>
          <p:nvPr/>
        </p:nvGrpSpPr>
        <p:grpSpPr>
          <a:xfrm>
            <a:off x="2550063" y="5640356"/>
            <a:ext cx="229789" cy="216948"/>
            <a:chOff x="-25844850" y="2357750"/>
            <a:chExt cx="296175" cy="279625"/>
          </a:xfrm>
          <a:solidFill>
            <a:schemeClr val="tx1"/>
          </a:solidFill>
        </p:grpSpPr>
        <p:sp>
          <p:nvSpPr>
            <p:cNvPr id="1130" name="Google Shape;7079;p64">
              <a:extLst>
                <a:ext uri="{FF2B5EF4-FFF2-40B4-BE49-F238E27FC236}">
                  <a16:creationId xmlns:a16="http://schemas.microsoft.com/office/drawing/2014/main" id="{A73A69D1-AC71-4990-9993-C9A34DB897F0}"/>
                </a:ext>
              </a:extLst>
            </p:cNvPr>
            <p:cNvSpPr/>
            <p:nvPr/>
          </p:nvSpPr>
          <p:spPr>
            <a:xfrm>
              <a:off x="-25792075" y="2428625"/>
              <a:ext cx="191425" cy="208750"/>
            </a:xfrm>
            <a:custGeom>
              <a:avLst/>
              <a:gdLst/>
              <a:ahLst/>
              <a:cxnLst/>
              <a:rect l="l" t="t" r="r" b="b"/>
              <a:pathLst>
                <a:path w="7657" h="8350" extrusionOk="0">
                  <a:moveTo>
                    <a:pt x="3781" y="2773"/>
                  </a:moveTo>
                  <a:cubicBezTo>
                    <a:pt x="3970" y="2773"/>
                    <a:pt x="4128" y="2931"/>
                    <a:pt x="4128" y="3120"/>
                  </a:cubicBezTo>
                  <a:cubicBezTo>
                    <a:pt x="4128" y="3309"/>
                    <a:pt x="3970" y="3466"/>
                    <a:pt x="3781" y="3466"/>
                  </a:cubicBezTo>
                  <a:cubicBezTo>
                    <a:pt x="3592" y="3466"/>
                    <a:pt x="3435" y="3309"/>
                    <a:pt x="3435" y="3120"/>
                  </a:cubicBezTo>
                  <a:cubicBezTo>
                    <a:pt x="3435" y="2931"/>
                    <a:pt x="3592" y="2773"/>
                    <a:pt x="3781" y="2773"/>
                  </a:cubicBezTo>
                  <a:close/>
                  <a:moveTo>
                    <a:pt x="3813" y="694"/>
                  </a:moveTo>
                  <a:cubicBezTo>
                    <a:pt x="5167" y="694"/>
                    <a:pt x="6270" y="1796"/>
                    <a:pt x="6270" y="3120"/>
                  </a:cubicBezTo>
                  <a:lnTo>
                    <a:pt x="6270" y="6239"/>
                  </a:lnTo>
                  <a:lnTo>
                    <a:pt x="4191" y="6239"/>
                  </a:lnTo>
                  <a:lnTo>
                    <a:pt x="4191" y="4096"/>
                  </a:lnTo>
                  <a:cubicBezTo>
                    <a:pt x="4569" y="3939"/>
                    <a:pt x="4884" y="3592"/>
                    <a:pt x="4884" y="3120"/>
                  </a:cubicBezTo>
                  <a:cubicBezTo>
                    <a:pt x="4884" y="2521"/>
                    <a:pt x="4411" y="2111"/>
                    <a:pt x="3876" y="2111"/>
                  </a:cubicBezTo>
                  <a:cubicBezTo>
                    <a:pt x="3277" y="2111"/>
                    <a:pt x="2836" y="2584"/>
                    <a:pt x="2836" y="3120"/>
                  </a:cubicBezTo>
                  <a:cubicBezTo>
                    <a:pt x="2836" y="3561"/>
                    <a:pt x="3120" y="3939"/>
                    <a:pt x="3561" y="4096"/>
                  </a:cubicBezTo>
                  <a:lnTo>
                    <a:pt x="3561" y="6239"/>
                  </a:lnTo>
                  <a:lnTo>
                    <a:pt x="1450" y="6239"/>
                  </a:lnTo>
                  <a:lnTo>
                    <a:pt x="1450" y="3120"/>
                  </a:lnTo>
                  <a:lnTo>
                    <a:pt x="1387" y="3120"/>
                  </a:lnTo>
                  <a:cubicBezTo>
                    <a:pt x="1387" y="1796"/>
                    <a:pt x="2489" y="694"/>
                    <a:pt x="3813" y="694"/>
                  </a:cubicBezTo>
                  <a:close/>
                  <a:moveTo>
                    <a:pt x="6585" y="6932"/>
                  </a:moveTo>
                  <a:cubicBezTo>
                    <a:pt x="6774" y="6932"/>
                    <a:pt x="6932" y="7089"/>
                    <a:pt x="6932" y="7310"/>
                  </a:cubicBezTo>
                  <a:lnTo>
                    <a:pt x="6932" y="7625"/>
                  </a:lnTo>
                  <a:lnTo>
                    <a:pt x="662" y="7625"/>
                  </a:lnTo>
                  <a:lnTo>
                    <a:pt x="662" y="7310"/>
                  </a:lnTo>
                  <a:cubicBezTo>
                    <a:pt x="662" y="7089"/>
                    <a:pt x="820" y="6932"/>
                    <a:pt x="1040" y="6932"/>
                  </a:cubicBezTo>
                  <a:close/>
                  <a:moveTo>
                    <a:pt x="3813" y="1"/>
                  </a:moveTo>
                  <a:cubicBezTo>
                    <a:pt x="2080" y="1"/>
                    <a:pt x="725" y="1418"/>
                    <a:pt x="725" y="3120"/>
                  </a:cubicBezTo>
                  <a:lnTo>
                    <a:pt x="725" y="6302"/>
                  </a:lnTo>
                  <a:cubicBezTo>
                    <a:pt x="316" y="6459"/>
                    <a:pt x="1" y="6837"/>
                    <a:pt x="1" y="7310"/>
                  </a:cubicBezTo>
                  <a:lnTo>
                    <a:pt x="1" y="8003"/>
                  </a:lnTo>
                  <a:cubicBezTo>
                    <a:pt x="1" y="8192"/>
                    <a:pt x="158" y="8349"/>
                    <a:pt x="347" y="8349"/>
                  </a:cubicBezTo>
                  <a:lnTo>
                    <a:pt x="7278" y="8349"/>
                  </a:lnTo>
                  <a:cubicBezTo>
                    <a:pt x="7499" y="8349"/>
                    <a:pt x="7656" y="8192"/>
                    <a:pt x="7656" y="8003"/>
                  </a:cubicBezTo>
                  <a:lnTo>
                    <a:pt x="7656" y="7310"/>
                  </a:lnTo>
                  <a:cubicBezTo>
                    <a:pt x="7593" y="6837"/>
                    <a:pt x="7341" y="6428"/>
                    <a:pt x="6932" y="6302"/>
                  </a:cubicBezTo>
                  <a:lnTo>
                    <a:pt x="6932" y="3120"/>
                  </a:lnTo>
                  <a:cubicBezTo>
                    <a:pt x="6932" y="1387"/>
                    <a:pt x="5514" y="1"/>
                    <a:pt x="3813" y="1"/>
                  </a:cubicBezTo>
                  <a:close/>
                </a:path>
              </a:pathLst>
            </a:custGeom>
            <a:grpFill/>
            <a:ln>
              <a:noFill/>
            </a:ln>
          </p:spPr>
          <p:txBody>
            <a:bodyPr spcFirstLastPara="1" wrap="square" lIns="62728" tIns="62728" rIns="62728" bIns="62728" anchor="ctr" anchorCtr="0">
              <a:noAutofit/>
            </a:bodyPr>
            <a:lstStyle/>
            <a:p>
              <a:endParaRPr sz="764"/>
            </a:p>
          </p:txBody>
        </p:sp>
        <p:sp>
          <p:nvSpPr>
            <p:cNvPr id="1131" name="Google Shape;7080;p64">
              <a:extLst>
                <a:ext uri="{FF2B5EF4-FFF2-40B4-BE49-F238E27FC236}">
                  <a16:creationId xmlns:a16="http://schemas.microsoft.com/office/drawing/2014/main" id="{11134901-6711-46C2-B72B-E13EFB699D21}"/>
                </a:ext>
              </a:extLst>
            </p:cNvPr>
            <p:cNvSpPr/>
            <p:nvPr/>
          </p:nvSpPr>
          <p:spPr>
            <a:xfrm>
              <a:off x="-25602250" y="2497950"/>
              <a:ext cx="53575" cy="17350"/>
            </a:xfrm>
            <a:custGeom>
              <a:avLst/>
              <a:gdLst/>
              <a:ahLst/>
              <a:cxnLst/>
              <a:rect l="l" t="t" r="r" b="b"/>
              <a:pathLst>
                <a:path w="2143" h="694" extrusionOk="0">
                  <a:moveTo>
                    <a:pt x="378" y="0"/>
                  </a:moveTo>
                  <a:cubicBezTo>
                    <a:pt x="158" y="0"/>
                    <a:pt x="0" y="158"/>
                    <a:pt x="0" y="347"/>
                  </a:cubicBezTo>
                  <a:cubicBezTo>
                    <a:pt x="0" y="536"/>
                    <a:pt x="158" y="693"/>
                    <a:pt x="378" y="693"/>
                  </a:cubicBezTo>
                  <a:lnTo>
                    <a:pt x="1796" y="693"/>
                  </a:lnTo>
                  <a:cubicBezTo>
                    <a:pt x="1985" y="693"/>
                    <a:pt x="2143" y="536"/>
                    <a:pt x="2143" y="347"/>
                  </a:cubicBezTo>
                  <a:cubicBezTo>
                    <a:pt x="2143" y="158"/>
                    <a:pt x="1985" y="0"/>
                    <a:pt x="1796" y="0"/>
                  </a:cubicBezTo>
                  <a:close/>
                </a:path>
              </a:pathLst>
            </a:custGeom>
            <a:grpFill/>
            <a:ln>
              <a:noFill/>
            </a:ln>
          </p:spPr>
          <p:txBody>
            <a:bodyPr spcFirstLastPara="1" wrap="square" lIns="62728" tIns="62728" rIns="62728" bIns="62728" anchor="ctr" anchorCtr="0">
              <a:noAutofit/>
            </a:bodyPr>
            <a:lstStyle/>
            <a:p>
              <a:endParaRPr sz="764"/>
            </a:p>
          </p:txBody>
        </p:sp>
        <p:sp>
          <p:nvSpPr>
            <p:cNvPr id="1132" name="Google Shape;7081;p64">
              <a:extLst>
                <a:ext uri="{FF2B5EF4-FFF2-40B4-BE49-F238E27FC236}">
                  <a16:creationId xmlns:a16="http://schemas.microsoft.com/office/drawing/2014/main" id="{1DA1DCF5-8D5B-4693-8ABD-1E38FB34C057}"/>
                </a:ext>
              </a:extLst>
            </p:cNvPr>
            <p:cNvSpPr/>
            <p:nvPr/>
          </p:nvSpPr>
          <p:spPr>
            <a:xfrm>
              <a:off x="-25844850" y="2497950"/>
              <a:ext cx="52800" cy="17350"/>
            </a:xfrm>
            <a:custGeom>
              <a:avLst/>
              <a:gdLst/>
              <a:ahLst/>
              <a:cxnLst/>
              <a:rect l="l" t="t" r="r" b="b"/>
              <a:pathLst>
                <a:path w="2112" h="694" extrusionOk="0">
                  <a:moveTo>
                    <a:pt x="347" y="0"/>
                  </a:moveTo>
                  <a:cubicBezTo>
                    <a:pt x="158" y="0"/>
                    <a:pt x="1" y="158"/>
                    <a:pt x="1" y="347"/>
                  </a:cubicBezTo>
                  <a:cubicBezTo>
                    <a:pt x="1" y="536"/>
                    <a:pt x="158" y="693"/>
                    <a:pt x="347" y="693"/>
                  </a:cubicBezTo>
                  <a:lnTo>
                    <a:pt x="1765" y="693"/>
                  </a:lnTo>
                  <a:cubicBezTo>
                    <a:pt x="1954" y="693"/>
                    <a:pt x="2112" y="536"/>
                    <a:pt x="2112" y="347"/>
                  </a:cubicBezTo>
                  <a:cubicBezTo>
                    <a:pt x="2080" y="158"/>
                    <a:pt x="1923" y="0"/>
                    <a:pt x="1765" y="0"/>
                  </a:cubicBezTo>
                  <a:close/>
                </a:path>
              </a:pathLst>
            </a:custGeom>
            <a:grpFill/>
            <a:ln>
              <a:noFill/>
            </a:ln>
          </p:spPr>
          <p:txBody>
            <a:bodyPr spcFirstLastPara="1" wrap="square" lIns="62728" tIns="62728" rIns="62728" bIns="62728" anchor="ctr" anchorCtr="0">
              <a:noAutofit/>
            </a:bodyPr>
            <a:lstStyle/>
            <a:p>
              <a:endParaRPr sz="764"/>
            </a:p>
          </p:txBody>
        </p:sp>
        <p:sp>
          <p:nvSpPr>
            <p:cNvPr id="1133" name="Google Shape;7082;p64">
              <a:extLst>
                <a:ext uri="{FF2B5EF4-FFF2-40B4-BE49-F238E27FC236}">
                  <a16:creationId xmlns:a16="http://schemas.microsoft.com/office/drawing/2014/main" id="{54DC3519-669E-4F80-927C-A46271DF764F}"/>
                </a:ext>
              </a:extLst>
            </p:cNvPr>
            <p:cNvSpPr/>
            <p:nvPr/>
          </p:nvSpPr>
          <p:spPr>
            <a:xfrm>
              <a:off x="-25706225" y="2357750"/>
              <a:ext cx="17350" cy="53575"/>
            </a:xfrm>
            <a:custGeom>
              <a:avLst/>
              <a:gdLst/>
              <a:ahLst/>
              <a:cxnLst/>
              <a:rect l="l" t="t" r="r" b="b"/>
              <a:pathLst>
                <a:path w="694" h="2143" extrusionOk="0">
                  <a:moveTo>
                    <a:pt x="347" y="0"/>
                  </a:moveTo>
                  <a:cubicBezTo>
                    <a:pt x="158" y="0"/>
                    <a:pt x="1" y="158"/>
                    <a:pt x="1" y="347"/>
                  </a:cubicBezTo>
                  <a:lnTo>
                    <a:pt x="1" y="1764"/>
                  </a:lnTo>
                  <a:cubicBezTo>
                    <a:pt x="1" y="1985"/>
                    <a:pt x="158" y="2143"/>
                    <a:pt x="347" y="2143"/>
                  </a:cubicBezTo>
                  <a:cubicBezTo>
                    <a:pt x="536" y="2143"/>
                    <a:pt x="694" y="1985"/>
                    <a:pt x="694" y="1764"/>
                  </a:cubicBezTo>
                  <a:lnTo>
                    <a:pt x="694" y="347"/>
                  </a:lnTo>
                  <a:cubicBezTo>
                    <a:pt x="694"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1134" name="Google Shape;7083;p64">
              <a:extLst>
                <a:ext uri="{FF2B5EF4-FFF2-40B4-BE49-F238E27FC236}">
                  <a16:creationId xmlns:a16="http://schemas.microsoft.com/office/drawing/2014/main" id="{D4A40197-110F-4742-BAA4-5EB928197434}"/>
                </a:ext>
              </a:extLst>
            </p:cNvPr>
            <p:cNvSpPr/>
            <p:nvPr/>
          </p:nvSpPr>
          <p:spPr>
            <a:xfrm>
              <a:off x="-25804675" y="2400275"/>
              <a:ext cx="42550" cy="41775"/>
            </a:xfrm>
            <a:custGeom>
              <a:avLst/>
              <a:gdLst/>
              <a:ahLst/>
              <a:cxnLst/>
              <a:rect l="l" t="t" r="r" b="b"/>
              <a:pathLst>
                <a:path w="1702" h="1671" extrusionOk="0">
                  <a:moveTo>
                    <a:pt x="351" y="0"/>
                  </a:moveTo>
                  <a:cubicBezTo>
                    <a:pt x="260" y="0"/>
                    <a:pt x="174" y="32"/>
                    <a:pt x="127" y="95"/>
                  </a:cubicBezTo>
                  <a:cubicBezTo>
                    <a:pt x="0" y="189"/>
                    <a:pt x="0" y="442"/>
                    <a:pt x="127" y="568"/>
                  </a:cubicBezTo>
                  <a:lnTo>
                    <a:pt x="1103" y="1544"/>
                  </a:lnTo>
                  <a:cubicBezTo>
                    <a:pt x="1166" y="1607"/>
                    <a:pt x="1261" y="1670"/>
                    <a:pt x="1324" y="1670"/>
                  </a:cubicBezTo>
                  <a:cubicBezTo>
                    <a:pt x="1418" y="1670"/>
                    <a:pt x="1544" y="1607"/>
                    <a:pt x="1576" y="1544"/>
                  </a:cubicBezTo>
                  <a:cubicBezTo>
                    <a:pt x="1702" y="1418"/>
                    <a:pt x="1702" y="1198"/>
                    <a:pt x="1576" y="1072"/>
                  </a:cubicBezTo>
                  <a:lnTo>
                    <a:pt x="599" y="95"/>
                  </a:lnTo>
                  <a:cubicBezTo>
                    <a:pt x="536" y="32"/>
                    <a:pt x="442" y="0"/>
                    <a:pt x="351" y="0"/>
                  </a:cubicBezTo>
                  <a:close/>
                </a:path>
              </a:pathLst>
            </a:custGeom>
            <a:grpFill/>
            <a:ln>
              <a:noFill/>
            </a:ln>
          </p:spPr>
          <p:txBody>
            <a:bodyPr spcFirstLastPara="1" wrap="square" lIns="62728" tIns="62728" rIns="62728" bIns="62728" anchor="ctr" anchorCtr="0">
              <a:noAutofit/>
            </a:bodyPr>
            <a:lstStyle/>
            <a:p>
              <a:endParaRPr sz="764"/>
            </a:p>
          </p:txBody>
        </p:sp>
        <p:sp>
          <p:nvSpPr>
            <p:cNvPr id="1135" name="Google Shape;7084;p64">
              <a:extLst>
                <a:ext uri="{FF2B5EF4-FFF2-40B4-BE49-F238E27FC236}">
                  <a16:creationId xmlns:a16="http://schemas.microsoft.com/office/drawing/2014/main" id="{0451D8FE-B367-4944-9736-1A7CB158E201}"/>
                </a:ext>
              </a:extLst>
            </p:cNvPr>
            <p:cNvSpPr/>
            <p:nvPr/>
          </p:nvSpPr>
          <p:spPr>
            <a:xfrm>
              <a:off x="-25632175" y="2400275"/>
              <a:ext cx="41750" cy="41775"/>
            </a:xfrm>
            <a:custGeom>
              <a:avLst/>
              <a:gdLst/>
              <a:ahLst/>
              <a:cxnLst/>
              <a:rect l="l" t="t" r="r" b="b"/>
              <a:pathLst>
                <a:path w="1670" h="1671" extrusionOk="0">
                  <a:moveTo>
                    <a:pt x="1327" y="0"/>
                  </a:moveTo>
                  <a:cubicBezTo>
                    <a:pt x="1237" y="0"/>
                    <a:pt x="1150" y="32"/>
                    <a:pt x="1103" y="95"/>
                  </a:cubicBezTo>
                  <a:lnTo>
                    <a:pt x="95" y="1072"/>
                  </a:lnTo>
                  <a:cubicBezTo>
                    <a:pt x="0" y="1198"/>
                    <a:pt x="0" y="1418"/>
                    <a:pt x="95" y="1544"/>
                  </a:cubicBezTo>
                  <a:cubicBezTo>
                    <a:pt x="158" y="1607"/>
                    <a:pt x="252" y="1670"/>
                    <a:pt x="347" y="1670"/>
                  </a:cubicBezTo>
                  <a:cubicBezTo>
                    <a:pt x="410" y="1670"/>
                    <a:pt x="536" y="1607"/>
                    <a:pt x="567" y="1544"/>
                  </a:cubicBezTo>
                  <a:lnTo>
                    <a:pt x="1575" y="568"/>
                  </a:lnTo>
                  <a:cubicBezTo>
                    <a:pt x="1670" y="442"/>
                    <a:pt x="1670" y="189"/>
                    <a:pt x="1575" y="95"/>
                  </a:cubicBezTo>
                  <a:cubicBezTo>
                    <a:pt x="1512" y="32"/>
                    <a:pt x="1418" y="0"/>
                    <a:pt x="1327" y="0"/>
                  </a:cubicBezTo>
                  <a:close/>
                </a:path>
              </a:pathLst>
            </a:custGeom>
            <a:grpFill/>
            <a:ln>
              <a:noFill/>
            </a:ln>
          </p:spPr>
          <p:txBody>
            <a:bodyPr spcFirstLastPara="1" wrap="square" lIns="62728" tIns="62728" rIns="62728" bIns="62728" anchor="ctr" anchorCtr="0">
              <a:noAutofit/>
            </a:bodyPr>
            <a:lstStyle/>
            <a:p>
              <a:endParaRPr sz="764"/>
            </a:p>
          </p:txBody>
        </p:sp>
      </p:grpSp>
      <p:sp>
        <p:nvSpPr>
          <p:cNvPr id="1067" name="Google Shape;7085;p64">
            <a:extLst>
              <a:ext uri="{FF2B5EF4-FFF2-40B4-BE49-F238E27FC236}">
                <a16:creationId xmlns:a16="http://schemas.microsoft.com/office/drawing/2014/main" id="{2A9803DF-2741-4E46-960C-679E46CCE34C}"/>
              </a:ext>
            </a:extLst>
          </p:cNvPr>
          <p:cNvSpPr/>
          <p:nvPr/>
        </p:nvSpPr>
        <p:spPr>
          <a:xfrm>
            <a:off x="5161225" y="5343135"/>
            <a:ext cx="232834" cy="229634"/>
          </a:xfrm>
          <a:custGeom>
            <a:avLst/>
            <a:gdLst/>
            <a:ahLst/>
            <a:cxnLst/>
            <a:rect l="l" t="t" r="r" b="b"/>
            <a:pathLst>
              <a:path w="12004" h="11839" extrusionOk="0">
                <a:moveTo>
                  <a:pt x="7435" y="685"/>
                </a:moveTo>
                <a:cubicBezTo>
                  <a:pt x="7530" y="685"/>
                  <a:pt x="7656" y="748"/>
                  <a:pt x="7687" y="811"/>
                </a:cubicBezTo>
                <a:lnTo>
                  <a:pt x="11121" y="4246"/>
                </a:lnTo>
                <a:cubicBezTo>
                  <a:pt x="11279" y="4372"/>
                  <a:pt x="11279" y="4592"/>
                  <a:pt x="11121" y="4718"/>
                </a:cubicBezTo>
                <a:cubicBezTo>
                  <a:pt x="11058" y="4781"/>
                  <a:pt x="10964" y="4813"/>
                  <a:pt x="10873" y="4813"/>
                </a:cubicBezTo>
                <a:cubicBezTo>
                  <a:pt x="10783" y="4813"/>
                  <a:pt x="10696" y="4781"/>
                  <a:pt x="10649" y="4718"/>
                </a:cubicBezTo>
                <a:lnTo>
                  <a:pt x="7215" y="1284"/>
                </a:lnTo>
                <a:cubicBezTo>
                  <a:pt x="7089" y="1158"/>
                  <a:pt x="7089" y="938"/>
                  <a:pt x="7215" y="811"/>
                </a:cubicBezTo>
                <a:cubicBezTo>
                  <a:pt x="7278" y="748"/>
                  <a:pt x="7372" y="685"/>
                  <a:pt x="7435" y="685"/>
                </a:cubicBezTo>
                <a:close/>
                <a:moveTo>
                  <a:pt x="7971" y="2985"/>
                </a:moveTo>
                <a:lnTo>
                  <a:pt x="8948" y="3962"/>
                </a:lnTo>
                <a:lnTo>
                  <a:pt x="7404" y="5506"/>
                </a:lnTo>
                <a:lnTo>
                  <a:pt x="6427" y="4529"/>
                </a:lnTo>
                <a:lnTo>
                  <a:pt x="7971" y="2985"/>
                </a:lnTo>
                <a:close/>
                <a:moveTo>
                  <a:pt x="5923" y="5033"/>
                </a:moveTo>
                <a:lnTo>
                  <a:pt x="6900" y="6010"/>
                </a:lnTo>
                <a:lnTo>
                  <a:pt x="6459" y="6451"/>
                </a:lnTo>
                <a:cubicBezTo>
                  <a:pt x="6135" y="6775"/>
                  <a:pt x="5672" y="6937"/>
                  <a:pt x="5229" y="6937"/>
                </a:cubicBezTo>
                <a:cubicBezTo>
                  <a:pt x="5155" y="6937"/>
                  <a:pt x="5082" y="6932"/>
                  <a:pt x="5010" y="6923"/>
                </a:cubicBezTo>
                <a:cubicBezTo>
                  <a:pt x="4946" y="6356"/>
                  <a:pt x="5136" y="5821"/>
                  <a:pt x="5482" y="5474"/>
                </a:cubicBezTo>
                <a:lnTo>
                  <a:pt x="5923" y="5033"/>
                </a:lnTo>
                <a:close/>
                <a:moveTo>
                  <a:pt x="6931" y="1946"/>
                </a:moveTo>
                <a:lnTo>
                  <a:pt x="7404" y="2418"/>
                </a:lnTo>
                <a:lnTo>
                  <a:pt x="4978" y="4876"/>
                </a:lnTo>
                <a:cubicBezTo>
                  <a:pt x="4379" y="5443"/>
                  <a:pt x="4127" y="6230"/>
                  <a:pt x="4285" y="7081"/>
                </a:cubicBezTo>
                <a:lnTo>
                  <a:pt x="4348" y="7175"/>
                </a:lnTo>
                <a:cubicBezTo>
                  <a:pt x="4379" y="7301"/>
                  <a:pt x="4442" y="7427"/>
                  <a:pt x="4600" y="7459"/>
                </a:cubicBezTo>
                <a:lnTo>
                  <a:pt x="4726" y="7491"/>
                </a:lnTo>
                <a:cubicBezTo>
                  <a:pt x="4883" y="7554"/>
                  <a:pt x="5041" y="7554"/>
                  <a:pt x="5199" y="7554"/>
                </a:cubicBezTo>
                <a:cubicBezTo>
                  <a:pt x="5829" y="7554"/>
                  <a:pt x="6459" y="7301"/>
                  <a:pt x="6931" y="6829"/>
                </a:cubicBezTo>
                <a:lnTo>
                  <a:pt x="9389" y="4403"/>
                </a:lnTo>
                <a:lnTo>
                  <a:pt x="9861" y="4876"/>
                </a:lnTo>
                <a:lnTo>
                  <a:pt x="7687" y="7207"/>
                </a:lnTo>
                <a:cubicBezTo>
                  <a:pt x="6964" y="7905"/>
                  <a:pt x="6050" y="8306"/>
                  <a:pt x="5066" y="8306"/>
                </a:cubicBezTo>
                <a:cubicBezTo>
                  <a:pt x="4851" y="8306"/>
                  <a:pt x="4632" y="8286"/>
                  <a:pt x="4411" y="8247"/>
                </a:cubicBezTo>
                <a:lnTo>
                  <a:pt x="4348" y="8247"/>
                </a:lnTo>
                <a:cubicBezTo>
                  <a:pt x="4222" y="8247"/>
                  <a:pt x="4096" y="8310"/>
                  <a:pt x="4033" y="8341"/>
                </a:cubicBezTo>
                <a:lnTo>
                  <a:pt x="2080" y="10263"/>
                </a:lnTo>
                <a:lnTo>
                  <a:pt x="1607" y="9790"/>
                </a:lnTo>
                <a:lnTo>
                  <a:pt x="3560" y="7869"/>
                </a:lnTo>
                <a:cubicBezTo>
                  <a:pt x="3623" y="7774"/>
                  <a:pt x="3655" y="7680"/>
                  <a:pt x="3623" y="7554"/>
                </a:cubicBezTo>
                <a:lnTo>
                  <a:pt x="3623" y="7459"/>
                </a:lnTo>
                <a:cubicBezTo>
                  <a:pt x="3466" y="6293"/>
                  <a:pt x="3875" y="5065"/>
                  <a:pt x="4694" y="4214"/>
                </a:cubicBezTo>
                <a:lnTo>
                  <a:pt x="6931" y="1946"/>
                </a:lnTo>
                <a:close/>
                <a:moveTo>
                  <a:pt x="1103" y="10357"/>
                </a:moveTo>
                <a:lnTo>
                  <a:pt x="1575" y="10830"/>
                </a:lnTo>
                <a:lnTo>
                  <a:pt x="1355" y="11051"/>
                </a:lnTo>
                <a:cubicBezTo>
                  <a:pt x="1292" y="11114"/>
                  <a:pt x="1213" y="11145"/>
                  <a:pt x="1130" y="11145"/>
                </a:cubicBezTo>
                <a:cubicBezTo>
                  <a:pt x="1048" y="11145"/>
                  <a:pt x="961" y="11114"/>
                  <a:pt x="882" y="11051"/>
                </a:cubicBezTo>
                <a:cubicBezTo>
                  <a:pt x="756" y="10925"/>
                  <a:pt x="756" y="10704"/>
                  <a:pt x="882" y="10578"/>
                </a:cubicBezTo>
                <a:lnTo>
                  <a:pt x="1103" y="10357"/>
                </a:lnTo>
                <a:close/>
                <a:moveTo>
                  <a:pt x="7479" y="0"/>
                </a:moveTo>
                <a:cubicBezTo>
                  <a:pt x="7215" y="0"/>
                  <a:pt x="6947" y="103"/>
                  <a:pt x="6742" y="307"/>
                </a:cubicBezTo>
                <a:cubicBezTo>
                  <a:pt x="6427" y="622"/>
                  <a:pt x="6364" y="1095"/>
                  <a:pt x="6553" y="1473"/>
                </a:cubicBezTo>
                <a:lnTo>
                  <a:pt x="4253" y="3773"/>
                </a:lnTo>
                <a:cubicBezTo>
                  <a:pt x="3277" y="4750"/>
                  <a:pt x="2804" y="6136"/>
                  <a:pt x="2962" y="7522"/>
                </a:cubicBezTo>
                <a:lnTo>
                  <a:pt x="410" y="10074"/>
                </a:lnTo>
                <a:cubicBezTo>
                  <a:pt x="0" y="10452"/>
                  <a:pt x="0" y="11145"/>
                  <a:pt x="410" y="11523"/>
                </a:cubicBezTo>
                <a:cubicBezTo>
                  <a:pt x="599" y="11712"/>
                  <a:pt x="882" y="11838"/>
                  <a:pt x="1134" y="11838"/>
                </a:cubicBezTo>
                <a:cubicBezTo>
                  <a:pt x="1418" y="11838"/>
                  <a:pt x="1701" y="11712"/>
                  <a:pt x="1891" y="11523"/>
                </a:cubicBezTo>
                <a:lnTo>
                  <a:pt x="4442" y="8971"/>
                </a:lnTo>
                <a:cubicBezTo>
                  <a:pt x="4618" y="8991"/>
                  <a:pt x="4793" y="9001"/>
                  <a:pt x="4968" y="9001"/>
                </a:cubicBezTo>
                <a:cubicBezTo>
                  <a:pt x="6173" y="9001"/>
                  <a:pt x="7338" y="8533"/>
                  <a:pt x="8192" y="7680"/>
                </a:cubicBezTo>
                <a:lnTo>
                  <a:pt x="10491" y="5380"/>
                </a:lnTo>
                <a:cubicBezTo>
                  <a:pt x="10649" y="5443"/>
                  <a:pt x="10743" y="5506"/>
                  <a:pt x="10901" y="5506"/>
                </a:cubicBezTo>
                <a:cubicBezTo>
                  <a:pt x="11184" y="5506"/>
                  <a:pt x="11468" y="5380"/>
                  <a:pt x="11657" y="5191"/>
                </a:cubicBezTo>
                <a:cubicBezTo>
                  <a:pt x="12004" y="4781"/>
                  <a:pt x="12004" y="4119"/>
                  <a:pt x="11626" y="3741"/>
                </a:cubicBezTo>
                <a:lnTo>
                  <a:pt x="8192" y="307"/>
                </a:lnTo>
                <a:cubicBezTo>
                  <a:pt x="8002" y="103"/>
                  <a:pt x="7743" y="0"/>
                  <a:pt x="747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069" name="Google Shape;7090;p64">
            <a:extLst>
              <a:ext uri="{FF2B5EF4-FFF2-40B4-BE49-F238E27FC236}">
                <a16:creationId xmlns:a16="http://schemas.microsoft.com/office/drawing/2014/main" id="{A019E36A-BCB8-469B-83C7-C57F822F2446}"/>
              </a:ext>
            </a:extLst>
          </p:cNvPr>
          <p:cNvGrpSpPr/>
          <p:nvPr/>
        </p:nvGrpSpPr>
        <p:grpSpPr>
          <a:xfrm>
            <a:off x="4012897" y="5633945"/>
            <a:ext cx="206552" cy="229769"/>
            <a:chOff x="-23952175" y="2340425"/>
            <a:chExt cx="266225" cy="296150"/>
          </a:xfrm>
          <a:solidFill>
            <a:schemeClr val="tx1"/>
          </a:solidFill>
        </p:grpSpPr>
        <p:sp>
          <p:nvSpPr>
            <p:cNvPr id="1125" name="Google Shape;7091;p64">
              <a:extLst>
                <a:ext uri="{FF2B5EF4-FFF2-40B4-BE49-F238E27FC236}">
                  <a16:creationId xmlns:a16="http://schemas.microsoft.com/office/drawing/2014/main" id="{6F72F10E-FAE7-4441-9E47-F2298FEA2A45}"/>
                </a:ext>
              </a:extLst>
            </p:cNvPr>
            <p:cNvSpPr/>
            <p:nvPr/>
          </p:nvSpPr>
          <p:spPr>
            <a:xfrm>
              <a:off x="-23952175" y="2340425"/>
              <a:ext cx="266225" cy="296150"/>
            </a:xfrm>
            <a:custGeom>
              <a:avLst/>
              <a:gdLst/>
              <a:ahLst/>
              <a:cxnLst/>
              <a:rect l="l" t="t" r="r" b="b"/>
              <a:pathLst>
                <a:path w="10649" h="11846" extrusionOk="0">
                  <a:moveTo>
                    <a:pt x="3844" y="693"/>
                  </a:moveTo>
                  <a:cubicBezTo>
                    <a:pt x="4033" y="693"/>
                    <a:pt x="4190" y="851"/>
                    <a:pt x="4190" y="1040"/>
                  </a:cubicBezTo>
                  <a:lnTo>
                    <a:pt x="4190" y="1449"/>
                  </a:lnTo>
                  <a:lnTo>
                    <a:pt x="2804" y="1449"/>
                  </a:lnTo>
                  <a:lnTo>
                    <a:pt x="2804" y="1040"/>
                  </a:lnTo>
                  <a:lnTo>
                    <a:pt x="2773" y="1040"/>
                  </a:lnTo>
                  <a:cubicBezTo>
                    <a:pt x="2773" y="851"/>
                    <a:pt x="2930" y="693"/>
                    <a:pt x="3119" y="693"/>
                  </a:cubicBezTo>
                  <a:close/>
                  <a:moveTo>
                    <a:pt x="5230" y="2111"/>
                  </a:moveTo>
                  <a:cubicBezTo>
                    <a:pt x="5608" y="2111"/>
                    <a:pt x="5955" y="2363"/>
                    <a:pt x="6175" y="2710"/>
                  </a:cubicBezTo>
                  <a:cubicBezTo>
                    <a:pt x="5703" y="2993"/>
                    <a:pt x="5387" y="3497"/>
                    <a:pt x="5387" y="4096"/>
                  </a:cubicBezTo>
                  <a:cubicBezTo>
                    <a:pt x="5387" y="4442"/>
                    <a:pt x="5482" y="4726"/>
                    <a:pt x="5640" y="4946"/>
                  </a:cubicBezTo>
                  <a:cubicBezTo>
                    <a:pt x="5547" y="4960"/>
                    <a:pt x="5454" y="4966"/>
                    <a:pt x="5362" y="4966"/>
                  </a:cubicBezTo>
                  <a:cubicBezTo>
                    <a:pt x="4796" y="4966"/>
                    <a:pt x="4246" y="4723"/>
                    <a:pt x="3812" y="4316"/>
                  </a:cubicBezTo>
                  <a:lnTo>
                    <a:pt x="3718" y="4253"/>
                  </a:lnTo>
                  <a:cubicBezTo>
                    <a:pt x="3245" y="3812"/>
                    <a:pt x="2647" y="3529"/>
                    <a:pt x="2016" y="3466"/>
                  </a:cubicBezTo>
                  <a:cubicBezTo>
                    <a:pt x="1874" y="3433"/>
                    <a:pt x="1727" y="3419"/>
                    <a:pt x="1578" y="3419"/>
                  </a:cubicBezTo>
                  <a:cubicBezTo>
                    <a:pt x="1299" y="3419"/>
                    <a:pt x="1012" y="3467"/>
                    <a:pt x="725" y="3529"/>
                  </a:cubicBezTo>
                  <a:lnTo>
                    <a:pt x="725" y="3151"/>
                  </a:lnTo>
                  <a:cubicBezTo>
                    <a:pt x="693" y="2583"/>
                    <a:pt x="1166" y="2111"/>
                    <a:pt x="1733" y="2111"/>
                  </a:cubicBezTo>
                  <a:close/>
                  <a:moveTo>
                    <a:pt x="8979" y="3182"/>
                  </a:moveTo>
                  <a:cubicBezTo>
                    <a:pt x="9515" y="3182"/>
                    <a:pt x="9924" y="3623"/>
                    <a:pt x="9924" y="4127"/>
                  </a:cubicBezTo>
                  <a:cubicBezTo>
                    <a:pt x="9924" y="4568"/>
                    <a:pt x="9546" y="4883"/>
                    <a:pt x="9137" y="5198"/>
                  </a:cubicBezTo>
                  <a:cubicBezTo>
                    <a:pt x="9074" y="5230"/>
                    <a:pt x="8097" y="6112"/>
                    <a:pt x="7971" y="6207"/>
                  </a:cubicBezTo>
                  <a:cubicBezTo>
                    <a:pt x="7845" y="6144"/>
                    <a:pt x="6679" y="5104"/>
                    <a:pt x="6679" y="5104"/>
                  </a:cubicBezTo>
                  <a:cubicBezTo>
                    <a:pt x="6270" y="4757"/>
                    <a:pt x="5986" y="4505"/>
                    <a:pt x="5986" y="4127"/>
                  </a:cubicBezTo>
                  <a:cubicBezTo>
                    <a:pt x="5986" y="3623"/>
                    <a:pt x="6427" y="3182"/>
                    <a:pt x="6931" y="3182"/>
                  </a:cubicBezTo>
                  <a:cubicBezTo>
                    <a:pt x="7215" y="3182"/>
                    <a:pt x="7498" y="3308"/>
                    <a:pt x="7687" y="3529"/>
                  </a:cubicBezTo>
                  <a:cubicBezTo>
                    <a:pt x="7782" y="3623"/>
                    <a:pt x="7845" y="3686"/>
                    <a:pt x="7971" y="3686"/>
                  </a:cubicBezTo>
                  <a:cubicBezTo>
                    <a:pt x="8097" y="3686"/>
                    <a:pt x="8160" y="3655"/>
                    <a:pt x="8254" y="3529"/>
                  </a:cubicBezTo>
                  <a:cubicBezTo>
                    <a:pt x="8443" y="3308"/>
                    <a:pt x="8664" y="3182"/>
                    <a:pt x="8979" y="3182"/>
                  </a:cubicBezTo>
                  <a:close/>
                  <a:moveTo>
                    <a:pt x="1561" y="4127"/>
                  </a:moveTo>
                  <a:cubicBezTo>
                    <a:pt x="2142" y="4127"/>
                    <a:pt x="2710" y="4337"/>
                    <a:pt x="3151" y="4757"/>
                  </a:cubicBezTo>
                  <a:lnTo>
                    <a:pt x="3245" y="4820"/>
                  </a:lnTo>
                  <a:cubicBezTo>
                    <a:pt x="3844" y="5356"/>
                    <a:pt x="4568" y="5671"/>
                    <a:pt x="5324" y="5671"/>
                  </a:cubicBezTo>
                  <a:cubicBezTo>
                    <a:pt x="5608" y="5671"/>
                    <a:pt x="5860" y="5639"/>
                    <a:pt x="6112" y="5545"/>
                  </a:cubicBezTo>
                  <a:cubicBezTo>
                    <a:pt x="6144" y="5545"/>
                    <a:pt x="6144" y="5576"/>
                    <a:pt x="6207" y="5576"/>
                  </a:cubicBezTo>
                  <a:lnTo>
                    <a:pt x="6207" y="7278"/>
                  </a:lnTo>
                  <a:cubicBezTo>
                    <a:pt x="6207" y="7876"/>
                    <a:pt x="5734" y="8286"/>
                    <a:pt x="5167" y="8286"/>
                  </a:cubicBezTo>
                  <a:lnTo>
                    <a:pt x="1701" y="8286"/>
                  </a:lnTo>
                  <a:cubicBezTo>
                    <a:pt x="1655" y="8294"/>
                    <a:pt x="1610" y="8298"/>
                    <a:pt x="1565" y="8298"/>
                  </a:cubicBezTo>
                  <a:cubicBezTo>
                    <a:pt x="1088" y="8298"/>
                    <a:pt x="693" y="7856"/>
                    <a:pt x="693" y="7309"/>
                  </a:cubicBezTo>
                  <a:lnTo>
                    <a:pt x="693" y="4285"/>
                  </a:lnTo>
                  <a:cubicBezTo>
                    <a:pt x="977" y="4180"/>
                    <a:pt x="1271" y="4127"/>
                    <a:pt x="1561" y="4127"/>
                  </a:cubicBezTo>
                  <a:close/>
                  <a:moveTo>
                    <a:pt x="3844" y="9105"/>
                  </a:moveTo>
                  <a:lnTo>
                    <a:pt x="3844" y="9452"/>
                  </a:lnTo>
                  <a:cubicBezTo>
                    <a:pt x="3844" y="9641"/>
                    <a:pt x="3686" y="9798"/>
                    <a:pt x="3466" y="9798"/>
                  </a:cubicBezTo>
                  <a:cubicBezTo>
                    <a:pt x="3277" y="9798"/>
                    <a:pt x="3119" y="9641"/>
                    <a:pt x="3119" y="9452"/>
                  </a:cubicBezTo>
                  <a:lnTo>
                    <a:pt x="3119" y="9105"/>
                  </a:lnTo>
                  <a:close/>
                  <a:moveTo>
                    <a:pt x="6994" y="6207"/>
                  </a:moveTo>
                  <a:cubicBezTo>
                    <a:pt x="7057" y="6301"/>
                    <a:pt x="7530" y="6679"/>
                    <a:pt x="7687" y="6805"/>
                  </a:cubicBezTo>
                  <a:lnTo>
                    <a:pt x="7687" y="10082"/>
                  </a:lnTo>
                  <a:cubicBezTo>
                    <a:pt x="7656" y="10680"/>
                    <a:pt x="7183" y="11153"/>
                    <a:pt x="6585" y="11153"/>
                  </a:cubicBezTo>
                  <a:lnTo>
                    <a:pt x="4852" y="11153"/>
                  </a:lnTo>
                  <a:cubicBezTo>
                    <a:pt x="4379" y="11153"/>
                    <a:pt x="4001" y="10838"/>
                    <a:pt x="3875" y="10397"/>
                  </a:cubicBezTo>
                  <a:cubicBezTo>
                    <a:pt x="4253" y="10239"/>
                    <a:pt x="4537" y="9893"/>
                    <a:pt x="4537" y="9420"/>
                  </a:cubicBezTo>
                  <a:lnTo>
                    <a:pt x="4537" y="9042"/>
                  </a:lnTo>
                  <a:lnTo>
                    <a:pt x="5261" y="9042"/>
                  </a:lnTo>
                  <a:cubicBezTo>
                    <a:pt x="6207" y="9042"/>
                    <a:pt x="6994" y="8254"/>
                    <a:pt x="6994" y="7309"/>
                  </a:cubicBezTo>
                  <a:lnTo>
                    <a:pt x="6994" y="6207"/>
                  </a:lnTo>
                  <a:close/>
                  <a:moveTo>
                    <a:pt x="3119" y="0"/>
                  </a:moveTo>
                  <a:cubicBezTo>
                    <a:pt x="2521" y="0"/>
                    <a:pt x="2111" y="473"/>
                    <a:pt x="2111" y="1008"/>
                  </a:cubicBezTo>
                  <a:lnTo>
                    <a:pt x="2111" y="1418"/>
                  </a:lnTo>
                  <a:lnTo>
                    <a:pt x="1733" y="1418"/>
                  </a:lnTo>
                  <a:cubicBezTo>
                    <a:pt x="788" y="1418"/>
                    <a:pt x="0" y="2205"/>
                    <a:pt x="0" y="3151"/>
                  </a:cubicBezTo>
                  <a:lnTo>
                    <a:pt x="0" y="7309"/>
                  </a:lnTo>
                  <a:cubicBezTo>
                    <a:pt x="0" y="8254"/>
                    <a:pt x="788" y="9042"/>
                    <a:pt x="1733" y="9042"/>
                  </a:cubicBezTo>
                  <a:lnTo>
                    <a:pt x="2458" y="9042"/>
                  </a:lnTo>
                  <a:lnTo>
                    <a:pt x="2458" y="9420"/>
                  </a:lnTo>
                  <a:cubicBezTo>
                    <a:pt x="2458" y="9893"/>
                    <a:pt x="2773" y="10271"/>
                    <a:pt x="3182" y="10397"/>
                  </a:cubicBezTo>
                  <a:cubicBezTo>
                    <a:pt x="3340" y="11216"/>
                    <a:pt x="4033" y="11846"/>
                    <a:pt x="4852" y="11846"/>
                  </a:cubicBezTo>
                  <a:lnTo>
                    <a:pt x="6585" y="11846"/>
                  </a:lnTo>
                  <a:cubicBezTo>
                    <a:pt x="7530" y="11846"/>
                    <a:pt x="8317" y="11058"/>
                    <a:pt x="8317" y="10113"/>
                  </a:cubicBezTo>
                  <a:lnTo>
                    <a:pt x="8317" y="6837"/>
                  </a:lnTo>
                  <a:cubicBezTo>
                    <a:pt x="8443" y="6742"/>
                    <a:pt x="9546" y="5797"/>
                    <a:pt x="9578" y="5734"/>
                  </a:cubicBezTo>
                  <a:cubicBezTo>
                    <a:pt x="10050" y="5356"/>
                    <a:pt x="10617" y="4883"/>
                    <a:pt x="10617" y="4127"/>
                  </a:cubicBezTo>
                  <a:cubicBezTo>
                    <a:pt x="10649" y="3214"/>
                    <a:pt x="9893" y="2489"/>
                    <a:pt x="9011" y="2489"/>
                  </a:cubicBezTo>
                  <a:cubicBezTo>
                    <a:pt x="8601" y="2489"/>
                    <a:pt x="8254" y="2583"/>
                    <a:pt x="7971" y="2836"/>
                  </a:cubicBezTo>
                  <a:cubicBezTo>
                    <a:pt x="7687" y="2583"/>
                    <a:pt x="7341" y="2489"/>
                    <a:pt x="6963" y="2489"/>
                  </a:cubicBezTo>
                  <a:lnTo>
                    <a:pt x="6805" y="2489"/>
                  </a:lnTo>
                  <a:cubicBezTo>
                    <a:pt x="6522" y="1859"/>
                    <a:pt x="5892" y="1418"/>
                    <a:pt x="5230" y="1418"/>
                  </a:cubicBezTo>
                  <a:lnTo>
                    <a:pt x="4852" y="1418"/>
                  </a:lnTo>
                  <a:lnTo>
                    <a:pt x="4852" y="1008"/>
                  </a:lnTo>
                  <a:cubicBezTo>
                    <a:pt x="4852" y="441"/>
                    <a:pt x="4379" y="0"/>
                    <a:pt x="3844" y="0"/>
                  </a:cubicBezTo>
                  <a:close/>
                </a:path>
              </a:pathLst>
            </a:custGeom>
            <a:grpFill/>
            <a:ln>
              <a:noFill/>
            </a:ln>
          </p:spPr>
          <p:txBody>
            <a:bodyPr spcFirstLastPara="1" wrap="square" lIns="62728" tIns="62728" rIns="62728" bIns="62728" anchor="ctr" anchorCtr="0">
              <a:noAutofit/>
            </a:bodyPr>
            <a:lstStyle/>
            <a:p>
              <a:endParaRPr sz="764"/>
            </a:p>
          </p:txBody>
        </p:sp>
        <p:sp>
          <p:nvSpPr>
            <p:cNvPr id="1126" name="Google Shape;7092;p64">
              <a:extLst>
                <a:ext uri="{FF2B5EF4-FFF2-40B4-BE49-F238E27FC236}">
                  <a16:creationId xmlns:a16="http://schemas.microsoft.com/office/drawing/2014/main" id="{371B1D29-BD3B-4B4D-BB53-738407202E59}"/>
                </a:ext>
              </a:extLst>
            </p:cNvPr>
            <p:cNvSpPr/>
            <p:nvPr/>
          </p:nvSpPr>
          <p:spPr>
            <a:xfrm>
              <a:off x="-23918325" y="2479025"/>
              <a:ext cx="53600" cy="52375"/>
            </a:xfrm>
            <a:custGeom>
              <a:avLst/>
              <a:gdLst/>
              <a:ahLst/>
              <a:cxnLst/>
              <a:rect l="l" t="t" r="r" b="b"/>
              <a:pathLst>
                <a:path w="2144" h="2095" extrusionOk="0">
                  <a:moveTo>
                    <a:pt x="347" y="1"/>
                  </a:moveTo>
                  <a:cubicBezTo>
                    <a:pt x="158" y="1"/>
                    <a:pt x="1" y="158"/>
                    <a:pt x="1" y="347"/>
                  </a:cubicBezTo>
                  <a:lnTo>
                    <a:pt x="1" y="1072"/>
                  </a:lnTo>
                  <a:cubicBezTo>
                    <a:pt x="1" y="1671"/>
                    <a:pt x="473" y="2080"/>
                    <a:pt x="1009" y="2080"/>
                  </a:cubicBezTo>
                  <a:lnTo>
                    <a:pt x="1734" y="2080"/>
                  </a:lnTo>
                  <a:cubicBezTo>
                    <a:pt x="1767" y="2090"/>
                    <a:pt x="1800" y="2094"/>
                    <a:pt x="1831" y="2094"/>
                  </a:cubicBezTo>
                  <a:cubicBezTo>
                    <a:pt x="2007" y="2094"/>
                    <a:pt x="2143" y="1952"/>
                    <a:pt x="2143" y="1765"/>
                  </a:cubicBezTo>
                  <a:cubicBezTo>
                    <a:pt x="2143" y="1576"/>
                    <a:pt x="1954" y="1419"/>
                    <a:pt x="1765" y="1419"/>
                  </a:cubicBezTo>
                  <a:lnTo>
                    <a:pt x="1072" y="1419"/>
                  </a:lnTo>
                  <a:cubicBezTo>
                    <a:pt x="851" y="1419"/>
                    <a:pt x="694" y="1261"/>
                    <a:pt x="694" y="1072"/>
                  </a:cubicBezTo>
                  <a:lnTo>
                    <a:pt x="694" y="347"/>
                  </a:lnTo>
                  <a:cubicBezTo>
                    <a:pt x="694" y="158"/>
                    <a:pt x="536" y="1"/>
                    <a:pt x="347" y="1"/>
                  </a:cubicBezTo>
                  <a:close/>
                </a:path>
              </a:pathLst>
            </a:custGeom>
            <a:grpFill/>
            <a:ln>
              <a:noFill/>
            </a:ln>
          </p:spPr>
          <p:txBody>
            <a:bodyPr spcFirstLastPara="1" wrap="square" lIns="62728" tIns="62728" rIns="62728" bIns="62728" anchor="ctr" anchorCtr="0">
              <a:noAutofit/>
            </a:bodyPr>
            <a:lstStyle/>
            <a:p>
              <a:endParaRPr sz="764"/>
            </a:p>
          </p:txBody>
        </p:sp>
      </p:grpSp>
      <p:sp>
        <p:nvSpPr>
          <p:cNvPr id="1070" name="Google Shape;7093;p64">
            <a:extLst>
              <a:ext uri="{FF2B5EF4-FFF2-40B4-BE49-F238E27FC236}">
                <a16:creationId xmlns:a16="http://schemas.microsoft.com/office/drawing/2014/main" id="{17FC13D0-35CC-40CB-A08E-7FA87E01A8AA}"/>
              </a:ext>
            </a:extLst>
          </p:cNvPr>
          <p:cNvSpPr/>
          <p:nvPr/>
        </p:nvSpPr>
        <p:spPr>
          <a:xfrm>
            <a:off x="1681706" y="5633088"/>
            <a:ext cx="242009" cy="228722"/>
          </a:xfrm>
          <a:custGeom>
            <a:avLst/>
            <a:gdLst/>
            <a:ahLst/>
            <a:cxnLst/>
            <a:rect l="l" t="t" r="r" b="b"/>
            <a:pathLst>
              <a:path w="12477" h="11792" extrusionOk="0">
                <a:moveTo>
                  <a:pt x="10845" y="690"/>
                </a:moveTo>
                <a:cubicBezTo>
                  <a:pt x="11072" y="690"/>
                  <a:pt x="11264" y="705"/>
                  <a:pt x="11406" y="733"/>
                </a:cubicBezTo>
                <a:cubicBezTo>
                  <a:pt x="11469" y="1049"/>
                  <a:pt x="11469" y="1616"/>
                  <a:pt x="11374" y="2246"/>
                </a:cubicBezTo>
                <a:lnTo>
                  <a:pt x="9894" y="765"/>
                </a:lnTo>
                <a:cubicBezTo>
                  <a:pt x="10240" y="713"/>
                  <a:pt x="10568" y="690"/>
                  <a:pt x="10845" y="690"/>
                </a:cubicBezTo>
                <a:close/>
                <a:moveTo>
                  <a:pt x="9106" y="923"/>
                </a:moveTo>
                <a:lnTo>
                  <a:pt x="11280" y="3096"/>
                </a:lnTo>
                <a:cubicBezTo>
                  <a:pt x="11185" y="3317"/>
                  <a:pt x="11091" y="3569"/>
                  <a:pt x="10996" y="3789"/>
                </a:cubicBezTo>
                <a:lnTo>
                  <a:pt x="8350" y="1143"/>
                </a:lnTo>
                <a:cubicBezTo>
                  <a:pt x="8602" y="1049"/>
                  <a:pt x="8822" y="954"/>
                  <a:pt x="9106" y="923"/>
                </a:cubicBezTo>
                <a:close/>
                <a:moveTo>
                  <a:pt x="7720" y="1458"/>
                </a:moveTo>
                <a:lnTo>
                  <a:pt x="10618" y="4388"/>
                </a:lnTo>
                <a:cubicBezTo>
                  <a:pt x="10555" y="4451"/>
                  <a:pt x="10461" y="4577"/>
                  <a:pt x="10398" y="4672"/>
                </a:cubicBezTo>
                <a:cubicBezTo>
                  <a:pt x="10303" y="4766"/>
                  <a:pt x="10240" y="4861"/>
                  <a:pt x="10114" y="4892"/>
                </a:cubicBezTo>
                <a:lnTo>
                  <a:pt x="7216" y="1994"/>
                </a:lnTo>
                <a:cubicBezTo>
                  <a:pt x="7279" y="1899"/>
                  <a:pt x="7373" y="1773"/>
                  <a:pt x="7436" y="1710"/>
                </a:cubicBezTo>
                <a:cubicBezTo>
                  <a:pt x="7531" y="1616"/>
                  <a:pt x="7594" y="1553"/>
                  <a:pt x="7720" y="1458"/>
                </a:cubicBezTo>
                <a:close/>
                <a:moveTo>
                  <a:pt x="6901" y="2655"/>
                </a:moveTo>
                <a:lnTo>
                  <a:pt x="9515" y="5270"/>
                </a:lnTo>
                <a:cubicBezTo>
                  <a:pt x="9263" y="5365"/>
                  <a:pt x="9011" y="5459"/>
                  <a:pt x="8791" y="5522"/>
                </a:cubicBezTo>
                <a:lnTo>
                  <a:pt x="6649" y="3411"/>
                </a:lnTo>
                <a:cubicBezTo>
                  <a:pt x="6680" y="3159"/>
                  <a:pt x="6775" y="2876"/>
                  <a:pt x="6901" y="2655"/>
                </a:cubicBezTo>
                <a:close/>
                <a:moveTo>
                  <a:pt x="6491" y="4231"/>
                </a:moveTo>
                <a:lnTo>
                  <a:pt x="7877" y="5617"/>
                </a:lnTo>
                <a:cubicBezTo>
                  <a:pt x="7638" y="5643"/>
                  <a:pt x="7409" y="5653"/>
                  <a:pt x="7204" y="5653"/>
                </a:cubicBezTo>
                <a:cubicBezTo>
                  <a:pt x="6923" y="5653"/>
                  <a:pt x="6686" y="5635"/>
                  <a:pt x="6523" y="5617"/>
                </a:cubicBezTo>
                <a:cubicBezTo>
                  <a:pt x="6491" y="5333"/>
                  <a:pt x="6460" y="4829"/>
                  <a:pt x="6491" y="4231"/>
                </a:cubicBezTo>
                <a:close/>
                <a:moveTo>
                  <a:pt x="4982" y="6171"/>
                </a:moveTo>
                <a:cubicBezTo>
                  <a:pt x="5371" y="6171"/>
                  <a:pt x="5708" y="6201"/>
                  <a:pt x="5892" y="6247"/>
                </a:cubicBezTo>
                <a:cubicBezTo>
                  <a:pt x="5955" y="6499"/>
                  <a:pt x="5987" y="7034"/>
                  <a:pt x="5955" y="7602"/>
                </a:cubicBezTo>
                <a:lnTo>
                  <a:pt x="4538" y="6184"/>
                </a:lnTo>
                <a:cubicBezTo>
                  <a:pt x="4690" y="6175"/>
                  <a:pt x="4839" y="6171"/>
                  <a:pt x="4982" y="6171"/>
                </a:cubicBezTo>
                <a:close/>
                <a:moveTo>
                  <a:pt x="3719" y="6310"/>
                </a:moveTo>
                <a:lnTo>
                  <a:pt x="5829" y="8452"/>
                </a:lnTo>
                <a:cubicBezTo>
                  <a:pt x="5798" y="8673"/>
                  <a:pt x="5703" y="8956"/>
                  <a:pt x="5609" y="9177"/>
                </a:cubicBezTo>
                <a:lnTo>
                  <a:pt x="2962" y="6562"/>
                </a:lnTo>
                <a:cubicBezTo>
                  <a:pt x="3183" y="6436"/>
                  <a:pt x="3435" y="6341"/>
                  <a:pt x="3719" y="6310"/>
                </a:cubicBezTo>
                <a:close/>
                <a:moveTo>
                  <a:pt x="2332" y="6908"/>
                </a:moveTo>
                <a:lnTo>
                  <a:pt x="5231" y="9807"/>
                </a:lnTo>
                <a:cubicBezTo>
                  <a:pt x="5168" y="9901"/>
                  <a:pt x="5073" y="10027"/>
                  <a:pt x="5010" y="10090"/>
                </a:cubicBezTo>
                <a:cubicBezTo>
                  <a:pt x="4916" y="10185"/>
                  <a:pt x="4853" y="10248"/>
                  <a:pt x="4727" y="10342"/>
                </a:cubicBezTo>
                <a:lnTo>
                  <a:pt x="1797" y="7412"/>
                </a:lnTo>
                <a:cubicBezTo>
                  <a:pt x="1891" y="7349"/>
                  <a:pt x="1954" y="7223"/>
                  <a:pt x="2049" y="7129"/>
                </a:cubicBezTo>
                <a:cubicBezTo>
                  <a:pt x="2112" y="7066"/>
                  <a:pt x="2206" y="6971"/>
                  <a:pt x="2332" y="6908"/>
                </a:cubicBezTo>
                <a:close/>
                <a:moveTo>
                  <a:pt x="1450" y="8011"/>
                </a:moveTo>
                <a:lnTo>
                  <a:pt x="4097" y="10657"/>
                </a:lnTo>
                <a:cubicBezTo>
                  <a:pt x="3908" y="10752"/>
                  <a:pt x="3624" y="10847"/>
                  <a:pt x="3372" y="10910"/>
                </a:cubicBezTo>
                <a:lnTo>
                  <a:pt x="1230" y="8767"/>
                </a:lnTo>
                <a:cubicBezTo>
                  <a:pt x="1293" y="8515"/>
                  <a:pt x="1387" y="8232"/>
                  <a:pt x="1450" y="8011"/>
                </a:cubicBezTo>
                <a:close/>
                <a:moveTo>
                  <a:pt x="1072" y="9586"/>
                </a:moveTo>
                <a:lnTo>
                  <a:pt x="2553" y="11067"/>
                </a:lnTo>
                <a:cubicBezTo>
                  <a:pt x="2175" y="11124"/>
                  <a:pt x="1831" y="11135"/>
                  <a:pt x="1534" y="11135"/>
                </a:cubicBezTo>
                <a:cubicBezTo>
                  <a:pt x="1337" y="11135"/>
                  <a:pt x="1160" y="11130"/>
                  <a:pt x="1009" y="11130"/>
                </a:cubicBezTo>
                <a:cubicBezTo>
                  <a:pt x="978" y="10815"/>
                  <a:pt x="978" y="10216"/>
                  <a:pt x="1072" y="9586"/>
                </a:cubicBezTo>
                <a:close/>
                <a:moveTo>
                  <a:pt x="10872" y="1"/>
                </a:moveTo>
                <a:cubicBezTo>
                  <a:pt x="9797" y="1"/>
                  <a:pt x="8028" y="173"/>
                  <a:pt x="6964" y="1238"/>
                </a:cubicBezTo>
                <a:cubicBezTo>
                  <a:pt x="6775" y="1427"/>
                  <a:pt x="6617" y="1616"/>
                  <a:pt x="6491" y="1836"/>
                </a:cubicBezTo>
                <a:cubicBezTo>
                  <a:pt x="5735" y="3033"/>
                  <a:pt x="5735" y="4703"/>
                  <a:pt x="5829" y="5491"/>
                </a:cubicBezTo>
                <a:cubicBezTo>
                  <a:pt x="5619" y="5469"/>
                  <a:pt x="5344" y="5450"/>
                  <a:pt x="5031" y="5450"/>
                </a:cubicBezTo>
                <a:cubicBezTo>
                  <a:pt x="3989" y="5450"/>
                  <a:pt x="2521" y="5655"/>
                  <a:pt x="1576" y="6625"/>
                </a:cubicBezTo>
                <a:cubicBezTo>
                  <a:pt x="1" y="8200"/>
                  <a:pt x="348" y="11319"/>
                  <a:pt x="379" y="11445"/>
                </a:cubicBezTo>
                <a:cubicBezTo>
                  <a:pt x="442" y="11603"/>
                  <a:pt x="568" y="11697"/>
                  <a:pt x="726" y="11760"/>
                </a:cubicBezTo>
                <a:cubicBezTo>
                  <a:pt x="757" y="11760"/>
                  <a:pt x="1135" y="11792"/>
                  <a:pt x="1671" y="11792"/>
                </a:cubicBezTo>
                <a:cubicBezTo>
                  <a:pt x="2710" y="11792"/>
                  <a:pt x="4443" y="11603"/>
                  <a:pt x="5514" y="10531"/>
                </a:cubicBezTo>
                <a:cubicBezTo>
                  <a:pt x="6775" y="9271"/>
                  <a:pt x="6743" y="7192"/>
                  <a:pt x="6649" y="6278"/>
                </a:cubicBezTo>
                <a:cubicBezTo>
                  <a:pt x="6869" y="6278"/>
                  <a:pt x="7121" y="6310"/>
                  <a:pt x="7405" y="6310"/>
                </a:cubicBezTo>
                <a:cubicBezTo>
                  <a:pt x="8476" y="6310"/>
                  <a:pt x="9925" y="6121"/>
                  <a:pt x="10902" y="5144"/>
                </a:cubicBezTo>
                <a:cubicBezTo>
                  <a:pt x="12477" y="3600"/>
                  <a:pt x="12099" y="481"/>
                  <a:pt x="12099" y="355"/>
                </a:cubicBezTo>
                <a:cubicBezTo>
                  <a:pt x="12036" y="198"/>
                  <a:pt x="11941" y="103"/>
                  <a:pt x="11784" y="40"/>
                </a:cubicBezTo>
                <a:cubicBezTo>
                  <a:pt x="11743" y="40"/>
                  <a:pt x="11387" y="1"/>
                  <a:pt x="10872"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071" name="Google Shape;7094;p64">
            <a:extLst>
              <a:ext uri="{FF2B5EF4-FFF2-40B4-BE49-F238E27FC236}">
                <a16:creationId xmlns:a16="http://schemas.microsoft.com/office/drawing/2014/main" id="{7E7888AA-F060-4299-BEBC-A7B801C94CC6}"/>
              </a:ext>
            </a:extLst>
          </p:cNvPr>
          <p:cNvGrpSpPr/>
          <p:nvPr/>
        </p:nvGrpSpPr>
        <p:grpSpPr>
          <a:xfrm>
            <a:off x="1132026" y="5607216"/>
            <a:ext cx="155229" cy="231011"/>
            <a:chOff x="-22811700" y="2700350"/>
            <a:chExt cx="200075" cy="297750"/>
          </a:xfrm>
          <a:solidFill>
            <a:schemeClr val="tx1"/>
          </a:solidFill>
        </p:grpSpPr>
        <p:sp>
          <p:nvSpPr>
            <p:cNvPr id="1122" name="Google Shape;7095;p64">
              <a:extLst>
                <a:ext uri="{FF2B5EF4-FFF2-40B4-BE49-F238E27FC236}">
                  <a16:creationId xmlns:a16="http://schemas.microsoft.com/office/drawing/2014/main" id="{446194BF-7548-473C-B9F1-4C4CCDE04417}"/>
                </a:ext>
              </a:extLst>
            </p:cNvPr>
            <p:cNvSpPr/>
            <p:nvPr/>
          </p:nvSpPr>
          <p:spPr>
            <a:xfrm>
              <a:off x="-22811700" y="2700350"/>
              <a:ext cx="86650" cy="296975"/>
            </a:xfrm>
            <a:custGeom>
              <a:avLst/>
              <a:gdLst/>
              <a:ahLst/>
              <a:cxnLst/>
              <a:rect l="l" t="t" r="r" b="b"/>
              <a:pathLst>
                <a:path w="3466" h="11879" extrusionOk="0">
                  <a:moveTo>
                    <a:pt x="1702" y="725"/>
                  </a:moveTo>
                  <a:cubicBezTo>
                    <a:pt x="2269" y="725"/>
                    <a:pt x="2710" y="1198"/>
                    <a:pt x="2710" y="1734"/>
                  </a:cubicBezTo>
                  <a:cubicBezTo>
                    <a:pt x="2710" y="2332"/>
                    <a:pt x="2237" y="2773"/>
                    <a:pt x="1702" y="2773"/>
                  </a:cubicBezTo>
                  <a:cubicBezTo>
                    <a:pt x="1684" y="2774"/>
                    <a:pt x="1666" y="2775"/>
                    <a:pt x="1648" y="2775"/>
                  </a:cubicBezTo>
                  <a:cubicBezTo>
                    <a:pt x="1105" y="2775"/>
                    <a:pt x="662" y="2313"/>
                    <a:pt x="662" y="1734"/>
                  </a:cubicBezTo>
                  <a:cubicBezTo>
                    <a:pt x="662" y="1166"/>
                    <a:pt x="1135" y="725"/>
                    <a:pt x="1702" y="725"/>
                  </a:cubicBezTo>
                  <a:close/>
                  <a:moveTo>
                    <a:pt x="1765" y="5609"/>
                  </a:moveTo>
                  <a:cubicBezTo>
                    <a:pt x="1954" y="5609"/>
                    <a:pt x="2080" y="5766"/>
                    <a:pt x="2111" y="5924"/>
                  </a:cubicBezTo>
                  <a:lnTo>
                    <a:pt x="2111" y="6302"/>
                  </a:lnTo>
                  <a:lnTo>
                    <a:pt x="1324" y="6302"/>
                  </a:lnTo>
                  <a:lnTo>
                    <a:pt x="1324" y="5955"/>
                  </a:lnTo>
                  <a:cubicBezTo>
                    <a:pt x="1324" y="5766"/>
                    <a:pt x="1481" y="5609"/>
                    <a:pt x="1702" y="5609"/>
                  </a:cubicBezTo>
                  <a:close/>
                  <a:moveTo>
                    <a:pt x="2174" y="7026"/>
                  </a:moveTo>
                  <a:lnTo>
                    <a:pt x="2332" y="9767"/>
                  </a:lnTo>
                  <a:lnTo>
                    <a:pt x="1261" y="9767"/>
                  </a:lnTo>
                  <a:lnTo>
                    <a:pt x="1324" y="7026"/>
                  </a:lnTo>
                  <a:close/>
                  <a:moveTo>
                    <a:pt x="2363" y="10523"/>
                  </a:moveTo>
                  <a:lnTo>
                    <a:pt x="2363" y="10586"/>
                  </a:lnTo>
                  <a:cubicBezTo>
                    <a:pt x="2363" y="10712"/>
                    <a:pt x="2332" y="10870"/>
                    <a:pt x="2206" y="10996"/>
                  </a:cubicBezTo>
                  <a:cubicBezTo>
                    <a:pt x="2080" y="11122"/>
                    <a:pt x="1985" y="11185"/>
                    <a:pt x="1796" y="11185"/>
                  </a:cubicBezTo>
                  <a:cubicBezTo>
                    <a:pt x="1639" y="11185"/>
                    <a:pt x="1481" y="11122"/>
                    <a:pt x="1418" y="11027"/>
                  </a:cubicBezTo>
                  <a:cubicBezTo>
                    <a:pt x="1292" y="10933"/>
                    <a:pt x="1261" y="10807"/>
                    <a:pt x="1261" y="10649"/>
                  </a:cubicBezTo>
                  <a:lnTo>
                    <a:pt x="1261" y="10523"/>
                  </a:lnTo>
                  <a:close/>
                  <a:moveTo>
                    <a:pt x="1733" y="1"/>
                  </a:moveTo>
                  <a:cubicBezTo>
                    <a:pt x="788" y="1"/>
                    <a:pt x="0" y="788"/>
                    <a:pt x="0" y="1734"/>
                  </a:cubicBezTo>
                  <a:cubicBezTo>
                    <a:pt x="0" y="2584"/>
                    <a:pt x="599" y="3277"/>
                    <a:pt x="1387" y="3435"/>
                  </a:cubicBezTo>
                  <a:lnTo>
                    <a:pt x="1387" y="4979"/>
                  </a:lnTo>
                  <a:cubicBezTo>
                    <a:pt x="977" y="5105"/>
                    <a:pt x="662" y="5483"/>
                    <a:pt x="662" y="5924"/>
                  </a:cubicBezTo>
                  <a:lnTo>
                    <a:pt x="536" y="10555"/>
                  </a:lnTo>
                  <a:cubicBezTo>
                    <a:pt x="536" y="10933"/>
                    <a:pt x="662" y="11248"/>
                    <a:pt x="914" y="11469"/>
                  </a:cubicBezTo>
                  <a:cubicBezTo>
                    <a:pt x="1135" y="11721"/>
                    <a:pt x="1450" y="11878"/>
                    <a:pt x="1796" y="11878"/>
                  </a:cubicBezTo>
                  <a:cubicBezTo>
                    <a:pt x="2174" y="11878"/>
                    <a:pt x="2489" y="11721"/>
                    <a:pt x="2710" y="11469"/>
                  </a:cubicBezTo>
                  <a:cubicBezTo>
                    <a:pt x="2962" y="11248"/>
                    <a:pt x="3056" y="10870"/>
                    <a:pt x="3056" y="10523"/>
                  </a:cubicBezTo>
                  <a:lnTo>
                    <a:pt x="2836" y="5924"/>
                  </a:lnTo>
                  <a:cubicBezTo>
                    <a:pt x="2804" y="5483"/>
                    <a:pt x="2521" y="5136"/>
                    <a:pt x="2080" y="4979"/>
                  </a:cubicBezTo>
                  <a:lnTo>
                    <a:pt x="2080" y="3466"/>
                  </a:lnTo>
                  <a:cubicBezTo>
                    <a:pt x="2836" y="3277"/>
                    <a:pt x="3466" y="2616"/>
                    <a:pt x="3466" y="1734"/>
                  </a:cubicBezTo>
                  <a:cubicBezTo>
                    <a:pt x="3466" y="788"/>
                    <a:pt x="2678" y="1"/>
                    <a:pt x="1733" y="1"/>
                  </a:cubicBezTo>
                  <a:close/>
                </a:path>
              </a:pathLst>
            </a:custGeom>
            <a:grpFill/>
            <a:ln>
              <a:noFill/>
            </a:ln>
          </p:spPr>
          <p:txBody>
            <a:bodyPr spcFirstLastPara="1" wrap="square" lIns="62728" tIns="62728" rIns="62728" bIns="62728" anchor="ctr" anchorCtr="0">
              <a:noAutofit/>
            </a:bodyPr>
            <a:lstStyle/>
            <a:p>
              <a:endParaRPr sz="764"/>
            </a:p>
          </p:txBody>
        </p:sp>
        <p:sp>
          <p:nvSpPr>
            <p:cNvPr id="1123" name="Google Shape;7096;p64">
              <a:extLst>
                <a:ext uri="{FF2B5EF4-FFF2-40B4-BE49-F238E27FC236}">
                  <a16:creationId xmlns:a16="http://schemas.microsoft.com/office/drawing/2014/main" id="{D7FA9FC5-7D02-4FE5-845C-EAB58C0766C2}"/>
                </a:ext>
              </a:extLst>
            </p:cNvPr>
            <p:cNvSpPr/>
            <p:nvPr/>
          </p:nvSpPr>
          <p:spPr>
            <a:xfrm>
              <a:off x="-22693550" y="2701225"/>
              <a:ext cx="81925" cy="296875"/>
            </a:xfrm>
            <a:custGeom>
              <a:avLst/>
              <a:gdLst/>
              <a:ahLst/>
              <a:cxnLst/>
              <a:rect l="l" t="t" r="r" b="b"/>
              <a:pathLst>
                <a:path w="3277" h="11875" extrusionOk="0">
                  <a:moveTo>
                    <a:pt x="1229" y="5574"/>
                  </a:moveTo>
                  <a:cubicBezTo>
                    <a:pt x="1418" y="5574"/>
                    <a:pt x="1544" y="5731"/>
                    <a:pt x="1575" y="5889"/>
                  </a:cubicBezTo>
                  <a:lnTo>
                    <a:pt x="1575" y="6267"/>
                  </a:lnTo>
                  <a:lnTo>
                    <a:pt x="788" y="6267"/>
                  </a:lnTo>
                  <a:lnTo>
                    <a:pt x="788" y="5920"/>
                  </a:lnTo>
                  <a:cubicBezTo>
                    <a:pt x="788" y="5731"/>
                    <a:pt x="945" y="5574"/>
                    <a:pt x="1134" y="5574"/>
                  </a:cubicBezTo>
                  <a:close/>
                  <a:moveTo>
                    <a:pt x="1575" y="6991"/>
                  </a:moveTo>
                  <a:lnTo>
                    <a:pt x="1733" y="9732"/>
                  </a:lnTo>
                  <a:lnTo>
                    <a:pt x="662" y="9732"/>
                  </a:lnTo>
                  <a:lnTo>
                    <a:pt x="756" y="6991"/>
                  </a:lnTo>
                  <a:close/>
                  <a:moveTo>
                    <a:pt x="1764" y="10488"/>
                  </a:moveTo>
                  <a:lnTo>
                    <a:pt x="1764" y="10551"/>
                  </a:lnTo>
                  <a:cubicBezTo>
                    <a:pt x="1796" y="10677"/>
                    <a:pt x="1733" y="10835"/>
                    <a:pt x="1607" y="10961"/>
                  </a:cubicBezTo>
                  <a:cubicBezTo>
                    <a:pt x="1481" y="11087"/>
                    <a:pt x="1386" y="11150"/>
                    <a:pt x="1229" y="11150"/>
                  </a:cubicBezTo>
                  <a:cubicBezTo>
                    <a:pt x="1071" y="11150"/>
                    <a:pt x="914" y="11087"/>
                    <a:pt x="819" y="10992"/>
                  </a:cubicBezTo>
                  <a:cubicBezTo>
                    <a:pt x="693" y="10898"/>
                    <a:pt x="662" y="10772"/>
                    <a:pt x="662" y="10614"/>
                  </a:cubicBezTo>
                  <a:lnTo>
                    <a:pt x="662" y="10488"/>
                  </a:lnTo>
                  <a:close/>
                  <a:moveTo>
                    <a:pt x="2885" y="1"/>
                  </a:moveTo>
                  <a:cubicBezTo>
                    <a:pt x="2797" y="1"/>
                    <a:pt x="2713" y="40"/>
                    <a:pt x="2646" y="123"/>
                  </a:cubicBezTo>
                  <a:lnTo>
                    <a:pt x="914" y="2234"/>
                  </a:lnTo>
                  <a:cubicBezTo>
                    <a:pt x="882" y="2297"/>
                    <a:pt x="819" y="2392"/>
                    <a:pt x="819" y="2455"/>
                  </a:cubicBezTo>
                  <a:lnTo>
                    <a:pt x="819" y="4975"/>
                  </a:lnTo>
                  <a:cubicBezTo>
                    <a:pt x="441" y="5101"/>
                    <a:pt x="126" y="5479"/>
                    <a:pt x="126" y="5920"/>
                  </a:cubicBezTo>
                  <a:lnTo>
                    <a:pt x="0" y="10583"/>
                  </a:lnTo>
                  <a:cubicBezTo>
                    <a:pt x="0" y="10929"/>
                    <a:pt x="126" y="11245"/>
                    <a:pt x="347" y="11465"/>
                  </a:cubicBezTo>
                  <a:cubicBezTo>
                    <a:pt x="599" y="11717"/>
                    <a:pt x="914" y="11875"/>
                    <a:pt x="1260" y="11875"/>
                  </a:cubicBezTo>
                  <a:cubicBezTo>
                    <a:pt x="1607" y="11875"/>
                    <a:pt x="1922" y="11717"/>
                    <a:pt x="2174" y="11465"/>
                  </a:cubicBezTo>
                  <a:cubicBezTo>
                    <a:pt x="2394" y="11245"/>
                    <a:pt x="2520" y="10898"/>
                    <a:pt x="2520" y="10520"/>
                  </a:cubicBezTo>
                  <a:lnTo>
                    <a:pt x="2300" y="5920"/>
                  </a:lnTo>
                  <a:cubicBezTo>
                    <a:pt x="2237" y="5479"/>
                    <a:pt x="1985" y="5133"/>
                    <a:pt x="1544" y="4975"/>
                  </a:cubicBezTo>
                  <a:lnTo>
                    <a:pt x="1544" y="2581"/>
                  </a:lnTo>
                  <a:lnTo>
                    <a:pt x="3151" y="564"/>
                  </a:lnTo>
                  <a:cubicBezTo>
                    <a:pt x="3277" y="407"/>
                    <a:pt x="3277" y="218"/>
                    <a:pt x="3119" y="92"/>
                  </a:cubicBezTo>
                  <a:cubicBezTo>
                    <a:pt x="3045" y="32"/>
                    <a:pt x="2963" y="1"/>
                    <a:pt x="2885" y="1"/>
                  </a:cubicBezTo>
                  <a:close/>
                </a:path>
              </a:pathLst>
            </a:custGeom>
            <a:grpFill/>
            <a:ln>
              <a:noFill/>
            </a:ln>
          </p:spPr>
          <p:txBody>
            <a:bodyPr spcFirstLastPara="1" wrap="square" lIns="62728" tIns="62728" rIns="62728" bIns="62728" anchor="ctr" anchorCtr="0">
              <a:noAutofit/>
            </a:bodyPr>
            <a:lstStyle/>
            <a:p>
              <a:endParaRPr sz="764"/>
            </a:p>
          </p:txBody>
        </p:sp>
        <p:sp>
          <p:nvSpPr>
            <p:cNvPr id="1124" name="Google Shape;7097;p64">
              <a:extLst>
                <a:ext uri="{FF2B5EF4-FFF2-40B4-BE49-F238E27FC236}">
                  <a16:creationId xmlns:a16="http://schemas.microsoft.com/office/drawing/2014/main" id="{0983E68C-79E5-4622-9F9B-EF5D8F193C39}"/>
                </a:ext>
              </a:extLst>
            </p:cNvPr>
            <p:cNvSpPr/>
            <p:nvPr/>
          </p:nvSpPr>
          <p:spPr>
            <a:xfrm>
              <a:off x="-22778625" y="2735025"/>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72" name="Google Shape;7098;p64">
            <a:extLst>
              <a:ext uri="{FF2B5EF4-FFF2-40B4-BE49-F238E27FC236}">
                <a16:creationId xmlns:a16="http://schemas.microsoft.com/office/drawing/2014/main" id="{2E760C4E-4DB9-4E52-AECF-C26C3C81E714}"/>
              </a:ext>
            </a:extLst>
          </p:cNvPr>
          <p:cNvGrpSpPr/>
          <p:nvPr/>
        </p:nvGrpSpPr>
        <p:grpSpPr>
          <a:xfrm>
            <a:off x="1393654" y="5343679"/>
            <a:ext cx="230390" cy="229789"/>
            <a:chOff x="-27358650" y="1961575"/>
            <a:chExt cx="296950" cy="296175"/>
          </a:xfrm>
          <a:solidFill>
            <a:schemeClr val="tx1"/>
          </a:solidFill>
        </p:grpSpPr>
        <p:sp>
          <p:nvSpPr>
            <p:cNvPr id="1120" name="Google Shape;7099;p64">
              <a:extLst>
                <a:ext uri="{FF2B5EF4-FFF2-40B4-BE49-F238E27FC236}">
                  <a16:creationId xmlns:a16="http://schemas.microsoft.com/office/drawing/2014/main" id="{F7DE0F85-DC95-4DB2-B5E6-F95B3CA66D6D}"/>
                </a:ext>
              </a:extLst>
            </p:cNvPr>
            <p:cNvSpPr/>
            <p:nvPr/>
          </p:nvSpPr>
          <p:spPr>
            <a:xfrm>
              <a:off x="-27358650" y="1961575"/>
              <a:ext cx="296950" cy="296175"/>
            </a:xfrm>
            <a:custGeom>
              <a:avLst/>
              <a:gdLst/>
              <a:ahLst/>
              <a:cxnLst/>
              <a:rect l="l" t="t" r="r" b="b"/>
              <a:pathLst>
                <a:path w="11878" h="11847" extrusionOk="0">
                  <a:moveTo>
                    <a:pt x="7719" y="2080"/>
                  </a:moveTo>
                  <a:lnTo>
                    <a:pt x="7719" y="2836"/>
                  </a:lnTo>
                  <a:lnTo>
                    <a:pt x="4222" y="2836"/>
                  </a:lnTo>
                  <a:lnTo>
                    <a:pt x="4222" y="2080"/>
                  </a:lnTo>
                  <a:close/>
                  <a:moveTo>
                    <a:pt x="8034" y="693"/>
                  </a:moveTo>
                  <a:cubicBezTo>
                    <a:pt x="8633" y="693"/>
                    <a:pt x="9074" y="1166"/>
                    <a:pt x="9074" y="1733"/>
                  </a:cubicBezTo>
                  <a:lnTo>
                    <a:pt x="9074" y="2836"/>
                  </a:lnTo>
                  <a:lnTo>
                    <a:pt x="8349" y="2836"/>
                  </a:lnTo>
                  <a:lnTo>
                    <a:pt x="8349" y="1733"/>
                  </a:lnTo>
                  <a:cubicBezTo>
                    <a:pt x="8349" y="1513"/>
                    <a:pt x="8192" y="1355"/>
                    <a:pt x="8002" y="1355"/>
                  </a:cubicBezTo>
                  <a:lnTo>
                    <a:pt x="3781" y="1355"/>
                  </a:lnTo>
                  <a:cubicBezTo>
                    <a:pt x="3592" y="1355"/>
                    <a:pt x="3434" y="1513"/>
                    <a:pt x="3434" y="1733"/>
                  </a:cubicBezTo>
                  <a:lnTo>
                    <a:pt x="3434" y="2836"/>
                  </a:lnTo>
                  <a:lnTo>
                    <a:pt x="2741" y="2836"/>
                  </a:lnTo>
                  <a:lnTo>
                    <a:pt x="2741" y="1733"/>
                  </a:lnTo>
                  <a:lnTo>
                    <a:pt x="2804" y="1733"/>
                  </a:lnTo>
                  <a:cubicBezTo>
                    <a:pt x="2804" y="1134"/>
                    <a:pt x="3277" y="693"/>
                    <a:pt x="3844" y="693"/>
                  </a:cubicBezTo>
                  <a:close/>
                  <a:moveTo>
                    <a:pt x="10176" y="3497"/>
                  </a:moveTo>
                  <a:cubicBezTo>
                    <a:pt x="10617" y="3497"/>
                    <a:pt x="10995" y="3781"/>
                    <a:pt x="11153" y="4190"/>
                  </a:cubicBezTo>
                  <a:lnTo>
                    <a:pt x="851" y="4190"/>
                  </a:lnTo>
                  <a:cubicBezTo>
                    <a:pt x="914" y="3812"/>
                    <a:pt x="1323" y="3497"/>
                    <a:pt x="1796" y="3497"/>
                  </a:cubicBezTo>
                  <a:close/>
                  <a:moveTo>
                    <a:pt x="11153" y="4915"/>
                  </a:moveTo>
                  <a:lnTo>
                    <a:pt x="11153" y="6301"/>
                  </a:lnTo>
                  <a:lnTo>
                    <a:pt x="10460" y="6301"/>
                  </a:lnTo>
                  <a:lnTo>
                    <a:pt x="10460" y="5923"/>
                  </a:lnTo>
                  <a:cubicBezTo>
                    <a:pt x="10491" y="5734"/>
                    <a:pt x="10334" y="5577"/>
                    <a:pt x="10145" y="5577"/>
                  </a:cubicBezTo>
                  <a:lnTo>
                    <a:pt x="8759" y="5577"/>
                  </a:lnTo>
                  <a:cubicBezTo>
                    <a:pt x="8570" y="5577"/>
                    <a:pt x="8412" y="5734"/>
                    <a:pt x="8412" y="5923"/>
                  </a:cubicBezTo>
                  <a:lnTo>
                    <a:pt x="8412" y="6301"/>
                  </a:lnTo>
                  <a:lnTo>
                    <a:pt x="3529" y="6301"/>
                  </a:lnTo>
                  <a:lnTo>
                    <a:pt x="3529" y="5923"/>
                  </a:lnTo>
                  <a:cubicBezTo>
                    <a:pt x="3529" y="5734"/>
                    <a:pt x="3371" y="5577"/>
                    <a:pt x="3151" y="5577"/>
                  </a:cubicBezTo>
                  <a:lnTo>
                    <a:pt x="1796" y="5577"/>
                  </a:lnTo>
                  <a:cubicBezTo>
                    <a:pt x="1575" y="5577"/>
                    <a:pt x="1418" y="5734"/>
                    <a:pt x="1418" y="5923"/>
                  </a:cubicBezTo>
                  <a:lnTo>
                    <a:pt x="1418" y="6301"/>
                  </a:lnTo>
                  <a:lnTo>
                    <a:pt x="725" y="6301"/>
                  </a:lnTo>
                  <a:lnTo>
                    <a:pt x="725" y="4915"/>
                  </a:lnTo>
                  <a:close/>
                  <a:moveTo>
                    <a:pt x="2836" y="6301"/>
                  </a:moveTo>
                  <a:lnTo>
                    <a:pt x="2836" y="8034"/>
                  </a:lnTo>
                  <a:cubicBezTo>
                    <a:pt x="2836" y="8223"/>
                    <a:pt x="2678" y="8381"/>
                    <a:pt x="2489" y="8381"/>
                  </a:cubicBezTo>
                  <a:cubicBezTo>
                    <a:pt x="2300" y="8381"/>
                    <a:pt x="2143" y="8223"/>
                    <a:pt x="2143" y="8034"/>
                  </a:cubicBezTo>
                  <a:lnTo>
                    <a:pt x="2143" y="6301"/>
                  </a:lnTo>
                  <a:close/>
                  <a:moveTo>
                    <a:pt x="9830" y="6301"/>
                  </a:moveTo>
                  <a:lnTo>
                    <a:pt x="9830" y="8034"/>
                  </a:lnTo>
                  <a:cubicBezTo>
                    <a:pt x="9830" y="8223"/>
                    <a:pt x="9672" y="8381"/>
                    <a:pt x="9452" y="8381"/>
                  </a:cubicBezTo>
                  <a:cubicBezTo>
                    <a:pt x="9263" y="8381"/>
                    <a:pt x="9105" y="8223"/>
                    <a:pt x="9105" y="8034"/>
                  </a:cubicBezTo>
                  <a:lnTo>
                    <a:pt x="9105" y="6301"/>
                  </a:lnTo>
                  <a:close/>
                  <a:moveTo>
                    <a:pt x="11121" y="6994"/>
                  </a:moveTo>
                  <a:lnTo>
                    <a:pt x="11121" y="10113"/>
                  </a:lnTo>
                  <a:cubicBezTo>
                    <a:pt x="11184" y="10649"/>
                    <a:pt x="10712" y="11121"/>
                    <a:pt x="10145" y="11121"/>
                  </a:cubicBezTo>
                  <a:lnTo>
                    <a:pt x="1733" y="11121"/>
                  </a:lnTo>
                  <a:cubicBezTo>
                    <a:pt x="1166" y="11121"/>
                    <a:pt x="725" y="10649"/>
                    <a:pt x="725" y="10113"/>
                  </a:cubicBezTo>
                  <a:lnTo>
                    <a:pt x="725" y="6994"/>
                  </a:lnTo>
                  <a:lnTo>
                    <a:pt x="1418" y="6994"/>
                  </a:lnTo>
                  <a:lnTo>
                    <a:pt x="1418" y="8034"/>
                  </a:lnTo>
                  <a:cubicBezTo>
                    <a:pt x="1418" y="8601"/>
                    <a:pt x="1891" y="9042"/>
                    <a:pt x="2458" y="9042"/>
                  </a:cubicBezTo>
                  <a:cubicBezTo>
                    <a:pt x="2993" y="9042"/>
                    <a:pt x="3466" y="8570"/>
                    <a:pt x="3466" y="8034"/>
                  </a:cubicBezTo>
                  <a:lnTo>
                    <a:pt x="3466" y="6994"/>
                  </a:lnTo>
                  <a:lnTo>
                    <a:pt x="8349" y="6994"/>
                  </a:lnTo>
                  <a:lnTo>
                    <a:pt x="8349" y="8034"/>
                  </a:lnTo>
                  <a:cubicBezTo>
                    <a:pt x="8349" y="8601"/>
                    <a:pt x="8822" y="9042"/>
                    <a:pt x="9389" y="9042"/>
                  </a:cubicBezTo>
                  <a:cubicBezTo>
                    <a:pt x="9924" y="9042"/>
                    <a:pt x="10397" y="8570"/>
                    <a:pt x="10397" y="8034"/>
                  </a:cubicBezTo>
                  <a:lnTo>
                    <a:pt x="10397" y="6994"/>
                  </a:lnTo>
                  <a:close/>
                  <a:moveTo>
                    <a:pt x="3844" y="0"/>
                  </a:moveTo>
                  <a:cubicBezTo>
                    <a:pt x="2899" y="0"/>
                    <a:pt x="2111" y="788"/>
                    <a:pt x="2111" y="1733"/>
                  </a:cubicBezTo>
                  <a:lnTo>
                    <a:pt x="2111" y="2836"/>
                  </a:lnTo>
                  <a:lnTo>
                    <a:pt x="1733" y="2836"/>
                  </a:lnTo>
                  <a:cubicBezTo>
                    <a:pt x="788" y="2836"/>
                    <a:pt x="0" y="3623"/>
                    <a:pt x="0" y="4568"/>
                  </a:cubicBezTo>
                  <a:lnTo>
                    <a:pt x="0" y="10113"/>
                  </a:lnTo>
                  <a:cubicBezTo>
                    <a:pt x="0" y="11058"/>
                    <a:pt x="788" y="11846"/>
                    <a:pt x="1733" y="11846"/>
                  </a:cubicBezTo>
                  <a:lnTo>
                    <a:pt x="10145" y="11846"/>
                  </a:lnTo>
                  <a:cubicBezTo>
                    <a:pt x="11090" y="11846"/>
                    <a:pt x="11878" y="11058"/>
                    <a:pt x="11878" y="10113"/>
                  </a:cubicBezTo>
                  <a:lnTo>
                    <a:pt x="11878" y="4568"/>
                  </a:lnTo>
                  <a:cubicBezTo>
                    <a:pt x="11878" y="3623"/>
                    <a:pt x="11121" y="2836"/>
                    <a:pt x="10145" y="2836"/>
                  </a:cubicBezTo>
                  <a:lnTo>
                    <a:pt x="9767" y="2836"/>
                  </a:lnTo>
                  <a:lnTo>
                    <a:pt x="9767" y="1733"/>
                  </a:lnTo>
                  <a:cubicBezTo>
                    <a:pt x="9767" y="788"/>
                    <a:pt x="8979" y="0"/>
                    <a:pt x="8034" y="0"/>
                  </a:cubicBezTo>
                  <a:close/>
                </a:path>
              </a:pathLst>
            </a:custGeom>
            <a:grpFill/>
            <a:ln>
              <a:noFill/>
            </a:ln>
          </p:spPr>
          <p:txBody>
            <a:bodyPr spcFirstLastPara="1" wrap="square" lIns="62728" tIns="62728" rIns="62728" bIns="62728" anchor="ctr" anchorCtr="0">
              <a:noAutofit/>
            </a:bodyPr>
            <a:lstStyle/>
            <a:p>
              <a:endParaRPr sz="764"/>
            </a:p>
          </p:txBody>
        </p:sp>
        <p:sp>
          <p:nvSpPr>
            <p:cNvPr id="1121" name="Google Shape;7100;p64">
              <a:extLst>
                <a:ext uri="{FF2B5EF4-FFF2-40B4-BE49-F238E27FC236}">
                  <a16:creationId xmlns:a16="http://schemas.microsoft.com/office/drawing/2014/main" id="{A17BBB13-E03D-40A3-B6D0-CB41EC833AFB}"/>
                </a:ext>
              </a:extLst>
            </p:cNvPr>
            <p:cNvSpPr/>
            <p:nvPr/>
          </p:nvSpPr>
          <p:spPr>
            <a:xfrm>
              <a:off x="-27246025" y="2152175"/>
              <a:ext cx="70900" cy="70900"/>
            </a:xfrm>
            <a:custGeom>
              <a:avLst/>
              <a:gdLst/>
              <a:ahLst/>
              <a:cxnLst/>
              <a:rect l="l" t="t" r="r" b="b"/>
              <a:pathLst>
                <a:path w="2836" h="2836" extrusionOk="0">
                  <a:moveTo>
                    <a:pt x="1418" y="0"/>
                  </a:moveTo>
                  <a:cubicBezTo>
                    <a:pt x="1229" y="0"/>
                    <a:pt x="1072" y="158"/>
                    <a:pt x="1072" y="347"/>
                  </a:cubicBezTo>
                  <a:lnTo>
                    <a:pt x="1072" y="1072"/>
                  </a:lnTo>
                  <a:lnTo>
                    <a:pt x="347" y="1072"/>
                  </a:lnTo>
                  <a:cubicBezTo>
                    <a:pt x="158" y="1072"/>
                    <a:pt x="0" y="1229"/>
                    <a:pt x="0" y="1418"/>
                  </a:cubicBezTo>
                  <a:cubicBezTo>
                    <a:pt x="0" y="1607"/>
                    <a:pt x="158" y="1765"/>
                    <a:pt x="347" y="1765"/>
                  </a:cubicBezTo>
                  <a:lnTo>
                    <a:pt x="1072" y="1765"/>
                  </a:lnTo>
                  <a:lnTo>
                    <a:pt x="1072" y="2489"/>
                  </a:lnTo>
                  <a:cubicBezTo>
                    <a:pt x="1072" y="2678"/>
                    <a:pt x="1229" y="2836"/>
                    <a:pt x="1418" y="2836"/>
                  </a:cubicBezTo>
                  <a:cubicBezTo>
                    <a:pt x="1607" y="2836"/>
                    <a:pt x="1765" y="2678"/>
                    <a:pt x="1765" y="2489"/>
                  </a:cubicBezTo>
                  <a:lnTo>
                    <a:pt x="1765" y="1765"/>
                  </a:lnTo>
                  <a:lnTo>
                    <a:pt x="2489" y="1765"/>
                  </a:lnTo>
                  <a:cubicBezTo>
                    <a:pt x="2678" y="1765"/>
                    <a:pt x="2836" y="1607"/>
                    <a:pt x="2836" y="1418"/>
                  </a:cubicBezTo>
                  <a:cubicBezTo>
                    <a:pt x="2836" y="1229"/>
                    <a:pt x="2678" y="1072"/>
                    <a:pt x="2489" y="1072"/>
                  </a:cubicBezTo>
                  <a:lnTo>
                    <a:pt x="1765" y="1072"/>
                  </a:lnTo>
                  <a:lnTo>
                    <a:pt x="1765" y="347"/>
                  </a:lnTo>
                  <a:cubicBezTo>
                    <a:pt x="1765" y="158"/>
                    <a:pt x="1607" y="0"/>
                    <a:pt x="1418" y="0"/>
                  </a:cubicBezTo>
                  <a:close/>
                </a:path>
              </a:pathLst>
            </a:custGeom>
            <a:grpFill/>
            <a:ln>
              <a:noFill/>
            </a:ln>
          </p:spPr>
          <p:txBody>
            <a:bodyPr spcFirstLastPara="1" wrap="square" lIns="62728" tIns="62728" rIns="62728" bIns="62728" anchor="ctr" anchorCtr="0">
              <a:noAutofit/>
            </a:bodyPr>
            <a:lstStyle/>
            <a:p>
              <a:endParaRPr sz="764"/>
            </a:p>
          </p:txBody>
        </p:sp>
      </p:grpSp>
      <p:sp>
        <p:nvSpPr>
          <p:cNvPr id="1073" name="Google Shape;7101;p64">
            <a:extLst>
              <a:ext uri="{FF2B5EF4-FFF2-40B4-BE49-F238E27FC236}">
                <a16:creationId xmlns:a16="http://schemas.microsoft.com/office/drawing/2014/main" id="{967804D8-3237-454F-87BF-B3E5B64A5DED}"/>
              </a:ext>
            </a:extLst>
          </p:cNvPr>
          <p:cNvSpPr/>
          <p:nvPr/>
        </p:nvSpPr>
        <p:spPr>
          <a:xfrm>
            <a:off x="1420728" y="5634204"/>
            <a:ext cx="176624" cy="229207"/>
          </a:xfrm>
          <a:custGeom>
            <a:avLst/>
            <a:gdLst/>
            <a:ahLst/>
            <a:cxnLst/>
            <a:rect l="l" t="t" r="r" b="b"/>
            <a:pathLst>
              <a:path w="9106" h="11817" extrusionOk="0">
                <a:moveTo>
                  <a:pt x="4649" y="623"/>
                </a:moveTo>
                <a:cubicBezTo>
                  <a:pt x="5216" y="623"/>
                  <a:pt x="5756" y="897"/>
                  <a:pt x="6270" y="1325"/>
                </a:cubicBezTo>
                <a:lnTo>
                  <a:pt x="5987" y="2365"/>
                </a:lnTo>
                <a:cubicBezTo>
                  <a:pt x="5546" y="2144"/>
                  <a:pt x="5042" y="2050"/>
                  <a:pt x="4569" y="2050"/>
                </a:cubicBezTo>
                <a:cubicBezTo>
                  <a:pt x="4097" y="2050"/>
                  <a:pt x="3593" y="2144"/>
                  <a:pt x="3151" y="2365"/>
                </a:cubicBezTo>
                <a:lnTo>
                  <a:pt x="2868" y="1325"/>
                </a:lnTo>
                <a:cubicBezTo>
                  <a:pt x="3340" y="916"/>
                  <a:pt x="3939" y="664"/>
                  <a:pt x="4475" y="632"/>
                </a:cubicBezTo>
                <a:cubicBezTo>
                  <a:pt x="4533" y="626"/>
                  <a:pt x="4591" y="623"/>
                  <a:pt x="4649" y="623"/>
                </a:cubicBezTo>
                <a:close/>
                <a:moveTo>
                  <a:pt x="4601" y="4791"/>
                </a:moveTo>
                <a:cubicBezTo>
                  <a:pt x="4853" y="5074"/>
                  <a:pt x="5199" y="5358"/>
                  <a:pt x="5640" y="5610"/>
                </a:cubicBezTo>
                <a:lnTo>
                  <a:pt x="5640" y="6555"/>
                </a:lnTo>
                <a:cubicBezTo>
                  <a:pt x="5640" y="7154"/>
                  <a:pt x="5168" y="7595"/>
                  <a:pt x="4601" y="7595"/>
                </a:cubicBezTo>
                <a:cubicBezTo>
                  <a:pt x="4065" y="7595"/>
                  <a:pt x="3593" y="7122"/>
                  <a:pt x="3593" y="6555"/>
                </a:cubicBezTo>
                <a:lnTo>
                  <a:pt x="3593" y="5641"/>
                </a:lnTo>
                <a:cubicBezTo>
                  <a:pt x="3939" y="5358"/>
                  <a:pt x="4254" y="5169"/>
                  <a:pt x="4475" y="4917"/>
                </a:cubicBezTo>
                <a:lnTo>
                  <a:pt x="4601" y="4791"/>
                </a:lnTo>
                <a:close/>
                <a:moveTo>
                  <a:pt x="4569" y="2806"/>
                </a:moveTo>
                <a:cubicBezTo>
                  <a:pt x="5073" y="2806"/>
                  <a:pt x="5577" y="2964"/>
                  <a:pt x="6018" y="3216"/>
                </a:cubicBezTo>
                <a:cubicBezTo>
                  <a:pt x="6491" y="3499"/>
                  <a:pt x="6901" y="3972"/>
                  <a:pt x="7121" y="4476"/>
                </a:cubicBezTo>
                <a:lnTo>
                  <a:pt x="7877" y="6902"/>
                </a:lnTo>
                <a:lnTo>
                  <a:pt x="7877" y="6933"/>
                </a:lnTo>
                <a:cubicBezTo>
                  <a:pt x="8003" y="7217"/>
                  <a:pt x="7909" y="7469"/>
                  <a:pt x="7783" y="7626"/>
                </a:cubicBezTo>
                <a:cubicBezTo>
                  <a:pt x="7562" y="8036"/>
                  <a:pt x="7090" y="8319"/>
                  <a:pt x="6617" y="8351"/>
                </a:cubicBezTo>
                <a:cubicBezTo>
                  <a:pt x="6270" y="8351"/>
                  <a:pt x="5955" y="8162"/>
                  <a:pt x="5766" y="7878"/>
                </a:cubicBezTo>
                <a:cubicBezTo>
                  <a:pt x="6081" y="7563"/>
                  <a:pt x="6302" y="7122"/>
                  <a:pt x="6302" y="6618"/>
                </a:cubicBezTo>
                <a:lnTo>
                  <a:pt x="6302" y="6114"/>
                </a:lnTo>
                <a:cubicBezTo>
                  <a:pt x="6333" y="6145"/>
                  <a:pt x="6428" y="6177"/>
                  <a:pt x="6459" y="6208"/>
                </a:cubicBezTo>
                <a:cubicBezTo>
                  <a:pt x="6554" y="6272"/>
                  <a:pt x="6585" y="6272"/>
                  <a:pt x="6648" y="6272"/>
                </a:cubicBezTo>
                <a:cubicBezTo>
                  <a:pt x="6775" y="6272"/>
                  <a:pt x="6901" y="6208"/>
                  <a:pt x="6932" y="6114"/>
                </a:cubicBezTo>
                <a:cubicBezTo>
                  <a:pt x="7058" y="5956"/>
                  <a:pt x="6995" y="5704"/>
                  <a:pt x="6869" y="5641"/>
                </a:cubicBezTo>
                <a:cubicBezTo>
                  <a:pt x="6617" y="5484"/>
                  <a:pt x="6428" y="5358"/>
                  <a:pt x="6239" y="5232"/>
                </a:cubicBezTo>
                <a:cubicBezTo>
                  <a:pt x="6176" y="5200"/>
                  <a:pt x="6144" y="5169"/>
                  <a:pt x="6113" y="5169"/>
                </a:cubicBezTo>
                <a:cubicBezTo>
                  <a:pt x="5199" y="4570"/>
                  <a:pt x="4979" y="4381"/>
                  <a:pt x="4979" y="3814"/>
                </a:cubicBezTo>
                <a:cubicBezTo>
                  <a:pt x="4979" y="3625"/>
                  <a:pt x="4821" y="3468"/>
                  <a:pt x="4601" y="3468"/>
                </a:cubicBezTo>
                <a:cubicBezTo>
                  <a:pt x="4412" y="3468"/>
                  <a:pt x="4254" y="3625"/>
                  <a:pt x="4254" y="3814"/>
                </a:cubicBezTo>
                <a:cubicBezTo>
                  <a:pt x="4254" y="4381"/>
                  <a:pt x="4034" y="4570"/>
                  <a:pt x="3120" y="5169"/>
                </a:cubicBezTo>
                <a:cubicBezTo>
                  <a:pt x="3057" y="5169"/>
                  <a:pt x="3025" y="5200"/>
                  <a:pt x="2994" y="5232"/>
                </a:cubicBezTo>
                <a:cubicBezTo>
                  <a:pt x="2805" y="5358"/>
                  <a:pt x="2584" y="5484"/>
                  <a:pt x="2364" y="5641"/>
                </a:cubicBezTo>
                <a:cubicBezTo>
                  <a:pt x="2206" y="5736"/>
                  <a:pt x="2175" y="5956"/>
                  <a:pt x="2269" y="6114"/>
                </a:cubicBezTo>
                <a:cubicBezTo>
                  <a:pt x="2343" y="6206"/>
                  <a:pt x="2448" y="6255"/>
                  <a:pt x="2548" y="6255"/>
                </a:cubicBezTo>
                <a:cubicBezTo>
                  <a:pt x="2620" y="6255"/>
                  <a:pt x="2689" y="6230"/>
                  <a:pt x="2742" y="6177"/>
                </a:cubicBezTo>
                <a:cubicBezTo>
                  <a:pt x="2805" y="6145"/>
                  <a:pt x="2868" y="6114"/>
                  <a:pt x="2899" y="6051"/>
                </a:cubicBezTo>
                <a:lnTo>
                  <a:pt x="2899" y="6587"/>
                </a:lnTo>
                <a:cubicBezTo>
                  <a:pt x="2899" y="7059"/>
                  <a:pt x="3120" y="7532"/>
                  <a:pt x="3466" y="7847"/>
                </a:cubicBezTo>
                <a:cubicBezTo>
                  <a:pt x="3277" y="8099"/>
                  <a:pt x="2962" y="8319"/>
                  <a:pt x="2616" y="8319"/>
                </a:cubicBezTo>
                <a:cubicBezTo>
                  <a:pt x="2143" y="8256"/>
                  <a:pt x="1671" y="8004"/>
                  <a:pt x="1419" y="7595"/>
                </a:cubicBezTo>
                <a:cubicBezTo>
                  <a:pt x="1230" y="7437"/>
                  <a:pt x="1135" y="7217"/>
                  <a:pt x="1261" y="6933"/>
                </a:cubicBezTo>
                <a:lnTo>
                  <a:pt x="2017" y="4476"/>
                </a:lnTo>
                <a:cubicBezTo>
                  <a:pt x="2238" y="3940"/>
                  <a:pt x="2647" y="3499"/>
                  <a:pt x="3120" y="3216"/>
                </a:cubicBezTo>
                <a:cubicBezTo>
                  <a:pt x="3529" y="2964"/>
                  <a:pt x="4065" y="2806"/>
                  <a:pt x="4569" y="2806"/>
                </a:cubicBezTo>
                <a:close/>
                <a:moveTo>
                  <a:pt x="5231" y="8225"/>
                </a:moveTo>
                <a:cubicBezTo>
                  <a:pt x="5325" y="8382"/>
                  <a:pt x="5420" y="8508"/>
                  <a:pt x="5577" y="8634"/>
                </a:cubicBezTo>
                <a:lnTo>
                  <a:pt x="4569" y="9580"/>
                </a:lnTo>
                <a:lnTo>
                  <a:pt x="3624" y="8634"/>
                </a:lnTo>
                <a:cubicBezTo>
                  <a:pt x="3750" y="8508"/>
                  <a:pt x="3845" y="8382"/>
                  <a:pt x="3971" y="8225"/>
                </a:cubicBezTo>
                <a:cubicBezTo>
                  <a:pt x="4160" y="8319"/>
                  <a:pt x="4380" y="8351"/>
                  <a:pt x="4601" y="8351"/>
                </a:cubicBezTo>
                <a:cubicBezTo>
                  <a:pt x="4853" y="8351"/>
                  <a:pt x="5042" y="8319"/>
                  <a:pt x="5231" y="8225"/>
                </a:cubicBezTo>
                <a:close/>
                <a:moveTo>
                  <a:pt x="2994" y="8949"/>
                </a:moveTo>
                <a:lnTo>
                  <a:pt x="4254" y="10210"/>
                </a:lnTo>
                <a:lnTo>
                  <a:pt x="4254" y="11092"/>
                </a:lnTo>
                <a:lnTo>
                  <a:pt x="789" y="11092"/>
                </a:lnTo>
                <a:lnTo>
                  <a:pt x="789" y="10745"/>
                </a:lnTo>
                <a:cubicBezTo>
                  <a:pt x="789" y="9800"/>
                  <a:pt x="1576" y="9012"/>
                  <a:pt x="2521" y="9012"/>
                </a:cubicBezTo>
                <a:cubicBezTo>
                  <a:pt x="2679" y="9012"/>
                  <a:pt x="2836" y="8981"/>
                  <a:pt x="2994" y="8949"/>
                </a:cubicBezTo>
                <a:close/>
                <a:moveTo>
                  <a:pt x="6176" y="8949"/>
                </a:moveTo>
                <a:cubicBezTo>
                  <a:pt x="6333" y="8981"/>
                  <a:pt x="6491" y="9012"/>
                  <a:pt x="6648" y="9012"/>
                </a:cubicBezTo>
                <a:cubicBezTo>
                  <a:pt x="7594" y="9012"/>
                  <a:pt x="8381" y="9800"/>
                  <a:pt x="8381" y="10745"/>
                </a:cubicBezTo>
                <a:lnTo>
                  <a:pt x="8381" y="11092"/>
                </a:lnTo>
                <a:lnTo>
                  <a:pt x="4916" y="11092"/>
                </a:lnTo>
                <a:lnTo>
                  <a:pt x="4916" y="10210"/>
                </a:lnTo>
                <a:lnTo>
                  <a:pt x="6176" y="8949"/>
                </a:lnTo>
                <a:close/>
                <a:moveTo>
                  <a:pt x="4553" y="0"/>
                </a:moveTo>
                <a:cubicBezTo>
                  <a:pt x="4517" y="0"/>
                  <a:pt x="4480" y="1"/>
                  <a:pt x="4443" y="2"/>
                </a:cubicBezTo>
                <a:cubicBezTo>
                  <a:pt x="3656" y="34"/>
                  <a:pt x="2836" y="380"/>
                  <a:pt x="2206" y="1010"/>
                </a:cubicBezTo>
                <a:cubicBezTo>
                  <a:pt x="2143" y="1105"/>
                  <a:pt x="2080" y="1231"/>
                  <a:pt x="2143" y="1325"/>
                </a:cubicBezTo>
                <a:lnTo>
                  <a:pt x="2490" y="2743"/>
                </a:lnTo>
                <a:cubicBezTo>
                  <a:pt x="1986" y="3121"/>
                  <a:pt x="1576" y="3625"/>
                  <a:pt x="1293" y="4224"/>
                </a:cubicBezTo>
                <a:lnTo>
                  <a:pt x="1293" y="4255"/>
                </a:lnTo>
                <a:lnTo>
                  <a:pt x="568" y="6650"/>
                </a:lnTo>
                <a:cubicBezTo>
                  <a:pt x="411" y="7091"/>
                  <a:pt x="442" y="7563"/>
                  <a:pt x="663" y="8004"/>
                </a:cubicBezTo>
                <a:cubicBezTo>
                  <a:pt x="820" y="8225"/>
                  <a:pt x="1041" y="8477"/>
                  <a:pt x="1261" y="8634"/>
                </a:cubicBezTo>
                <a:cubicBezTo>
                  <a:pt x="505" y="9012"/>
                  <a:pt x="1" y="9832"/>
                  <a:pt x="1" y="10745"/>
                </a:cubicBezTo>
                <a:lnTo>
                  <a:pt x="1" y="11470"/>
                </a:lnTo>
                <a:cubicBezTo>
                  <a:pt x="1" y="11659"/>
                  <a:pt x="158" y="11816"/>
                  <a:pt x="347" y="11816"/>
                </a:cubicBezTo>
                <a:lnTo>
                  <a:pt x="8665" y="11816"/>
                </a:lnTo>
                <a:cubicBezTo>
                  <a:pt x="8854" y="11816"/>
                  <a:pt x="9011" y="11659"/>
                  <a:pt x="9011" y="11470"/>
                </a:cubicBezTo>
                <a:lnTo>
                  <a:pt x="9011" y="10745"/>
                </a:lnTo>
                <a:cubicBezTo>
                  <a:pt x="9106" y="9832"/>
                  <a:pt x="8570" y="9012"/>
                  <a:pt x="7783" y="8634"/>
                </a:cubicBezTo>
                <a:cubicBezTo>
                  <a:pt x="8035" y="8477"/>
                  <a:pt x="8255" y="8225"/>
                  <a:pt x="8381" y="8004"/>
                </a:cubicBezTo>
                <a:cubicBezTo>
                  <a:pt x="8665" y="7563"/>
                  <a:pt x="8696" y="7091"/>
                  <a:pt x="8507" y="6650"/>
                </a:cubicBezTo>
                <a:lnTo>
                  <a:pt x="7751" y="4255"/>
                </a:lnTo>
                <a:lnTo>
                  <a:pt x="7751" y="4224"/>
                </a:lnTo>
                <a:cubicBezTo>
                  <a:pt x="7531" y="3625"/>
                  <a:pt x="7090" y="3121"/>
                  <a:pt x="6585" y="2743"/>
                </a:cubicBezTo>
                <a:lnTo>
                  <a:pt x="6932" y="1325"/>
                </a:lnTo>
                <a:cubicBezTo>
                  <a:pt x="6964" y="1231"/>
                  <a:pt x="6932" y="1105"/>
                  <a:pt x="6838" y="1010"/>
                </a:cubicBezTo>
                <a:cubicBezTo>
                  <a:pt x="6173" y="346"/>
                  <a:pt x="5393" y="0"/>
                  <a:pt x="4553"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074" name="Google Shape;7102;p64">
            <a:extLst>
              <a:ext uri="{FF2B5EF4-FFF2-40B4-BE49-F238E27FC236}">
                <a16:creationId xmlns:a16="http://schemas.microsoft.com/office/drawing/2014/main" id="{4E870DC9-433E-4546-BB66-42C7CF0B64B8}"/>
              </a:ext>
            </a:extLst>
          </p:cNvPr>
          <p:cNvSpPr/>
          <p:nvPr/>
        </p:nvSpPr>
        <p:spPr>
          <a:xfrm>
            <a:off x="4879728" y="5330828"/>
            <a:ext cx="230390" cy="229789"/>
          </a:xfrm>
          <a:custGeom>
            <a:avLst/>
            <a:gdLst/>
            <a:ahLst/>
            <a:cxnLst/>
            <a:rect l="l" t="t" r="r" b="b"/>
            <a:pathLst>
              <a:path w="11878" h="11847" extrusionOk="0">
                <a:moveTo>
                  <a:pt x="10523" y="694"/>
                </a:moveTo>
                <a:cubicBezTo>
                  <a:pt x="10680" y="694"/>
                  <a:pt x="10901" y="788"/>
                  <a:pt x="10995" y="883"/>
                </a:cubicBezTo>
                <a:cubicBezTo>
                  <a:pt x="11121" y="1009"/>
                  <a:pt x="11184" y="1198"/>
                  <a:pt x="11184" y="1356"/>
                </a:cubicBezTo>
                <a:cubicBezTo>
                  <a:pt x="11184" y="1576"/>
                  <a:pt x="11121" y="1734"/>
                  <a:pt x="10995" y="1828"/>
                </a:cubicBezTo>
                <a:lnTo>
                  <a:pt x="9389" y="3466"/>
                </a:lnTo>
                <a:cubicBezTo>
                  <a:pt x="9105" y="3718"/>
                  <a:pt x="8948" y="4096"/>
                  <a:pt x="8916" y="4443"/>
                </a:cubicBezTo>
                <a:lnTo>
                  <a:pt x="7467" y="2994"/>
                </a:lnTo>
                <a:cubicBezTo>
                  <a:pt x="7813" y="2931"/>
                  <a:pt x="8160" y="2773"/>
                  <a:pt x="8444" y="2521"/>
                </a:cubicBezTo>
                <a:lnTo>
                  <a:pt x="10050" y="883"/>
                </a:lnTo>
                <a:cubicBezTo>
                  <a:pt x="10176" y="788"/>
                  <a:pt x="10365" y="694"/>
                  <a:pt x="10523" y="694"/>
                </a:cubicBezTo>
                <a:close/>
                <a:moveTo>
                  <a:pt x="5766" y="2427"/>
                </a:moveTo>
                <a:cubicBezTo>
                  <a:pt x="5860" y="2427"/>
                  <a:pt x="5955" y="2458"/>
                  <a:pt x="6018" y="2553"/>
                </a:cubicBezTo>
                <a:lnTo>
                  <a:pt x="9420" y="5987"/>
                </a:lnTo>
                <a:cubicBezTo>
                  <a:pt x="9515" y="6050"/>
                  <a:pt x="9546" y="6144"/>
                  <a:pt x="9546" y="6207"/>
                </a:cubicBezTo>
                <a:cubicBezTo>
                  <a:pt x="9452" y="6239"/>
                  <a:pt x="9452" y="6333"/>
                  <a:pt x="9389" y="6396"/>
                </a:cubicBezTo>
                <a:cubicBezTo>
                  <a:pt x="9326" y="6459"/>
                  <a:pt x="9239" y="6491"/>
                  <a:pt x="9152" y="6491"/>
                </a:cubicBezTo>
                <a:cubicBezTo>
                  <a:pt x="9066" y="6491"/>
                  <a:pt x="8979" y="6459"/>
                  <a:pt x="8916" y="6396"/>
                </a:cubicBezTo>
                <a:lnTo>
                  <a:pt x="8444" y="5924"/>
                </a:lnTo>
                <a:lnTo>
                  <a:pt x="6018" y="3498"/>
                </a:lnTo>
                <a:lnTo>
                  <a:pt x="5545" y="3025"/>
                </a:lnTo>
                <a:cubicBezTo>
                  <a:pt x="5419" y="2899"/>
                  <a:pt x="5419" y="2679"/>
                  <a:pt x="5545" y="2553"/>
                </a:cubicBezTo>
                <a:cubicBezTo>
                  <a:pt x="5608" y="2458"/>
                  <a:pt x="5703" y="2427"/>
                  <a:pt x="5766" y="2427"/>
                </a:cubicBezTo>
                <a:close/>
                <a:moveTo>
                  <a:pt x="5734" y="4159"/>
                </a:moveTo>
                <a:lnTo>
                  <a:pt x="7687" y="6144"/>
                </a:lnTo>
                <a:lnTo>
                  <a:pt x="7183" y="6648"/>
                </a:lnTo>
                <a:lnTo>
                  <a:pt x="6427" y="5892"/>
                </a:lnTo>
                <a:cubicBezTo>
                  <a:pt x="6364" y="5829"/>
                  <a:pt x="6278" y="5798"/>
                  <a:pt x="6191" y="5798"/>
                </a:cubicBezTo>
                <a:cubicBezTo>
                  <a:pt x="6104" y="5798"/>
                  <a:pt x="6018" y="5829"/>
                  <a:pt x="5955" y="5892"/>
                </a:cubicBezTo>
                <a:cubicBezTo>
                  <a:pt x="5829" y="6018"/>
                  <a:pt x="5829" y="6239"/>
                  <a:pt x="5955" y="6365"/>
                </a:cubicBezTo>
                <a:lnTo>
                  <a:pt x="6711" y="7121"/>
                </a:lnTo>
                <a:lnTo>
                  <a:pt x="6238" y="7593"/>
                </a:lnTo>
                <a:lnTo>
                  <a:pt x="4253" y="5609"/>
                </a:lnTo>
                <a:lnTo>
                  <a:pt x="5734" y="4159"/>
                </a:lnTo>
                <a:close/>
                <a:moveTo>
                  <a:pt x="3718" y="6176"/>
                </a:moveTo>
                <a:lnTo>
                  <a:pt x="5703" y="8129"/>
                </a:lnTo>
                <a:lnTo>
                  <a:pt x="5230" y="8602"/>
                </a:lnTo>
                <a:lnTo>
                  <a:pt x="4474" y="7877"/>
                </a:lnTo>
                <a:cubicBezTo>
                  <a:pt x="4411" y="7814"/>
                  <a:pt x="4324" y="7782"/>
                  <a:pt x="4238" y="7782"/>
                </a:cubicBezTo>
                <a:cubicBezTo>
                  <a:pt x="4151" y="7782"/>
                  <a:pt x="4064" y="7814"/>
                  <a:pt x="4001" y="7877"/>
                </a:cubicBezTo>
                <a:cubicBezTo>
                  <a:pt x="3875" y="7972"/>
                  <a:pt x="3875" y="8224"/>
                  <a:pt x="4001" y="8350"/>
                </a:cubicBezTo>
                <a:lnTo>
                  <a:pt x="4694" y="9043"/>
                </a:lnTo>
                <a:cubicBezTo>
                  <a:pt x="4537" y="9169"/>
                  <a:pt x="4379" y="9232"/>
                  <a:pt x="4190" y="9295"/>
                </a:cubicBezTo>
                <a:cubicBezTo>
                  <a:pt x="3119" y="9547"/>
                  <a:pt x="2332" y="9988"/>
                  <a:pt x="1733" y="10586"/>
                </a:cubicBezTo>
                <a:lnTo>
                  <a:pt x="1355" y="10964"/>
                </a:lnTo>
                <a:cubicBezTo>
                  <a:pt x="1292" y="11027"/>
                  <a:pt x="1205" y="11059"/>
                  <a:pt x="1119" y="11059"/>
                </a:cubicBezTo>
                <a:cubicBezTo>
                  <a:pt x="1032" y="11059"/>
                  <a:pt x="945" y="11027"/>
                  <a:pt x="882" y="10964"/>
                </a:cubicBezTo>
                <a:cubicBezTo>
                  <a:pt x="819" y="10901"/>
                  <a:pt x="756" y="10807"/>
                  <a:pt x="756" y="10744"/>
                </a:cubicBezTo>
                <a:cubicBezTo>
                  <a:pt x="756" y="10649"/>
                  <a:pt x="788" y="10555"/>
                  <a:pt x="882" y="10492"/>
                </a:cubicBezTo>
                <a:lnTo>
                  <a:pt x="1260" y="10114"/>
                </a:lnTo>
                <a:cubicBezTo>
                  <a:pt x="1859" y="9515"/>
                  <a:pt x="2300" y="8696"/>
                  <a:pt x="2584" y="7656"/>
                </a:cubicBezTo>
                <a:cubicBezTo>
                  <a:pt x="2647" y="7404"/>
                  <a:pt x="2804" y="7121"/>
                  <a:pt x="3025" y="6869"/>
                </a:cubicBezTo>
                <a:lnTo>
                  <a:pt x="3718" y="6176"/>
                </a:lnTo>
                <a:close/>
                <a:moveTo>
                  <a:pt x="10491" y="1"/>
                </a:moveTo>
                <a:cubicBezTo>
                  <a:pt x="10145" y="1"/>
                  <a:pt x="9767" y="158"/>
                  <a:pt x="9515" y="379"/>
                </a:cubicBezTo>
                <a:lnTo>
                  <a:pt x="7876" y="1986"/>
                </a:lnTo>
                <a:cubicBezTo>
                  <a:pt x="7687" y="2190"/>
                  <a:pt x="7428" y="2293"/>
                  <a:pt x="7164" y="2293"/>
                </a:cubicBezTo>
                <a:cubicBezTo>
                  <a:pt x="6900" y="2293"/>
                  <a:pt x="6632" y="2190"/>
                  <a:pt x="6427" y="1986"/>
                </a:cubicBezTo>
                <a:cubicBezTo>
                  <a:pt x="6238" y="1797"/>
                  <a:pt x="5978" y="1702"/>
                  <a:pt x="5714" y="1702"/>
                </a:cubicBezTo>
                <a:cubicBezTo>
                  <a:pt x="5451" y="1702"/>
                  <a:pt x="5183" y="1797"/>
                  <a:pt x="4978" y="1986"/>
                </a:cubicBezTo>
                <a:cubicBezTo>
                  <a:pt x="4600" y="2395"/>
                  <a:pt x="4600" y="3057"/>
                  <a:pt x="4978" y="3435"/>
                </a:cubicBezTo>
                <a:lnTo>
                  <a:pt x="5199" y="3687"/>
                </a:lnTo>
                <a:lnTo>
                  <a:pt x="3466" y="5420"/>
                </a:lnTo>
                <a:lnTo>
                  <a:pt x="2489" y="6396"/>
                </a:lnTo>
                <a:cubicBezTo>
                  <a:pt x="2174" y="6711"/>
                  <a:pt x="1985" y="7058"/>
                  <a:pt x="1859" y="7499"/>
                </a:cubicBezTo>
                <a:cubicBezTo>
                  <a:pt x="1638" y="8413"/>
                  <a:pt x="1229" y="9106"/>
                  <a:pt x="725" y="9641"/>
                </a:cubicBezTo>
                <a:lnTo>
                  <a:pt x="315" y="10019"/>
                </a:lnTo>
                <a:cubicBezTo>
                  <a:pt x="126" y="10240"/>
                  <a:pt x="0" y="10492"/>
                  <a:pt x="0" y="10775"/>
                </a:cubicBezTo>
                <a:cubicBezTo>
                  <a:pt x="0" y="11059"/>
                  <a:pt x="126" y="11343"/>
                  <a:pt x="315" y="11532"/>
                </a:cubicBezTo>
                <a:cubicBezTo>
                  <a:pt x="536" y="11721"/>
                  <a:pt x="788" y="11847"/>
                  <a:pt x="1071" y="11847"/>
                </a:cubicBezTo>
                <a:cubicBezTo>
                  <a:pt x="1355" y="11847"/>
                  <a:pt x="1638" y="11721"/>
                  <a:pt x="1828" y="11532"/>
                </a:cubicBezTo>
                <a:lnTo>
                  <a:pt x="2237" y="11122"/>
                </a:lnTo>
                <a:cubicBezTo>
                  <a:pt x="2741" y="10618"/>
                  <a:pt x="3434" y="10240"/>
                  <a:pt x="4348" y="9988"/>
                </a:cubicBezTo>
                <a:cubicBezTo>
                  <a:pt x="4757" y="9862"/>
                  <a:pt x="5136" y="9673"/>
                  <a:pt x="5419" y="9389"/>
                </a:cubicBezTo>
                <a:lnTo>
                  <a:pt x="6396" y="8413"/>
                </a:lnTo>
                <a:lnTo>
                  <a:pt x="7372" y="7436"/>
                </a:lnTo>
                <a:lnTo>
                  <a:pt x="8129" y="6680"/>
                </a:lnTo>
                <a:lnTo>
                  <a:pt x="8349" y="6932"/>
                </a:lnTo>
                <a:cubicBezTo>
                  <a:pt x="8570" y="7121"/>
                  <a:pt x="8822" y="7247"/>
                  <a:pt x="9105" y="7247"/>
                </a:cubicBezTo>
                <a:cubicBezTo>
                  <a:pt x="9389" y="7247"/>
                  <a:pt x="9672" y="7121"/>
                  <a:pt x="9861" y="6932"/>
                </a:cubicBezTo>
                <a:cubicBezTo>
                  <a:pt x="10050" y="6711"/>
                  <a:pt x="10176" y="6459"/>
                  <a:pt x="10176" y="6176"/>
                </a:cubicBezTo>
                <a:cubicBezTo>
                  <a:pt x="10176" y="5892"/>
                  <a:pt x="10050" y="5609"/>
                  <a:pt x="9861" y="5420"/>
                </a:cubicBezTo>
                <a:cubicBezTo>
                  <a:pt x="9672" y="5231"/>
                  <a:pt x="9546" y="4947"/>
                  <a:pt x="9546" y="4664"/>
                </a:cubicBezTo>
                <a:cubicBezTo>
                  <a:pt x="9546" y="4380"/>
                  <a:pt x="9672" y="4128"/>
                  <a:pt x="9861" y="3907"/>
                </a:cubicBezTo>
                <a:lnTo>
                  <a:pt x="11468" y="2364"/>
                </a:lnTo>
                <a:cubicBezTo>
                  <a:pt x="11752" y="2080"/>
                  <a:pt x="11878" y="1734"/>
                  <a:pt x="11878" y="1356"/>
                </a:cubicBezTo>
                <a:cubicBezTo>
                  <a:pt x="11878" y="1009"/>
                  <a:pt x="11720" y="662"/>
                  <a:pt x="11468" y="379"/>
                </a:cubicBezTo>
                <a:cubicBezTo>
                  <a:pt x="11184" y="95"/>
                  <a:pt x="10838" y="1"/>
                  <a:pt x="10491"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075" name="Google Shape;7103;p64">
            <a:extLst>
              <a:ext uri="{FF2B5EF4-FFF2-40B4-BE49-F238E27FC236}">
                <a16:creationId xmlns:a16="http://schemas.microsoft.com/office/drawing/2014/main" id="{9E2FEB3A-1B67-4449-AC3A-375AFB110172}"/>
              </a:ext>
            </a:extLst>
          </p:cNvPr>
          <p:cNvSpPr/>
          <p:nvPr/>
        </p:nvSpPr>
        <p:spPr>
          <a:xfrm>
            <a:off x="2854762" y="5344270"/>
            <a:ext cx="209016" cy="228567"/>
          </a:xfrm>
          <a:custGeom>
            <a:avLst/>
            <a:gdLst/>
            <a:ahLst/>
            <a:cxnLst/>
            <a:rect l="l" t="t" r="r" b="b"/>
            <a:pathLst>
              <a:path w="10776" h="11784" extrusionOk="0">
                <a:moveTo>
                  <a:pt x="5388" y="662"/>
                </a:moveTo>
                <a:cubicBezTo>
                  <a:pt x="6144" y="662"/>
                  <a:pt x="6774" y="1355"/>
                  <a:pt x="6774" y="2080"/>
                </a:cubicBezTo>
                <a:cubicBezTo>
                  <a:pt x="6774" y="2206"/>
                  <a:pt x="6711" y="2332"/>
                  <a:pt x="6680" y="2489"/>
                </a:cubicBezTo>
                <a:cubicBezTo>
                  <a:pt x="6333" y="2206"/>
                  <a:pt x="5861" y="2017"/>
                  <a:pt x="5388" y="2017"/>
                </a:cubicBezTo>
                <a:cubicBezTo>
                  <a:pt x="4915" y="2017"/>
                  <a:pt x="4443" y="2174"/>
                  <a:pt x="4096" y="2489"/>
                </a:cubicBezTo>
                <a:cubicBezTo>
                  <a:pt x="4033" y="2332"/>
                  <a:pt x="4002" y="2206"/>
                  <a:pt x="4002" y="2080"/>
                </a:cubicBezTo>
                <a:cubicBezTo>
                  <a:pt x="4002" y="1355"/>
                  <a:pt x="4632" y="662"/>
                  <a:pt x="5388" y="662"/>
                </a:cubicBezTo>
                <a:close/>
                <a:moveTo>
                  <a:pt x="5388" y="2710"/>
                </a:moveTo>
                <a:cubicBezTo>
                  <a:pt x="5766" y="2710"/>
                  <a:pt x="6144" y="2867"/>
                  <a:pt x="6365" y="3151"/>
                </a:cubicBezTo>
                <a:cubicBezTo>
                  <a:pt x="6176" y="3592"/>
                  <a:pt x="5829" y="4096"/>
                  <a:pt x="5419" y="4663"/>
                </a:cubicBezTo>
                <a:cubicBezTo>
                  <a:pt x="5293" y="4506"/>
                  <a:pt x="5230" y="4380"/>
                  <a:pt x="5104" y="4253"/>
                </a:cubicBezTo>
                <a:cubicBezTo>
                  <a:pt x="4852" y="3812"/>
                  <a:pt x="4600" y="3466"/>
                  <a:pt x="4411" y="3151"/>
                </a:cubicBezTo>
                <a:cubicBezTo>
                  <a:pt x="4663" y="2867"/>
                  <a:pt x="5041" y="2710"/>
                  <a:pt x="5388" y="2710"/>
                </a:cubicBezTo>
                <a:close/>
                <a:moveTo>
                  <a:pt x="7404" y="1576"/>
                </a:moveTo>
                <a:lnTo>
                  <a:pt x="7404" y="1576"/>
                </a:lnTo>
                <a:cubicBezTo>
                  <a:pt x="7908" y="2048"/>
                  <a:pt x="8192" y="2773"/>
                  <a:pt x="8192" y="3497"/>
                </a:cubicBezTo>
                <a:cubicBezTo>
                  <a:pt x="8192" y="4222"/>
                  <a:pt x="7719" y="5230"/>
                  <a:pt x="6806" y="6490"/>
                </a:cubicBezTo>
                <a:cubicBezTo>
                  <a:pt x="6459" y="6081"/>
                  <a:pt x="6144" y="5640"/>
                  <a:pt x="5829" y="5230"/>
                </a:cubicBezTo>
                <a:cubicBezTo>
                  <a:pt x="6050" y="4915"/>
                  <a:pt x="6428" y="4443"/>
                  <a:pt x="6743" y="3938"/>
                </a:cubicBezTo>
                <a:cubicBezTo>
                  <a:pt x="7215" y="3151"/>
                  <a:pt x="7467" y="2552"/>
                  <a:pt x="7467" y="2143"/>
                </a:cubicBezTo>
                <a:cubicBezTo>
                  <a:pt x="7467" y="1922"/>
                  <a:pt x="7436" y="1733"/>
                  <a:pt x="7404" y="1576"/>
                </a:cubicBezTo>
                <a:close/>
                <a:moveTo>
                  <a:pt x="3970" y="7593"/>
                </a:moveTo>
                <a:cubicBezTo>
                  <a:pt x="4002" y="7656"/>
                  <a:pt x="4033" y="7688"/>
                  <a:pt x="4033" y="7719"/>
                </a:cubicBezTo>
                <a:lnTo>
                  <a:pt x="4947" y="8853"/>
                </a:lnTo>
                <a:lnTo>
                  <a:pt x="3151" y="11153"/>
                </a:lnTo>
                <a:lnTo>
                  <a:pt x="1135" y="11153"/>
                </a:lnTo>
                <a:cubicBezTo>
                  <a:pt x="2300" y="9641"/>
                  <a:pt x="3214" y="8538"/>
                  <a:pt x="3876" y="7719"/>
                </a:cubicBezTo>
                <a:lnTo>
                  <a:pt x="3970" y="7593"/>
                </a:lnTo>
                <a:close/>
                <a:moveTo>
                  <a:pt x="3435" y="1576"/>
                </a:moveTo>
                <a:lnTo>
                  <a:pt x="3435" y="1576"/>
                </a:lnTo>
                <a:cubicBezTo>
                  <a:pt x="3372" y="1765"/>
                  <a:pt x="3340" y="1922"/>
                  <a:pt x="3340" y="2143"/>
                </a:cubicBezTo>
                <a:cubicBezTo>
                  <a:pt x="3340" y="2710"/>
                  <a:pt x="3687" y="3466"/>
                  <a:pt x="4569" y="4663"/>
                </a:cubicBezTo>
                <a:cubicBezTo>
                  <a:pt x="4726" y="4884"/>
                  <a:pt x="5167" y="5482"/>
                  <a:pt x="5199" y="5482"/>
                </a:cubicBezTo>
                <a:cubicBezTo>
                  <a:pt x="5892" y="6396"/>
                  <a:pt x="6774" y="7498"/>
                  <a:pt x="7782" y="8759"/>
                </a:cubicBezTo>
                <a:cubicBezTo>
                  <a:pt x="8381" y="9452"/>
                  <a:pt x="9011" y="10239"/>
                  <a:pt x="9673" y="11122"/>
                </a:cubicBezTo>
                <a:lnTo>
                  <a:pt x="7656" y="11122"/>
                </a:lnTo>
                <a:lnTo>
                  <a:pt x="7656" y="11153"/>
                </a:lnTo>
                <a:lnTo>
                  <a:pt x="5672" y="8633"/>
                </a:lnTo>
                <a:lnTo>
                  <a:pt x="4600" y="7278"/>
                </a:lnTo>
                <a:cubicBezTo>
                  <a:pt x="4474" y="7120"/>
                  <a:pt x="4380" y="7026"/>
                  <a:pt x="4254" y="6868"/>
                </a:cubicBezTo>
                <a:lnTo>
                  <a:pt x="4254" y="6805"/>
                </a:lnTo>
                <a:cubicBezTo>
                  <a:pt x="3214" y="5451"/>
                  <a:pt x="2647" y="4253"/>
                  <a:pt x="2647" y="3497"/>
                </a:cubicBezTo>
                <a:cubicBezTo>
                  <a:pt x="2647" y="2773"/>
                  <a:pt x="2899" y="2048"/>
                  <a:pt x="3435" y="1576"/>
                </a:cubicBezTo>
                <a:close/>
                <a:moveTo>
                  <a:pt x="5388" y="0"/>
                </a:moveTo>
                <a:cubicBezTo>
                  <a:pt x="4474" y="0"/>
                  <a:pt x="3592" y="347"/>
                  <a:pt x="2962" y="1009"/>
                </a:cubicBezTo>
                <a:cubicBezTo>
                  <a:pt x="2269" y="1702"/>
                  <a:pt x="1922" y="2552"/>
                  <a:pt x="1922" y="3497"/>
                </a:cubicBezTo>
                <a:cubicBezTo>
                  <a:pt x="1922" y="4569"/>
                  <a:pt x="2710" y="5892"/>
                  <a:pt x="3498" y="6994"/>
                </a:cubicBezTo>
                <a:lnTo>
                  <a:pt x="3309" y="7246"/>
                </a:lnTo>
                <a:cubicBezTo>
                  <a:pt x="2553" y="8192"/>
                  <a:pt x="1544" y="9452"/>
                  <a:pt x="127" y="11216"/>
                </a:cubicBezTo>
                <a:cubicBezTo>
                  <a:pt x="32" y="11342"/>
                  <a:pt x="1" y="11468"/>
                  <a:pt x="64" y="11563"/>
                </a:cubicBezTo>
                <a:cubicBezTo>
                  <a:pt x="127" y="11689"/>
                  <a:pt x="284" y="11783"/>
                  <a:pt x="379" y="11783"/>
                </a:cubicBezTo>
                <a:lnTo>
                  <a:pt x="3277" y="11783"/>
                </a:lnTo>
                <a:cubicBezTo>
                  <a:pt x="3372" y="11783"/>
                  <a:pt x="3466" y="11720"/>
                  <a:pt x="3529" y="11657"/>
                </a:cubicBezTo>
                <a:lnTo>
                  <a:pt x="5388" y="9357"/>
                </a:lnTo>
                <a:lnTo>
                  <a:pt x="7247" y="11657"/>
                </a:lnTo>
                <a:cubicBezTo>
                  <a:pt x="7310" y="11720"/>
                  <a:pt x="7404" y="11783"/>
                  <a:pt x="7530" y="11783"/>
                </a:cubicBezTo>
                <a:lnTo>
                  <a:pt x="10397" y="11783"/>
                </a:lnTo>
                <a:cubicBezTo>
                  <a:pt x="10523" y="11783"/>
                  <a:pt x="10618" y="11689"/>
                  <a:pt x="10712" y="11563"/>
                </a:cubicBezTo>
                <a:cubicBezTo>
                  <a:pt x="10775" y="11500"/>
                  <a:pt x="10775" y="11374"/>
                  <a:pt x="10649" y="11279"/>
                </a:cubicBezTo>
                <a:cubicBezTo>
                  <a:pt x="9799" y="10208"/>
                  <a:pt x="9011" y="9231"/>
                  <a:pt x="8286" y="8349"/>
                </a:cubicBezTo>
                <a:cubicBezTo>
                  <a:pt x="7940" y="7877"/>
                  <a:pt x="7593" y="7435"/>
                  <a:pt x="7247" y="7057"/>
                </a:cubicBezTo>
                <a:cubicBezTo>
                  <a:pt x="8003" y="5986"/>
                  <a:pt x="8854" y="4600"/>
                  <a:pt x="8854" y="3497"/>
                </a:cubicBezTo>
                <a:cubicBezTo>
                  <a:pt x="8854" y="2552"/>
                  <a:pt x="8507" y="1702"/>
                  <a:pt x="7814" y="1009"/>
                </a:cubicBezTo>
                <a:cubicBezTo>
                  <a:pt x="7152" y="347"/>
                  <a:pt x="6302" y="0"/>
                  <a:pt x="5388"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077" name="Google Shape;7107;p64">
            <a:extLst>
              <a:ext uri="{FF2B5EF4-FFF2-40B4-BE49-F238E27FC236}">
                <a16:creationId xmlns:a16="http://schemas.microsoft.com/office/drawing/2014/main" id="{7B38C5BB-4AC5-4B91-A076-8857CCAA8150}"/>
              </a:ext>
            </a:extLst>
          </p:cNvPr>
          <p:cNvSpPr/>
          <p:nvPr/>
        </p:nvSpPr>
        <p:spPr>
          <a:xfrm>
            <a:off x="2253202" y="5621419"/>
            <a:ext cx="230390" cy="229265"/>
          </a:xfrm>
          <a:custGeom>
            <a:avLst/>
            <a:gdLst/>
            <a:ahLst/>
            <a:cxnLst/>
            <a:rect l="l" t="t" r="r" b="b"/>
            <a:pathLst>
              <a:path w="11878" h="11820" extrusionOk="0">
                <a:moveTo>
                  <a:pt x="9704" y="729"/>
                </a:moveTo>
                <a:cubicBezTo>
                  <a:pt x="10019" y="729"/>
                  <a:pt x="10303" y="792"/>
                  <a:pt x="10523" y="982"/>
                </a:cubicBezTo>
                <a:cubicBezTo>
                  <a:pt x="10838" y="1234"/>
                  <a:pt x="10996" y="1612"/>
                  <a:pt x="11059" y="2021"/>
                </a:cubicBezTo>
                <a:cubicBezTo>
                  <a:pt x="11153" y="2368"/>
                  <a:pt x="11059" y="2714"/>
                  <a:pt x="10744" y="2998"/>
                </a:cubicBezTo>
                <a:lnTo>
                  <a:pt x="8255" y="5487"/>
                </a:lnTo>
                <a:lnTo>
                  <a:pt x="6270" y="3502"/>
                </a:lnTo>
                <a:lnTo>
                  <a:pt x="6743" y="3029"/>
                </a:lnTo>
                <a:lnTo>
                  <a:pt x="7499" y="3785"/>
                </a:lnTo>
                <a:cubicBezTo>
                  <a:pt x="7593" y="3880"/>
                  <a:pt x="7656" y="3911"/>
                  <a:pt x="7751" y="3911"/>
                </a:cubicBezTo>
                <a:cubicBezTo>
                  <a:pt x="7814" y="3911"/>
                  <a:pt x="7940" y="3880"/>
                  <a:pt x="7971" y="3785"/>
                </a:cubicBezTo>
                <a:cubicBezTo>
                  <a:pt x="8097" y="3659"/>
                  <a:pt x="8097" y="3439"/>
                  <a:pt x="7971" y="3313"/>
                </a:cubicBezTo>
                <a:lnTo>
                  <a:pt x="7215" y="2557"/>
                </a:lnTo>
                <a:lnTo>
                  <a:pt x="7688" y="2084"/>
                </a:lnTo>
                <a:lnTo>
                  <a:pt x="8444" y="2840"/>
                </a:lnTo>
                <a:cubicBezTo>
                  <a:pt x="8538" y="2935"/>
                  <a:pt x="8601" y="2966"/>
                  <a:pt x="8696" y="2966"/>
                </a:cubicBezTo>
                <a:cubicBezTo>
                  <a:pt x="8759" y="2966"/>
                  <a:pt x="8885" y="2935"/>
                  <a:pt x="8916" y="2840"/>
                </a:cubicBezTo>
                <a:cubicBezTo>
                  <a:pt x="9042" y="2714"/>
                  <a:pt x="9042" y="2494"/>
                  <a:pt x="8916" y="2368"/>
                </a:cubicBezTo>
                <a:lnTo>
                  <a:pt x="8160" y="1612"/>
                </a:lnTo>
                <a:lnTo>
                  <a:pt x="8601" y="1202"/>
                </a:lnTo>
                <a:cubicBezTo>
                  <a:pt x="8916" y="887"/>
                  <a:pt x="9326" y="729"/>
                  <a:pt x="9704" y="729"/>
                </a:cubicBezTo>
                <a:close/>
                <a:moveTo>
                  <a:pt x="5766" y="4132"/>
                </a:moveTo>
                <a:lnTo>
                  <a:pt x="7751" y="6117"/>
                </a:lnTo>
                <a:lnTo>
                  <a:pt x="5577" y="8196"/>
                </a:lnTo>
                <a:cubicBezTo>
                  <a:pt x="5230" y="8543"/>
                  <a:pt x="4789" y="8763"/>
                  <a:pt x="4317" y="8826"/>
                </a:cubicBezTo>
                <a:cubicBezTo>
                  <a:pt x="3687" y="8921"/>
                  <a:pt x="3088" y="9236"/>
                  <a:pt x="2678" y="9645"/>
                </a:cubicBezTo>
                <a:lnTo>
                  <a:pt x="1324" y="11000"/>
                </a:lnTo>
                <a:cubicBezTo>
                  <a:pt x="1261" y="11063"/>
                  <a:pt x="1174" y="11095"/>
                  <a:pt x="1087" y="11095"/>
                </a:cubicBezTo>
                <a:cubicBezTo>
                  <a:pt x="1001" y="11095"/>
                  <a:pt x="914" y="11063"/>
                  <a:pt x="851" y="11000"/>
                </a:cubicBezTo>
                <a:cubicBezTo>
                  <a:pt x="725" y="10874"/>
                  <a:pt x="725" y="10653"/>
                  <a:pt x="851" y="10527"/>
                </a:cubicBezTo>
                <a:lnTo>
                  <a:pt x="2206" y="9173"/>
                </a:lnTo>
                <a:cubicBezTo>
                  <a:pt x="2615" y="8763"/>
                  <a:pt x="2931" y="8165"/>
                  <a:pt x="3025" y="7535"/>
                </a:cubicBezTo>
                <a:cubicBezTo>
                  <a:pt x="3088" y="7062"/>
                  <a:pt x="3309" y="6589"/>
                  <a:pt x="3655" y="6274"/>
                </a:cubicBezTo>
                <a:lnTo>
                  <a:pt x="3876" y="6022"/>
                </a:lnTo>
                <a:lnTo>
                  <a:pt x="4632" y="6778"/>
                </a:lnTo>
                <a:cubicBezTo>
                  <a:pt x="4726" y="6873"/>
                  <a:pt x="4789" y="6904"/>
                  <a:pt x="4884" y="6904"/>
                </a:cubicBezTo>
                <a:cubicBezTo>
                  <a:pt x="4947" y="6904"/>
                  <a:pt x="5073" y="6873"/>
                  <a:pt x="5104" y="6778"/>
                </a:cubicBezTo>
                <a:cubicBezTo>
                  <a:pt x="5230" y="6652"/>
                  <a:pt x="5230" y="6432"/>
                  <a:pt x="5104" y="6306"/>
                </a:cubicBezTo>
                <a:lnTo>
                  <a:pt x="4348" y="5550"/>
                </a:lnTo>
                <a:lnTo>
                  <a:pt x="4821" y="5077"/>
                </a:lnTo>
                <a:lnTo>
                  <a:pt x="5577" y="5833"/>
                </a:lnTo>
                <a:cubicBezTo>
                  <a:pt x="5640" y="5928"/>
                  <a:pt x="5734" y="5959"/>
                  <a:pt x="5797" y="5959"/>
                </a:cubicBezTo>
                <a:cubicBezTo>
                  <a:pt x="5892" y="5959"/>
                  <a:pt x="6018" y="5928"/>
                  <a:pt x="6050" y="5833"/>
                </a:cubicBezTo>
                <a:cubicBezTo>
                  <a:pt x="6176" y="5707"/>
                  <a:pt x="6176" y="5487"/>
                  <a:pt x="6050" y="5361"/>
                </a:cubicBezTo>
                <a:lnTo>
                  <a:pt x="5293" y="4605"/>
                </a:lnTo>
                <a:lnTo>
                  <a:pt x="5766" y="4132"/>
                </a:lnTo>
                <a:close/>
                <a:moveTo>
                  <a:pt x="9769" y="1"/>
                </a:moveTo>
                <a:cubicBezTo>
                  <a:pt x="9726" y="1"/>
                  <a:pt x="9683" y="2"/>
                  <a:pt x="9641" y="5"/>
                </a:cubicBezTo>
                <a:cubicBezTo>
                  <a:pt x="9105" y="36"/>
                  <a:pt x="8601" y="288"/>
                  <a:pt x="8255" y="666"/>
                </a:cubicBezTo>
                <a:lnTo>
                  <a:pt x="3183" y="5802"/>
                </a:lnTo>
                <a:cubicBezTo>
                  <a:pt x="2741" y="6211"/>
                  <a:pt x="2426" y="6810"/>
                  <a:pt x="2363" y="7440"/>
                </a:cubicBezTo>
                <a:cubicBezTo>
                  <a:pt x="2269" y="7913"/>
                  <a:pt x="2080" y="8385"/>
                  <a:pt x="1733" y="8700"/>
                </a:cubicBezTo>
                <a:lnTo>
                  <a:pt x="379" y="10055"/>
                </a:lnTo>
                <a:cubicBezTo>
                  <a:pt x="1" y="10433"/>
                  <a:pt x="1" y="11095"/>
                  <a:pt x="379" y="11504"/>
                </a:cubicBezTo>
                <a:cubicBezTo>
                  <a:pt x="568" y="11693"/>
                  <a:pt x="851" y="11819"/>
                  <a:pt x="1135" y="11819"/>
                </a:cubicBezTo>
                <a:cubicBezTo>
                  <a:pt x="1418" y="11819"/>
                  <a:pt x="1670" y="11693"/>
                  <a:pt x="1891" y="11504"/>
                </a:cubicBezTo>
                <a:lnTo>
                  <a:pt x="3214" y="10149"/>
                </a:lnTo>
                <a:cubicBezTo>
                  <a:pt x="3561" y="9803"/>
                  <a:pt x="4002" y="9614"/>
                  <a:pt x="4474" y="9519"/>
                </a:cubicBezTo>
                <a:cubicBezTo>
                  <a:pt x="5104" y="9456"/>
                  <a:pt x="5703" y="9141"/>
                  <a:pt x="6144" y="8700"/>
                </a:cubicBezTo>
                <a:lnTo>
                  <a:pt x="11279" y="3502"/>
                </a:lnTo>
                <a:cubicBezTo>
                  <a:pt x="11657" y="3092"/>
                  <a:pt x="11878" y="2525"/>
                  <a:pt x="11846" y="1927"/>
                </a:cubicBezTo>
                <a:cubicBezTo>
                  <a:pt x="11815" y="1360"/>
                  <a:pt x="11531" y="792"/>
                  <a:pt x="11090" y="446"/>
                </a:cubicBezTo>
                <a:cubicBezTo>
                  <a:pt x="10715" y="157"/>
                  <a:pt x="10234" y="1"/>
                  <a:pt x="9769"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079" name="Google Shape;7111;p64">
            <a:extLst>
              <a:ext uri="{FF2B5EF4-FFF2-40B4-BE49-F238E27FC236}">
                <a16:creationId xmlns:a16="http://schemas.microsoft.com/office/drawing/2014/main" id="{2D32BB27-18E7-4B91-84CA-F714FF987FA0}"/>
              </a:ext>
            </a:extLst>
          </p:cNvPr>
          <p:cNvSpPr/>
          <p:nvPr/>
        </p:nvSpPr>
        <p:spPr>
          <a:xfrm>
            <a:off x="4293808" y="5633612"/>
            <a:ext cx="229168" cy="230390"/>
          </a:xfrm>
          <a:custGeom>
            <a:avLst/>
            <a:gdLst/>
            <a:ahLst/>
            <a:cxnLst/>
            <a:rect l="l" t="t" r="r" b="b"/>
            <a:pathLst>
              <a:path w="11815" h="11878" extrusionOk="0">
                <a:moveTo>
                  <a:pt x="6301" y="725"/>
                </a:moveTo>
                <a:lnTo>
                  <a:pt x="6301" y="1670"/>
                </a:lnTo>
                <a:cubicBezTo>
                  <a:pt x="6301" y="2143"/>
                  <a:pt x="6490" y="2584"/>
                  <a:pt x="6805" y="2899"/>
                </a:cubicBezTo>
                <a:lnTo>
                  <a:pt x="7120" y="3214"/>
                </a:lnTo>
                <a:cubicBezTo>
                  <a:pt x="7026" y="3340"/>
                  <a:pt x="6868" y="3529"/>
                  <a:pt x="6742" y="3781"/>
                </a:cubicBezTo>
                <a:lnTo>
                  <a:pt x="6648" y="3781"/>
                </a:lnTo>
                <a:cubicBezTo>
                  <a:pt x="6459" y="3576"/>
                  <a:pt x="6191" y="3474"/>
                  <a:pt x="5923" y="3474"/>
                </a:cubicBezTo>
                <a:cubicBezTo>
                  <a:pt x="5656" y="3474"/>
                  <a:pt x="5388" y="3576"/>
                  <a:pt x="5199" y="3781"/>
                </a:cubicBezTo>
                <a:lnTo>
                  <a:pt x="5167" y="3813"/>
                </a:lnTo>
                <a:cubicBezTo>
                  <a:pt x="5167" y="3813"/>
                  <a:pt x="5167" y="3781"/>
                  <a:pt x="5136" y="3781"/>
                </a:cubicBezTo>
                <a:cubicBezTo>
                  <a:pt x="5010" y="3529"/>
                  <a:pt x="4884" y="3372"/>
                  <a:pt x="4758" y="3214"/>
                </a:cubicBezTo>
                <a:lnTo>
                  <a:pt x="5073" y="2899"/>
                </a:lnTo>
                <a:cubicBezTo>
                  <a:pt x="5388" y="2584"/>
                  <a:pt x="5608" y="2143"/>
                  <a:pt x="5608" y="1670"/>
                </a:cubicBezTo>
                <a:lnTo>
                  <a:pt x="5608" y="725"/>
                </a:lnTo>
                <a:close/>
                <a:moveTo>
                  <a:pt x="3970" y="3529"/>
                </a:moveTo>
                <a:cubicBezTo>
                  <a:pt x="4159" y="3529"/>
                  <a:pt x="4348" y="3687"/>
                  <a:pt x="4506" y="4002"/>
                </a:cubicBezTo>
                <a:cubicBezTo>
                  <a:pt x="4569" y="4128"/>
                  <a:pt x="4600" y="4285"/>
                  <a:pt x="4663" y="4474"/>
                </a:cubicBezTo>
                <a:cubicBezTo>
                  <a:pt x="4758" y="4852"/>
                  <a:pt x="4821" y="5293"/>
                  <a:pt x="4852" y="5829"/>
                </a:cubicBezTo>
                <a:lnTo>
                  <a:pt x="3812" y="6837"/>
                </a:lnTo>
                <a:lnTo>
                  <a:pt x="3340" y="6396"/>
                </a:lnTo>
                <a:cubicBezTo>
                  <a:pt x="3293" y="6333"/>
                  <a:pt x="3206" y="6302"/>
                  <a:pt x="3115" y="6302"/>
                </a:cubicBezTo>
                <a:cubicBezTo>
                  <a:pt x="3025" y="6302"/>
                  <a:pt x="2930" y="6333"/>
                  <a:pt x="2867" y="6396"/>
                </a:cubicBezTo>
                <a:cubicBezTo>
                  <a:pt x="2804" y="6491"/>
                  <a:pt x="2804" y="6554"/>
                  <a:pt x="2804" y="6648"/>
                </a:cubicBezTo>
                <a:cubicBezTo>
                  <a:pt x="2804" y="6711"/>
                  <a:pt x="2836" y="6837"/>
                  <a:pt x="2930" y="6869"/>
                </a:cubicBezTo>
                <a:lnTo>
                  <a:pt x="3340" y="7310"/>
                </a:lnTo>
                <a:lnTo>
                  <a:pt x="2206" y="8444"/>
                </a:lnTo>
                <a:cubicBezTo>
                  <a:pt x="2080" y="8570"/>
                  <a:pt x="2080" y="8822"/>
                  <a:pt x="2206" y="8916"/>
                </a:cubicBezTo>
                <a:cubicBezTo>
                  <a:pt x="2300" y="9011"/>
                  <a:pt x="2363" y="9042"/>
                  <a:pt x="2458" y="9042"/>
                </a:cubicBezTo>
                <a:cubicBezTo>
                  <a:pt x="2521" y="9042"/>
                  <a:pt x="2647" y="9011"/>
                  <a:pt x="2678" y="8916"/>
                </a:cubicBezTo>
                <a:lnTo>
                  <a:pt x="4852" y="6743"/>
                </a:lnTo>
                <a:lnTo>
                  <a:pt x="4852" y="6806"/>
                </a:lnTo>
                <a:cubicBezTo>
                  <a:pt x="4758" y="7971"/>
                  <a:pt x="4569" y="8979"/>
                  <a:pt x="4254" y="9358"/>
                </a:cubicBezTo>
                <a:cubicBezTo>
                  <a:pt x="3970" y="9767"/>
                  <a:pt x="3529" y="9988"/>
                  <a:pt x="3056" y="10271"/>
                </a:cubicBezTo>
                <a:cubicBezTo>
                  <a:pt x="2867" y="10397"/>
                  <a:pt x="2710" y="10492"/>
                  <a:pt x="2521" y="10618"/>
                </a:cubicBezTo>
                <a:cubicBezTo>
                  <a:pt x="2111" y="10901"/>
                  <a:pt x="1702" y="11185"/>
                  <a:pt x="1292" y="11185"/>
                </a:cubicBezTo>
                <a:cubicBezTo>
                  <a:pt x="851" y="11122"/>
                  <a:pt x="662" y="10712"/>
                  <a:pt x="693" y="9862"/>
                </a:cubicBezTo>
                <a:cubicBezTo>
                  <a:pt x="756" y="8759"/>
                  <a:pt x="1261" y="7152"/>
                  <a:pt x="1954" y="5766"/>
                </a:cubicBezTo>
                <a:cubicBezTo>
                  <a:pt x="2332" y="5104"/>
                  <a:pt x="2710" y="4506"/>
                  <a:pt x="3056" y="4128"/>
                </a:cubicBezTo>
                <a:cubicBezTo>
                  <a:pt x="3434" y="3781"/>
                  <a:pt x="3749" y="3529"/>
                  <a:pt x="3970" y="3529"/>
                </a:cubicBezTo>
                <a:close/>
                <a:moveTo>
                  <a:pt x="7845" y="3624"/>
                </a:moveTo>
                <a:cubicBezTo>
                  <a:pt x="8066" y="3624"/>
                  <a:pt x="8381" y="3813"/>
                  <a:pt x="8759" y="4191"/>
                </a:cubicBezTo>
                <a:cubicBezTo>
                  <a:pt x="9105" y="4600"/>
                  <a:pt x="9483" y="5136"/>
                  <a:pt x="9861" y="5860"/>
                </a:cubicBezTo>
                <a:cubicBezTo>
                  <a:pt x="10555" y="7247"/>
                  <a:pt x="11059" y="8853"/>
                  <a:pt x="11122" y="9956"/>
                </a:cubicBezTo>
                <a:cubicBezTo>
                  <a:pt x="11153" y="10744"/>
                  <a:pt x="10933" y="11185"/>
                  <a:pt x="10523" y="11185"/>
                </a:cubicBezTo>
                <a:cubicBezTo>
                  <a:pt x="10504" y="11186"/>
                  <a:pt x="10485" y="11187"/>
                  <a:pt x="10466" y="11187"/>
                </a:cubicBezTo>
                <a:cubicBezTo>
                  <a:pt x="10072" y="11187"/>
                  <a:pt x="9655" y="10888"/>
                  <a:pt x="9294" y="10618"/>
                </a:cubicBezTo>
                <a:cubicBezTo>
                  <a:pt x="9105" y="10492"/>
                  <a:pt x="8948" y="10397"/>
                  <a:pt x="8727" y="10271"/>
                </a:cubicBezTo>
                <a:cubicBezTo>
                  <a:pt x="8286" y="9988"/>
                  <a:pt x="7845" y="9767"/>
                  <a:pt x="7562" y="9358"/>
                </a:cubicBezTo>
                <a:cubicBezTo>
                  <a:pt x="7278" y="8979"/>
                  <a:pt x="7057" y="7971"/>
                  <a:pt x="6963" y="6869"/>
                </a:cubicBezTo>
                <a:lnTo>
                  <a:pt x="6963" y="6837"/>
                </a:lnTo>
                <a:lnTo>
                  <a:pt x="9137" y="9011"/>
                </a:lnTo>
                <a:cubicBezTo>
                  <a:pt x="9200" y="9074"/>
                  <a:pt x="9294" y="9137"/>
                  <a:pt x="9357" y="9137"/>
                </a:cubicBezTo>
                <a:cubicBezTo>
                  <a:pt x="9452" y="9137"/>
                  <a:pt x="9578" y="9074"/>
                  <a:pt x="9609" y="9011"/>
                </a:cubicBezTo>
                <a:cubicBezTo>
                  <a:pt x="9735" y="8885"/>
                  <a:pt x="9735" y="8633"/>
                  <a:pt x="9609" y="8538"/>
                </a:cubicBezTo>
                <a:lnTo>
                  <a:pt x="8475" y="7404"/>
                </a:lnTo>
                <a:lnTo>
                  <a:pt x="8885" y="6963"/>
                </a:lnTo>
                <a:cubicBezTo>
                  <a:pt x="9011" y="6837"/>
                  <a:pt x="9011" y="6617"/>
                  <a:pt x="8885" y="6491"/>
                </a:cubicBezTo>
                <a:cubicBezTo>
                  <a:pt x="8838" y="6428"/>
                  <a:pt x="8751" y="6396"/>
                  <a:pt x="8660" y="6396"/>
                </a:cubicBezTo>
                <a:cubicBezTo>
                  <a:pt x="8570" y="6396"/>
                  <a:pt x="8475" y="6428"/>
                  <a:pt x="8412" y="6491"/>
                </a:cubicBezTo>
                <a:lnTo>
                  <a:pt x="8003" y="6932"/>
                </a:lnTo>
                <a:lnTo>
                  <a:pt x="6963" y="5892"/>
                </a:lnTo>
                <a:cubicBezTo>
                  <a:pt x="6994" y="5388"/>
                  <a:pt x="7057" y="4915"/>
                  <a:pt x="7152" y="4569"/>
                </a:cubicBezTo>
                <a:cubicBezTo>
                  <a:pt x="7215" y="4411"/>
                  <a:pt x="7278" y="4222"/>
                  <a:pt x="7310" y="4096"/>
                </a:cubicBezTo>
                <a:cubicBezTo>
                  <a:pt x="7499" y="3781"/>
                  <a:pt x="7656" y="3624"/>
                  <a:pt x="7845" y="3624"/>
                </a:cubicBezTo>
                <a:close/>
                <a:moveTo>
                  <a:pt x="5230" y="1"/>
                </a:moveTo>
                <a:cubicBezTo>
                  <a:pt x="5041" y="1"/>
                  <a:pt x="4884" y="158"/>
                  <a:pt x="4884" y="347"/>
                </a:cubicBezTo>
                <a:lnTo>
                  <a:pt x="4884" y="1639"/>
                </a:lnTo>
                <a:cubicBezTo>
                  <a:pt x="4884" y="1922"/>
                  <a:pt x="4758" y="2206"/>
                  <a:pt x="4569" y="2395"/>
                </a:cubicBezTo>
                <a:lnTo>
                  <a:pt x="4096" y="2868"/>
                </a:lnTo>
                <a:lnTo>
                  <a:pt x="4002" y="2868"/>
                </a:lnTo>
                <a:cubicBezTo>
                  <a:pt x="3991" y="2867"/>
                  <a:pt x="3981" y="2867"/>
                  <a:pt x="3970" y="2867"/>
                </a:cubicBezTo>
                <a:cubicBezTo>
                  <a:pt x="2880" y="2867"/>
                  <a:pt x="1886" y="4484"/>
                  <a:pt x="1387" y="5451"/>
                </a:cubicBezTo>
                <a:cubicBezTo>
                  <a:pt x="599" y="6963"/>
                  <a:pt x="63" y="8601"/>
                  <a:pt x="32" y="9862"/>
                </a:cubicBezTo>
                <a:cubicBezTo>
                  <a:pt x="0" y="10429"/>
                  <a:pt x="63" y="10901"/>
                  <a:pt x="284" y="11216"/>
                </a:cubicBezTo>
                <a:cubicBezTo>
                  <a:pt x="473" y="11657"/>
                  <a:pt x="820" y="11878"/>
                  <a:pt x="1292" y="11878"/>
                </a:cubicBezTo>
                <a:lnTo>
                  <a:pt x="1387" y="11878"/>
                </a:lnTo>
                <a:cubicBezTo>
                  <a:pt x="1954" y="11878"/>
                  <a:pt x="2489" y="11531"/>
                  <a:pt x="2962" y="11216"/>
                </a:cubicBezTo>
                <a:cubicBezTo>
                  <a:pt x="3119" y="11090"/>
                  <a:pt x="3277" y="10964"/>
                  <a:pt x="3434" y="10901"/>
                </a:cubicBezTo>
                <a:cubicBezTo>
                  <a:pt x="3970" y="10586"/>
                  <a:pt x="4474" y="10303"/>
                  <a:pt x="4852" y="9799"/>
                </a:cubicBezTo>
                <a:cubicBezTo>
                  <a:pt x="5199" y="9263"/>
                  <a:pt x="5482" y="8223"/>
                  <a:pt x="5545" y="6963"/>
                </a:cubicBezTo>
                <a:cubicBezTo>
                  <a:pt x="5545" y="6648"/>
                  <a:pt x="5577" y="6365"/>
                  <a:pt x="5545" y="6081"/>
                </a:cubicBezTo>
                <a:lnTo>
                  <a:pt x="5545" y="5987"/>
                </a:lnTo>
                <a:cubicBezTo>
                  <a:pt x="5545" y="5451"/>
                  <a:pt x="5482" y="4978"/>
                  <a:pt x="5388" y="4569"/>
                </a:cubicBezTo>
                <a:lnTo>
                  <a:pt x="5671" y="4285"/>
                </a:lnTo>
                <a:cubicBezTo>
                  <a:pt x="5734" y="4222"/>
                  <a:pt x="5821" y="4191"/>
                  <a:pt x="5908" y="4191"/>
                </a:cubicBezTo>
                <a:cubicBezTo>
                  <a:pt x="5994" y="4191"/>
                  <a:pt x="6081" y="4222"/>
                  <a:pt x="6144" y="4285"/>
                </a:cubicBezTo>
                <a:lnTo>
                  <a:pt x="6427" y="4569"/>
                </a:lnTo>
                <a:cubicBezTo>
                  <a:pt x="6270" y="5230"/>
                  <a:pt x="6207" y="6050"/>
                  <a:pt x="6270" y="6963"/>
                </a:cubicBezTo>
                <a:cubicBezTo>
                  <a:pt x="6333" y="8223"/>
                  <a:pt x="6616" y="9295"/>
                  <a:pt x="6963" y="9799"/>
                </a:cubicBezTo>
                <a:cubicBezTo>
                  <a:pt x="7310" y="10303"/>
                  <a:pt x="7845" y="10618"/>
                  <a:pt x="8381" y="10901"/>
                </a:cubicBezTo>
                <a:cubicBezTo>
                  <a:pt x="8538" y="10964"/>
                  <a:pt x="8696" y="11090"/>
                  <a:pt x="8853" y="11216"/>
                </a:cubicBezTo>
                <a:cubicBezTo>
                  <a:pt x="9326" y="11531"/>
                  <a:pt x="9830" y="11878"/>
                  <a:pt x="10429" y="11878"/>
                </a:cubicBezTo>
                <a:lnTo>
                  <a:pt x="10523" y="11878"/>
                </a:lnTo>
                <a:cubicBezTo>
                  <a:pt x="10996" y="11846"/>
                  <a:pt x="11342" y="11594"/>
                  <a:pt x="11531" y="11216"/>
                </a:cubicBezTo>
                <a:cubicBezTo>
                  <a:pt x="11720" y="10870"/>
                  <a:pt x="11815" y="10429"/>
                  <a:pt x="11783" y="9862"/>
                </a:cubicBezTo>
                <a:cubicBezTo>
                  <a:pt x="11720" y="8664"/>
                  <a:pt x="11216" y="6963"/>
                  <a:pt x="10429" y="5451"/>
                </a:cubicBezTo>
                <a:cubicBezTo>
                  <a:pt x="9924" y="4474"/>
                  <a:pt x="8885" y="2868"/>
                  <a:pt x="7782" y="2868"/>
                </a:cubicBezTo>
                <a:lnTo>
                  <a:pt x="7751" y="2868"/>
                </a:lnTo>
                <a:lnTo>
                  <a:pt x="7278" y="2395"/>
                </a:lnTo>
                <a:cubicBezTo>
                  <a:pt x="7089" y="2206"/>
                  <a:pt x="6963" y="1922"/>
                  <a:pt x="6963" y="1639"/>
                </a:cubicBezTo>
                <a:lnTo>
                  <a:pt x="6963" y="347"/>
                </a:lnTo>
                <a:cubicBezTo>
                  <a:pt x="6963" y="158"/>
                  <a:pt x="6805" y="1"/>
                  <a:pt x="6616"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081" name="Google Shape;7113;p64">
            <a:extLst>
              <a:ext uri="{FF2B5EF4-FFF2-40B4-BE49-F238E27FC236}">
                <a16:creationId xmlns:a16="http://schemas.microsoft.com/office/drawing/2014/main" id="{05470D4E-9583-4B3C-AAFC-0F45C9B7F8CD}"/>
              </a:ext>
            </a:extLst>
          </p:cNvPr>
          <p:cNvSpPr/>
          <p:nvPr/>
        </p:nvSpPr>
        <p:spPr>
          <a:xfrm>
            <a:off x="4583665" y="5331109"/>
            <a:ext cx="231011" cy="229789"/>
          </a:xfrm>
          <a:custGeom>
            <a:avLst/>
            <a:gdLst/>
            <a:ahLst/>
            <a:cxnLst/>
            <a:rect l="l" t="t" r="r" b="b"/>
            <a:pathLst>
              <a:path w="11910" h="11847" extrusionOk="0">
                <a:moveTo>
                  <a:pt x="1104" y="693"/>
                </a:moveTo>
                <a:cubicBezTo>
                  <a:pt x="2521" y="693"/>
                  <a:pt x="3592" y="1702"/>
                  <a:pt x="3813" y="3371"/>
                </a:cubicBezTo>
                <a:lnTo>
                  <a:pt x="3939" y="4190"/>
                </a:lnTo>
                <a:lnTo>
                  <a:pt x="3781" y="4190"/>
                </a:lnTo>
                <a:cubicBezTo>
                  <a:pt x="3592" y="4190"/>
                  <a:pt x="3435" y="4190"/>
                  <a:pt x="3246" y="4222"/>
                </a:cubicBezTo>
                <a:lnTo>
                  <a:pt x="3151" y="3497"/>
                </a:lnTo>
                <a:cubicBezTo>
                  <a:pt x="2962" y="2143"/>
                  <a:pt x="2206" y="1418"/>
                  <a:pt x="1104" y="1418"/>
                </a:cubicBezTo>
                <a:cubicBezTo>
                  <a:pt x="915" y="1418"/>
                  <a:pt x="757" y="1260"/>
                  <a:pt x="757" y="1040"/>
                </a:cubicBezTo>
                <a:cubicBezTo>
                  <a:pt x="757" y="851"/>
                  <a:pt x="915" y="693"/>
                  <a:pt x="1104" y="693"/>
                </a:cubicBezTo>
                <a:close/>
                <a:moveTo>
                  <a:pt x="6617" y="3529"/>
                </a:moveTo>
                <a:cubicBezTo>
                  <a:pt x="7184" y="3529"/>
                  <a:pt x="7657" y="4001"/>
                  <a:pt x="7657" y="4568"/>
                </a:cubicBezTo>
                <a:lnTo>
                  <a:pt x="7657" y="5577"/>
                </a:lnTo>
                <a:lnTo>
                  <a:pt x="6774" y="5577"/>
                </a:lnTo>
                <a:lnTo>
                  <a:pt x="6554" y="5356"/>
                </a:lnTo>
                <a:lnTo>
                  <a:pt x="6522" y="5293"/>
                </a:lnTo>
                <a:cubicBezTo>
                  <a:pt x="6050" y="4820"/>
                  <a:pt x="5388" y="4474"/>
                  <a:pt x="4695" y="4316"/>
                </a:cubicBezTo>
                <a:lnTo>
                  <a:pt x="4569" y="3529"/>
                </a:lnTo>
                <a:close/>
                <a:moveTo>
                  <a:pt x="3466" y="4915"/>
                </a:moveTo>
                <a:lnTo>
                  <a:pt x="3466" y="5608"/>
                </a:lnTo>
                <a:cubicBezTo>
                  <a:pt x="3088" y="5671"/>
                  <a:pt x="2679" y="5860"/>
                  <a:pt x="2364" y="6081"/>
                </a:cubicBezTo>
                <a:lnTo>
                  <a:pt x="1860" y="5577"/>
                </a:lnTo>
                <a:cubicBezTo>
                  <a:pt x="2332" y="5230"/>
                  <a:pt x="2868" y="4978"/>
                  <a:pt x="3466" y="4915"/>
                </a:cubicBezTo>
                <a:close/>
                <a:moveTo>
                  <a:pt x="4191" y="4915"/>
                </a:moveTo>
                <a:cubicBezTo>
                  <a:pt x="4790" y="4978"/>
                  <a:pt x="5325" y="5230"/>
                  <a:pt x="5798" y="5577"/>
                </a:cubicBezTo>
                <a:lnTo>
                  <a:pt x="5294" y="6081"/>
                </a:lnTo>
                <a:cubicBezTo>
                  <a:pt x="4979" y="5860"/>
                  <a:pt x="4569" y="5703"/>
                  <a:pt x="4191" y="5608"/>
                </a:cubicBezTo>
                <a:lnTo>
                  <a:pt x="4191" y="4915"/>
                </a:lnTo>
                <a:close/>
                <a:moveTo>
                  <a:pt x="6270" y="6049"/>
                </a:moveTo>
                <a:cubicBezTo>
                  <a:pt x="6617" y="6522"/>
                  <a:pt x="6869" y="7057"/>
                  <a:pt x="6932" y="7656"/>
                </a:cubicBezTo>
                <a:lnTo>
                  <a:pt x="6239" y="7656"/>
                </a:lnTo>
                <a:cubicBezTo>
                  <a:pt x="6176" y="7278"/>
                  <a:pt x="5987" y="6868"/>
                  <a:pt x="5766" y="6553"/>
                </a:cubicBezTo>
                <a:lnTo>
                  <a:pt x="6270" y="6049"/>
                </a:lnTo>
                <a:close/>
                <a:moveTo>
                  <a:pt x="1387" y="6081"/>
                </a:moveTo>
                <a:lnTo>
                  <a:pt x="1891" y="6616"/>
                </a:lnTo>
                <a:cubicBezTo>
                  <a:pt x="1671" y="6931"/>
                  <a:pt x="1513" y="7309"/>
                  <a:pt x="1419" y="7719"/>
                </a:cubicBezTo>
                <a:lnTo>
                  <a:pt x="725" y="7719"/>
                </a:lnTo>
                <a:cubicBezTo>
                  <a:pt x="788" y="7057"/>
                  <a:pt x="1041" y="6522"/>
                  <a:pt x="1387" y="6081"/>
                </a:cubicBezTo>
                <a:close/>
                <a:moveTo>
                  <a:pt x="8792" y="6327"/>
                </a:moveTo>
                <a:cubicBezTo>
                  <a:pt x="9316" y="6327"/>
                  <a:pt x="9736" y="6806"/>
                  <a:pt x="9736" y="7341"/>
                </a:cubicBezTo>
                <a:lnTo>
                  <a:pt x="9736" y="7719"/>
                </a:lnTo>
                <a:lnTo>
                  <a:pt x="7657" y="7719"/>
                </a:lnTo>
                <a:cubicBezTo>
                  <a:pt x="7594" y="7183"/>
                  <a:pt x="7436" y="6774"/>
                  <a:pt x="7247" y="6333"/>
                </a:cubicBezTo>
                <a:lnTo>
                  <a:pt x="8696" y="6333"/>
                </a:lnTo>
                <a:cubicBezTo>
                  <a:pt x="8729" y="6329"/>
                  <a:pt x="8761" y="6327"/>
                  <a:pt x="8792" y="6327"/>
                </a:cubicBezTo>
                <a:close/>
                <a:moveTo>
                  <a:pt x="3813" y="6270"/>
                </a:moveTo>
                <a:cubicBezTo>
                  <a:pt x="4790" y="6270"/>
                  <a:pt x="5577" y="7057"/>
                  <a:pt x="5577" y="8034"/>
                </a:cubicBezTo>
                <a:cubicBezTo>
                  <a:pt x="5577" y="8979"/>
                  <a:pt x="4790" y="9767"/>
                  <a:pt x="3813" y="9767"/>
                </a:cubicBezTo>
                <a:cubicBezTo>
                  <a:pt x="2868" y="9767"/>
                  <a:pt x="2080" y="8979"/>
                  <a:pt x="2080" y="8034"/>
                </a:cubicBezTo>
                <a:cubicBezTo>
                  <a:pt x="2080" y="7057"/>
                  <a:pt x="2868" y="6270"/>
                  <a:pt x="3813" y="6270"/>
                </a:cubicBezTo>
                <a:close/>
                <a:moveTo>
                  <a:pt x="1419" y="8381"/>
                </a:moveTo>
                <a:cubicBezTo>
                  <a:pt x="1450" y="8759"/>
                  <a:pt x="1671" y="9168"/>
                  <a:pt x="1891" y="9483"/>
                </a:cubicBezTo>
                <a:lnTo>
                  <a:pt x="1387" y="9987"/>
                </a:lnTo>
                <a:cubicBezTo>
                  <a:pt x="1041" y="9515"/>
                  <a:pt x="788" y="8979"/>
                  <a:pt x="725" y="8381"/>
                </a:cubicBezTo>
                <a:close/>
                <a:moveTo>
                  <a:pt x="6932" y="8381"/>
                </a:moveTo>
                <a:cubicBezTo>
                  <a:pt x="6869" y="8979"/>
                  <a:pt x="6617" y="9515"/>
                  <a:pt x="6270" y="9987"/>
                </a:cubicBezTo>
                <a:lnTo>
                  <a:pt x="5766" y="9483"/>
                </a:lnTo>
                <a:cubicBezTo>
                  <a:pt x="5987" y="9168"/>
                  <a:pt x="6144" y="8759"/>
                  <a:pt x="6239" y="8381"/>
                </a:cubicBezTo>
                <a:close/>
                <a:moveTo>
                  <a:pt x="5294" y="9956"/>
                </a:moveTo>
                <a:lnTo>
                  <a:pt x="5798" y="10460"/>
                </a:lnTo>
                <a:cubicBezTo>
                  <a:pt x="5357" y="10806"/>
                  <a:pt x="4821" y="11058"/>
                  <a:pt x="4191" y="11121"/>
                </a:cubicBezTo>
                <a:lnTo>
                  <a:pt x="4191" y="10428"/>
                </a:lnTo>
                <a:cubicBezTo>
                  <a:pt x="4569" y="10397"/>
                  <a:pt x="4979" y="10176"/>
                  <a:pt x="5294" y="9956"/>
                </a:cubicBezTo>
                <a:close/>
                <a:moveTo>
                  <a:pt x="2364" y="9987"/>
                </a:moveTo>
                <a:cubicBezTo>
                  <a:pt x="2679" y="10208"/>
                  <a:pt x="3088" y="10397"/>
                  <a:pt x="3466" y="10460"/>
                </a:cubicBezTo>
                <a:lnTo>
                  <a:pt x="3466" y="11184"/>
                </a:lnTo>
                <a:cubicBezTo>
                  <a:pt x="2868" y="11090"/>
                  <a:pt x="2332" y="10838"/>
                  <a:pt x="1860" y="10491"/>
                </a:cubicBezTo>
                <a:lnTo>
                  <a:pt x="2364" y="9987"/>
                </a:lnTo>
                <a:close/>
                <a:moveTo>
                  <a:pt x="9389" y="10460"/>
                </a:moveTo>
                <a:cubicBezTo>
                  <a:pt x="9578" y="10460"/>
                  <a:pt x="9736" y="10617"/>
                  <a:pt x="9736" y="10806"/>
                </a:cubicBezTo>
                <a:cubicBezTo>
                  <a:pt x="9736" y="10995"/>
                  <a:pt x="9578" y="11184"/>
                  <a:pt x="9389" y="11184"/>
                </a:cubicBezTo>
                <a:cubicBezTo>
                  <a:pt x="9169" y="11184"/>
                  <a:pt x="9011" y="10995"/>
                  <a:pt x="9011" y="10806"/>
                </a:cubicBezTo>
                <a:cubicBezTo>
                  <a:pt x="9011" y="10617"/>
                  <a:pt x="9169" y="10460"/>
                  <a:pt x="9389" y="10460"/>
                </a:cubicBezTo>
                <a:close/>
                <a:moveTo>
                  <a:pt x="1104" y="0"/>
                </a:moveTo>
                <a:cubicBezTo>
                  <a:pt x="505" y="0"/>
                  <a:pt x="95" y="473"/>
                  <a:pt x="95" y="1008"/>
                </a:cubicBezTo>
                <a:cubicBezTo>
                  <a:pt x="95" y="1544"/>
                  <a:pt x="568" y="2048"/>
                  <a:pt x="1104" y="2048"/>
                </a:cubicBezTo>
                <a:cubicBezTo>
                  <a:pt x="2049" y="2048"/>
                  <a:pt x="2364" y="2867"/>
                  <a:pt x="2490" y="3529"/>
                </a:cubicBezTo>
                <a:lnTo>
                  <a:pt x="2616" y="4348"/>
                </a:lnTo>
                <a:cubicBezTo>
                  <a:pt x="2049" y="4537"/>
                  <a:pt x="1576" y="4852"/>
                  <a:pt x="1167" y="5262"/>
                </a:cubicBezTo>
                <a:lnTo>
                  <a:pt x="1104" y="5293"/>
                </a:lnTo>
                <a:cubicBezTo>
                  <a:pt x="442" y="5955"/>
                  <a:pt x="1" y="6900"/>
                  <a:pt x="1" y="7971"/>
                </a:cubicBezTo>
                <a:cubicBezTo>
                  <a:pt x="1" y="9011"/>
                  <a:pt x="442" y="9956"/>
                  <a:pt x="1104" y="10649"/>
                </a:cubicBezTo>
                <a:lnTo>
                  <a:pt x="1167" y="10680"/>
                </a:lnTo>
                <a:lnTo>
                  <a:pt x="1198" y="10743"/>
                </a:lnTo>
                <a:cubicBezTo>
                  <a:pt x="1860" y="11405"/>
                  <a:pt x="2805" y="11846"/>
                  <a:pt x="3876" y="11846"/>
                </a:cubicBezTo>
                <a:cubicBezTo>
                  <a:pt x="4884" y="11846"/>
                  <a:pt x="5829" y="11405"/>
                  <a:pt x="6554" y="10743"/>
                </a:cubicBezTo>
                <a:lnTo>
                  <a:pt x="6585" y="10680"/>
                </a:lnTo>
                <a:lnTo>
                  <a:pt x="6617" y="10649"/>
                </a:lnTo>
                <a:cubicBezTo>
                  <a:pt x="7216" y="10019"/>
                  <a:pt x="7625" y="9231"/>
                  <a:pt x="7688" y="8318"/>
                </a:cubicBezTo>
                <a:lnTo>
                  <a:pt x="9106" y="8318"/>
                </a:lnTo>
                <a:lnTo>
                  <a:pt x="9106" y="9798"/>
                </a:lnTo>
                <a:cubicBezTo>
                  <a:pt x="8728" y="9956"/>
                  <a:pt x="8381" y="10302"/>
                  <a:pt x="8381" y="10775"/>
                </a:cubicBezTo>
                <a:cubicBezTo>
                  <a:pt x="8381" y="11373"/>
                  <a:pt x="8854" y="11783"/>
                  <a:pt x="9421" y="11783"/>
                </a:cubicBezTo>
                <a:cubicBezTo>
                  <a:pt x="9862" y="11783"/>
                  <a:pt x="10240" y="11531"/>
                  <a:pt x="10398" y="11090"/>
                </a:cubicBezTo>
                <a:lnTo>
                  <a:pt x="11532" y="11090"/>
                </a:lnTo>
                <a:cubicBezTo>
                  <a:pt x="11752" y="11090"/>
                  <a:pt x="11910" y="10932"/>
                  <a:pt x="11910" y="10743"/>
                </a:cubicBezTo>
                <a:cubicBezTo>
                  <a:pt x="11910" y="10523"/>
                  <a:pt x="11689" y="10460"/>
                  <a:pt x="11500" y="10460"/>
                </a:cubicBezTo>
                <a:lnTo>
                  <a:pt x="10366" y="10460"/>
                </a:lnTo>
                <a:cubicBezTo>
                  <a:pt x="10240" y="10176"/>
                  <a:pt x="10019" y="9956"/>
                  <a:pt x="9736" y="9830"/>
                </a:cubicBezTo>
                <a:lnTo>
                  <a:pt x="9736" y="8381"/>
                </a:lnTo>
                <a:lnTo>
                  <a:pt x="10807" y="8381"/>
                </a:lnTo>
                <a:cubicBezTo>
                  <a:pt x="10996" y="8381"/>
                  <a:pt x="11154" y="8223"/>
                  <a:pt x="11154" y="8034"/>
                </a:cubicBezTo>
                <a:cubicBezTo>
                  <a:pt x="11154" y="7813"/>
                  <a:pt x="10996" y="7656"/>
                  <a:pt x="10807" y="7656"/>
                </a:cubicBezTo>
                <a:lnTo>
                  <a:pt x="10461" y="7656"/>
                </a:lnTo>
                <a:lnTo>
                  <a:pt x="10461" y="7309"/>
                </a:lnTo>
                <a:cubicBezTo>
                  <a:pt x="10461" y="6364"/>
                  <a:pt x="9673" y="5577"/>
                  <a:pt x="8728" y="5577"/>
                </a:cubicBezTo>
                <a:lnTo>
                  <a:pt x="8350" y="5577"/>
                </a:lnTo>
                <a:lnTo>
                  <a:pt x="8350" y="4568"/>
                </a:lnTo>
                <a:cubicBezTo>
                  <a:pt x="8350" y="3623"/>
                  <a:pt x="7562" y="2836"/>
                  <a:pt x="6617" y="2836"/>
                </a:cubicBezTo>
                <a:lnTo>
                  <a:pt x="4443" y="2836"/>
                </a:lnTo>
                <a:cubicBezTo>
                  <a:pt x="4254" y="2048"/>
                  <a:pt x="3907" y="1418"/>
                  <a:pt x="3403" y="882"/>
                </a:cubicBezTo>
                <a:cubicBezTo>
                  <a:pt x="2773" y="315"/>
                  <a:pt x="1986" y="0"/>
                  <a:pt x="1104"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082" name="Google Shape;7114;p64">
            <a:extLst>
              <a:ext uri="{FF2B5EF4-FFF2-40B4-BE49-F238E27FC236}">
                <a16:creationId xmlns:a16="http://schemas.microsoft.com/office/drawing/2014/main" id="{6B47950A-32DF-4AEE-B4A0-A93D05462298}"/>
              </a:ext>
            </a:extLst>
          </p:cNvPr>
          <p:cNvGrpSpPr/>
          <p:nvPr/>
        </p:nvGrpSpPr>
        <p:grpSpPr>
          <a:xfrm>
            <a:off x="1681112" y="5343756"/>
            <a:ext cx="234056" cy="229634"/>
            <a:chOff x="-26993200" y="1961775"/>
            <a:chExt cx="301675" cy="295975"/>
          </a:xfrm>
          <a:solidFill>
            <a:schemeClr val="tx1"/>
          </a:solidFill>
        </p:grpSpPr>
        <p:sp>
          <p:nvSpPr>
            <p:cNvPr id="1113" name="Google Shape;7115;p64">
              <a:extLst>
                <a:ext uri="{FF2B5EF4-FFF2-40B4-BE49-F238E27FC236}">
                  <a16:creationId xmlns:a16="http://schemas.microsoft.com/office/drawing/2014/main" id="{132FE4B2-3D1A-4432-B1EF-37C5F3075C2E}"/>
                </a:ext>
              </a:extLst>
            </p:cNvPr>
            <p:cNvSpPr/>
            <p:nvPr/>
          </p:nvSpPr>
          <p:spPr>
            <a:xfrm>
              <a:off x="-26993200" y="1961775"/>
              <a:ext cx="301675" cy="295975"/>
            </a:xfrm>
            <a:custGeom>
              <a:avLst/>
              <a:gdLst/>
              <a:ahLst/>
              <a:cxnLst/>
              <a:rect l="l" t="t" r="r" b="b"/>
              <a:pathLst>
                <a:path w="12067" h="11839" extrusionOk="0">
                  <a:moveTo>
                    <a:pt x="8601" y="685"/>
                  </a:moveTo>
                  <a:cubicBezTo>
                    <a:pt x="8664" y="685"/>
                    <a:pt x="8790" y="717"/>
                    <a:pt x="8822" y="811"/>
                  </a:cubicBezTo>
                  <a:lnTo>
                    <a:pt x="11279" y="3237"/>
                  </a:lnTo>
                  <a:cubicBezTo>
                    <a:pt x="11342" y="3332"/>
                    <a:pt x="11374" y="3395"/>
                    <a:pt x="11374" y="3489"/>
                  </a:cubicBezTo>
                  <a:cubicBezTo>
                    <a:pt x="11374" y="3552"/>
                    <a:pt x="11342" y="3647"/>
                    <a:pt x="11279" y="3710"/>
                  </a:cubicBezTo>
                  <a:cubicBezTo>
                    <a:pt x="11216" y="3773"/>
                    <a:pt x="11122" y="3804"/>
                    <a:pt x="11031" y="3804"/>
                  </a:cubicBezTo>
                  <a:cubicBezTo>
                    <a:pt x="10941" y="3804"/>
                    <a:pt x="10854" y="3773"/>
                    <a:pt x="10807" y="3710"/>
                  </a:cubicBezTo>
                  <a:lnTo>
                    <a:pt x="8349" y="1284"/>
                  </a:lnTo>
                  <a:cubicBezTo>
                    <a:pt x="8286" y="1189"/>
                    <a:pt x="8223" y="1126"/>
                    <a:pt x="8223" y="1032"/>
                  </a:cubicBezTo>
                  <a:cubicBezTo>
                    <a:pt x="8223" y="969"/>
                    <a:pt x="8286" y="843"/>
                    <a:pt x="8349" y="811"/>
                  </a:cubicBezTo>
                  <a:cubicBezTo>
                    <a:pt x="8444" y="717"/>
                    <a:pt x="8507" y="685"/>
                    <a:pt x="8601" y="685"/>
                  </a:cubicBezTo>
                  <a:close/>
                  <a:moveTo>
                    <a:pt x="7971" y="2103"/>
                  </a:moveTo>
                  <a:lnTo>
                    <a:pt x="8759" y="2891"/>
                  </a:lnTo>
                  <a:lnTo>
                    <a:pt x="9925" y="4056"/>
                  </a:lnTo>
                  <a:lnTo>
                    <a:pt x="7058" y="6955"/>
                  </a:lnTo>
                  <a:cubicBezTo>
                    <a:pt x="6617" y="6545"/>
                    <a:pt x="5986" y="6356"/>
                    <a:pt x="5325" y="6356"/>
                  </a:cubicBezTo>
                  <a:lnTo>
                    <a:pt x="5293" y="6356"/>
                  </a:lnTo>
                  <a:cubicBezTo>
                    <a:pt x="5256" y="6359"/>
                    <a:pt x="5219" y="6360"/>
                    <a:pt x="5182" y="6360"/>
                  </a:cubicBezTo>
                  <a:cubicBezTo>
                    <a:pt x="4779" y="6360"/>
                    <a:pt x="4385" y="6206"/>
                    <a:pt x="4096" y="5947"/>
                  </a:cubicBezTo>
                  <a:lnTo>
                    <a:pt x="5136" y="4939"/>
                  </a:lnTo>
                  <a:lnTo>
                    <a:pt x="5356" y="5159"/>
                  </a:lnTo>
                  <a:cubicBezTo>
                    <a:pt x="5451" y="5254"/>
                    <a:pt x="5514" y="5285"/>
                    <a:pt x="5608" y="5285"/>
                  </a:cubicBezTo>
                  <a:cubicBezTo>
                    <a:pt x="5671" y="5285"/>
                    <a:pt x="5797" y="5254"/>
                    <a:pt x="5829" y="5159"/>
                  </a:cubicBezTo>
                  <a:cubicBezTo>
                    <a:pt x="5955" y="5065"/>
                    <a:pt x="5955" y="4813"/>
                    <a:pt x="5829" y="4687"/>
                  </a:cubicBezTo>
                  <a:lnTo>
                    <a:pt x="5608" y="4466"/>
                  </a:lnTo>
                  <a:lnTo>
                    <a:pt x="6081" y="3993"/>
                  </a:lnTo>
                  <a:lnTo>
                    <a:pt x="6302" y="4214"/>
                  </a:lnTo>
                  <a:cubicBezTo>
                    <a:pt x="6396" y="4308"/>
                    <a:pt x="6459" y="4340"/>
                    <a:pt x="6554" y="4340"/>
                  </a:cubicBezTo>
                  <a:cubicBezTo>
                    <a:pt x="6617" y="4340"/>
                    <a:pt x="6743" y="4308"/>
                    <a:pt x="6774" y="4214"/>
                  </a:cubicBezTo>
                  <a:cubicBezTo>
                    <a:pt x="6900" y="4119"/>
                    <a:pt x="6900" y="3867"/>
                    <a:pt x="6774" y="3741"/>
                  </a:cubicBezTo>
                  <a:lnTo>
                    <a:pt x="6554" y="3521"/>
                  </a:lnTo>
                  <a:lnTo>
                    <a:pt x="7026" y="3048"/>
                  </a:lnTo>
                  <a:lnTo>
                    <a:pt x="7247" y="3269"/>
                  </a:lnTo>
                  <a:cubicBezTo>
                    <a:pt x="7341" y="3363"/>
                    <a:pt x="7404" y="3395"/>
                    <a:pt x="7499" y="3395"/>
                  </a:cubicBezTo>
                  <a:cubicBezTo>
                    <a:pt x="7562" y="3395"/>
                    <a:pt x="7688" y="3363"/>
                    <a:pt x="7719" y="3269"/>
                  </a:cubicBezTo>
                  <a:cubicBezTo>
                    <a:pt x="7845" y="3174"/>
                    <a:pt x="7845" y="2922"/>
                    <a:pt x="7719" y="2796"/>
                  </a:cubicBezTo>
                  <a:lnTo>
                    <a:pt x="7499" y="2576"/>
                  </a:lnTo>
                  <a:lnTo>
                    <a:pt x="7971" y="2103"/>
                  </a:lnTo>
                  <a:close/>
                  <a:moveTo>
                    <a:pt x="3592" y="6482"/>
                  </a:moveTo>
                  <a:cubicBezTo>
                    <a:pt x="4038" y="6839"/>
                    <a:pt x="4596" y="7084"/>
                    <a:pt x="5213" y="7084"/>
                  </a:cubicBezTo>
                  <a:cubicBezTo>
                    <a:pt x="5250" y="7084"/>
                    <a:pt x="5288" y="7083"/>
                    <a:pt x="5325" y="7081"/>
                  </a:cubicBezTo>
                  <a:cubicBezTo>
                    <a:pt x="5797" y="7081"/>
                    <a:pt x="6239" y="7175"/>
                    <a:pt x="6554" y="7459"/>
                  </a:cubicBezTo>
                  <a:lnTo>
                    <a:pt x="3277" y="10735"/>
                  </a:lnTo>
                  <a:cubicBezTo>
                    <a:pt x="2993" y="11003"/>
                    <a:pt x="2639" y="11137"/>
                    <a:pt x="2285" y="11137"/>
                  </a:cubicBezTo>
                  <a:cubicBezTo>
                    <a:pt x="1930" y="11137"/>
                    <a:pt x="1576" y="11003"/>
                    <a:pt x="1292" y="10735"/>
                  </a:cubicBezTo>
                  <a:cubicBezTo>
                    <a:pt x="757" y="10168"/>
                    <a:pt x="757" y="9318"/>
                    <a:pt x="1292" y="8751"/>
                  </a:cubicBezTo>
                  <a:lnTo>
                    <a:pt x="3592" y="6482"/>
                  </a:lnTo>
                  <a:close/>
                  <a:moveTo>
                    <a:pt x="8582" y="0"/>
                  </a:moveTo>
                  <a:cubicBezTo>
                    <a:pt x="8318" y="0"/>
                    <a:pt x="8050" y="103"/>
                    <a:pt x="7845" y="307"/>
                  </a:cubicBezTo>
                  <a:cubicBezTo>
                    <a:pt x="7656" y="496"/>
                    <a:pt x="7530" y="780"/>
                    <a:pt x="7530" y="1032"/>
                  </a:cubicBezTo>
                  <a:cubicBezTo>
                    <a:pt x="7530" y="1189"/>
                    <a:pt x="7562" y="1347"/>
                    <a:pt x="7656" y="1473"/>
                  </a:cubicBezTo>
                  <a:lnTo>
                    <a:pt x="6869" y="2261"/>
                  </a:lnTo>
                  <a:lnTo>
                    <a:pt x="4884" y="4245"/>
                  </a:lnTo>
                  <a:lnTo>
                    <a:pt x="820" y="8278"/>
                  </a:lnTo>
                  <a:cubicBezTo>
                    <a:pt x="1" y="9097"/>
                    <a:pt x="1" y="10420"/>
                    <a:pt x="820" y="11240"/>
                  </a:cubicBezTo>
                  <a:cubicBezTo>
                    <a:pt x="1229" y="11649"/>
                    <a:pt x="1796" y="11838"/>
                    <a:pt x="2300" y="11838"/>
                  </a:cubicBezTo>
                  <a:cubicBezTo>
                    <a:pt x="2836" y="11838"/>
                    <a:pt x="3340" y="11649"/>
                    <a:pt x="3750" y="11240"/>
                  </a:cubicBezTo>
                  <a:lnTo>
                    <a:pt x="10555" y="4434"/>
                  </a:lnTo>
                  <a:cubicBezTo>
                    <a:pt x="10712" y="4497"/>
                    <a:pt x="10838" y="4560"/>
                    <a:pt x="10996" y="4560"/>
                  </a:cubicBezTo>
                  <a:cubicBezTo>
                    <a:pt x="11279" y="4560"/>
                    <a:pt x="11531" y="4434"/>
                    <a:pt x="11752" y="4245"/>
                  </a:cubicBezTo>
                  <a:cubicBezTo>
                    <a:pt x="11941" y="4025"/>
                    <a:pt x="12067" y="3773"/>
                    <a:pt x="12067" y="3489"/>
                  </a:cubicBezTo>
                  <a:cubicBezTo>
                    <a:pt x="12067" y="3206"/>
                    <a:pt x="11941" y="2922"/>
                    <a:pt x="11752" y="2733"/>
                  </a:cubicBezTo>
                  <a:lnTo>
                    <a:pt x="9294" y="307"/>
                  </a:lnTo>
                  <a:cubicBezTo>
                    <a:pt x="9105" y="103"/>
                    <a:pt x="8846" y="0"/>
                    <a:pt x="8582" y="0"/>
                  </a:cubicBezTo>
                  <a:close/>
                </a:path>
              </a:pathLst>
            </a:custGeom>
            <a:grpFill/>
            <a:ln>
              <a:noFill/>
            </a:ln>
          </p:spPr>
          <p:txBody>
            <a:bodyPr spcFirstLastPara="1" wrap="square" lIns="62728" tIns="62728" rIns="62728" bIns="62728" anchor="ctr" anchorCtr="0">
              <a:noAutofit/>
            </a:bodyPr>
            <a:lstStyle/>
            <a:p>
              <a:endParaRPr sz="764"/>
            </a:p>
          </p:txBody>
        </p:sp>
        <p:sp>
          <p:nvSpPr>
            <p:cNvPr id="1114" name="Google Shape;7116;p64">
              <a:extLst>
                <a:ext uri="{FF2B5EF4-FFF2-40B4-BE49-F238E27FC236}">
                  <a16:creationId xmlns:a16="http://schemas.microsoft.com/office/drawing/2014/main" id="{C355BC6E-0B56-46FA-BDC2-A6148EDAE53E}"/>
                </a:ext>
              </a:extLst>
            </p:cNvPr>
            <p:cNvSpPr/>
            <p:nvPr/>
          </p:nvSpPr>
          <p:spPr>
            <a:xfrm>
              <a:off x="-26900250" y="216477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grpFill/>
            <a:ln>
              <a:noFill/>
            </a:ln>
          </p:spPr>
          <p:txBody>
            <a:bodyPr spcFirstLastPara="1" wrap="square" lIns="62728" tIns="62728" rIns="62728" bIns="62728" anchor="ctr" anchorCtr="0">
              <a:noAutofit/>
            </a:bodyPr>
            <a:lstStyle/>
            <a:p>
              <a:endParaRPr sz="764"/>
            </a:p>
          </p:txBody>
        </p:sp>
        <p:sp>
          <p:nvSpPr>
            <p:cNvPr id="1115" name="Google Shape;7117;p64">
              <a:extLst>
                <a:ext uri="{FF2B5EF4-FFF2-40B4-BE49-F238E27FC236}">
                  <a16:creationId xmlns:a16="http://schemas.microsoft.com/office/drawing/2014/main" id="{0F0FEF45-4E94-4252-BB2F-1BDF94FFB36D}"/>
                </a:ext>
              </a:extLst>
            </p:cNvPr>
            <p:cNvSpPr/>
            <p:nvPr/>
          </p:nvSpPr>
          <p:spPr>
            <a:xfrm>
              <a:off x="-26938075" y="2177375"/>
              <a:ext cx="18150" cy="16575"/>
            </a:xfrm>
            <a:custGeom>
              <a:avLst/>
              <a:gdLst/>
              <a:ahLst/>
              <a:cxnLst/>
              <a:rect l="l" t="t" r="r" b="b"/>
              <a:pathLst>
                <a:path w="726" h="663" extrusionOk="0">
                  <a:moveTo>
                    <a:pt x="375" y="1"/>
                  </a:moveTo>
                  <a:cubicBezTo>
                    <a:pt x="292" y="1"/>
                    <a:pt x="206" y="32"/>
                    <a:pt x="127" y="95"/>
                  </a:cubicBezTo>
                  <a:cubicBezTo>
                    <a:pt x="1" y="221"/>
                    <a:pt x="1" y="442"/>
                    <a:pt x="127" y="568"/>
                  </a:cubicBezTo>
                  <a:cubicBezTo>
                    <a:pt x="190" y="631"/>
                    <a:pt x="277" y="662"/>
                    <a:pt x="363" y="662"/>
                  </a:cubicBezTo>
                  <a:cubicBezTo>
                    <a:pt x="450" y="662"/>
                    <a:pt x="536" y="631"/>
                    <a:pt x="599" y="568"/>
                  </a:cubicBezTo>
                  <a:cubicBezTo>
                    <a:pt x="725" y="442"/>
                    <a:pt x="725" y="221"/>
                    <a:pt x="599" y="95"/>
                  </a:cubicBezTo>
                  <a:cubicBezTo>
                    <a:pt x="536" y="32"/>
                    <a:pt x="458" y="1"/>
                    <a:pt x="375" y="1"/>
                  </a:cubicBezTo>
                  <a:close/>
                </a:path>
              </a:pathLst>
            </a:custGeom>
            <a:grpFill/>
            <a:ln>
              <a:noFill/>
            </a:ln>
          </p:spPr>
          <p:txBody>
            <a:bodyPr spcFirstLastPara="1" wrap="square" lIns="62728" tIns="62728" rIns="62728" bIns="62728" anchor="ctr" anchorCtr="0">
              <a:noAutofit/>
            </a:bodyPr>
            <a:lstStyle/>
            <a:p>
              <a:endParaRPr sz="764"/>
            </a:p>
          </p:txBody>
        </p:sp>
      </p:grpSp>
      <p:sp>
        <p:nvSpPr>
          <p:cNvPr id="1085" name="Google Shape;7124;p64">
            <a:extLst>
              <a:ext uri="{FF2B5EF4-FFF2-40B4-BE49-F238E27FC236}">
                <a16:creationId xmlns:a16="http://schemas.microsoft.com/office/drawing/2014/main" id="{9C40E882-D205-441E-B7AD-D51D608D171B}"/>
              </a:ext>
            </a:extLst>
          </p:cNvPr>
          <p:cNvSpPr/>
          <p:nvPr/>
        </p:nvSpPr>
        <p:spPr>
          <a:xfrm>
            <a:off x="3130673" y="5343970"/>
            <a:ext cx="229168" cy="229168"/>
          </a:xfrm>
          <a:custGeom>
            <a:avLst/>
            <a:gdLst/>
            <a:ahLst/>
            <a:cxnLst/>
            <a:rect l="l" t="t" r="r" b="b"/>
            <a:pathLst>
              <a:path w="11815" h="11815" extrusionOk="0">
                <a:moveTo>
                  <a:pt x="6270" y="662"/>
                </a:moveTo>
                <a:lnTo>
                  <a:pt x="6270" y="2048"/>
                </a:lnTo>
                <a:cubicBezTo>
                  <a:pt x="6270" y="2678"/>
                  <a:pt x="6616" y="3245"/>
                  <a:pt x="7247" y="3497"/>
                </a:cubicBezTo>
                <a:cubicBezTo>
                  <a:pt x="7467" y="3623"/>
                  <a:pt x="7625" y="3875"/>
                  <a:pt x="7625" y="4127"/>
                </a:cubicBezTo>
                <a:cubicBezTo>
                  <a:pt x="7625" y="4537"/>
                  <a:pt x="7310" y="4852"/>
                  <a:pt x="6931" y="4852"/>
                </a:cubicBezTo>
                <a:cubicBezTo>
                  <a:pt x="6711" y="4852"/>
                  <a:pt x="6522" y="4758"/>
                  <a:pt x="6396" y="4600"/>
                </a:cubicBezTo>
                <a:cubicBezTo>
                  <a:pt x="6301" y="4443"/>
                  <a:pt x="6081" y="4380"/>
                  <a:pt x="5892" y="4380"/>
                </a:cubicBezTo>
                <a:cubicBezTo>
                  <a:pt x="5703" y="4380"/>
                  <a:pt x="5514" y="4443"/>
                  <a:pt x="5388" y="4600"/>
                </a:cubicBezTo>
                <a:cubicBezTo>
                  <a:pt x="5262" y="4758"/>
                  <a:pt x="5073" y="4852"/>
                  <a:pt x="4884" y="4852"/>
                </a:cubicBezTo>
                <a:cubicBezTo>
                  <a:pt x="4663" y="4852"/>
                  <a:pt x="4474" y="4758"/>
                  <a:pt x="4348" y="4600"/>
                </a:cubicBezTo>
                <a:cubicBezTo>
                  <a:pt x="4254" y="4443"/>
                  <a:pt x="4159" y="4285"/>
                  <a:pt x="4159" y="4096"/>
                </a:cubicBezTo>
                <a:cubicBezTo>
                  <a:pt x="4159" y="3875"/>
                  <a:pt x="4348" y="3623"/>
                  <a:pt x="4600" y="3497"/>
                </a:cubicBezTo>
                <a:cubicBezTo>
                  <a:pt x="5136" y="3277"/>
                  <a:pt x="5545" y="2647"/>
                  <a:pt x="5545" y="1922"/>
                </a:cubicBezTo>
                <a:lnTo>
                  <a:pt x="5545" y="662"/>
                </a:lnTo>
                <a:close/>
                <a:moveTo>
                  <a:pt x="6963" y="788"/>
                </a:moveTo>
                <a:cubicBezTo>
                  <a:pt x="7940" y="977"/>
                  <a:pt x="8885" y="1513"/>
                  <a:pt x="9609" y="2206"/>
                </a:cubicBezTo>
                <a:cubicBezTo>
                  <a:pt x="10586" y="3182"/>
                  <a:pt x="11153" y="4506"/>
                  <a:pt x="11153" y="5923"/>
                </a:cubicBezTo>
                <a:cubicBezTo>
                  <a:pt x="11122" y="7278"/>
                  <a:pt x="10586" y="8633"/>
                  <a:pt x="9609" y="9609"/>
                </a:cubicBezTo>
                <a:cubicBezTo>
                  <a:pt x="8853" y="10365"/>
                  <a:pt x="7940" y="10838"/>
                  <a:pt x="6963" y="11027"/>
                </a:cubicBezTo>
                <a:lnTo>
                  <a:pt x="6963" y="9735"/>
                </a:lnTo>
                <a:cubicBezTo>
                  <a:pt x="6963" y="9357"/>
                  <a:pt x="7215" y="9074"/>
                  <a:pt x="7562" y="8916"/>
                </a:cubicBezTo>
                <a:cubicBezTo>
                  <a:pt x="8034" y="8664"/>
                  <a:pt x="8349" y="8192"/>
                  <a:pt x="8349" y="7656"/>
                </a:cubicBezTo>
                <a:cubicBezTo>
                  <a:pt x="8349" y="6900"/>
                  <a:pt x="7719" y="6270"/>
                  <a:pt x="6963" y="6270"/>
                </a:cubicBezTo>
                <a:cubicBezTo>
                  <a:pt x="6585" y="6270"/>
                  <a:pt x="6175" y="6427"/>
                  <a:pt x="5955" y="6742"/>
                </a:cubicBezTo>
                <a:cubicBezTo>
                  <a:pt x="5671" y="6427"/>
                  <a:pt x="5325" y="6270"/>
                  <a:pt x="4915" y="6270"/>
                </a:cubicBezTo>
                <a:cubicBezTo>
                  <a:pt x="4537" y="6270"/>
                  <a:pt x="4159" y="6427"/>
                  <a:pt x="3907" y="6711"/>
                </a:cubicBezTo>
                <a:cubicBezTo>
                  <a:pt x="3623" y="6963"/>
                  <a:pt x="3497" y="7372"/>
                  <a:pt x="3529" y="7751"/>
                </a:cubicBezTo>
                <a:cubicBezTo>
                  <a:pt x="3592" y="8286"/>
                  <a:pt x="3907" y="8696"/>
                  <a:pt x="4380" y="8948"/>
                </a:cubicBezTo>
                <a:cubicBezTo>
                  <a:pt x="4695" y="9105"/>
                  <a:pt x="4915" y="9483"/>
                  <a:pt x="4915" y="9924"/>
                </a:cubicBezTo>
                <a:lnTo>
                  <a:pt x="4915" y="11059"/>
                </a:lnTo>
                <a:cubicBezTo>
                  <a:pt x="3939" y="10870"/>
                  <a:pt x="2993" y="10365"/>
                  <a:pt x="2269" y="9641"/>
                </a:cubicBezTo>
                <a:cubicBezTo>
                  <a:pt x="1292" y="8664"/>
                  <a:pt x="757" y="7372"/>
                  <a:pt x="757" y="5955"/>
                </a:cubicBezTo>
                <a:cubicBezTo>
                  <a:pt x="757" y="4569"/>
                  <a:pt x="1292" y="3214"/>
                  <a:pt x="2269" y="2237"/>
                </a:cubicBezTo>
                <a:cubicBezTo>
                  <a:pt x="3025" y="1481"/>
                  <a:pt x="3939" y="1040"/>
                  <a:pt x="4915" y="819"/>
                </a:cubicBezTo>
                <a:lnTo>
                  <a:pt x="4915" y="1985"/>
                </a:lnTo>
                <a:cubicBezTo>
                  <a:pt x="4915" y="2395"/>
                  <a:pt x="4695" y="2804"/>
                  <a:pt x="4380" y="2962"/>
                </a:cubicBezTo>
                <a:cubicBezTo>
                  <a:pt x="3907" y="3151"/>
                  <a:pt x="3592" y="3623"/>
                  <a:pt x="3529" y="4127"/>
                </a:cubicBezTo>
                <a:cubicBezTo>
                  <a:pt x="3497" y="4537"/>
                  <a:pt x="3655" y="4884"/>
                  <a:pt x="3907" y="5199"/>
                </a:cubicBezTo>
                <a:cubicBezTo>
                  <a:pt x="4159" y="5482"/>
                  <a:pt x="4537" y="5640"/>
                  <a:pt x="4915" y="5640"/>
                </a:cubicBezTo>
                <a:cubicBezTo>
                  <a:pt x="5325" y="5640"/>
                  <a:pt x="5703" y="5482"/>
                  <a:pt x="5955" y="5167"/>
                </a:cubicBezTo>
                <a:cubicBezTo>
                  <a:pt x="6207" y="5482"/>
                  <a:pt x="6585" y="5640"/>
                  <a:pt x="6963" y="5640"/>
                </a:cubicBezTo>
                <a:cubicBezTo>
                  <a:pt x="7719" y="5640"/>
                  <a:pt x="8349" y="5010"/>
                  <a:pt x="8349" y="4253"/>
                </a:cubicBezTo>
                <a:cubicBezTo>
                  <a:pt x="8349" y="3749"/>
                  <a:pt x="8034" y="3245"/>
                  <a:pt x="7562" y="2993"/>
                </a:cubicBezTo>
                <a:cubicBezTo>
                  <a:pt x="7152" y="2804"/>
                  <a:pt x="6963" y="2489"/>
                  <a:pt x="6963" y="2174"/>
                </a:cubicBezTo>
                <a:lnTo>
                  <a:pt x="6963" y="788"/>
                </a:lnTo>
                <a:close/>
                <a:moveTo>
                  <a:pt x="6931" y="6900"/>
                </a:moveTo>
                <a:cubicBezTo>
                  <a:pt x="7310" y="6900"/>
                  <a:pt x="7625" y="7215"/>
                  <a:pt x="7625" y="7593"/>
                </a:cubicBezTo>
                <a:cubicBezTo>
                  <a:pt x="7625" y="7877"/>
                  <a:pt x="7467" y="8129"/>
                  <a:pt x="7247" y="8223"/>
                </a:cubicBezTo>
                <a:cubicBezTo>
                  <a:pt x="6616" y="8538"/>
                  <a:pt x="6270" y="9105"/>
                  <a:pt x="6270" y="9735"/>
                </a:cubicBezTo>
                <a:lnTo>
                  <a:pt x="6270" y="11090"/>
                </a:lnTo>
                <a:lnTo>
                  <a:pt x="5545" y="11090"/>
                </a:lnTo>
                <a:lnTo>
                  <a:pt x="5545" y="9861"/>
                </a:lnTo>
                <a:cubicBezTo>
                  <a:pt x="5545" y="9137"/>
                  <a:pt x="5136" y="8507"/>
                  <a:pt x="4600" y="8223"/>
                </a:cubicBezTo>
                <a:cubicBezTo>
                  <a:pt x="4348" y="8129"/>
                  <a:pt x="4191" y="7877"/>
                  <a:pt x="4159" y="7656"/>
                </a:cubicBezTo>
                <a:cubicBezTo>
                  <a:pt x="4159" y="7435"/>
                  <a:pt x="4191" y="7246"/>
                  <a:pt x="4348" y="7120"/>
                </a:cubicBezTo>
                <a:cubicBezTo>
                  <a:pt x="4474" y="6963"/>
                  <a:pt x="4695" y="6900"/>
                  <a:pt x="4884" y="6900"/>
                </a:cubicBezTo>
                <a:cubicBezTo>
                  <a:pt x="5073" y="6900"/>
                  <a:pt x="5262" y="6963"/>
                  <a:pt x="5388" y="7120"/>
                </a:cubicBezTo>
                <a:cubicBezTo>
                  <a:pt x="5514" y="7278"/>
                  <a:pt x="5703" y="7372"/>
                  <a:pt x="5892" y="7372"/>
                </a:cubicBezTo>
                <a:cubicBezTo>
                  <a:pt x="6112" y="7372"/>
                  <a:pt x="6301" y="7278"/>
                  <a:pt x="6427" y="7120"/>
                </a:cubicBezTo>
                <a:cubicBezTo>
                  <a:pt x="6522" y="6963"/>
                  <a:pt x="6742" y="6900"/>
                  <a:pt x="6931" y="6900"/>
                </a:cubicBezTo>
                <a:close/>
                <a:moveTo>
                  <a:pt x="5892" y="0"/>
                </a:moveTo>
                <a:cubicBezTo>
                  <a:pt x="4317" y="0"/>
                  <a:pt x="2836" y="630"/>
                  <a:pt x="1733" y="1733"/>
                </a:cubicBezTo>
                <a:cubicBezTo>
                  <a:pt x="630" y="2836"/>
                  <a:pt x="0" y="4348"/>
                  <a:pt x="0" y="5923"/>
                </a:cubicBezTo>
                <a:cubicBezTo>
                  <a:pt x="0" y="7498"/>
                  <a:pt x="630" y="8979"/>
                  <a:pt x="1733" y="10082"/>
                </a:cubicBezTo>
                <a:cubicBezTo>
                  <a:pt x="2836" y="11185"/>
                  <a:pt x="4317" y="11815"/>
                  <a:pt x="5892" y="11815"/>
                </a:cubicBezTo>
                <a:cubicBezTo>
                  <a:pt x="7467" y="11815"/>
                  <a:pt x="8979" y="11185"/>
                  <a:pt x="10082" y="10082"/>
                </a:cubicBezTo>
                <a:cubicBezTo>
                  <a:pt x="11185" y="8979"/>
                  <a:pt x="11815" y="7498"/>
                  <a:pt x="11815" y="5923"/>
                </a:cubicBezTo>
                <a:cubicBezTo>
                  <a:pt x="11815" y="4348"/>
                  <a:pt x="11216" y="2836"/>
                  <a:pt x="10082" y="1733"/>
                </a:cubicBezTo>
                <a:cubicBezTo>
                  <a:pt x="8979" y="630"/>
                  <a:pt x="7467" y="0"/>
                  <a:pt x="5892"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086" name="Google Shape;7125;p64">
            <a:extLst>
              <a:ext uri="{FF2B5EF4-FFF2-40B4-BE49-F238E27FC236}">
                <a16:creationId xmlns:a16="http://schemas.microsoft.com/office/drawing/2014/main" id="{62A267CB-75D6-4484-89A3-A77BEE6197D4}"/>
              </a:ext>
            </a:extLst>
          </p:cNvPr>
          <p:cNvGrpSpPr/>
          <p:nvPr/>
        </p:nvGrpSpPr>
        <p:grpSpPr>
          <a:xfrm>
            <a:off x="3130498" y="5633945"/>
            <a:ext cx="229168" cy="229769"/>
            <a:chOff x="-25104475" y="2340425"/>
            <a:chExt cx="295375" cy="296150"/>
          </a:xfrm>
          <a:solidFill>
            <a:schemeClr val="tx1"/>
          </a:solidFill>
        </p:grpSpPr>
        <p:sp>
          <p:nvSpPr>
            <p:cNvPr id="1100" name="Google Shape;7126;p64">
              <a:extLst>
                <a:ext uri="{FF2B5EF4-FFF2-40B4-BE49-F238E27FC236}">
                  <a16:creationId xmlns:a16="http://schemas.microsoft.com/office/drawing/2014/main" id="{E824D3C5-C513-477F-9A09-B939B9274A0F}"/>
                </a:ext>
              </a:extLst>
            </p:cNvPr>
            <p:cNvSpPr/>
            <p:nvPr/>
          </p:nvSpPr>
          <p:spPr>
            <a:xfrm>
              <a:off x="-25104475" y="2340425"/>
              <a:ext cx="225275" cy="296150"/>
            </a:xfrm>
            <a:custGeom>
              <a:avLst/>
              <a:gdLst/>
              <a:ahLst/>
              <a:cxnLst/>
              <a:rect l="l" t="t" r="r" b="b"/>
              <a:pathLst>
                <a:path w="9011" h="11846" extrusionOk="0">
                  <a:moveTo>
                    <a:pt x="4474" y="693"/>
                  </a:moveTo>
                  <a:cubicBezTo>
                    <a:pt x="5041" y="693"/>
                    <a:pt x="5514" y="1166"/>
                    <a:pt x="5514" y="1733"/>
                  </a:cubicBezTo>
                  <a:cubicBezTo>
                    <a:pt x="5514" y="1922"/>
                    <a:pt x="5671" y="2079"/>
                    <a:pt x="5860" y="2079"/>
                  </a:cubicBezTo>
                  <a:lnTo>
                    <a:pt x="6585" y="2079"/>
                  </a:lnTo>
                  <a:cubicBezTo>
                    <a:pt x="6774" y="2079"/>
                    <a:pt x="6931" y="2237"/>
                    <a:pt x="6931" y="2426"/>
                  </a:cubicBezTo>
                  <a:lnTo>
                    <a:pt x="6931" y="2804"/>
                  </a:lnTo>
                  <a:lnTo>
                    <a:pt x="2080" y="2804"/>
                  </a:lnTo>
                  <a:lnTo>
                    <a:pt x="2080" y="2426"/>
                  </a:lnTo>
                  <a:cubicBezTo>
                    <a:pt x="2048" y="2237"/>
                    <a:pt x="2206" y="2079"/>
                    <a:pt x="2395" y="2079"/>
                  </a:cubicBezTo>
                  <a:lnTo>
                    <a:pt x="3119" y="2079"/>
                  </a:lnTo>
                  <a:cubicBezTo>
                    <a:pt x="3308" y="2079"/>
                    <a:pt x="3466" y="1922"/>
                    <a:pt x="3466" y="1733"/>
                  </a:cubicBezTo>
                  <a:cubicBezTo>
                    <a:pt x="3466" y="1134"/>
                    <a:pt x="3939" y="693"/>
                    <a:pt x="4474" y="693"/>
                  </a:cubicBezTo>
                  <a:close/>
                  <a:moveTo>
                    <a:pt x="8003" y="2804"/>
                  </a:moveTo>
                  <a:cubicBezTo>
                    <a:pt x="8192" y="2804"/>
                    <a:pt x="8349" y="2962"/>
                    <a:pt x="8349" y="3151"/>
                  </a:cubicBezTo>
                  <a:lnTo>
                    <a:pt x="8349" y="10838"/>
                  </a:lnTo>
                  <a:lnTo>
                    <a:pt x="8286" y="10838"/>
                  </a:lnTo>
                  <a:cubicBezTo>
                    <a:pt x="8286" y="11027"/>
                    <a:pt x="8129" y="11184"/>
                    <a:pt x="7940" y="11184"/>
                  </a:cubicBezTo>
                  <a:lnTo>
                    <a:pt x="1009" y="11184"/>
                  </a:lnTo>
                  <a:cubicBezTo>
                    <a:pt x="820" y="11184"/>
                    <a:pt x="662" y="11027"/>
                    <a:pt x="662" y="10838"/>
                  </a:cubicBezTo>
                  <a:lnTo>
                    <a:pt x="662" y="3151"/>
                  </a:lnTo>
                  <a:cubicBezTo>
                    <a:pt x="662" y="2962"/>
                    <a:pt x="820" y="2804"/>
                    <a:pt x="1009" y="2804"/>
                  </a:cubicBezTo>
                  <a:lnTo>
                    <a:pt x="1355" y="2804"/>
                  </a:lnTo>
                  <a:lnTo>
                    <a:pt x="1355" y="3151"/>
                  </a:lnTo>
                  <a:cubicBezTo>
                    <a:pt x="1355" y="3340"/>
                    <a:pt x="1544" y="3497"/>
                    <a:pt x="1733" y="3497"/>
                  </a:cubicBezTo>
                  <a:lnTo>
                    <a:pt x="7278" y="3497"/>
                  </a:lnTo>
                  <a:cubicBezTo>
                    <a:pt x="7467" y="3497"/>
                    <a:pt x="7625" y="3340"/>
                    <a:pt x="7625" y="3151"/>
                  </a:cubicBezTo>
                  <a:lnTo>
                    <a:pt x="7625" y="2804"/>
                  </a:lnTo>
                  <a:close/>
                  <a:moveTo>
                    <a:pt x="4474" y="0"/>
                  </a:moveTo>
                  <a:cubicBezTo>
                    <a:pt x="3655" y="0"/>
                    <a:pt x="2930" y="599"/>
                    <a:pt x="2773" y="1386"/>
                  </a:cubicBezTo>
                  <a:lnTo>
                    <a:pt x="2395" y="1386"/>
                  </a:lnTo>
                  <a:cubicBezTo>
                    <a:pt x="1954" y="1386"/>
                    <a:pt x="1576" y="1638"/>
                    <a:pt x="1418" y="2079"/>
                  </a:cubicBezTo>
                  <a:lnTo>
                    <a:pt x="1009" y="2079"/>
                  </a:lnTo>
                  <a:cubicBezTo>
                    <a:pt x="410" y="2079"/>
                    <a:pt x="0" y="2552"/>
                    <a:pt x="0" y="3119"/>
                  </a:cubicBezTo>
                  <a:lnTo>
                    <a:pt x="0" y="10838"/>
                  </a:lnTo>
                  <a:cubicBezTo>
                    <a:pt x="0" y="11405"/>
                    <a:pt x="473" y="11846"/>
                    <a:pt x="1009" y="11846"/>
                  </a:cubicBezTo>
                  <a:lnTo>
                    <a:pt x="7940" y="11846"/>
                  </a:lnTo>
                  <a:cubicBezTo>
                    <a:pt x="8538" y="11846"/>
                    <a:pt x="8979" y="11373"/>
                    <a:pt x="8979" y="10838"/>
                  </a:cubicBezTo>
                  <a:lnTo>
                    <a:pt x="8979" y="3151"/>
                  </a:lnTo>
                  <a:cubicBezTo>
                    <a:pt x="9011" y="2552"/>
                    <a:pt x="8538" y="2079"/>
                    <a:pt x="7940" y="2079"/>
                  </a:cubicBezTo>
                  <a:lnTo>
                    <a:pt x="7562" y="2079"/>
                  </a:lnTo>
                  <a:cubicBezTo>
                    <a:pt x="7404" y="1701"/>
                    <a:pt x="7026" y="1386"/>
                    <a:pt x="6553" y="1386"/>
                  </a:cubicBezTo>
                  <a:lnTo>
                    <a:pt x="6175" y="1386"/>
                  </a:lnTo>
                  <a:cubicBezTo>
                    <a:pt x="6018" y="599"/>
                    <a:pt x="5293" y="0"/>
                    <a:pt x="4474" y="0"/>
                  </a:cubicBezTo>
                  <a:close/>
                </a:path>
              </a:pathLst>
            </a:custGeom>
            <a:grpFill/>
            <a:ln>
              <a:noFill/>
            </a:ln>
          </p:spPr>
          <p:txBody>
            <a:bodyPr spcFirstLastPara="1" wrap="square" lIns="62728" tIns="62728" rIns="62728" bIns="62728" anchor="ctr" anchorCtr="0">
              <a:noAutofit/>
            </a:bodyPr>
            <a:lstStyle/>
            <a:p>
              <a:endParaRPr sz="764"/>
            </a:p>
          </p:txBody>
        </p:sp>
        <p:sp>
          <p:nvSpPr>
            <p:cNvPr id="1101" name="Google Shape;7127;p64">
              <a:extLst>
                <a:ext uri="{FF2B5EF4-FFF2-40B4-BE49-F238E27FC236}">
                  <a16:creationId xmlns:a16="http://schemas.microsoft.com/office/drawing/2014/main" id="{A1B38F4B-1CC5-407F-9E1B-F4C018A87718}"/>
                </a:ext>
              </a:extLst>
            </p:cNvPr>
            <p:cNvSpPr/>
            <p:nvPr/>
          </p:nvSpPr>
          <p:spPr>
            <a:xfrm>
              <a:off x="-25001300" y="2375075"/>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68" y="693"/>
                    <a:pt x="725" y="536"/>
                    <a:pt x="725" y="347"/>
                  </a:cubicBezTo>
                  <a:cubicBezTo>
                    <a:pt x="725" y="158"/>
                    <a:pt x="568"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1102" name="Google Shape;7128;p64">
              <a:extLst>
                <a:ext uri="{FF2B5EF4-FFF2-40B4-BE49-F238E27FC236}">
                  <a16:creationId xmlns:a16="http://schemas.microsoft.com/office/drawing/2014/main" id="{D1075159-336C-40D9-B26A-073D0B411ECF}"/>
                </a:ext>
              </a:extLst>
            </p:cNvPr>
            <p:cNvSpPr/>
            <p:nvPr/>
          </p:nvSpPr>
          <p:spPr>
            <a:xfrm>
              <a:off x="-25070600" y="2444375"/>
              <a:ext cx="87450" cy="86675"/>
            </a:xfrm>
            <a:custGeom>
              <a:avLst/>
              <a:gdLst/>
              <a:ahLst/>
              <a:cxnLst/>
              <a:rect l="l" t="t" r="r" b="b"/>
              <a:pathLst>
                <a:path w="3498" h="3467" extrusionOk="0">
                  <a:moveTo>
                    <a:pt x="2773" y="725"/>
                  </a:moveTo>
                  <a:lnTo>
                    <a:pt x="2773" y="2805"/>
                  </a:lnTo>
                  <a:lnTo>
                    <a:pt x="693" y="2805"/>
                  </a:lnTo>
                  <a:lnTo>
                    <a:pt x="693" y="725"/>
                  </a:lnTo>
                  <a:close/>
                  <a:moveTo>
                    <a:pt x="378" y="1"/>
                  </a:moveTo>
                  <a:cubicBezTo>
                    <a:pt x="189" y="1"/>
                    <a:pt x="0" y="158"/>
                    <a:pt x="0" y="379"/>
                  </a:cubicBezTo>
                  <a:lnTo>
                    <a:pt x="0" y="3120"/>
                  </a:lnTo>
                  <a:cubicBezTo>
                    <a:pt x="0" y="3309"/>
                    <a:pt x="189" y="3466"/>
                    <a:pt x="378" y="3466"/>
                  </a:cubicBezTo>
                  <a:lnTo>
                    <a:pt x="3119" y="3466"/>
                  </a:lnTo>
                  <a:cubicBezTo>
                    <a:pt x="3340" y="3466"/>
                    <a:pt x="3497" y="3309"/>
                    <a:pt x="3497" y="3120"/>
                  </a:cubicBezTo>
                  <a:lnTo>
                    <a:pt x="3497" y="379"/>
                  </a:lnTo>
                  <a:cubicBezTo>
                    <a:pt x="3497" y="158"/>
                    <a:pt x="3340" y="1"/>
                    <a:pt x="3119" y="1"/>
                  </a:cubicBezTo>
                  <a:close/>
                </a:path>
              </a:pathLst>
            </a:custGeom>
            <a:grpFill/>
            <a:ln>
              <a:noFill/>
            </a:ln>
          </p:spPr>
          <p:txBody>
            <a:bodyPr spcFirstLastPara="1" wrap="square" lIns="62728" tIns="62728" rIns="62728" bIns="62728" anchor="ctr" anchorCtr="0">
              <a:noAutofit/>
            </a:bodyPr>
            <a:lstStyle/>
            <a:p>
              <a:endParaRPr sz="764"/>
            </a:p>
          </p:txBody>
        </p:sp>
        <p:sp>
          <p:nvSpPr>
            <p:cNvPr id="1103" name="Google Shape;7129;p64">
              <a:extLst>
                <a:ext uri="{FF2B5EF4-FFF2-40B4-BE49-F238E27FC236}">
                  <a16:creationId xmlns:a16="http://schemas.microsoft.com/office/drawing/2014/main" id="{6D0C3F46-5542-4825-8804-59E5636888D6}"/>
                </a:ext>
              </a:extLst>
            </p:cNvPr>
            <p:cNvSpPr/>
            <p:nvPr/>
          </p:nvSpPr>
          <p:spPr>
            <a:xfrm>
              <a:off x="-24966650" y="2479025"/>
              <a:ext cx="52025" cy="18150"/>
            </a:xfrm>
            <a:custGeom>
              <a:avLst/>
              <a:gdLst/>
              <a:ahLst/>
              <a:cxnLst/>
              <a:rect l="l" t="t" r="r" b="b"/>
              <a:pathLst>
                <a:path w="2081" h="726" extrusionOk="0">
                  <a:moveTo>
                    <a:pt x="347" y="1"/>
                  </a:moveTo>
                  <a:cubicBezTo>
                    <a:pt x="158" y="1"/>
                    <a:pt x="1" y="158"/>
                    <a:pt x="1" y="347"/>
                  </a:cubicBezTo>
                  <a:cubicBezTo>
                    <a:pt x="1" y="568"/>
                    <a:pt x="158" y="726"/>
                    <a:pt x="347" y="726"/>
                  </a:cubicBezTo>
                  <a:lnTo>
                    <a:pt x="1734" y="726"/>
                  </a:lnTo>
                  <a:cubicBezTo>
                    <a:pt x="1923" y="726"/>
                    <a:pt x="2080" y="568"/>
                    <a:pt x="2080" y="347"/>
                  </a:cubicBezTo>
                  <a:cubicBezTo>
                    <a:pt x="2080" y="158"/>
                    <a:pt x="1923" y="1"/>
                    <a:pt x="1734" y="1"/>
                  </a:cubicBezTo>
                  <a:close/>
                </a:path>
              </a:pathLst>
            </a:custGeom>
            <a:grpFill/>
            <a:ln>
              <a:noFill/>
            </a:ln>
          </p:spPr>
          <p:txBody>
            <a:bodyPr spcFirstLastPara="1" wrap="square" lIns="62728" tIns="62728" rIns="62728" bIns="62728" anchor="ctr" anchorCtr="0">
              <a:noAutofit/>
            </a:bodyPr>
            <a:lstStyle/>
            <a:p>
              <a:endParaRPr sz="764"/>
            </a:p>
          </p:txBody>
        </p:sp>
        <p:sp>
          <p:nvSpPr>
            <p:cNvPr id="1104" name="Google Shape;7130;p64">
              <a:extLst>
                <a:ext uri="{FF2B5EF4-FFF2-40B4-BE49-F238E27FC236}">
                  <a16:creationId xmlns:a16="http://schemas.microsoft.com/office/drawing/2014/main" id="{3BDD0659-886B-4AF2-BD8A-382DC44E9E0A}"/>
                </a:ext>
              </a:extLst>
            </p:cNvPr>
            <p:cNvSpPr/>
            <p:nvPr/>
          </p:nvSpPr>
          <p:spPr>
            <a:xfrm>
              <a:off x="-24966650" y="2444375"/>
              <a:ext cx="52025" cy="18150"/>
            </a:xfrm>
            <a:custGeom>
              <a:avLst/>
              <a:gdLst/>
              <a:ahLst/>
              <a:cxnLst/>
              <a:rect l="l" t="t" r="r" b="b"/>
              <a:pathLst>
                <a:path w="2081" h="726" extrusionOk="0">
                  <a:moveTo>
                    <a:pt x="347" y="1"/>
                  </a:moveTo>
                  <a:cubicBezTo>
                    <a:pt x="158" y="1"/>
                    <a:pt x="1" y="158"/>
                    <a:pt x="1" y="379"/>
                  </a:cubicBezTo>
                  <a:cubicBezTo>
                    <a:pt x="1" y="568"/>
                    <a:pt x="158" y="725"/>
                    <a:pt x="347" y="725"/>
                  </a:cubicBezTo>
                  <a:lnTo>
                    <a:pt x="1734" y="725"/>
                  </a:lnTo>
                  <a:cubicBezTo>
                    <a:pt x="1923" y="725"/>
                    <a:pt x="2080" y="568"/>
                    <a:pt x="2080" y="379"/>
                  </a:cubicBezTo>
                  <a:cubicBezTo>
                    <a:pt x="2080" y="158"/>
                    <a:pt x="1923" y="1"/>
                    <a:pt x="1734" y="1"/>
                  </a:cubicBezTo>
                  <a:close/>
                </a:path>
              </a:pathLst>
            </a:custGeom>
            <a:grpFill/>
            <a:ln>
              <a:noFill/>
            </a:ln>
          </p:spPr>
          <p:txBody>
            <a:bodyPr spcFirstLastPara="1" wrap="square" lIns="62728" tIns="62728" rIns="62728" bIns="62728" anchor="ctr" anchorCtr="0">
              <a:noAutofit/>
            </a:bodyPr>
            <a:lstStyle/>
            <a:p>
              <a:endParaRPr sz="764"/>
            </a:p>
          </p:txBody>
        </p:sp>
        <p:sp>
          <p:nvSpPr>
            <p:cNvPr id="1105" name="Google Shape;7131;p64">
              <a:extLst>
                <a:ext uri="{FF2B5EF4-FFF2-40B4-BE49-F238E27FC236}">
                  <a16:creationId xmlns:a16="http://schemas.microsoft.com/office/drawing/2014/main" id="{3717C88A-DB99-49BA-9033-2248CF14D738}"/>
                </a:ext>
              </a:extLst>
            </p:cNvPr>
            <p:cNvSpPr/>
            <p:nvPr/>
          </p:nvSpPr>
          <p:spPr>
            <a:xfrm>
              <a:off x="-24966650" y="2513700"/>
              <a:ext cx="52025" cy="17350"/>
            </a:xfrm>
            <a:custGeom>
              <a:avLst/>
              <a:gdLst/>
              <a:ahLst/>
              <a:cxnLst/>
              <a:rect l="l" t="t" r="r" b="b"/>
              <a:pathLst>
                <a:path w="2081" h="694" extrusionOk="0">
                  <a:moveTo>
                    <a:pt x="347" y="0"/>
                  </a:moveTo>
                  <a:cubicBezTo>
                    <a:pt x="158" y="0"/>
                    <a:pt x="1" y="158"/>
                    <a:pt x="1" y="347"/>
                  </a:cubicBezTo>
                  <a:cubicBezTo>
                    <a:pt x="1" y="536"/>
                    <a:pt x="158" y="693"/>
                    <a:pt x="347" y="693"/>
                  </a:cubicBezTo>
                  <a:lnTo>
                    <a:pt x="1734" y="693"/>
                  </a:lnTo>
                  <a:cubicBezTo>
                    <a:pt x="1923" y="693"/>
                    <a:pt x="2080" y="536"/>
                    <a:pt x="2080" y="347"/>
                  </a:cubicBezTo>
                  <a:cubicBezTo>
                    <a:pt x="2080" y="158"/>
                    <a:pt x="1923" y="0"/>
                    <a:pt x="1734" y="0"/>
                  </a:cubicBezTo>
                  <a:close/>
                </a:path>
              </a:pathLst>
            </a:custGeom>
            <a:grpFill/>
            <a:ln>
              <a:noFill/>
            </a:ln>
          </p:spPr>
          <p:txBody>
            <a:bodyPr spcFirstLastPara="1" wrap="square" lIns="62728" tIns="62728" rIns="62728" bIns="62728" anchor="ctr" anchorCtr="0">
              <a:noAutofit/>
            </a:bodyPr>
            <a:lstStyle/>
            <a:p>
              <a:endParaRPr sz="764"/>
            </a:p>
          </p:txBody>
        </p:sp>
        <p:sp>
          <p:nvSpPr>
            <p:cNvPr id="1106" name="Google Shape;7132;p64">
              <a:extLst>
                <a:ext uri="{FF2B5EF4-FFF2-40B4-BE49-F238E27FC236}">
                  <a16:creationId xmlns:a16="http://schemas.microsoft.com/office/drawing/2014/main" id="{131F661D-579D-48E2-96FC-E94F7471552E}"/>
                </a:ext>
              </a:extLst>
            </p:cNvPr>
            <p:cNvSpPr/>
            <p:nvPr/>
          </p:nvSpPr>
          <p:spPr>
            <a:xfrm>
              <a:off x="-25071400" y="2549125"/>
              <a:ext cx="156775" cy="17350"/>
            </a:xfrm>
            <a:custGeom>
              <a:avLst/>
              <a:gdLst/>
              <a:ahLst/>
              <a:cxnLst/>
              <a:rect l="l" t="t" r="r" b="b"/>
              <a:pathLst>
                <a:path w="6271" h="694" extrusionOk="0">
                  <a:moveTo>
                    <a:pt x="379" y="1"/>
                  </a:moveTo>
                  <a:cubicBezTo>
                    <a:pt x="158" y="1"/>
                    <a:pt x="1" y="158"/>
                    <a:pt x="1" y="347"/>
                  </a:cubicBezTo>
                  <a:cubicBezTo>
                    <a:pt x="1" y="536"/>
                    <a:pt x="158" y="694"/>
                    <a:pt x="379" y="694"/>
                  </a:cubicBezTo>
                  <a:lnTo>
                    <a:pt x="5924" y="694"/>
                  </a:lnTo>
                  <a:cubicBezTo>
                    <a:pt x="6113" y="694"/>
                    <a:pt x="6270" y="536"/>
                    <a:pt x="6270" y="347"/>
                  </a:cubicBezTo>
                  <a:cubicBezTo>
                    <a:pt x="6270" y="158"/>
                    <a:pt x="6113" y="1"/>
                    <a:pt x="5924" y="1"/>
                  </a:cubicBezTo>
                  <a:close/>
                </a:path>
              </a:pathLst>
            </a:custGeom>
            <a:grpFill/>
            <a:ln>
              <a:noFill/>
            </a:ln>
          </p:spPr>
          <p:txBody>
            <a:bodyPr spcFirstLastPara="1" wrap="square" lIns="62728" tIns="62728" rIns="62728" bIns="62728" anchor="ctr" anchorCtr="0">
              <a:noAutofit/>
            </a:bodyPr>
            <a:lstStyle/>
            <a:p>
              <a:endParaRPr sz="764"/>
            </a:p>
          </p:txBody>
        </p:sp>
        <p:sp>
          <p:nvSpPr>
            <p:cNvPr id="1107" name="Google Shape;7133;p64">
              <a:extLst>
                <a:ext uri="{FF2B5EF4-FFF2-40B4-BE49-F238E27FC236}">
                  <a16:creationId xmlns:a16="http://schemas.microsoft.com/office/drawing/2014/main" id="{D181BDEF-79C1-49A7-B764-FB2681F931AB}"/>
                </a:ext>
              </a:extLst>
            </p:cNvPr>
            <p:cNvSpPr/>
            <p:nvPr/>
          </p:nvSpPr>
          <p:spPr>
            <a:xfrm>
              <a:off x="-25071400" y="2583800"/>
              <a:ext cx="156775" cy="17350"/>
            </a:xfrm>
            <a:custGeom>
              <a:avLst/>
              <a:gdLst/>
              <a:ahLst/>
              <a:cxnLst/>
              <a:rect l="l" t="t" r="r" b="b"/>
              <a:pathLst>
                <a:path w="6271" h="694" extrusionOk="0">
                  <a:moveTo>
                    <a:pt x="379" y="0"/>
                  </a:moveTo>
                  <a:cubicBezTo>
                    <a:pt x="158" y="0"/>
                    <a:pt x="1" y="158"/>
                    <a:pt x="1" y="347"/>
                  </a:cubicBezTo>
                  <a:cubicBezTo>
                    <a:pt x="1" y="536"/>
                    <a:pt x="158" y="693"/>
                    <a:pt x="379" y="693"/>
                  </a:cubicBezTo>
                  <a:lnTo>
                    <a:pt x="5924" y="693"/>
                  </a:lnTo>
                  <a:cubicBezTo>
                    <a:pt x="6113" y="693"/>
                    <a:pt x="6270" y="536"/>
                    <a:pt x="6270" y="347"/>
                  </a:cubicBezTo>
                  <a:cubicBezTo>
                    <a:pt x="6270" y="158"/>
                    <a:pt x="6113" y="0"/>
                    <a:pt x="5924" y="0"/>
                  </a:cubicBezTo>
                  <a:close/>
                </a:path>
              </a:pathLst>
            </a:custGeom>
            <a:grpFill/>
            <a:ln>
              <a:noFill/>
            </a:ln>
          </p:spPr>
          <p:txBody>
            <a:bodyPr spcFirstLastPara="1" wrap="square" lIns="62728" tIns="62728" rIns="62728" bIns="62728" anchor="ctr" anchorCtr="0">
              <a:noAutofit/>
            </a:bodyPr>
            <a:lstStyle/>
            <a:p>
              <a:endParaRPr sz="764"/>
            </a:p>
          </p:txBody>
        </p:sp>
        <p:sp>
          <p:nvSpPr>
            <p:cNvPr id="1108" name="Google Shape;7134;p64">
              <a:extLst>
                <a:ext uri="{FF2B5EF4-FFF2-40B4-BE49-F238E27FC236}">
                  <a16:creationId xmlns:a16="http://schemas.microsoft.com/office/drawing/2014/main" id="{BAAC66AD-8E04-4058-A2AC-19CC5745BB93}"/>
                </a:ext>
              </a:extLst>
            </p:cNvPr>
            <p:cNvSpPr/>
            <p:nvPr/>
          </p:nvSpPr>
          <p:spPr>
            <a:xfrm>
              <a:off x="-24862675" y="2375850"/>
              <a:ext cx="53575" cy="260725"/>
            </a:xfrm>
            <a:custGeom>
              <a:avLst/>
              <a:gdLst/>
              <a:ahLst/>
              <a:cxnLst/>
              <a:rect l="l" t="t" r="r" b="b"/>
              <a:pathLst>
                <a:path w="2143" h="10429" extrusionOk="0">
                  <a:moveTo>
                    <a:pt x="1103" y="1103"/>
                  </a:moveTo>
                  <a:lnTo>
                    <a:pt x="1481" y="1797"/>
                  </a:lnTo>
                  <a:lnTo>
                    <a:pt x="1481" y="7625"/>
                  </a:lnTo>
                  <a:lnTo>
                    <a:pt x="757" y="7625"/>
                  </a:lnTo>
                  <a:lnTo>
                    <a:pt x="757" y="1797"/>
                  </a:lnTo>
                  <a:lnTo>
                    <a:pt x="1103" y="1103"/>
                  </a:lnTo>
                  <a:close/>
                  <a:moveTo>
                    <a:pt x="1481" y="8255"/>
                  </a:moveTo>
                  <a:lnTo>
                    <a:pt x="1481" y="9358"/>
                  </a:lnTo>
                  <a:cubicBezTo>
                    <a:pt x="1450" y="9578"/>
                    <a:pt x="1324" y="9736"/>
                    <a:pt x="1103" y="9736"/>
                  </a:cubicBezTo>
                  <a:cubicBezTo>
                    <a:pt x="914" y="9736"/>
                    <a:pt x="757" y="9578"/>
                    <a:pt x="757" y="9358"/>
                  </a:cubicBezTo>
                  <a:lnTo>
                    <a:pt x="757" y="8255"/>
                  </a:lnTo>
                  <a:close/>
                  <a:moveTo>
                    <a:pt x="1072" y="1"/>
                  </a:moveTo>
                  <a:cubicBezTo>
                    <a:pt x="946" y="1"/>
                    <a:pt x="820" y="64"/>
                    <a:pt x="757" y="190"/>
                  </a:cubicBezTo>
                  <a:lnTo>
                    <a:pt x="32" y="1576"/>
                  </a:lnTo>
                  <a:cubicBezTo>
                    <a:pt x="0" y="1608"/>
                    <a:pt x="0" y="1702"/>
                    <a:pt x="0" y="1734"/>
                  </a:cubicBezTo>
                  <a:lnTo>
                    <a:pt x="0" y="9421"/>
                  </a:lnTo>
                  <a:cubicBezTo>
                    <a:pt x="0" y="9988"/>
                    <a:pt x="473" y="10429"/>
                    <a:pt x="1040" y="10429"/>
                  </a:cubicBezTo>
                  <a:cubicBezTo>
                    <a:pt x="1607" y="10429"/>
                    <a:pt x="2048" y="9956"/>
                    <a:pt x="2048" y="9421"/>
                  </a:cubicBezTo>
                  <a:lnTo>
                    <a:pt x="2048" y="1734"/>
                  </a:lnTo>
                  <a:cubicBezTo>
                    <a:pt x="2143" y="1639"/>
                    <a:pt x="2143" y="1608"/>
                    <a:pt x="2111" y="1576"/>
                  </a:cubicBezTo>
                  <a:lnTo>
                    <a:pt x="1387" y="190"/>
                  </a:lnTo>
                  <a:cubicBezTo>
                    <a:pt x="1355" y="64"/>
                    <a:pt x="1198" y="1"/>
                    <a:pt x="1072" y="1"/>
                  </a:cubicBezTo>
                  <a:close/>
                </a:path>
              </a:pathLst>
            </a:custGeom>
            <a:grpFill/>
            <a:ln>
              <a:noFill/>
            </a:ln>
          </p:spPr>
          <p:txBody>
            <a:bodyPr spcFirstLastPara="1" wrap="square" lIns="62728" tIns="62728" rIns="62728" bIns="62728" anchor="ctr" anchorCtr="0">
              <a:noAutofit/>
            </a:bodyPr>
            <a:lstStyle/>
            <a:p>
              <a:endParaRPr sz="764"/>
            </a:p>
          </p:txBody>
        </p:sp>
      </p:grpSp>
      <p:sp>
        <p:nvSpPr>
          <p:cNvPr id="1087" name="Google Shape;7135;p64">
            <a:extLst>
              <a:ext uri="{FF2B5EF4-FFF2-40B4-BE49-F238E27FC236}">
                <a16:creationId xmlns:a16="http://schemas.microsoft.com/office/drawing/2014/main" id="{057A6A6F-B172-45C8-A98A-82538DF15458}"/>
              </a:ext>
            </a:extLst>
          </p:cNvPr>
          <p:cNvSpPr/>
          <p:nvPr/>
        </p:nvSpPr>
        <p:spPr>
          <a:xfrm>
            <a:off x="2819034" y="5679569"/>
            <a:ext cx="231612" cy="171115"/>
          </a:xfrm>
          <a:custGeom>
            <a:avLst/>
            <a:gdLst/>
            <a:ahLst/>
            <a:cxnLst/>
            <a:rect l="l" t="t" r="r" b="b"/>
            <a:pathLst>
              <a:path w="11941" h="8822" extrusionOk="0">
                <a:moveTo>
                  <a:pt x="7184" y="1229"/>
                </a:moveTo>
                <a:lnTo>
                  <a:pt x="7184" y="1922"/>
                </a:lnTo>
                <a:lnTo>
                  <a:pt x="6459" y="1922"/>
                </a:lnTo>
                <a:lnTo>
                  <a:pt x="6459" y="1229"/>
                </a:lnTo>
                <a:close/>
                <a:moveTo>
                  <a:pt x="5797" y="1261"/>
                </a:moveTo>
                <a:lnTo>
                  <a:pt x="5797" y="1954"/>
                </a:lnTo>
                <a:lnTo>
                  <a:pt x="5073" y="1954"/>
                </a:lnTo>
                <a:lnTo>
                  <a:pt x="5073" y="1607"/>
                </a:lnTo>
                <a:cubicBezTo>
                  <a:pt x="5073" y="1418"/>
                  <a:pt x="5230" y="1261"/>
                  <a:pt x="5419" y="1261"/>
                </a:cubicBezTo>
                <a:close/>
                <a:moveTo>
                  <a:pt x="8192" y="1261"/>
                </a:moveTo>
                <a:cubicBezTo>
                  <a:pt x="8381" y="1261"/>
                  <a:pt x="8538" y="1418"/>
                  <a:pt x="8538" y="1607"/>
                </a:cubicBezTo>
                <a:lnTo>
                  <a:pt x="8538" y="1954"/>
                </a:lnTo>
                <a:lnTo>
                  <a:pt x="7845" y="1954"/>
                </a:lnTo>
                <a:lnTo>
                  <a:pt x="7845" y="1261"/>
                </a:lnTo>
                <a:close/>
                <a:moveTo>
                  <a:pt x="1450" y="694"/>
                </a:moveTo>
                <a:cubicBezTo>
                  <a:pt x="1607" y="694"/>
                  <a:pt x="1796" y="788"/>
                  <a:pt x="1922" y="914"/>
                </a:cubicBezTo>
                <a:lnTo>
                  <a:pt x="3182" y="2174"/>
                </a:lnTo>
                <a:cubicBezTo>
                  <a:pt x="3497" y="2489"/>
                  <a:pt x="3938" y="2679"/>
                  <a:pt x="4411" y="2679"/>
                </a:cubicBezTo>
                <a:lnTo>
                  <a:pt x="10523" y="2679"/>
                </a:lnTo>
                <a:cubicBezTo>
                  <a:pt x="10901" y="2679"/>
                  <a:pt x="11216" y="2994"/>
                  <a:pt x="11216" y="3372"/>
                </a:cubicBezTo>
                <a:cubicBezTo>
                  <a:pt x="11216" y="3781"/>
                  <a:pt x="10901" y="4096"/>
                  <a:pt x="10523" y="4096"/>
                </a:cubicBezTo>
                <a:lnTo>
                  <a:pt x="3812" y="4096"/>
                </a:lnTo>
                <a:cubicBezTo>
                  <a:pt x="3340" y="4096"/>
                  <a:pt x="2899" y="3907"/>
                  <a:pt x="2584" y="3592"/>
                </a:cubicBezTo>
                <a:lnTo>
                  <a:pt x="977" y="1891"/>
                </a:lnTo>
                <a:cubicBezTo>
                  <a:pt x="693" y="1607"/>
                  <a:pt x="693" y="1166"/>
                  <a:pt x="977" y="914"/>
                </a:cubicBezTo>
                <a:cubicBezTo>
                  <a:pt x="1103" y="788"/>
                  <a:pt x="1292" y="694"/>
                  <a:pt x="1450" y="694"/>
                </a:cubicBezTo>
                <a:close/>
                <a:moveTo>
                  <a:pt x="8255" y="4726"/>
                </a:moveTo>
                <a:lnTo>
                  <a:pt x="6805" y="5545"/>
                </a:lnTo>
                <a:lnTo>
                  <a:pt x="5356" y="4726"/>
                </a:lnTo>
                <a:close/>
                <a:moveTo>
                  <a:pt x="6805" y="6333"/>
                </a:moveTo>
                <a:lnTo>
                  <a:pt x="8822" y="7467"/>
                </a:lnTo>
                <a:lnTo>
                  <a:pt x="4821" y="7467"/>
                </a:lnTo>
                <a:lnTo>
                  <a:pt x="6805" y="6333"/>
                </a:lnTo>
                <a:close/>
                <a:moveTo>
                  <a:pt x="3340" y="7467"/>
                </a:moveTo>
                <a:cubicBezTo>
                  <a:pt x="3529" y="7467"/>
                  <a:pt x="3686" y="7625"/>
                  <a:pt x="3686" y="7845"/>
                </a:cubicBezTo>
                <a:cubicBezTo>
                  <a:pt x="3686" y="8034"/>
                  <a:pt x="3529" y="8192"/>
                  <a:pt x="3340" y="8192"/>
                </a:cubicBezTo>
                <a:cubicBezTo>
                  <a:pt x="3151" y="8192"/>
                  <a:pt x="2993" y="8034"/>
                  <a:pt x="2993" y="7845"/>
                </a:cubicBezTo>
                <a:cubicBezTo>
                  <a:pt x="2993" y="7625"/>
                  <a:pt x="3151" y="7467"/>
                  <a:pt x="3340" y="7467"/>
                </a:cubicBezTo>
                <a:close/>
                <a:moveTo>
                  <a:pt x="10271" y="7467"/>
                </a:moveTo>
                <a:cubicBezTo>
                  <a:pt x="10460" y="7467"/>
                  <a:pt x="10618" y="7625"/>
                  <a:pt x="10618" y="7845"/>
                </a:cubicBezTo>
                <a:cubicBezTo>
                  <a:pt x="10618" y="8034"/>
                  <a:pt x="10460" y="8192"/>
                  <a:pt x="10271" y="8192"/>
                </a:cubicBezTo>
                <a:cubicBezTo>
                  <a:pt x="10082" y="8192"/>
                  <a:pt x="9924" y="8034"/>
                  <a:pt x="9924" y="7845"/>
                </a:cubicBezTo>
                <a:cubicBezTo>
                  <a:pt x="9924" y="7625"/>
                  <a:pt x="10082" y="7467"/>
                  <a:pt x="10271" y="7467"/>
                </a:cubicBezTo>
                <a:close/>
                <a:moveTo>
                  <a:pt x="1544" y="1"/>
                </a:moveTo>
                <a:cubicBezTo>
                  <a:pt x="1166" y="1"/>
                  <a:pt x="820" y="158"/>
                  <a:pt x="536" y="379"/>
                </a:cubicBezTo>
                <a:cubicBezTo>
                  <a:pt x="0" y="946"/>
                  <a:pt x="0" y="1796"/>
                  <a:pt x="536" y="2363"/>
                </a:cubicBezTo>
                <a:lnTo>
                  <a:pt x="2206" y="4002"/>
                </a:lnTo>
                <a:cubicBezTo>
                  <a:pt x="2678" y="4474"/>
                  <a:pt x="3277" y="4726"/>
                  <a:pt x="3938" y="4726"/>
                </a:cubicBezTo>
                <a:lnTo>
                  <a:pt x="4002" y="4726"/>
                </a:lnTo>
                <a:lnTo>
                  <a:pt x="6175" y="5955"/>
                </a:lnTo>
                <a:lnTo>
                  <a:pt x="4128" y="7089"/>
                </a:lnTo>
                <a:cubicBezTo>
                  <a:pt x="3938" y="6900"/>
                  <a:pt x="3686" y="6774"/>
                  <a:pt x="3371" y="6774"/>
                </a:cubicBezTo>
                <a:cubicBezTo>
                  <a:pt x="2804" y="6774"/>
                  <a:pt x="2363" y="7247"/>
                  <a:pt x="2363" y="7782"/>
                </a:cubicBezTo>
                <a:cubicBezTo>
                  <a:pt x="2363" y="8381"/>
                  <a:pt x="2836" y="8822"/>
                  <a:pt x="3371" y="8822"/>
                </a:cubicBezTo>
                <a:cubicBezTo>
                  <a:pt x="3812" y="8822"/>
                  <a:pt x="4222" y="8538"/>
                  <a:pt x="4380" y="8097"/>
                </a:cubicBezTo>
                <a:lnTo>
                  <a:pt x="9326" y="8097"/>
                </a:lnTo>
                <a:cubicBezTo>
                  <a:pt x="9483" y="8507"/>
                  <a:pt x="9830" y="8822"/>
                  <a:pt x="10302" y="8822"/>
                </a:cubicBezTo>
                <a:cubicBezTo>
                  <a:pt x="10901" y="8822"/>
                  <a:pt x="11342" y="8349"/>
                  <a:pt x="11342" y="7782"/>
                </a:cubicBezTo>
                <a:cubicBezTo>
                  <a:pt x="11342" y="7184"/>
                  <a:pt x="10870" y="6774"/>
                  <a:pt x="10302" y="6774"/>
                </a:cubicBezTo>
                <a:cubicBezTo>
                  <a:pt x="10050" y="6774"/>
                  <a:pt x="9767" y="6900"/>
                  <a:pt x="9578" y="7089"/>
                </a:cubicBezTo>
                <a:lnTo>
                  <a:pt x="7530" y="5955"/>
                </a:lnTo>
                <a:lnTo>
                  <a:pt x="9672" y="4726"/>
                </a:lnTo>
                <a:lnTo>
                  <a:pt x="10555" y="4726"/>
                </a:lnTo>
                <a:cubicBezTo>
                  <a:pt x="11311" y="4726"/>
                  <a:pt x="11941" y="4096"/>
                  <a:pt x="11941" y="3340"/>
                </a:cubicBezTo>
                <a:cubicBezTo>
                  <a:pt x="11941" y="2584"/>
                  <a:pt x="11311" y="1954"/>
                  <a:pt x="10555" y="1954"/>
                </a:cubicBezTo>
                <a:lnTo>
                  <a:pt x="9263" y="1954"/>
                </a:lnTo>
                <a:lnTo>
                  <a:pt x="9263" y="1607"/>
                </a:lnTo>
                <a:cubicBezTo>
                  <a:pt x="9263" y="1009"/>
                  <a:pt x="8790" y="599"/>
                  <a:pt x="8223" y="599"/>
                </a:cubicBezTo>
                <a:lnTo>
                  <a:pt x="5482" y="599"/>
                </a:lnTo>
                <a:cubicBezTo>
                  <a:pt x="4884" y="599"/>
                  <a:pt x="4443" y="1072"/>
                  <a:pt x="4443" y="1607"/>
                </a:cubicBezTo>
                <a:lnTo>
                  <a:pt x="4443" y="1954"/>
                </a:lnTo>
                <a:cubicBezTo>
                  <a:pt x="4222" y="1954"/>
                  <a:pt x="3970" y="1859"/>
                  <a:pt x="3781" y="1639"/>
                </a:cubicBezTo>
                <a:lnTo>
                  <a:pt x="2521" y="379"/>
                </a:lnTo>
                <a:cubicBezTo>
                  <a:pt x="2237" y="127"/>
                  <a:pt x="1891" y="1"/>
                  <a:pt x="154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088" name="Google Shape;7136;p64">
            <a:extLst>
              <a:ext uri="{FF2B5EF4-FFF2-40B4-BE49-F238E27FC236}">
                <a16:creationId xmlns:a16="http://schemas.microsoft.com/office/drawing/2014/main" id="{6806CEA4-662C-4D94-88D6-DBCD02E32962}"/>
              </a:ext>
            </a:extLst>
          </p:cNvPr>
          <p:cNvGrpSpPr/>
          <p:nvPr/>
        </p:nvGrpSpPr>
        <p:grpSpPr>
          <a:xfrm>
            <a:off x="4005384" y="5331129"/>
            <a:ext cx="230390" cy="229789"/>
            <a:chOff x="-23229925" y="1970225"/>
            <a:chExt cx="296950" cy="296175"/>
          </a:xfrm>
          <a:solidFill>
            <a:schemeClr val="tx1"/>
          </a:solidFill>
        </p:grpSpPr>
        <p:sp>
          <p:nvSpPr>
            <p:cNvPr id="1096" name="Google Shape;7137;p64">
              <a:extLst>
                <a:ext uri="{FF2B5EF4-FFF2-40B4-BE49-F238E27FC236}">
                  <a16:creationId xmlns:a16="http://schemas.microsoft.com/office/drawing/2014/main" id="{066E14B3-CCD6-472F-88B8-BC3A42392EFE}"/>
                </a:ext>
              </a:extLst>
            </p:cNvPr>
            <p:cNvSpPr/>
            <p:nvPr/>
          </p:nvSpPr>
          <p:spPr>
            <a:xfrm>
              <a:off x="-23229925" y="1970225"/>
              <a:ext cx="296950" cy="296175"/>
            </a:xfrm>
            <a:custGeom>
              <a:avLst/>
              <a:gdLst/>
              <a:ahLst/>
              <a:cxnLst/>
              <a:rect l="l" t="t" r="r" b="b"/>
              <a:pathLst>
                <a:path w="11878" h="11847" extrusionOk="0">
                  <a:moveTo>
                    <a:pt x="10145" y="694"/>
                  </a:moveTo>
                  <a:cubicBezTo>
                    <a:pt x="10743" y="694"/>
                    <a:pt x="11184" y="1167"/>
                    <a:pt x="11184" y="1734"/>
                  </a:cubicBezTo>
                  <a:lnTo>
                    <a:pt x="11184" y="10114"/>
                  </a:lnTo>
                  <a:cubicBezTo>
                    <a:pt x="11184" y="10712"/>
                    <a:pt x="10712" y="11122"/>
                    <a:pt x="10145" y="11122"/>
                  </a:cubicBezTo>
                  <a:lnTo>
                    <a:pt x="1764" y="11122"/>
                  </a:lnTo>
                  <a:cubicBezTo>
                    <a:pt x="1166" y="11122"/>
                    <a:pt x="725" y="10681"/>
                    <a:pt x="725" y="10114"/>
                  </a:cubicBezTo>
                  <a:lnTo>
                    <a:pt x="725" y="1734"/>
                  </a:lnTo>
                  <a:cubicBezTo>
                    <a:pt x="725" y="1135"/>
                    <a:pt x="1197" y="694"/>
                    <a:pt x="1764" y="694"/>
                  </a:cubicBezTo>
                  <a:close/>
                  <a:moveTo>
                    <a:pt x="1733" y="1"/>
                  </a:moveTo>
                  <a:cubicBezTo>
                    <a:pt x="788" y="1"/>
                    <a:pt x="0" y="788"/>
                    <a:pt x="0" y="1734"/>
                  </a:cubicBezTo>
                  <a:lnTo>
                    <a:pt x="0" y="10114"/>
                  </a:lnTo>
                  <a:cubicBezTo>
                    <a:pt x="0" y="11059"/>
                    <a:pt x="788" y="11847"/>
                    <a:pt x="1733" y="11847"/>
                  </a:cubicBezTo>
                  <a:lnTo>
                    <a:pt x="10113" y="11847"/>
                  </a:lnTo>
                  <a:cubicBezTo>
                    <a:pt x="11058" y="11847"/>
                    <a:pt x="11846" y="11059"/>
                    <a:pt x="11846" y="10114"/>
                  </a:cubicBezTo>
                  <a:lnTo>
                    <a:pt x="11846" y="1734"/>
                  </a:lnTo>
                  <a:cubicBezTo>
                    <a:pt x="11878" y="788"/>
                    <a:pt x="11090" y="1"/>
                    <a:pt x="10113" y="1"/>
                  </a:cubicBezTo>
                  <a:close/>
                </a:path>
              </a:pathLst>
            </a:custGeom>
            <a:grpFill/>
            <a:ln>
              <a:noFill/>
            </a:ln>
          </p:spPr>
          <p:txBody>
            <a:bodyPr spcFirstLastPara="1" wrap="square" lIns="62728" tIns="62728" rIns="62728" bIns="62728" anchor="ctr" anchorCtr="0">
              <a:noAutofit/>
            </a:bodyPr>
            <a:lstStyle/>
            <a:p>
              <a:endParaRPr sz="764"/>
            </a:p>
          </p:txBody>
        </p:sp>
        <p:sp>
          <p:nvSpPr>
            <p:cNvPr id="1097" name="Google Shape;7138;p64">
              <a:extLst>
                <a:ext uri="{FF2B5EF4-FFF2-40B4-BE49-F238E27FC236}">
                  <a16:creationId xmlns:a16="http://schemas.microsoft.com/office/drawing/2014/main" id="{C6C5B890-9DCA-441E-9DD7-202EBDB22B3A}"/>
                </a:ext>
              </a:extLst>
            </p:cNvPr>
            <p:cNvSpPr/>
            <p:nvPr/>
          </p:nvSpPr>
          <p:spPr>
            <a:xfrm>
              <a:off x="-23196075" y="2005675"/>
              <a:ext cx="227650" cy="192200"/>
            </a:xfrm>
            <a:custGeom>
              <a:avLst/>
              <a:gdLst/>
              <a:ahLst/>
              <a:cxnLst/>
              <a:rect l="l" t="t" r="r" b="b"/>
              <a:pathLst>
                <a:path w="9106" h="7688" extrusionOk="0">
                  <a:moveTo>
                    <a:pt x="8444" y="662"/>
                  </a:moveTo>
                  <a:lnTo>
                    <a:pt x="8444" y="3435"/>
                  </a:lnTo>
                  <a:lnTo>
                    <a:pt x="6144" y="3435"/>
                  </a:lnTo>
                  <a:cubicBezTo>
                    <a:pt x="5987" y="3435"/>
                    <a:pt x="5892" y="3498"/>
                    <a:pt x="5829" y="3624"/>
                  </a:cubicBezTo>
                  <a:lnTo>
                    <a:pt x="5357" y="4852"/>
                  </a:lnTo>
                  <a:lnTo>
                    <a:pt x="4317" y="1576"/>
                  </a:lnTo>
                  <a:cubicBezTo>
                    <a:pt x="4254" y="1450"/>
                    <a:pt x="4160" y="1324"/>
                    <a:pt x="4002" y="1324"/>
                  </a:cubicBezTo>
                  <a:cubicBezTo>
                    <a:pt x="3845" y="1324"/>
                    <a:pt x="3718" y="1418"/>
                    <a:pt x="3624" y="1544"/>
                  </a:cubicBezTo>
                  <a:lnTo>
                    <a:pt x="2805" y="3435"/>
                  </a:lnTo>
                  <a:lnTo>
                    <a:pt x="757" y="3435"/>
                  </a:lnTo>
                  <a:lnTo>
                    <a:pt x="757" y="662"/>
                  </a:lnTo>
                  <a:close/>
                  <a:moveTo>
                    <a:pt x="3876" y="2678"/>
                  </a:moveTo>
                  <a:lnTo>
                    <a:pt x="4947" y="5986"/>
                  </a:lnTo>
                  <a:cubicBezTo>
                    <a:pt x="4979" y="6144"/>
                    <a:pt x="5105" y="6207"/>
                    <a:pt x="5262" y="6207"/>
                  </a:cubicBezTo>
                  <a:cubicBezTo>
                    <a:pt x="5420" y="6207"/>
                    <a:pt x="5514" y="6144"/>
                    <a:pt x="5577" y="6018"/>
                  </a:cubicBezTo>
                  <a:lnTo>
                    <a:pt x="6333" y="4159"/>
                  </a:lnTo>
                  <a:lnTo>
                    <a:pt x="8413" y="4159"/>
                  </a:lnTo>
                  <a:lnTo>
                    <a:pt x="8413" y="6995"/>
                  </a:lnTo>
                  <a:lnTo>
                    <a:pt x="757" y="6995"/>
                  </a:lnTo>
                  <a:lnTo>
                    <a:pt x="757" y="6963"/>
                  </a:lnTo>
                  <a:lnTo>
                    <a:pt x="757" y="4128"/>
                  </a:lnTo>
                  <a:lnTo>
                    <a:pt x="2994" y="4128"/>
                  </a:lnTo>
                  <a:cubicBezTo>
                    <a:pt x="3120" y="4128"/>
                    <a:pt x="3277" y="4065"/>
                    <a:pt x="3309" y="3939"/>
                  </a:cubicBezTo>
                  <a:lnTo>
                    <a:pt x="3876" y="2678"/>
                  </a:lnTo>
                  <a:close/>
                  <a:moveTo>
                    <a:pt x="379" y="1"/>
                  </a:moveTo>
                  <a:cubicBezTo>
                    <a:pt x="158" y="1"/>
                    <a:pt x="1" y="158"/>
                    <a:pt x="1" y="347"/>
                  </a:cubicBezTo>
                  <a:lnTo>
                    <a:pt x="1" y="7310"/>
                  </a:lnTo>
                  <a:cubicBezTo>
                    <a:pt x="1" y="7530"/>
                    <a:pt x="158" y="7688"/>
                    <a:pt x="379" y="7688"/>
                  </a:cubicBezTo>
                  <a:lnTo>
                    <a:pt x="8759" y="7688"/>
                  </a:lnTo>
                  <a:cubicBezTo>
                    <a:pt x="8948" y="7688"/>
                    <a:pt x="9106" y="7530"/>
                    <a:pt x="9106" y="7310"/>
                  </a:cubicBezTo>
                  <a:lnTo>
                    <a:pt x="9106" y="347"/>
                  </a:lnTo>
                  <a:cubicBezTo>
                    <a:pt x="9106" y="158"/>
                    <a:pt x="8948" y="1"/>
                    <a:pt x="8759" y="1"/>
                  </a:cubicBezTo>
                  <a:close/>
                </a:path>
              </a:pathLst>
            </a:custGeom>
            <a:grpFill/>
            <a:ln>
              <a:noFill/>
            </a:ln>
          </p:spPr>
          <p:txBody>
            <a:bodyPr spcFirstLastPara="1" wrap="square" lIns="62728" tIns="62728" rIns="62728" bIns="62728" anchor="ctr" anchorCtr="0">
              <a:noAutofit/>
            </a:bodyPr>
            <a:lstStyle/>
            <a:p>
              <a:endParaRPr sz="764"/>
            </a:p>
          </p:txBody>
        </p:sp>
        <p:sp>
          <p:nvSpPr>
            <p:cNvPr id="1098" name="Google Shape;7139;p64">
              <a:extLst>
                <a:ext uri="{FF2B5EF4-FFF2-40B4-BE49-F238E27FC236}">
                  <a16:creationId xmlns:a16="http://schemas.microsoft.com/office/drawing/2014/main" id="{12792A48-B6AF-46E5-A498-12285DB3D9FC}"/>
                </a:ext>
              </a:extLst>
            </p:cNvPr>
            <p:cNvSpPr/>
            <p:nvPr/>
          </p:nvSpPr>
          <p:spPr>
            <a:xfrm>
              <a:off x="-23142500" y="22144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62728" tIns="62728" rIns="62728" bIns="62728" anchor="ctr" anchorCtr="0">
              <a:noAutofit/>
            </a:bodyPr>
            <a:lstStyle/>
            <a:p>
              <a:endParaRPr sz="764"/>
            </a:p>
          </p:txBody>
        </p:sp>
        <p:sp>
          <p:nvSpPr>
            <p:cNvPr id="1099" name="Google Shape;7140;p64">
              <a:extLst>
                <a:ext uri="{FF2B5EF4-FFF2-40B4-BE49-F238E27FC236}">
                  <a16:creationId xmlns:a16="http://schemas.microsoft.com/office/drawing/2014/main" id="{851CEA8E-6A7C-4F7D-A475-88891BFE690F}"/>
                </a:ext>
              </a:extLst>
            </p:cNvPr>
            <p:cNvSpPr/>
            <p:nvPr/>
          </p:nvSpPr>
          <p:spPr>
            <a:xfrm>
              <a:off x="-23177150" y="221440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662" y="158"/>
                    <a:pt x="504" y="0"/>
                    <a:pt x="347"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089" name="Google Shape;7141;p64">
            <a:extLst>
              <a:ext uri="{FF2B5EF4-FFF2-40B4-BE49-F238E27FC236}">
                <a16:creationId xmlns:a16="http://schemas.microsoft.com/office/drawing/2014/main" id="{58C93D11-CA14-47FD-A1E1-526955CDB030}"/>
              </a:ext>
            </a:extLst>
          </p:cNvPr>
          <p:cNvGrpSpPr/>
          <p:nvPr/>
        </p:nvGrpSpPr>
        <p:grpSpPr>
          <a:xfrm>
            <a:off x="4611350" y="5633635"/>
            <a:ext cx="175402" cy="230390"/>
            <a:chOff x="-23177950" y="2340425"/>
            <a:chExt cx="226075" cy="296950"/>
          </a:xfrm>
          <a:solidFill>
            <a:schemeClr val="tx1"/>
          </a:solidFill>
        </p:grpSpPr>
        <p:sp>
          <p:nvSpPr>
            <p:cNvPr id="1094" name="Google Shape;7142;p64">
              <a:extLst>
                <a:ext uri="{FF2B5EF4-FFF2-40B4-BE49-F238E27FC236}">
                  <a16:creationId xmlns:a16="http://schemas.microsoft.com/office/drawing/2014/main" id="{6BABBC64-98F6-4BB8-8608-31D1FA0EA9B2}"/>
                </a:ext>
              </a:extLst>
            </p:cNvPr>
            <p:cNvSpPr/>
            <p:nvPr/>
          </p:nvSpPr>
          <p:spPr>
            <a:xfrm>
              <a:off x="-23177950" y="2340425"/>
              <a:ext cx="226075" cy="296950"/>
            </a:xfrm>
            <a:custGeom>
              <a:avLst/>
              <a:gdLst/>
              <a:ahLst/>
              <a:cxnLst/>
              <a:rect l="l" t="t" r="r" b="b"/>
              <a:pathLst>
                <a:path w="9043" h="11878" extrusionOk="0">
                  <a:moveTo>
                    <a:pt x="1418" y="693"/>
                  </a:moveTo>
                  <a:lnTo>
                    <a:pt x="1418" y="1449"/>
                  </a:lnTo>
                  <a:cubicBezTo>
                    <a:pt x="1418" y="2048"/>
                    <a:pt x="1891" y="2457"/>
                    <a:pt x="2426" y="2457"/>
                  </a:cubicBezTo>
                  <a:lnTo>
                    <a:pt x="2804" y="2457"/>
                  </a:lnTo>
                  <a:cubicBezTo>
                    <a:pt x="2899" y="2457"/>
                    <a:pt x="2993" y="2426"/>
                    <a:pt x="3057" y="2300"/>
                  </a:cubicBezTo>
                  <a:cubicBezTo>
                    <a:pt x="3340" y="1953"/>
                    <a:pt x="3750" y="1764"/>
                    <a:pt x="4159" y="1764"/>
                  </a:cubicBezTo>
                  <a:cubicBezTo>
                    <a:pt x="6459" y="1764"/>
                    <a:pt x="8349" y="3623"/>
                    <a:pt x="8349" y="5923"/>
                  </a:cubicBezTo>
                  <a:cubicBezTo>
                    <a:pt x="8349" y="8254"/>
                    <a:pt x="6491" y="10113"/>
                    <a:pt x="4159" y="10113"/>
                  </a:cubicBezTo>
                  <a:cubicBezTo>
                    <a:pt x="3750" y="10113"/>
                    <a:pt x="3340" y="9924"/>
                    <a:pt x="3057" y="9578"/>
                  </a:cubicBezTo>
                  <a:cubicBezTo>
                    <a:pt x="2993" y="9483"/>
                    <a:pt x="2899" y="9389"/>
                    <a:pt x="2804" y="9389"/>
                  </a:cubicBezTo>
                  <a:lnTo>
                    <a:pt x="2426" y="9389"/>
                  </a:lnTo>
                  <a:cubicBezTo>
                    <a:pt x="1859" y="9389"/>
                    <a:pt x="1418" y="9861"/>
                    <a:pt x="1418" y="10428"/>
                  </a:cubicBezTo>
                  <a:lnTo>
                    <a:pt x="1418" y="11153"/>
                  </a:lnTo>
                  <a:lnTo>
                    <a:pt x="694" y="11153"/>
                  </a:lnTo>
                  <a:lnTo>
                    <a:pt x="694" y="10428"/>
                  </a:lnTo>
                  <a:cubicBezTo>
                    <a:pt x="694" y="9483"/>
                    <a:pt x="1481" y="8695"/>
                    <a:pt x="2426" y="8695"/>
                  </a:cubicBezTo>
                  <a:lnTo>
                    <a:pt x="2489" y="8695"/>
                  </a:lnTo>
                  <a:cubicBezTo>
                    <a:pt x="2647" y="8695"/>
                    <a:pt x="2804" y="8569"/>
                    <a:pt x="2836" y="8412"/>
                  </a:cubicBezTo>
                  <a:cubicBezTo>
                    <a:pt x="2962" y="7782"/>
                    <a:pt x="3529" y="7309"/>
                    <a:pt x="4222" y="7309"/>
                  </a:cubicBezTo>
                  <a:cubicBezTo>
                    <a:pt x="4947" y="7309"/>
                    <a:pt x="5577" y="6679"/>
                    <a:pt x="5577" y="5923"/>
                  </a:cubicBezTo>
                  <a:cubicBezTo>
                    <a:pt x="5577" y="5198"/>
                    <a:pt x="4947" y="4568"/>
                    <a:pt x="4222" y="4568"/>
                  </a:cubicBezTo>
                  <a:cubicBezTo>
                    <a:pt x="3529" y="4568"/>
                    <a:pt x="2993" y="4096"/>
                    <a:pt x="2836" y="3466"/>
                  </a:cubicBezTo>
                  <a:cubicBezTo>
                    <a:pt x="2804" y="3308"/>
                    <a:pt x="2678" y="3182"/>
                    <a:pt x="2489" y="3182"/>
                  </a:cubicBezTo>
                  <a:lnTo>
                    <a:pt x="2426" y="3182"/>
                  </a:lnTo>
                  <a:cubicBezTo>
                    <a:pt x="1481" y="3182"/>
                    <a:pt x="694" y="2394"/>
                    <a:pt x="694" y="1449"/>
                  </a:cubicBezTo>
                  <a:lnTo>
                    <a:pt x="694" y="693"/>
                  </a:lnTo>
                  <a:close/>
                  <a:moveTo>
                    <a:pt x="347" y="0"/>
                  </a:moveTo>
                  <a:cubicBezTo>
                    <a:pt x="158" y="0"/>
                    <a:pt x="1" y="158"/>
                    <a:pt x="1" y="347"/>
                  </a:cubicBezTo>
                  <a:lnTo>
                    <a:pt x="1" y="1449"/>
                  </a:lnTo>
                  <a:cubicBezTo>
                    <a:pt x="1" y="2710"/>
                    <a:pt x="977" y="3749"/>
                    <a:pt x="2206" y="3844"/>
                  </a:cubicBezTo>
                  <a:cubicBezTo>
                    <a:pt x="2489" y="4694"/>
                    <a:pt x="3277" y="5261"/>
                    <a:pt x="4159" y="5261"/>
                  </a:cubicBezTo>
                  <a:cubicBezTo>
                    <a:pt x="4569" y="5261"/>
                    <a:pt x="4884" y="5576"/>
                    <a:pt x="4884" y="5986"/>
                  </a:cubicBezTo>
                  <a:cubicBezTo>
                    <a:pt x="4884" y="6364"/>
                    <a:pt x="4569" y="6679"/>
                    <a:pt x="4159" y="6679"/>
                  </a:cubicBezTo>
                  <a:cubicBezTo>
                    <a:pt x="3277" y="6679"/>
                    <a:pt x="2489" y="7278"/>
                    <a:pt x="2206" y="8097"/>
                  </a:cubicBezTo>
                  <a:cubicBezTo>
                    <a:pt x="977" y="8223"/>
                    <a:pt x="1" y="9263"/>
                    <a:pt x="1" y="10523"/>
                  </a:cubicBezTo>
                  <a:lnTo>
                    <a:pt x="1" y="11531"/>
                  </a:lnTo>
                  <a:cubicBezTo>
                    <a:pt x="1" y="11720"/>
                    <a:pt x="158" y="11877"/>
                    <a:pt x="347" y="11877"/>
                  </a:cubicBezTo>
                  <a:lnTo>
                    <a:pt x="1733" y="11877"/>
                  </a:lnTo>
                  <a:cubicBezTo>
                    <a:pt x="1922" y="11877"/>
                    <a:pt x="2080" y="11720"/>
                    <a:pt x="2080" y="11531"/>
                  </a:cubicBezTo>
                  <a:lnTo>
                    <a:pt x="2080" y="10523"/>
                  </a:lnTo>
                  <a:cubicBezTo>
                    <a:pt x="2080" y="10302"/>
                    <a:pt x="2237" y="10145"/>
                    <a:pt x="2426" y="10145"/>
                  </a:cubicBezTo>
                  <a:lnTo>
                    <a:pt x="2647" y="10145"/>
                  </a:lnTo>
                  <a:cubicBezTo>
                    <a:pt x="3025" y="10586"/>
                    <a:pt x="3592" y="10869"/>
                    <a:pt x="4159" y="10869"/>
                  </a:cubicBezTo>
                  <a:cubicBezTo>
                    <a:pt x="6837" y="10869"/>
                    <a:pt x="9011" y="8695"/>
                    <a:pt x="9011" y="6018"/>
                  </a:cubicBezTo>
                  <a:cubicBezTo>
                    <a:pt x="9042" y="3277"/>
                    <a:pt x="6837" y="1103"/>
                    <a:pt x="4159" y="1103"/>
                  </a:cubicBezTo>
                  <a:cubicBezTo>
                    <a:pt x="3592" y="1103"/>
                    <a:pt x="3025" y="1323"/>
                    <a:pt x="2647" y="1796"/>
                  </a:cubicBezTo>
                  <a:lnTo>
                    <a:pt x="2426" y="1796"/>
                  </a:lnTo>
                  <a:cubicBezTo>
                    <a:pt x="2237" y="1796"/>
                    <a:pt x="2080" y="1638"/>
                    <a:pt x="2080" y="1449"/>
                  </a:cubicBezTo>
                  <a:lnTo>
                    <a:pt x="2080" y="347"/>
                  </a:lnTo>
                  <a:cubicBezTo>
                    <a:pt x="2080" y="158"/>
                    <a:pt x="1922" y="0"/>
                    <a:pt x="1733" y="0"/>
                  </a:cubicBezTo>
                  <a:close/>
                </a:path>
              </a:pathLst>
            </a:custGeom>
            <a:grpFill/>
            <a:ln>
              <a:noFill/>
            </a:ln>
          </p:spPr>
          <p:txBody>
            <a:bodyPr spcFirstLastPara="1" wrap="square" lIns="62728" tIns="62728" rIns="62728" bIns="62728" anchor="ctr" anchorCtr="0">
              <a:noAutofit/>
            </a:bodyPr>
            <a:lstStyle/>
            <a:p>
              <a:endParaRPr sz="764"/>
            </a:p>
          </p:txBody>
        </p:sp>
        <p:sp>
          <p:nvSpPr>
            <p:cNvPr id="1095" name="Google Shape;7143;p64">
              <a:extLst>
                <a:ext uri="{FF2B5EF4-FFF2-40B4-BE49-F238E27FC236}">
                  <a16:creationId xmlns:a16="http://schemas.microsoft.com/office/drawing/2014/main" id="{6BACC4EF-AC9A-4BA5-AE7A-6C5A17F4635D}"/>
                </a:ext>
              </a:extLst>
            </p:cNvPr>
            <p:cNvSpPr/>
            <p:nvPr/>
          </p:nvSpPr>
          <p:spPr>
            <a:xfrm>
              <a:off x="-23081850" y="2425475"/>
              <a:ext cx="96100" cy="151250"/>
            </a:xfrm>
            <a:custGeom>
              <a:avLst/>
              <a:gdLst/>
              <a:ahLst/>
              <a:cxnLst/>
              <a:rect l="l" t="t" r="r" b="b"/>
              <a:pathLst>
                <a:path w="3844" h="6050" extrusionOk="0">
                  <a:moveTo>
                    <a:pt x="2568" y="1"/>
                  </a:moveTo>
                  <a:cubicBezTo>
                    <a:pt x="2481" y="1"/>
                    <a:pt x="2395" y="32"/>
                    <a:pt x="2332" y="95"/>
                  </a:cubicBezTo>
                  <a:cubicBezTo>
                    <a:pt x="2205" y="221"/>
                    <a:pt x="2205" y="442"/>
                    <a:pt x="2332" y="568"/>
                  </a:cubicBezTo>
                  <a:cubicBezTo>
                    <a:pt x="2867" y="1072"/>
                    <a:pt x="3151" y="1796"/>
                    <a:pt x="3151" y="2553"/>
                  </a:cubicBezTo>
                  <a:cubicBezTo>
                    <a:pt x="3151" y="3277"/>
                    <a:pt x="2899" y="3970"/>
                    <a:pt x="2332" y="4506"/>
                  </a:cubicBezTo>
                  <a:cubicBezTo>
                    <a:pt x="1827" y="5010"/>
                    <a:pt x="1134" y="5325"/>
                    <a:pt x="378" y="5325"/>
                  </a:cubicBezTo>
                  <a:cubicBezTo>
                    <a:pt x="189" y="5325"/>
                    <a:pt x="0" y="5482"/>
                    <a:pt x="0" y="5703"/>
                  </a:cubicBezTo>
                  <a:cubicBezTo>
                    <a:pt x="0" y="5892"/>
                    <a:pt x="189" y="6050"/>
                    <a:pt x="378" y="6050"/>
                  </a:cubicBezTo>
                  <a:cubicBezTo>
                    <a:pt x="1292" y="6050"/>
                    <a:pt x="2174" y="5703"/>
                    <a:pt x="2804" y="5010"/>
                  </a:cubicBezTo>
                  <a:cubicBezTo>
                    <a:pt x="3466" y="4348"/>
                    <a:pt x="3844" y="3498"/>
                    <a:pt x="3844" y="2584"/>
                  </a:cubicBezTo>
                  <a:cubicBezTo>
                    <a:pt x="3844" y="1670"/>
                    <a:pt x="3434" y="757"/>
                    <a:pt x="2804" y="95"/>
                  </a:cubicBezTo>
                  <a:cubicBezTo>
                    <a:pt x="2741" y="32"/>
                    <a:pt x="2654" y="1"/>
                    <a:pt x="2568" y="1"/>
                  </a:cubicBezTo>
                  <a:close/>
                </a:path>
              </a:pathLst>
            </a:custGeom>
            <a:grpFill/>
            <a:ln>
              <a:noFill/>
            </a:ln>
          </p:spPr>
          <p:txBody>
            <a:bodyPr spcFirstLastPara="1" wrap="square" lIns="62728" tIns="62728" rIns="62728" bIns="62728" anchor="ctr" anchorCtr="0">
              <a:noAutofit/>
            </a:bodyPr>
            <a:lstStyle/>
            <a:p>
              <a:endParaRPr sz="764"/>
            </a:p>
          </p:txBody>
        </p:sp>
      </p:grpSp>
      <p:sp>
        <p:nvSpPr>
          <p:cNvPr id="1091" name="Google Shape;7147;p64">
            <a:extLst>
              <a:ext uri="{FF2B5EF4-FFF2-40B4-BE49-F238E27FC236}">
                <a16:creationId xmlns:a16="http://schemas.microsoft.com/office/drawing/2014/main" id="{0C69EABD-DBB7-4C48-B5D4-6E28A1CBA7A8}"/>
              </a:ext>
            </a:extLst>
          </p:cNvPr>
          <p:cNvSpPr/>
          <p:nvPr/>
        </p:nvSpPr>
        <p:spPr>
          <a:xfrm>
            <a:off x="5162748" y="5634223"/>
            <a:ext cx="229789" cy="229168"/>
          </a:xfrm>
          <a:custGeom>
            <a:avLst/>
            <a:gdLst/>
            <a:ahLst/>
            <a:cxnLst/>
            <a:rect l="l" t="t" r="r" b="b"/>
            <a:pathLst>
              <a:path w="11847" h="11815" extrusionOk="0">
                <a:moveTo>
                  <a:pt x="5829" y="662"/>
                </a:moveTo>
                <a:cubicBezTo>
                  <a:pt x="6018" y="662"/>
                  <a:pt x="6176" y="820"/>
                  <a:pt x="6176" y="1009"/>
                </a:cubicBezTo>
                <a:cubicBezTo>
                  <a:pt x="6176" y="1229"/>
                  <a:pt x="6018" y="1387"/>
                  <a:pt x="5829" y="1387"/>
                </a:cubicBezTo>
                <a:cubicBezTo>
                  <a:pt x="5640" y="1387"/>
                  <a:pt x="5483" y="1229"/>
                  <a:pt x="5483" y="1009"/>
                </a:cubicBezTo>
                <a:cubicBezTo>
                  <a:pt x="5483" y="820"/>
                  <a:pt x="5640" y="662"/>
                  <a:pt x="5829" y="662"/>
                </a:cubicBezTo>
                <a:close/>
                <a:moveTo>
                  <a:pt x="3225" y="2798"/>
                </a:moveTo>
                <a:cubicBezTo>
                  <a:pt x="3766" y="2798"/>
                  <a:pt x="4911" y="3708"/>
                  <a:pt x="5483" y="4159"/>
                </a:cubicBezTo>
                <a:lnTo>
                  <a:pt x="5483" y="4884"/>
                </a:lnTo>
                <a:lnTo>
                  <a:pt x="4727" y="4884"/>
                </a:lnTo>
                <a:cubicBezTo>
                  <a:pt x="4758" y="4758"/>
                  <a:pt x="4790" y="4632"/>
                  <a:pt x="4790" y="4537"/>
                </a:cubicBezTo>
                <a:cubicBezTo>
                  <a:pt x="4790" y="4317"/>
                  <a:pt x="4632" y="4159"/>
                  <a:pt x="4443" y="4159"/>
                </a:cubicBezTo>
                <a:cubicBezTo>
                  <a:pt x="4254" y="4159"/>
                  <a:pt x="4097" y="4317"/>
                  <a:pt x="4097" y="4537"/>
                </a:cubicBezTo>
                <a:cubicBezTo>
                  <a:pt x="4097" y="4726"/>
                  <a:pt x="3939" y="4884"/>
                  <a:pt x="3750" y="4884"/>
                </a:cubicBezTo>
                <a:lnTo>
                  <a:pt x="3435" y="4884"/>
                </a:lnTo>
                <a:cubicBezTo>
                  <a:pt x="3655" y="4569"/>
                  <a:pt x="3813" y="4254"/>
                  <a:pt x="3908" y="3939"/>
                </a:cubicBezTo>
                <a:cubicBezTo>
                  <a:pt x="3971" y="3750"/>
                  <a:pt x="3844" y="3529"/>
                  <a:pt x="3655" y="3498"/>
                </a:cubicBezTo>
                <a:cubicBezTo>
                  <a:pt x="3617" y="3485"/>
                  <a:pt x="3578" y="3478"/>
                  <a:pt x="3541" y="3478"/>
                </a:cubicBezTo>
                <a:cubicBezTo>
                  <a:pt x="3395" y="3478"/>
                  <a:pt x="3265" y="3574"/>
                  <a:pt x="3214" y="3750"/>
                </a:cubicBezTo>
                <a:cubicBezTo>
                  <a:pt x="3025" y="4380"/>
                  <a:pt x="2710" y="4726"/>
                  <a:pt x="2269" y="4884"/>
                </a:cubicBezTo>
                <a:lnTo>
                  <a:pt x="1482" y="4884"/>
                </a:lnTo>
                <a:cubicBezTo>
                  <a:pt x="2049" y="4411"/>
                  <a:pt x="2364" y="3907"/>
                  <a:pt x="2584" y="3466"/>
                </a:cubicBezTo>
                <a:cubicBezTo>
                  <a:pt x="2836" y="3057"/>
                  <a:pt x="2962" y="2836"/>
                  <a:pt x="3151" y="2805"/>
                </a:cubicBezTo>
                <a:cubicBezTo>
                  <a:pt x="3174" y="2800"/>
                  <a:pt x="3199" y="2798"/>
                  <a:pt x="3225" y="2798"/>
                </a:cubicBezTo>
                <a:close/>
                <a:moveTo>
                  <a:pt x="8424" y="2770"/>
                </a:moveTo>
                <a:cubicBezTo>
                  <a:pt x="8442" y="2770"/>
                  <a:pt x="8459" y="2771"/>
                  <a:pt x="8476" y="2773"/>
                </a:cubicBezTo>
                <a:cubicBezTo>
                  <a:pt x="8665" y="2836"/>
                  <a:pt x="8791" y="3057"/>
                  <a:pt x="9011" y="3466"/>
                </a:cubicBezTo>
                <a:cubicBezTo>
                  <a:pt x="9263" y="3876"/>
                  <a:pt x="9578" y="4411"/>
                  <a:pt x="10082" y="4884"/>
                </a:cubicBezTo>
                <a:lnTo>
                  <a:pt x="9326" y="4884"/>
                </a:lnTo>
                <a:cubicBezTo>
                  <a:pt x="8885" y="4726"/>
                  <a:pt x="8570" y="4348"/>
                  <a:pt x="8381" y="3750"/>
                </a:cubicBezTo>
                <a:cubicBezTo>
                  <a:pt x="8328" y="3564"/>
                  <a:pt x="8164" y="3490"/>
                  <a:pt x="8019" y="3490"/>
                </a:cubicBezTo>
                <a:cubicBezTo>
                  <a:pt x="7992" y="3490"/>
                  <a:pt x="7965" y="3493"/>
                  <a:pt x="7940" y="3498"/>
                </a:cubicBezTo>
                <a:cubicBezTo>
                  <a:pt x="7783" y="3529"/>
                  <a:pt x="7688" y="3781"/>
                  <a:pt x="7720" y="3939"/>
                </a:cubicBezTo>
                <a:cubicBezTo>
                  <a:pt x="7783" y="4191"/>
                  <a:pt x="7940" y="4569"/>
                  <a:pt x="8192" y="4884"/>
                </a:cubicBezTo>
                <a:lnTo>
                  <a:pt x="7877" y="4884"/>
                </a:lnTo>
                <a:cubicBezTo>
                  <a:pt x="7688" y="4884"/>
                  <a:pt x="7531" y="4726"/>
                  <a:pt x="7531" y="4537"/>
                </a:cubicBezTo>
                <a:cubicBezTo>
                  <a:pt x="7531" y="4317"/>
                  <a:pt x="7373" y="4159"/>
                  <a:pt x="7153" y="4159"/>
                </a:cubicBezTo>
                <a:cubicBezTo>
                  <a:pt x="6963" y="4159"/>
                  <a:pt x="6806" y="4317"/>
                  <a:pt x="6806" y="4537"/>
                </a:cubicBezTo>
                <a:cubicBezTo>
                  <a:pt x="6806" y="4632"/>
                  <a:pt x="6837" y="4758"/>
                  <a:pt x="6900" y="4884"/>
                </a:cubicBezTo>
                <a:lnTo>
                  <a:pt x="6144" y="4884"/>
                </a:lnTo>
                <a:lnTo>
                  <a:pt x="6144" y="4159"/>
                </a:lnTo>
                <a:cubicBezTo>
                  <a:pt x="6663" y="3701"/>
                  <a:pt x="7863" y="2770"/>
                  <a:pt x="8424" y="2770"/>
                </a:cubicBezTo>
                <a:close/>
                <a:moveTo>
                  <a:pt x="7216" y="5545"/>
                </a:moveTo>
                <a:cubicBezTo>
                  <a:pt x="7405" y="5545"/>
                  <a:pt x="7562" y="5703"/>
                  <a:pt x="7562" y="5892"/>
                </a:cubicBezTo>
                <a:cubicBezTo>
                  <a:pt x="7562" y="6113"/>
                  <a:pt x="7405" y="6270"/>
                  <a:pt x="7216" y="6270"/>
                </a:cubicBezTo>
                <a:lnTo>
                  <a:pt x="6176" y="6270"/>
                </a:lnTo>
                <a:lnTo>
                  <a:pt x="6176" y="5545"/>
                </a:lnTo>
                <a:close/>
                <a:moveTo>
                  <a:pt x="5483" y="6963"/>
                </a:moveTo>
                <a:lnTo>
                  <a:pt x="5483" y="7688"/>
                </a:lnTo>
                <a:lnTo>
                  <a:pt x="4443" y="7688"/>
                </a:lnTo>
                <a:cubicBezTo>
                  <a:pt x="4254" y="7688"/>
                  <a:pt x="4097" y="7530"/>
                  <a:pt x="4097" y="7310"/>
                </a:cubicBezTo>
                <a:cubicBezTo>
                  <a:pt x="4097" y="7121"/>
                  <a:pt x="4254" y="6963"/>
                  <a:pt x="4443" y="6963"/>
                </a:cubicBezTo>
                <a:close/>
                <a:moveTo>
                  <a:pt x="6491" y="8349"/>
                </a:moveTo>
                <a:cubicBezTo>
                  <a:pt x="6680" y="8349"/>
                  <a:pt x="6837" y="8507"/>
                  <a:pt x="6837" y="8696"/>
                </a:cubicBezTo>
                <a:cubicBezTo>
                  <a:pt x="6837" y="8885"/>
                  <a:pt x="6680" y="9042"/>
                  <a:pt x="6491" y="9042"/>
                </a:cubicBezTo>
                <a:lnTo>
                  <a:pt x="6144" y="9042"/>
                </a:lnTo>
                <a:lnTo>
                  <a:pt x="6144" y="8349"/>
                </a:lnTo>
                <a:close/>
                <a:moveTo>
                  <a:pt x="5483" y="9736"/>
                </a:moveTo>
                <a:lnTo>
                  <a:pt x="5483" y="10429"/>
                </a:lnTo>
                <a:lnTo>
                  <a:pt x="5105" y="10429"/>
                </a:lnTo>
                <a:cubicBezTo>
                  <a:pt x="4916" y="10429"/>
                  <a:pt x="4758" y="10271"/>
                  <a:pt x="4758" y="10082"/>
                </a:cubicBezTo>
                <a:cubicBezTo>
                  <a:pt x="4758" y="9893"/>
                  <a:pt x="4916" y="9736"/>
                  <a:pt x="5105" y="9736"/>
                </a:cubicBezTo>
                <a:close/>
                <a:moveTo>
                  <a:pt x="5861" y="1"/>
                </a:moveTo>
                <a:cubicBezTo>
                  <a:pt x="5325" y="1"/>
                  <a:pt x="4853" y="473"/>
                  <a:pt x="4853" y="1009"/>
                </a:cubicBezTo>
                <a:cubicBezTo>
                  <a:pt x="4853" y="1450"/>
                  <a:pt x="5136" y="1828"/>
                  <a:pt x="5546" y="1985"/>
                </a:cubicBezTo>
                <a:lnTo>
                  <a:pt x="5546" y="3309"/>
                </a:lnTo>
                <a:cubicBezTo>
                  <a:pt x="4475" y="2440"/>
                  <a:pt x="3776" y="2104"/>
                  <a:pt x="3254" y="2104"/>
                </a:cubicBezTo>
                <a:cubicBezTo>
                  <a:pt x="3208" y="2104"/>
                  <a:pt x="3163" y="2106"/>
                  <a:pt x="3120" y="2111"/>
                </a:cubicBezTo>
                <a:cubicBezTo>
                  <a:pt x="2616" y="2206"/>
                  <a:pt x="2332" y="2678"/>
                  <a:pt x="2080" y="3151"/>
                </a:cubicBezTo>
                <a:cubicBezTo>
                  <a:pt x="1734" y="3750"/>
                  <a:pt x="1356" y="4474"/>
                  <a:pt x="253" y="4915"/>
                </a:cubicBezTo>
                <a:cubicBezTo>
                  <a:pt x="95" y="4978"/>
                  <a:pt x="1" y="5167"/>
                  <a:pt x="32" y="5325"/>
                </a:cubicBezTo>
                <a:cubicBezTo>
                  <a:pt x="95" y="5482"/>
                  <a:pt x="190" y="5577"/>
                  <a:pt x="410" y="5577"/>
                </a:cubicBezTo>
                <a:lnTo>
                  <a:pt x="5609" y="5577"/>
                </a:lnTo>
                <a:lnTo>
                  <a:pt x="5609" y="6302"/>
                </a:lnTo>
                <a:lnTo>
                  <a:pt x="4569" y="6302"/>
                </a:lnTo>
                <a:cubicBezTo>
                  <a:pt x="3971" y="6302"/>
                  <a:pt x="3561" y="6774"/>
                  <a:pt x="3561" y="7310"/>
                </a:cubicBezTo>
                <a:cubicBezTo>
                  <a:pt x="3561" y="7908"/>
                  <a:pt x="4034" y="8349"/>
                  <a:pt x="4569" y="8349"/>
                </a:cubicBezTo>
                <a:lnTo>
                  <a:pt x="5609" y="8349"/>
                </a:lnTo>
                <a:lnTo>
                  <a:pt x="5609" y="9042"/>
                </a:lnTo>
                <a:lnTo>
                  <a:pt x="5231" y="9042"/>
                </a:lnTo>
                <a:cubicBezTo>
                  <a:pt x="4664" y="9042"/>
                  <a:pt x="4223" y="9515"/>
                  <a:pt x="4223" y="10082"/>
                </a:cubicBezTo>
                <a:cubicBezTo>
                  <a:pt x="4223" y="10681"/>
                  <a:pt x="4695" y="11090"/>
                  <a:pt x="5231" y="11090"/>
                </a:cubicBezTo>
                <a:lnTo>
                  <a:pt x="5609" y="11090"/>
                </a:lnTo>
                <a:lnTo>
                  <a:pt x="5609" y="11468"/>
                </a:lnTo>
                <a:cubicBezTo>
                  <a:pt x="5609" y="11657"/>
                  <a:pt x="5766" y="11815"/>
                  <a:pt x="5955" y="11815"/>
                </a:cubicBezTo>
                <a:cubicBezTo>
                  <a:pt x="6144" y="11815"/>
                  <a:pt x="6302" y="11657"/>
                  <a:pt x="6302" y="11468"/>
                </a:cubicBezTo>
                <a:lnTo>
                  <a:pt x="6302" y="11090"/>
                </a:lnTo>
                <a:lnTo>
                  <a:pt x="6648" y="11090"/>
                </a:lnTo>
                <a:cubicBezTo>
                  <a:pt x="6869" y="11090"/>
                  <a:pt x="7027" y="10933"/>
                  <a:pt x="7027" y="10744"/>
                </a:cubicBezTo>
                <a:cubicBezTo>
                  <a:pt x="7027" y="10555"/>
                  <a:pt x="6869" y="10397"/>
                  <a:pt x="6648" y="10397"/>
                </a:cubicBezTo>
                <a:lnTo>
                  <a:pt x="6302" y="10397"/>
                </a:lnTo>
                <a:lnTo>
                  <a:pt x="6302" y="9673"/>
                </a:lnTo>
                <a:lnTo>
                  <a:pt x="6648" y="9673"/>
                </a:lnTo>
                <a:cubicBezTo>
                  <a:pt x="7247" y="9673"/>
                  <a:pt x="7688" y="9200"/>
                  <a:pt x="7688" y="8664"/>
                </a:cubicBezTo>
                <a:cubicBezTo>
                  <a:pt x="7688" y="8066"/>
                  <a:pt x="7216" y="7625"/>
                  <a:pt x="6648" y="7625"/>
                </a:cubicBezTo>
                <a:lnTo>
                  <a:pt x="6302" y="7625"/>
                </a:lnTo>
                <a:lnTo>
                  <a:pt x="6302" y="6932"/>
                </a:lnTo>
                <a:lnTo>
                  <a:pt x="7342" y="6932"/>
                </a:lnTo>
                <a:cubicBezTo>
                  <a:pt x="7909" y="6932"/>
                  <a:pt x="8350" y="6459"/>
                  <a:pt x="8350" y="5892"/>
                </a:cubicBezTo>
                <a:cubicBezTo>
                  <a:pt x="8350" y="5766"/>
                  <a:pt x="8318" y="5671"/>
                  <a:pt x="8287" y="5545"/>
                </a:cubicBezTo>
                <a:lnTo>
                  <a:pt x="11469" y="5545"/>
                </a:lnTo>
                <a:cubicBezTo>
                  <a:pt x="11626" y="5545"/>
                  <a:pt x="11784" y="5419"/>
                  <a:pt x="11815" y="5262"/>
                </a:cubicBezTo>
                <a:cubicBezTo>
                  <a:pt x="11847" y="5104"/>
                  <a:pt x="11658" y="4947"/>
                  <a:pt x="11500" y="4915"/>
                </a:cubicBezTo>
                <a:cubicBezTo>
                  <a:pt x="10398" y="4474"/>
                  <a:pt x="9988" y="3750"/>
                  <a:pt x="9641" y="3151"/>
                </a:cubicBezTo>
                <a:cubicBezTo>
                  <a:pt x="9389" y="2678"/>
                  <a:pt x="9137" y="2237"/>
                  <a:pt x="8633" y="2111"/>
                </a:cubicBezTo>
                <a:cubicBezTo>
                  <a:pt x="8563" y="2096"/>
                  <a:pt x="8491" y="2088"/>
                  <a:pt x="8417" y="2088"/>
                </a:cubicBezTo>
                <a:cubicBezTo>
                  <a:pt x="7893" y="2088"/>
                  <a:pt x="7252" y="2481"/>
                  <a:pt x="6176" y="3309"/>
                </a:cubicBezTo>
                <a:lnTo>
                  <a:pt x="6176" y="1985"/>
                </a:lnTo>
                <a:cubicBezTo>
                  <a:pt x="6585" y="1828"/>
                  <a:pt x="6900" y="1481"/>
                  <a:pt x="6900" y="1009"/>
                </a:cubicBezTo>
                <a:cubicBezTo>
                  <a:pt x="6900" y="410"/>
                  <a:pt x="6428" y="1"/>
                  <a:pt x="5861"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213" name="Google Shape;7848;p66">
            <a:extLst>
              <a:ext uri="{FF2B5EF4-FFF2-40B4-BE49-F238E27FC236}">
                <a16:creationId xmlns:a16="http://schemas.microsoft.com/office/drawing/2014/main" id="{6097ABA3-BA29-4E04-9A24-67D92667D123}"/>
              </a:ext>
            </a:extLst>
          </p:cNvPr>
          <p:cNvGrpSpPr/>
          <p:nvPr/>
        </p:nvGrpSpPr>
        <p:grpSpPr>
          <a:xfrm>
            <a:off x="6077117" y="5360423"/>
            <a:ext cx="234875" cy="233136"/>
            <a:chOff x="-13966675" y="1639700"/>
            <a:chExt cx="354450" cy="351825"/>
          </a:xfrm>
          <a:solidFill>
            <a:schemeClr val="tx1"/>
          </a:solidFill>
        </p:grpSpPr>
        <p:sp>
          <p:nvSpPr>
            <p:cNvPr id="1338" name="Google Shape;7849;p66">
              <a:extLst>
                <a:ext uri="{FF2B5EF4-FFF2-40B4-BE49-F238E27FC236}">
                  <a16:creationId xmlns:a16="http://schemas.microsoft.com/office/drawing/2014/main" id="{0334550C-0EE6-42AF-83FE-AA8138E2A384}"/>
                </a:ext>
              </a:extLst>
            </p:cNvPr>
            <p:cNvSpPr/>
            <p:nvPr/>
          </p:nvSpPr>
          <p:spPr>
            <a:xfrm>
              <a:off x="-13776875" y="1888525"/>
              <a:ext cx="104775" cy="37625"/>
            </a:xfrm>
            <a:custGeom>
              <a:avLst/>
              <a:gdLst/>
              <a:ahLst/>
              <a:cxnLst/>
              <a:rect l="l" t="t" r="r" b="b"/>
              <a:pathLst>
                <a:path w="4191" h="1505" extrusionOk="0">
                  <a:moveTo>
                    <a:pt x="442" y="0"/>
                  </a:moveTo>
                  <a:cubicBezTo>
                    <a:pt x="339" y="0"/>
                    <a:pt x="237" y="40"/>
                    <a:pt x="158" y="118"/>
                  </a:cubicBezTo>
                  <a:cubicBezTo>
                    <a:pt x="1" y="276"/>
                    <a:pt x="1" y="559"/>
                    <a:pt x="158" y="717"/>
                  </a:cubicBezTo>
                  <a:cubicBezTo>
                    <a:pt x="725" y="1253"/>
                    <a:pt x="1418" y="1505"/>
                    <a:pt x="2112" y="1505"/>
                  </a:cubicBezTo>
                  <a:cubicBezTo>
                    <a:pt x="2805" y="1505"/>
                    <a:pt x="3498" y="1221"/>
                    <a:pt x="4033" y="717"/>
                  </a:cubicBezTo>
                  <a:cubicBezTo>
                    <a:pt x="4191" y="559"/>
                    <a:pt x="4191" y="276"/>
                    <a:pt x="4033" y="118"/>
                  </a:cubicBezTo>
                  <a:cubicBezTo>
                    <a:pt x="3955" y="40"/>
                    <a:pt x="3844" y="0"/>
                    <a:pt x="3734" y="0"/>
                  </a:cubicBezTo>
                  <a:cubicBezTo>
                    <a:pt x="3624" y="0"/>
                    <a:pt x="3514" y="40"/>
                    <a:pt x="3435" y="118"/>
                  </a:cubicBezTo>
                  <a:cubicBezTo>
                    <a:pt x="3057" y="496"/>
                    <a:pt x="2568" y="685"/>
                    <a:pt x="2080" y="685"/>
                  </a:cubicBezTo>
                  <a:cubicBezTo>
                    <a:pt x="1592" y="685"/>
                    <a:pt x="1103" y="496"/>
                    <a:pt x="725" y="118"/>
                  </a:cubicBezTo>
                  <a:cubicBezTo>
                    <a:pt x="647" y="40"/>
                    <a:pt x="544" y="0"/>
                    <a:pt x="442" y="0"/>
                  </a:cubicBezTo>
                  <a:close/>
                </a:path>
              </a:pathLst>
            </a:custGeom>
            <a:grpFill/>
            <a:ln>
              <a:noFill/>
            </a:ln>
          </p:spPr>
          <p:txBody>
            <a:bodyPr spcFirstLastPara="1" wrap="square" lIns="62728" tIns="62728" rIns="62728" bIns="62728" anchor="ctr" anchorCtr="0">
              <a:noAutofit/>
            </a:bodyPr>
            <a:lstStyle/>
            <a:p>
              <a:endParaRPr sz="764"/>
            </a:p>
          </p:txBody>
        </p:sp>
        <p:sp>
          <p:nvSpPr>
            <p:cNvPr id="1339" name="Google Shape;7850;p66">
              <a:extLst>
                <a:ext uri="{FF2B5EF4-FFF2-40B4-BE49-F238E27FC236}">
                  <a16:creationId xmlns:a16="http://schemas.microsoft.com/office/drawing/2014/main" id="{2DD477D2-1B25-4FE8-9344-85719C0ABDC9}"/>
                </a:ext>
              </a:extLst>
            </p:cNvPr>
            <p:cNvSpPr/>
            <p:nvPr/>
          </p:nvSpPr>
          <p:spPr>
            <a:xfrm>
              <a:off x="-13966675" y="1639700"/>
              <a:ext cx="354450" cy="351825"/>
            </a:xfrm>
            <a:custGeom>
              <a:avLst/>
              <a:gdLst/>
              <a:ahLst/>
              <a:cxnLst/>
              <a:rect l="l" t="t" r="r" b="b"/>
              <a:pathLst>
                <a:path w="14178" h="14073" extrusionOk="0">
                  <a:moveTo>
                    <a:pt x="8412" y="998"/>
                  </a:moveTo>
                  <a:lnTo>
                    <a:pt x="8412" y="4085"/>
                  </a:lnTo>
                  <a:cubicBezTo>
                    <a:pt x="7467" y="3959"/>
                    <a:pt x="6585" y="3739"/>
                    <a:pt x="5671" y="3361"/>
                  </a:cubicBezTo>
                  <a:cubicBezTo>
                    <a:pt x="5625" y="3349"/>
                    <a:pt x="5574" y="3342"/>
                    <a:pt x="5523" y="3342"/>
                  </a:cubicBezTo>
                  <a:cubicBezTo>
                    <a:pt x="5434" y="3342"/>
                    <a:pt x="5341" y="3364"/>
                    <a:pt x="5261" y="3424"/>
                  </a:cubicBezTo>
                  <a:cubicBezTo>
                    <a:pt x="5167" y="3487"/>
                    <a:pt x="5072" y="3613"/>
                    <a:pt x="5072" y="3770"/>
                  </a:cubicBezTo>
                  <a:lnTo>
                    <a:pt x="5072" y="6669"/>
                  </a:lnTo>
                  <a:cubicBezTo>
                    <a:pt x="4957" y="6656"/>
                    <a:pt x="4841" y="6650"/>
                    <a:pt x="4724" y="6650"/>
                  </a:cubicBezTo>
                  <a:cubicBezTo>
                    <a:pt x="3979" y="6650"/>
                    <a:pt x="3223" y="6912"/>
                    <a:pt x="2678" y="7456"/>
                  </a:cubicBezTo>
                  <a:cubicBezTo>
                    <a:pt x="2520" y="7614"/>
                    <a:pt x="2520" y="7898"/>
                    <a:pt x="2678" y="8055"/>
                  </a:cubicBezTo>
                  <a:cubicBezTo>
                    <a:pt x="2757" y="8134"/>
                    <a:pt x="2867" y="8173"/>
                    <a:pt x="2977" y="8173"/>
                  </a:cubicBezTo>
                  <a:cubicBezTo>
                    <a:pt x="3088" y="8173"/>
                    <a:pt x="3198" y="8134"/>
                    <a:pt x="3277" y="8055"/>
                  </a:cubicBezTo>
                  <a:cubicBezTo>
                    <a:pt x="3639" y="7692"/>
                    <a:pt x="4132" y="7497"/>
                    <a:pt x="4627" y="7497"/>
                  </a:cubicBezTo>
                  <a:cubicBezTo>
                    <a:pt x="4776" y="7497"/>
                    <a:pt x="4926" y="7514"/>
                    <a:pt x="5072" y="7551"/>
                  </a:cubicBezTo>
                  <a:lnTo>
                    <a:pt x="5072" y="8654"/>
                  </a:lnTo>
                  <a:cubicBezTo>
                    <a:pt x="5072" y="9032"/>
                    <a:pt x="5104" y="9441"/>
                    <a:pt x="5198" y="9788"/>
                  </a:cubicBezTo>
                  <a:cubicBezTo>
                    <a:pt x="5041" y="9819"/>
                    <a:pt x="4852" y="9914"/>
                    <a:pt x="4631" y="9945"/>
                  </a:cubicBezTo>
                  <a:cubicBezTo>
                    <a:pt x="2489" y="9473"/>
                    <a:pt x="914" y="7551"/>
                    <a:pt x="914" y="5346"/>
                  </a:cubicBezTo>
                  <a:lnTo>
                    <a:pt x="914" y="998"/>
                  </a:lnTo>
                  <a:lnTo>
                    <a:pt x="945" y="998"/>
                  </a:lnTo>
                  <a:cubicBezTo>
                    <a:pt x="2111" y="1408"/>
                    <a:pt x="3434" y="1628"/>
                    <a:pt x="4694" y="1628"/>
                  </a:cubicBezTo>
                  <a:cubicBezTo>
                    <a:pt x="5954" y="1628"/>
                    <a:pt x="7246" y="1439"/>
                    <a:pt x="8412" y="998"/>
                  </a:cubicBezTo>
                  <a:close/>
                  <a:moveTo>
                    <a:pt x="13421" y="4369"/>
                  </a:moveTo>
                  <a:lnTo>
                    <a:pt x="13421" y="8654"/>
                  </a:lnTo>
                  <a:cubicBezTo>
                    <a:pt x="13421" y="10890"/>
                    <a:pt x="11846" y="12812"/>
                    <a:pt x="9672" y="13285"/>
                  </a:cubicBezTo>
                  <a:cubicBezTo>
                    <a:pt x="7530" y="12812"/>
                    <a:pt x="5986" y="10859"/>
                    <a:pt x="5986" y="8654"/>
                  </a:cubicBezTo>
                  <a:lnTo>
                    <a:pt x="5986" y="4369"/>
                  </a:lnTo>
                  <a:cubicBezTo>
                    <a:pt x="7215" y="4779"/>
                    <a:pt x="8475" y="4999"/>
                    <a:pt x="9672" y="4999"/>
                  </a:cubicBezTo>
                  <a:cubicBezTo>
                    <a:pt x="10932" y="4936"/>
                    <a:pt x="12192" y="4747"/>
                    <a:pt x="13421" y="4369"/>
                  </a:cubicBezTo>
                  <a:close/>
                  <a:moveTo>
                    <a:pt x="430" y="1"/>
                  </a:moveTo>
                  <a:cubicBezTo>
                    <a:pt x="348" y="1"/>
                    <a:pt x="263" y="16"/>
                    <a:pt x="189" y="53"/>
                  </a:cubicBezTo>
                  <a:cubicBezTo>
                    <a:pt x="95" y="147"/>
                    <a:pt x="0" y="273"/>
                    <a:pt x="0" y="431"/>
                  </a:cubicBezTo>
                  <a:lnTo>
                    <a:pt x="0" y="5346"/>
                  </a:lnTo>
                  <a:cubicBezTo>
                    <a:pt x="126" y="7929"/>
                    <a:pt x="2016" y="10260"/>
                    <a:pt x="4600" y="10764"/>
                  </a:cubicBezTo>
                  <a:lnTo>
                    <a:pt x="4757" y="10764"/>
                  </a:lnTo>
                  <a:cubicBezTo>
                    <a:pt x="5009" y="10733"/>
                    <a:pt x="5230" y="10670"/>
                    <a:pt x="5482" y="10575"/>
                  </a:cubicBezTo>
                  <a:cubicBezTo>
                    <a:pt x="6144" y="12340"/>
                    <a:pt x="7687" y="13726"/>
                    <a:pt x="9578" y="14072"/>
                  </a:cubicBezTo>
                  <a:lnTo>
                    <a:pt x="9735" y="14072"/>
                  </a:lnTo>
                  <a:cubicBezTo>
                    <a:pt x="12318" y="13568"/>
                    <a:pt x="14177" y="11237"/>
                    <a:pt x="14177" y="8622"/>
                  </a:cubicBezTo>
                  <a:lnTo>
                    <a:pt x="14177" y="3770"/>
                  </a:lnTo>
                  <a:cubicBezTo>
                    <a:pt x="14177" y="3644"/>
                    <a:pt x="14114" y="3487"/>
                    <a:pt x="13988" y="3424"/>
                  </a:cubicBezTo>
                  <a:cubicBezTo>
                    <a:pt x="13908" y="3364"/>
                    <a:pt x="13816" y="3342"/>
                    <a:pt x="13727" y="3342"/>
                  </a:cubicBezTo>
                  <a:cubicBezTo>
                    <a:pt x="13675" y="3342"/>
                    <a:pt x="13625" y="3349"/>
                    <a:pt x="13579" y="3361"/>
                  </a:cubicBezTo>
                  <a:cubicBezTo>
                    <a:pt x="12318" y="3896"/>
                    <a:pt x="10995" y="4117"/>
                    <a:pt x="9609" y="4117"/>
                  </a:cubicBezTo>
                  <a:lnTo>
                    <a:pt x="9231" y="4117"/>
                  </a:lnTo>
                  <a:lnTo>
                    <a:pt x="9231" y="431"/>
                  </a:lnTo>
                  <a:cubicBezTo>
                    <a:pt x="9231" y="305"/>
                    <a:pt x="9136" y="147"/>
                    <a:pt x="9010" y="53"/>
                  </a:cubicBezTo>
                  <a:cubicBezTo>
                    <a:pt x="8955" y="16"/>
                    <a:pt x="8878" y="1"/>
                    <a:pt x="8799" y="1"/>
                  </a:cubicBezTo>
                  <a:cubicBezTo>
                    <a:pt x="8742" y="1"/>
                    <a:pt x="8685" y="8"/>
                    <a:pt x="8632" y="21"/>
                  </a:cubicBezTo>
                  <a:cubicBezTo>
                    <a:pt x="7372" y="525"/>
                    <a:pt x="5986" y="777"/>
                    <a:pt x="4600" y="777"/>
                  </a:cubicBezTo>
                  <a:cubicBezTo>
                    <a:pt x="3245" y="777"/>
                    <a:pt x="1859" y="494"/>
                    <a:pt x="599" y="21"/>
                  </a:cubicBezTo>
                  <a:cubicBezTo>
                    <a:pt x="546" y="8"/>
                    <a:pt x="489" y="1"/>
                    <a:pt x="430" y="1"/>
                  </a:cubicBezTo>
                  <a:close/>
                </a:path>
              </a:pathLst>
            </a:custGeom>
            <a:grpFill/>
            <a:ln>
              <a:noFill/>
            </a:ln>
          </p:spPr>
          <p:txBody>
            <a:bodyPr spcFirstLastPara="1" wrap="square" lIns="62728" tIns="62728" rIns="62728" bIns="62728" anchor="ctr" anchorCtr="0">
              <a:noAutofit/>
            </a:bodyPr>
            <a:lstStyle/>
            <a:p>
              <a:endParaRPr sz="764"/>
            </a:p>
          </p:txBody>
        </p:sp>
        <p:sp>
          <p:nvSpPr>
            <p:cNvPr id="1340" name="Google Shape;7851;p66">
              <a:extLst>
                <a:ext uri="{FF2B5EF4-FFF2-40B4-BE49-F238E27FC236}">
                  <a16:creationId xmlns:a16="http://schemas.microsoft.com/office/drawing/2014/main" id="{1C9BEEF2-1BE4-405C-A142-E53F92231C1B}"/>
                </a:ext>
              </a:extLst>
            </p:cNvPr>
            <p:cNvSpPr/>
            <p:nvPr/>
          </p:nvSpPr>
          <p:spPr>
            <a:xfrm>
              <a:off x="-13923375" y="1723125"/>
              <a:ext cx="64625" cy="40925"/>
            </a:xfrm>
            <a:custGeom>
              <a:avLst/>
              <a:gdLst/>
              <a:ahLst/>
              <a:cxnLst/>
              <a:rect l="l" t="t" r="r" b="b"/>
              <a:pathLst>
                <a:path w="2585" h="1637" extrusionOk="0">
                  <a:moveTo>
                    <a:pt x="2113" y="1"/>
                  </a:moveTo>
                  <a:cubicBezTo>
                    <a:pt x="2061" y="1"/>
                    <a:pt x="2008" y="9"/>
                    <a:pt x="1954" y="24"/>
                  </a:cubicBezTo>
                  <a:lnTo>
                    <a:pt x="284" y="843"/>
                  </a:lnTo>
                  <a:cubicBezTo>
                    <a:pt x="64" y="969"/>
                    <a:pt x="1" y="1221"/>
                    <a:pt x="64" y="1410"/>
                  </a:cubicBezTo>
                  <a:cubicBezTo>
                    <a:pt x="156" y="1548"/>
                    <a:pt x="316" y="1636"/>
                    <a:pt x="469" y="1636"/>
                  </a:cubicBezTo>
                  <a:cubicBezTo>
                    <a:pt x="525" y="1636"/>
                    <a:pt x="580" y="1624"/>
                    <a:pt x="631" y="1599"/>
                  </a:cubicBezTo>
                  <a:lnTo>
                    <a:pt x="2332" y="780"/>
                  </a:lnTo>
                  <a:cubicBezTo>
                    <a:pt x="2521" y="654"/>
                    <a:pt x="2584" y="433"/>
                    <a:pt x="2521" y="244"/>
                  </a:cubicBezTo>
                  <a:cubicBezTo>
                    <a:pt x="2426" y="77"/>
                    <a:pt x="2276" y="1"/>
                    <a:pt x="2113" y="1"/>
                  </a:cubicBezTo>
                  <a:close/>
                </a:path>
              </a:pathLst>
            </a:custGeom>
            <a:grpFill/>
            <a:ln>
              <a:noFill/>
            </a:ln>
          </p:spPr>
          <p:txBody>
            <a:bodyPr spcFirstLastPara="1" wrap="square" lIns="62728" tIns="62728" rIns="62728" bIns="62728" anchor="ctr" anchorCtr="0">
              <a:noAutofit/>
            </a:bodyPr>
            <a:lstStyle/>
            <a:p>
              <a:endParaRPr sz="764"/>
            </a:p>
          </p:txBody>
        </p:sp>
        <p:sp>
          <p:nvSpPr>
            <p:cNvPr id="1341" name="Google Shape;7852;p66">
              <a:extLst>
                <a:ext uri="{FF2B5EF4-FFF2-40B4-BE49-F238E27FC236}">
                  <a16:creationId xmlns:a16="http://schemas.microsoft.com/office/drawing/2014/main" id="{828BAA11-4CA9-4BB2-9326-0D88163953D8}"/>
                </a:ext>
              </a:extLst>
            </p:cNvPr>
            <p:cNvSpPr/>
            <p:nvPr/>
          </p:nvSpPr>
          <p:spPr>
            <a:xfrm>
              <a:off x="-13798125" y="1805500"/>
              <a:ext cx="66175" cy="41575"/>
            </a:xfrm>
            <a:custGeom>
              <a:avLst/>
              <a:gdLst/>
              <a:ahLst/>
              <a:cxnLst/>
              <a:rect l="l" t="t" r="r" b="b"/>
              <a:pathLst>
                <a:path w="2647" h="1663" extrusionOk="0">
                  <a:moveTo>
                    <a:pt x="504" y="0"/>
                  </a:moveTo>
                  <a:cubicBezTo>
                    <a:pt x="350" y="0"/>
                    <a:pt x="188" y="94"/>
                    <a:pt x="95" y="257"/>
                  </a:cubicBezTo>
                  <a:cubicBezTo>
                    <a:pt x="0" y="446"/>
                    <a:pt x="95" y="667"/>
                    <a:pt x="315" y="793"/>
                  </a:cubicBezTo>
                  <a:lnTo>
                    <a:pt x="1953" y="1612"/>
                  </a:lnTo>
                  <a:cubicBezTo>
                    <a:pt x="2006" y="1647"/>
                    <a:pt x="2064" y="1663"/>
                    <a:pt x="2122" y="1663"/>
                  </a:cubicBezTo>
                  <a:cubicBezTo>
                    <a:pt x="2273" y="1663"/>
                    <a:pt x="2430" y="1559"/>
                    <a:pt x="2521" y="1423"/>
                  </a:cubicBezTo>
                  <a:cubicBezTo>
                    <a:pt x="2647" y="1234"/>
                    <a:pt x="2521" y="982"/>
                    <a:pt x="2300" y="887"/>
                  </a:cubicBezTo>
                  <a:lnTo>
                    <a:pt x="662" y="37"/>
                  </a:lnTo>
                  <a:cubicBezTo>
                    <a:pt x="612" y="12"/>
                    <a:pt x="559" y="0"/>
                    <a:pt x="504" y="0"/>
                  </a:cubicBezTo>
                  <a:close/>
                </a:path>
              </a:pathLst>
            </a:custGeom>
            <a:grpFill/>
            <a:ln>
              <a:noFill/>
            </a:ln>
          </p:spPr>
          <p:txBody>
            <a:bodyPr spcFirstLastPara="1" wrap="square" lIns="62728" tIns="62728" rIns="62728" bIns="62728" anchor="ctr" anchorCtr="0">
              <a:noAutofit/>
            </a:bodyPr>
            <a:lstStyle/>
            <a:p>
              <a:endParaRPr sz="764"/>
            </a:p>
          </p:txBody>
        </p:sp>
        <p:sp>
          <p:nvSpPr>
            <p:cNvPr id="1342" name="Google Shape;7853;p66">
              <a:extLst>
                <a:ext uri="{FF2B5EF4-FFF2-40B4-BE49-F238E27FC236}">
                  <a16:creationId xmlns:a16="http://schemas.microsoft.com/office/drawing/2014/main" id="{CA322217-3FD4-4318-8E5D-8F47300CF606}"/>
                </a:ext>
              </a:extLst>
            </p:cNvPr>
            <p:cNvSpPr/>
            <p:nvPr/>
          </p:nvSpPr>
          <p:spPr>
            <a:xfrm>
              <a:off x="-13714650" y="1805825"/>
              <a:ext cx="63825" cy="41250"/>
            </a:xfrm>
            <a:custGeom>
              <a:avLst/>
              <a:gdLst/>
              <a:ahLst/>
              <a:cxnLst/>
              <a:rect l="l" t="t" r="r" b="b"/>
              <a:pathLst>
                <a:path w="2553" h="1650" extrusionOk="0">
                  <a:moveTo>
                    <a:pt x="2068" y="1"/>
                  </a:moveTo>
                  <a:cubicBezTo>
                    <a:pt x="2018" y="1"/>
                    <a:pt x="1968" y="9"/>
                    <a:pt x="1922" y="24"/>
                  </a:cubicBezTo>
                  <a:lnTo>
                    <a:pt x="284" y="874"/>
                  </a:lnTo>
                  <a:cubicBezTo>
                    <a:pt x="64" y="969"/>
                    <a:pt x="1" y="1221"/>
                    <a:pt x="64" y="1410"/>
                  </a:cubicBezTo>
                  <a:cubicBezTo>
                    <a:pt x="132" y="1546"/>
                    <a:pt x="298" y="1650"/>
                    <a:pt x="456" y="1650"/>
                  </a:cubicBezTo>
                  <a:cubicBezTo>
                    <a:pt x="518" y="1650"/>
                    <a:pt x="578" y="1634"/>
                    <a:pt x="631" y="1599"/>
                  </a:cubicBezTo>
                  <a:lnTo>
                    <a:pt x="2269" y="780"/>
                  </a:lnTo>
                  <a:cubicBezTo>
                    <a:pt x="2490" y="654"/>
                    <a:pt x="2553" y="433"/>
                    <a:pt x="2490" y="244"/>
                  </a:cubicBezTo>
                  <a:cubicBezTo>
                    <a:pt x="2394" y="77"/>
                    <a:pt x="2226" y="1"/>
                    <a:pt x="2068" y="1"/>
                  </a:cubicBezTo>
                  <a:close/>
                </a:path>
              </a:pathLst>
            </a:custGeom>
            <a:grpFill/>
            <a:ln>
              <a:noFill/>
            </a:ln>
          </p:spPr>
          <p:txBody>
            <a:bodyPr spcFirstLastPara="1" wrap="square" lIns="62728" tIns="62728" rIns="62728" bIns="62728" anchor="ctr" anchorCtr="0">
              <a:noAutofit/>
            </a:bodyPr>
            <a:lstStyle/>
            <a:p>
              <a:endParaRPr sz="764"/>
            </a:p>
          </p:txBody>
        </p:sp>
      </p:grpSp>
      <p:sp>
        <p:nvSpPr>
          <p:cNvPr id="1214" name="Google Shape;7854;p66">
            <a:extLst>
              <a:ext uri="{FF2B5EF4-FFF2-40B4-BE49-F238E27FC236}">
                <a16:creationId xmlns:a16="http://schemas.microsoft.com/office/drawing/2014/main" id="{F38DD8E9-5390-46A8-96B9-ACCB98A8DC4F}"/>
              </a:ext>
            </a:extLst>
          </p:cNvPr>
          <p:cNvSpPr/>
          <p:nvPr/>
        </p:nvSpPr>
        <p:spPr>
          <a:xfrm>
            <a:off x="6077652" y="5639623"/>
            <a:ext cx="233831" cy="234361"/>
          </a:xfrm>
          <a:custGeom>
            <a:avLst/>
            <a:gdLst/>
            <a:ahLst/>
            <a:cxnLst/>
            <a:rect l="l" t="t" r="r" b="b"/>
            <a:pathLst>
              <a:path w="14115" h="14147" extrusionOk="0">
                <a:moveTo>
                  <a:pt x="8349" y="883"/>
                </a:moveTo>
                <a:lnTo>
                  <a:pt x="8349" y="2080"/>
                </a:lnTo>
                <a:cubicBezTo>
                  <a:pt x="7971" y="2364"/>
                  <a:pt x="7498" y="2521"/>
                  <a:pt x="7089" y="2521"/>
                </a:cubicBezTo>
                <a:cubicBezTo>
                  <a:pt x="6616" y="2521"/>
                  <a:pt x="6175" y="2364"/>
                  <a:pt x="5828" y="2080"/>
                </a:cubicBezTo>
                <a:lnTo>
                  <a:pt x="5828" y="883"/>
                </a:lnTo>
                <a:close/>
                <a:moveTo>
                  <a:pt x="4946" y="820"/>
                </a:moveTo>
                <a:lnTo>
                  <a:pt x="4946" y="2931"/>
                </a:lnTo>
                <a:cubicBezTo>
                  <a:pt x="4946" y="4380"/>
                  <a:pt x="3844" y="5609"/>
                  <a:pt x="2457" y="5798"/>
                </a:cubicBezTo>
                <a:cubicBezTo>
                  <a:pt x="2993" y="5294"/>
                  <a:pt x="3308" y="4538"/>
                  <a:pt x="3308" y="3750"/>
                </a:cubicBezTo>
                <a:lnTo>
                  <a:pt x="3308" y="2080"/>
                </a:lnTo>
                <a:cubicBezTo>
                  <a:pt x="3308" y="1860"/>
                  <a:pt x="3088" y="1671"/>
                  <a:pt x="2899" y="1671"/>
                </a:cubicBezTo>
                <a:cubicBezTo>
                  <a:pt x="2678" y="1671"/>
                  <a:pt x="2457" y="1860"/>
                  <a:pt x="2457" y="2080"/>
                </a:cubicBezTo>
                <a:lnTo>
                  <a:pt x="2457" y="3750"/>
                </a:lnTo>
                <a:cubicBezTo>
                  <a:pt x="2457" y="4727"/>
                  <a:pt x="1764" y="5609"/>
                  <a:pt x="819" y="5766"/>
                </a:cubicBezTo>
                <a:lnTo>
                  <a:pt x="819" y="820"/>
                </a:lnTo>
                <a:close/>
                <a:moveTo>
                  <a:pt x="13295" y="820"/>
                </a:moveTo>
                <a:lnTo>
                  <a:pt x="13295" y="5766"/>
                </a:lnTo>
                <a:cubicBezTo>
                  <a:pt x="12350" y="5546"/>
                  <a:pt x="11657" y="4727"/>
                  <a:pt x="11657" y="3750"/>
                </a:cubicBezTo>
                <a:lnTo>
                  <a:pt x="11657" y="2080"/>
                </a:lnTo>
                <a:cubicBezTo>
                  <a:pt x="11657" y="1860"/>
                  <a:pt x="11436" y="1671"/>
                  <a:pt x="11247" y="1671"/>
                </a:cubicBezTo>
                <a:cubicBezTo>
                  <a:pt x="11027" y="1671"/>
                  <a:pt x="10806" y="1860"/>
                  <a:pt x="10806" y="2080"/>
                </a:cubicBezTo>
                <a:lnTo>
                  <a:pt x="10806" y="3750"/>
                </a:lnTo>
                <a:cubicBezTo>
                  <a:pt x="10806" y="4538"/>
                  <a:pt x="11121" y="5294"/>
                  <a:pt x="11657" y="5798"/>
                </a:cubicBezTo>
                <a:cubicBezTo>
                  <a:pt x="10239" y="5609"/>
                  <a:pt x="9168" y="4380"/>
                  <a:pt x="9168" y="2899"/>
                </a:cubicBezTo>
                <a:lnTo>
                  <a:pt x="9168" y="820"/>
                </a:lnTo>
                <a:close/>
                <a:moveTo>
                  <a:pt x="8286" y="3025"/>
                </a:moveTo>
                <a:cubicBezTo>
                  <a:pt x="8349" y="4538"/>
                  <a:pt x="9326" y="5829"/>
                  <a:pt x="10649" y="6396"/>
                </a:cubicBezTo>
                <a:lnTo>
                  <a:pt x="9704" y="8318"/>
                </a:lnTo>
                <a:lnTo>
                  <a:pt x="4411" y="8318"/>
                </a:lnTo>
                <a:lnTo>
                  <a:pt x="3466" y="6396"/>
                </a:lnTo>
                <a:cubicBezTo>
                  <a:pt x="4757" y="5829"/>
                  <a:pt x="5734" y="4569"/>
                  <a:pt x="5765" y="3025"/>
                </a:cubicBezTo>
                <a:cubicBezTo>
                  <a:pt x="6175" y="3246"/>
                  <a:pt x="6616" y="3309"/>
                  <a:pt x="7026" y="3309"/>
                </a:cubicBezTo>
                <a:cubicBezTo>
                  <a:pt x="7467" y="3309"/>
                  <a:pt x="7908" y="3183"/>
                  <a:pt x="8286" y="3025"/>
                </a:cubicBezTo>
                <a:close/>
                <a:moveTo>
                  <a:pt x="13295" y="6617"/>
                </a:moveTo>
                <a:lnTo>
                  <a:pt x="13295" y="10555"/>
                </a:lnTo>
                <a:cubicBezTo>
                  <a:pt x="13169" y="10681"/>
                  <a:pt x="13012" y="10744"/>
                  <a:pt x="12854" y="10744"/>
                </a:cubicBezTo>
                <a:cubicBezTo>
                  <a:pt x="12665" y="10744"/>
                  <a:pt x="12508" y="10681"/>
                  <a:pt x="12382" y="10492"/>
                </a:cubicBezTo>
                <a:cubicBezTo>
                  <a:pt x="12129" y="10083"/>
                  <a:pt x="11688" y="9862"/>
                  <a:pt x="11216" y="9862"/>
                </a:cubicBezTo>
                <a:cubicBezTo>
                  <a:pt x="10743" y="9862"/>
                  <a:pt x="10302" y="10083"/>
                  <a:pt x="10019" y="10492"/>
                </a:cubicBezTo>
                <a:cubicBezTo>
                  <a:pt x="9956" y="10650"/>
                  <a:pt x="9798" y="10713"/>
                  <a:pt x="9609" y="10713"/>
                </a:cubicBezTo>
                <a:lnTo>
                  <a:pt x="9389" y="10713"/>
                </a:lnTo>
                <a:lnTo>
                  <a:pt x="11499" y="6617"/>
                </a:lnTo>
                <a:close/>
                <a:moveTo>
                  <a:pt x="2615" y="6617"/>
                </a:moveTo>
                <a:lnTo>
                  <a:pt x="4663" y="10744"/>
                </a:lnTo>
                <a:lnTo>
                  <a:pt x="4474" y="10744"/>
                </a:lnTo>
                <a:cubicBezTo>
                  <a:pt x="4316" y="10713"/>
                  <a:pt x="4159" y="10618"/>
                  <a:pt x="4033" y="10524"/>
                </a:cubicBezTo>
                <a:cubicBezTo>
                  <a:pt x="3781" y="10114"/>
                  <a:pt x="3340" y="9893"/>
                  <a:pt x="2867" y="9893"/>
                </a:cubicBezTo>
                <a:cubicBezTo>
                  <a:pt x="2394" y="9893"/>
                  <a:pt x="1953" y="10114"/>
                  <a:pt x="1670" y="10524"/>
                </a:cubicBezTo>
                <a:cubicBezTo>
                  <a:pt x="1575" y="10681"/>
                  <a:pt x="1418" y="10776"/>
                  <a:pt x="1197" y="10776"/>
                </a:cubicBezTo>
                <a:cubicBezTo>
                  <a:pt x="1040" y="10776"/>
                  <a:pt x="882" y="10713"/>
                  <a:pt x="788" y="10587"/>
                </a:cubicBezTo>
                <a:lnTo>
                  <a:pt x="788" y="6617"/>
                </a:lnTo>
                <a:close/>
                <a:moveTo>
                  <a:pt x="9263" y="9169"/>
                </a:moveTo>
                <a:lnTo>
                  <a:pt x="8412" y="10776"/>
                </a:lnTo>
                <a:cubicBezTo>
                  <a:pt x="8349" y="10933"/>
                  <a:pt x="8380" y="11154"/>
                  <a:pt x="8506" y="11248"/>
                </a:cubicBezTo>
                <a:cubicBezTo>
                  <a:pt x="8790" y="11500"/>
                  <a:pt x="9105" y="11626"/>
                  <a:pt x="9452" y="11626"/>
                </a:cubicBezTo>
                <a:cubicBezTo>
                  <a:pt x="9924" y="11626"/>
                  <a:pt x="10365" y="11374"/>
                  <a:pt x="10617" y="10996"/>
                </a:cubicBezTo>
                <a:cubicBezTo>
                  <a:pt x="10743" y="10839"/>
                  <a:pt x="10901" y="10713"/>
                  <a:pt x="11090" y="10713"/>
                </a:cubicBezTo>
                <a:cubicBezTo>
                  <a:pt x="11310" y="10713"/>
                  <a:pt x="11468" y="10776"/>
                  <a:pt x="11562" y="10996"/>
                </a:cubicBezTo>
                <a:cubicBezTo>
                  <a:pt x="11846" y="11374"/>
                  <a:pt x="12287" y="11626"/>
                  <a:pt x="12760" y="11626"/>
                </a:cubicBezTo>
                <a:cubicBezTo>
                  <a:pt x="12917" y="11626"/>
                  <a:pt x="13075" y="11563"/>
                  <a:pt x="13201" y="11532"/>
                </a:cubicBezTo>
                <a:lnTo>
                  <a:pt x="13201" y="13296"/>
                </a:lnTo>
                <a:lnTo>
                  <a:pt x="819" y="13296"/>
                </a:lnTo>
                <a:lnTo>
                  <a:pt x="819" y="11532"/>
                </a:lnTo>
                <a:cubicBezTo>
                  <a:pt x="977" y="11563"/>
                  <a:pt x="1103" y="11626"/>
                  <a:pt x="1260" y="11626"/>
                </a:cubicBezTo>
                <a:cubicBezTo>
                  <a:pt x="1733" y="11626"/>
                  <a:pt x="2142" y="11374"/>
                  <a:pt x="2426" y="10996"/>
                </a:cubicBezTo>
                <a:cubicBezTo>
                  <a:pt x="2552" y="10839"/>
                  <a:pt x="2709" y="10713"/>
                  <a:pt x="2899" y="10713"/>
                </a:cubicBezTo>
                <a:cubicBezTo>
                  <a:pt x="3088" y="10713"/>
                  <a:pt x="3245" y="10776"/>
                  <a:pt x="3371" y="10996"/>
                </a:cubicBezTo>
                <a:cubicBezTo>
                  <a:pt x="3655" y="11374"/>
                  <a:pt x="4096" y="11626"/>
                  <a:pt x="4568" y="11626"/>
                </a:cubicBezTo>
                <a:cubicBezTo>
                  <a:pt x="4915" y="11626"/>
                  <a:pt x="5261" y="11500"/>
                  <a:pt x="5513" y="11248"/>
                </a:cubicBezTo>
                <a:cubicBezTo>
                  <a:pt x="5608" y="11154"/>
                  <a:pt x="5671" y="10933"/>
                  <a:pt x="5576" y="10776"/>
                </a:cubicBezTo>
                <a:lnTo>
                  <a:pt x="4757" y="9169"/>
                </a:lnTo>
                <a:close/>
                <a:moveTo>
                  <a:pt x="410" y="1"/>
                </a:moveTo>
                <a:cubicBezTo>
                  <a:pt x="189" y="1"/>
                  <a:pt x="0" y="190"/>
                  <a:pt x="0" y="442"/>
                </a:cubicBezTo>
                <a:lnTo>
                  <a:pt x="0" y="13706"/>
                </a:lnTo>
                <a:cubicBezTo>
                  <a:pt x="0" y="13958"/>
                  <a:pt x="189" y="14147"/>
                  <a:pt x="410" y="14147"/>
                </a:cubicBezTo>
                <a:lnTo>
                  <a:pt x="13705" y="14147"/>
                </a:lnTo>
                <a:cubicBezTo>
                  <a:pt x="13925" y="14147"/>
                  <a:pt x="14114" y="13958"/>
                  <a:pt x="14114" y="13706"/>
                </a:cubicBezTo>
                <a:lnTo>
                  <a:pt x="14114" y="442"/>
                </a:lnTo>
                <a:cubicBezTo>
                  <a:pt x="14114" y="190"/>
                  <a:pt x="13925" y="1"/>
                  <a:pt x="13705"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215" name="Google Shape;7855;p66">
            <a:extLst>
              <a:ext uri="{FF2B5EF4-FFF2-40B4-BE49-F238E27FC236}">
                <a16:creationId xmlns:a16="http://schemas.microsoft.com/office/drawing/2014/main" id="{A93BAC50-E2E5-43E4-B3D9-77EBFCD176AF}"/>
              </a:ext>
            </a:extLst>
          </p:cNvPr>
          <p:cNvSpPr/>
          <p:nvPr/>
        </p:nvSpPr>
        <p:spPr>
          <a:xfrm>
            <a:off x="9949863" y="5629022"/>
            <a:ext cx="150851" cy="232788"/>
          </a:xfrm>
          <a:custGeom>
            <a:avLst/>
            <a:gdLst/>
            <a:ahLst/>
            <a:cxnLst/>
            <a:rect l="l" t="t" r="r" b="b"/>
            <a:pathLst>
              <a:path w="9106" h="14052" extrusionOk="0">
                <a:moveTo>
                  <a:pt x="1230" y="4096"/>
                </a:moveTo>
                <a:cubicBezTo>
                  <a:pt x="1450" y="4096"/>
                  <a:pt x="1608" y="4285"/>
                  <a:pt x="1608" y="4474"/>
                </a:cubicBezTo>
                <a:cubicBezTo>
                  <a:pt x="1608" y="4726"/>
                  <a:pt x="1419" y="4915"/>
                  <a:pt x="1230" y="4915"/>
                </a:cubicBezTo>
                <a:cubicBezTo>
                  <a:pt x="978" y="4915"/>
                  <a:pt x="789" y="4726"/>
                  <a:pt x="789" y="4474"/>
                </a:cubicBezTo>
                <a:cubicBezTo>
                  <a:pt x="820" y="4285"/>
                  <a:pt x="978" y="4096"/>
                  <a:pt x="1230" y="4096"/>
                </a:cubicBezTo>
                <a:close/>
                <a:moveTo>
                  <a:pt x="7846" y="4096"/>
                </a:moveTo>
                <a:cubicBezTo>
                  <a:pt x="8066" y="4096"/>
                  <a:pt x="8255" y="4285"/>
                  <a:pt x="8255" y="4474"/>
                </a:cubicBezTo>
                <a:cubicBezTo>
                  <a:pt x="8255" y="4726"/>
                  <a:pt x="8066" y="4915"/>
                  <a:pt x="7846" y="4915"/>
                </a:cubicBezTo>
                <a:cubicBezTo>
                  <a:pt x="7594" y="4915"/>
                  <a:pt x="7436" y="4726"/>
                  <a:pt x="7436" y="4474"/>
                </a:cubicBezTo>
                <a:cubicBezTo>
                  <a:pt x="7436" y="4285"/>
                  <a:pt x="7594" y="4096"/>
                  <a:pt x="7846" y="4096"/>
                </a:cubicBezTo>
                <a:close/>
                <a:moveTo>
                  <a:pt x="4538" y="788"/>
                </a:moveTo>
                <a:cubicBezTo>
                  <a:pt x="5514" y="788"/>
                  <a:pt x="6365" y="1481"/>
                  <a:pt x="6523" y="2427"/>
                </a:cubicBezTo>
                <a:lnTo>
                  <a:pt x="5357" y="2427"/>
                </a:lnTo>
                <a:cubicBezTo>
                  <a:pt x="5105" y="2427"/>
                  <a:pt x="4916" y="2616"/>
                  <a:pt x="4916" y="2868"/>
                </a:cubicBezTo>
                <a:cubicBezTo>
                  <a:pt x="4916" y="3088"/>
                  <a:pt x="5105" y="3309"/>
                  <a:pt x="5357" y="3309"/>
                </a:cubicBezTo>
                <a:lnTo>
                  <a:pt x="6617" y="3309"/>
                </a:lnTo>
                <a:lnTo>
                  <a:pt x="6617" y="4128"/>
                </a:lnTo>
                <a:lnTo>
                  <a:pt x="5357" y="4128"/>
                </a:lnTo>
                <a:cubicBezTo>
                  <a:pt x="5105" y="4128"/>
                  <a:pt x="4916" y="4317"/>
                  <a:pt x="4916" y="4506"/>
                </a:cubicBezTo>
                <a:cubicBezTo>
                  <a:pt x="4916" y="4758"/>
                  <a:pt x="5105" y="4947"/>
                  <a:pt x="5357" y="4947"/>
                </a:cubicBezTo>
                <a:lnTo>
                  <a:pt x="6617" y="4947"/>
                </a:lnTo>
                <a:lnTo>
                  <a:pt x="6617" y="5766"/>
                </a:lnTo>
                <a:lnTo>
                  <a:pt x="5357" y="5766"/>
                </a:lnTo>
                <a:cubicBezTo>
                  <a:pt x="5105" y="5766"/>
                  <a:pt x="4916" y="5987"/>
                  <a:pt x="4916" y="6207"/>
                </a:cubicBezTo>
                <a:cubicBezTo>
                  <a:pt x="4916" y="6459"/>
                  <a:pt x="5105" y="6617"/>
                  <a:pt x="5357" y="6617"/>
                </a:cubicBezTo>
                <a:lnTo>
                  <a:pt x="6523" y="6617"/>
                </a:lnTo>
                <a:cubicBezTo>
                  <a:pt x="6333" y="7562"/>
                  <a:pt x="5514" y="8255"/>
                  <a:pt x="4538" y="8255"/>
                </a:cubicBezTo>
                <a:cubicBezTo>
                  <a:pt x="3530" y="8255"/>
                  <a:pt x="2679" y="7562"/>
                  <a:pt x="2521" y="6617"/>
                </a:cubicBezTo>
                <a:lnTo>
                  <a:pt x="3687" y="6617"/>
                </a:lnTo>
                <a:cubicBezTo>
                  <a:pt x="3939" y="6617"/>
                  <a:pt x="4128" y="6396"/>
                  <a:pt x="4128" y="6207"/>
                </a:cubicBezTo>
                <a:cubicBezTo>
                  <a:pt x="4128" y="5987"/>
                  <a:pt x="3939" y="5766"/>
                  <a:pt x="3687" y="5766"/>
                </a:cubicBezTo>
                <a:lnTo>
                  <a:pt x="2490" y="5766"/>
                </a:lnTo>
                <a:lnTo>
                  <a:pt x="2490" y="4947"/>
                </a:lnTo>
                <a:lnTo>
                  <a:pt x="3687" y="4947"/>
                </a:lnTo>
                <a:cubicBezTo>
                  <a:pt x="3939" y="4947"/>
                  <a:pt x="4128" y="4758"/>
                  <a:pt x="4128" y="4506"/>
                </a:cubicBezTo>
                <a:cubicBezTo>
                  <a:pt x="4128" y="4285"/>
                  <a:pt x="3939" y="4128"/>
                  <a:pt x="3687" y="4128"/>
                </a:cubicBezTo>
                <a:lnTo>
                  <a:pt x="2490" y="4128"/>
                </a:lnTo>
                <a:lnTo>
                  <a:pt x="2490" y="3277"/>
                </a:lnTo>
                <a:lnTo>
                  <a:pt x="3687" y="3277"/>
                </a:lnTo>
                <a:cubicBezTo>
                  <a:pt x="3939" y="3277"/>
                  <a:pt x="4128" y="3057"/>
                  <a:pt x="4128" y="2836"/>
                </a:cubicBezTo>
                <a:cubicBezTo>
                  <a:pt x="4128" y="2584"/>
                  <a:pt x="3939" y="2395"/>
                  <a:pt x="3687" y="2395"/>
                </a:cubicBezTo>
                <a:lnTo>
                  <a:pt x="2521" y="2395"/>
                </a:lnTo>
                <a:cubicBezTo>
                  <a:pt x="2710" y="1481"/>
                  <a:pt x="3530" y="788"/>
                  <a:pt x="4538" y="788"/>
                </a:cubicBezTo>
                <a:close/>
                <a:moveTo>
                  <a:pt x="8255" y="5671"/>
                </a:moveTo>
                <a:lnTo>
                  <a:pt x="8255" y="6144"/>
                </a:lnTo>
                <a:cubicBezTo>
                  <a:pt x="8255" y="8066"/>
                  <a:pt x="6806" y="9641"/>
                  <a:pt x="4947" y="9830"/>
                </a:cubicBezTo>
                <a:lnTo>
                  <a:pt x="4947" y="9011"/>
                </a:lnTo>
                <a:cubicBezTo>
                  <a:pt x="6365" y="8822"/>
                  <a:pt x="7436" y="7593"/>
                  <a:pt x="7436" y="6144"/>
                </a:cubicBezTo>
                <a:lnTo>
                  <a:pt x="7436" y="5671"/>
                </a:lnTo>
                <a:cubicBezTo>
                  <a:pt x="7562" y="5703"/>
                  <a:pt x="7720" y="5735"/>
                  <a:pt x="7846" y="5735"/>
                </a:cubicBezTo>
                <a:cubicBezTo>
                  <a:pt x="7940" y="5735"/>
                  <a:pt x="8098" y="5703"/>
                  <a:pt x="8255" y="5671"/>
                </a:cubicBezTo>
                <a:close/>
                <a:moveTo>
                  <a:pt x="1639" y="5703"/>
                </a:moveTo>
                <a:lnTo>
                  <a:pt x="1639" y="6176"/>
                </a:lnTo>
                <a:cubicBezTo>
                  <a:pt x="1639" y="7625"/>
                  <a:pt x="2710" y="8853"/>
                  <a:pt x="4128" y="9043"/>
                </a:cubicBezTo>
                <a:lnTo>
                  <a:pt x="4128" y="9893"/>
                </a:lnTo>
                <a:cubicBezTo>
                  <a:pt x="2238" y="9641"/>
                  <a:pt x="820" y="8066"/>
                  <a:pt x="820" y="6176"/>
                </a:cubicBezTo>
                <a:lnTo>
                  <a:pt x="820" y="5703"/>
                </a:lnTo>
                <a:cubicBezTo>
                  <a:pt x="946" y="5735"/>
                  <a:pt x="1104" y="5798"/>
                  <a:pt x="1261" y="5798"/>
                </a:cubicBezTo>
                <a:cubicBezTo>
                  <a:pt x="1419" y="5798"/>
                  <a:pt x="1545" y="5735"/>
                  <a:pt x="1639" y="5703"/>
                </a:cubicBezTo>
                <a:close/>
                <a:moveTo>
                  <a:pt x="4569" y="12414"/>
                </a:moveTo>
                <a:cubicBezTo>
                  <a:pt x="5073" y="12414"/>
                  <a:pt x="5546" y="12760"/>
                  <a:pt x="5703" y="13233"/>
                </a:cubicBezTo>
                <a:lnTo>
                  <a:pt x="3372" y="13233"/>
                </a:lnTo>
                <a:cubicBezTo>
                  <a:pt x="3530" y="12760"/>
                  <a:pt x="4002" y="12414"/>
                  <a:pt x="4569" y="12414"/>
                </a:cubicBezTo>
                <a:close/>
                <a:moveTo>
                  <a:pt x="4569" y="1"/>
                </a:moveTo>
                <a:cubicBezTo>
                  <a:pt x="2962" y="1"/>
                  <a:pt x="1639" y="1292"/>
                  <a:pt x="1639" y="2868"/>
                </a:cubicBezTo>
                <a:lnTo>
                  <a:pt x="1639" y="3340"/>
                </a:lnTo>
                <a:cubicBezTo>
                  <a:pt x="1545" y="3309"/>
                  <a:pt x="1387" y="3277"/>
                  <a:pt x="1261" y="3277"/>
                </a:cubicBezTo>
                <a:cubicBezTo>
                  <a:pt x="600" y="3277"/>
                  <a:pt x="1" y="3813"/>
                  <a:pt x="1" y="4474"/>
                </a:cubicBezTo>
                <a:lnTo>
                  <a:pt x="1" y="6144"/>
                </a:lnTo>
                <a:cubicBezTo>
                  <a:pt x="1" y="8507"/>
                  <a:pt x="1797" y="10460"/>
                  <a:pt x="4128" y="10681"/>
                </a:cubicBezTo>
                <a:lnTo>
                  <a:pt x="4128" y="11626"/>
                </a:lnTo>
                <a:cubicBezTo>
                  <a:pt x="3183" y="11815"/>
                  <a:pt x="2490" y="12634"/>
                  <a:pt x="2490" y="13611"/>
                </a:cubicBezTo>
                <a:cubicBezTo>
                  <a:pt x="2490" y="13863"/>
                  <a:pt x="2679" y="14052"/>
                  <a:pt x="2868" y="14052"/>
                </a:cubicBezTo>
                <a:lnTo>
                  <a:pt x="6176" y="14052"/>
                </a:lnTo>
                <a:cubicBezTo>
                  <a:pt x="6428" y="14052"/>
                  <a:pt x="6617" y="13863"/>
                  <a:pt x="6617" y="13611"/>
                </a:cubicBezTo>
                <a:cubicBezTo>
                  <a:pt x="6617" y="12634"/>
                  <a:pt x="5892" y="11783"/>
                  <a:pt x="4947" y="11626"/>
                </a:cubicBezTo>
                <a:lnTo>
                  <a:pt x="4947" y="10681"/>
                </a:lnTo>
                <a:cubicBezTo>
                  <a:pt x="7247" y="10460"/>
                  <a:pt x="9106" y="8538"/>
                  <a:pt x="9106" y="6176"/>
                </a:cubicBezTo>
                <a:lnTo>
                  <a:pt x="9106" y="4537"/>
                </a:lnTo>
                <a:cubicBezTo>
                  <a:pt x="9106" y="3844"/>
                  <a:pt x="8539" y="3309"/>
                  <a:pt x="7846" y="3309"/>
                </a:cubicBezTo>
                <a:cubicBezTo>
                  <a:pt x="7688" y="3309"/>
                  <a:pt x="7562" y="3340"/>
                  <a:pt x="7436" y="3372"/>
                </a:cubicBezTo>
                <a:lnTo>
                  <a:pt x="7436" y="2868"/>
                </a:lnTo>
                <a:cubicBezTo>
                  <a:pt x="7436" y="1261"/>
                  <a:pt x="6144" y="1"/>
                  <a:pt x="4569"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216" name="Google Shape;7856;p66">
            <a:extLst>
              <a:ext uri="{FF2B5EF4-FFF2-40B4-BE49-F238E27FC236}">
                <a16:creationId xmlns:a16="http://schemas.microsoft.com/office/drawing/2014/main" id="{03FA75A8-E759-416A-9646-FC662008ECBC}"/>
              </a:ext>
            </a:extLst>
          </p:cNvPr>
          <p:cNvGrpSpPr/>
          <p:nvPr/>
        </p:nvGrpSpPr>
        <p:grpSpPr>
          <a:xfrm>
            <a:off x="7251479" y="5360207"/>
            <a:ext cx="233301" cy="233566"/>
            <a:chOff x="-12199250" y="1662675"/>
            <a:chExt cx="352075" cy="352475"/>
          </a:xfrm>
          <a:solidFill>
            <a:schemeClr val="tx1"/>
          </a:solidFill>
        </p:grpSpPr>
        <p:sp>
          <p:nvSpPr>
            <p:cNvPr id="1335" name="Google Shape;7857;p66">
              <a:extLst>
                <a:ext uri="{FF2B5EF4-FFF2-40B4-BE49-F238E27FC236}">
                  <a16:creationId xmlns:a16="http://schemas.microsoft.com/office/drawing/2014/main" id="{610261D3-306A-4B31-B307-1F00AEDA516B}"/>
                </a:ext>
              </a:extLst>
            </p:cNvPr>
            <p:cNvSpPr/>
            <p:nvPr/>
          </p:nvSpPr>
          <p:spPr>
            <a:xfrm>
              <a:off x="-12004725" y="1710325"/>
              <a:ext cx="116600" cy="76425"/>
            </a:xfrm>
            <a:custGeom>
              <a:avLst/>
              <a:gdLst/>
              <a:ahLst/>
              <a:cxnLst/>
              <a:rect l="l" t="t" r="r" b="b"/>
              <a:pathLst>
                <a:path w="4664" h="3057" extrusionOk="0">
                  <a:moveTo>
                    <a:pt x="2395" y="788"/>
                  </a:moveTo>
                  <a:cubicBezTo>
                    <a:pt x="2679" y="788"/>
                    <a:pt x="2962" y="819"/>
                    <a:pt x="3246" y="914"/>
                  </a:cubicBezTo>
                  <a:cubicBezTo>
                    <a:pt x="3435" y="945"/>
                    <a:pt x="3624" y="1008"/>
                    <a:pt x="3813" y="1008"/>
                  </a:cubicBezTo>
                  <a:cubicBezTo>
                    <a:pt x="3781" y="1702"/>
                    <a:pt x="3246" y="2206"/>
                    <a:pt x="2616" y="2206"/>
                  </a:cubicBezTo>
                  <a:lnTo>
                    <a:pt x="1986" y="2206"/>
                  </a:lnTo>
                  <a:cubicBezTo>
                    <a:pt x="1608" y="2206"/>
                    <a:pt x="1261" y="2017"/>
                    <a:pt x="1104" y="1702"/>
                  </a:cubicBezTo>
                  <a:lnTo>
                    <a:pt x="946" y="1386"/>
                  </a:lnTo>
                  <a:lnTo>
                    <a:pt x="1041" y="1292"/>
                  </a:lnTo>
                  <a:cubicBezTo>
                    <a:pt x="1450" y="851"/>
                    <a:pt x="2017" y="788"/>
                    <a:pt x="2395" y="788"/>
                  </a:cubicBezTo>
                  <a:close/>
                  <a:moveTo>
                    <a:pt x="2458" y="0"/>
                  </a:moveTo>
                  <a:cubicBezTo>
                    <a:pt x="2017" y="0"/>
                    <a:pt x="1167" y="63"/>
                    <a:pt x="473" y="756"/>
                  </a:cubicBezTo>
                  <a:lnTo>
                    <a:pt x="158" y="1071"/>
                  </a:lnTo>
                  <a:cubicBezTo>
                    <a:pt x="64" y="1166"/>
                    <a:pt x="1" y="1386"/>
                    <a:pt x="95" y="1544"/>
                  </a:cubicBezTo>
                  <a:lnTo>
                    <a:pt x="379" y="2080"/>
                  </a:lnTo>
                  <a:cubicBezTo>
                    <a:pt x="631" y="2678"/>
                    <a:pt x="1261" y="3056"/>
                    <a:pt x="1954" y="3056"/>
                  </a:cubicBezTo>
                  <a:lnTo>
                    <a:pt x="2553" y="3056"/>
                  </a:lnTo>
                  <a:cubicBezTo>
                    <a:pt x="3718" y="3056"/>
                    <a:pt x="4664" y="2111"/>
                    <a:pt x="4664" y="977"/>
                  </a:cubicBezTo>
                  <a:lnTo>
                    <a:pt x="4664" y="662"/>
                  </a:lnTo>
                  <a:cubicBezTo>
                    <a:pt x="4664" y="441"/>
                    <a:pt x="4506" y="284"/>
                    <a:pt x="4254" y="284"/>
                  </a:cubicBezTo>
                  <a:cubicBezTo>
                    <a:pt x="3971" y="284"/>
                    <a:pt x="3718" y="221"/>
                    <a:pt x="3466" y="158"/>
                  </a:cubicBezTo>
                  <a:cubicBezTo>
                    <a:pt x="3120" y="32"/>
                    <a:pt x="2773" y="0"/>
                    <a:pt x="2458" y="0"/>
                  </a:cubicBezTo>
                  <a:close/>
                </a:path>
              </a:pathLst>
            </a:custGeom>
            <a:grpFill/>
            <a:ln>
              <a:noFill/>
            </a:ln>
          </p:spPr>
          <p:txBody>
            <a:bodyPr spcFirstLastPara="1" wrap="square" lIns="62728" tIns="62728" rIns="62728" bIns="62728" anchor="ctr" anchorCtr="0">
              <a:noAutofit/>
            </a:bodyPr>
            <a:lstStyle/>
            <a:p>
              <a:endParaRPr sz="764"/>
            </a:p>
          </p:txBody>
        </p:sp>
        <p:sp>
          <p:nvSpPr>
            <p:cNvPr id="1336" name="Google Shape;7858;p66">
              <a:extLst>
                <a:ext uri="{FF2B5EF4-FFF2-40B4-BE49-F238E27FC236}">
                  <a16:creationId xmlns:a16="http://schemas.microsoft.com/office/drawing/2014/main" id="{63E695CD-F344-49DD-82A7-14DCE92E47D1}"/>
                </a:ext>
              </a:extLst>
            </p:cNvPr>
            <p:cNvSpPr/>
            <p:nvPr/>
          </p:nvSpPr>
          <p:spPr>
            <a:xfrm>
              <a:off x="-12158300" y="1709525"/>
              <a:ext cx="116600" cy="77225"/>
            </a:xfrm>
            <a:custGeom>
              <a:avLst/>
              <a:gdLst/>
              <a:ahLst/>
              <a:cxnLst/>
              <a:rect l="l" t="t" r="r" b="b"/>
              <a:pathLst>
                <a:path w="4664" h="3089" extrusionOk="0">
                  <a:moveTo>
                    <a:pt x="2237" y="820"/>
                  </a:moveTo>
                  <a:cubicBezTo>
                    <a:pt x="2647" y="820"/>
                    <a:pt x="3182" y="883"/>
                    <a:pt x="3592" y="1324"/>
                  </a:cubicBezTo>
                  <a:lnTo>
                    <a:pt x="3718" y="1450"/>
                  </a:lnTo>
                  <a:lnTo>
                    <a:pt x="3560" y="1765"/>
                  </a:lnTo>
                  <a:cubicBezTo>
                    <a:pt x="3403" y="2080"/>
                    <a:pt x="3088" y="2269"/>
                    <a:pt x="2710" y="2269"/>
                  </a:cubicBezTo>
                  <a:lnTo>
                    <a:pt x="2048" y="2269"/>
                  </a:lnTo>
                  <a:cubicBezTo>
                    <a:pt x="1387" y="2269"/>
                    <a:pt x="820" y="1765"/>
                    <a:pt x="820" y="1072"/>
                  </a:cubicBezTo>
                  <a:cubicBezTo>
                    <a:pt x="1040" y="1040"/>
                    <a:pt x="1229" y="977"/>
                    <a:pt x="1418" y="946"/>
                  </a:cubicBezTo>
                  <a:cubicBezTo>
                    <a:pt x="1702" y="851"/>
                    <a:pt x="1985" y="820"/>
                    <a:pt x="2237" y="820"/>
                  </a:cubicBezTo>
                  <a:close/>
                  <a:moveTo>
                    <a:pt x="2237" y="1"/>
                  </a:moveTo>
                  <a:cubicBezTo>
                    <a:pt x="1891" y="1"/>
                    <a:pt x="1513" y="32"/>
                    <a:pt x="1198" y="158"/>
                  </a:cubicBezTo>
                  <a:cubicBezTo>
                    <a:pt x="914" y="221"/>
                    <a:pt x="662" y="253"/>
                    <a:pt x="410" y="253"/>
                  </a:cubicBezTo>
                  <a:cubicBezTo>
                    <a:pt x="158" y="253"/>
                    <a:pt x="0" y="473"/>
                    <a:pt x="0" y="662"/>
                  </a:cubicBezTo>
                  <a:lnTo>
                    <a:pt x="0" y="1009"/>
                  </a:lnTo>
                  <a:cubicBezTo>
                    <a:pt x="0" y="2143"/>
                    <a:pt x="914" y="3088"/>
                    <a:pt x="2048" y="3088"/>
                  </a:cubicBezTo>
                  <a:lnTo>
                    <a:pt x="2710" y="3088"/>
                  </a:lnTo>
                  <a:cubicBezTo>
                    <a:pt x="3403" y="3088"/>
                    <a:pt x="3970" y="2742"/>
                    <a:pt x="4285" y="2112"/>
                  </a:cubicBezTo>
                  <a:lnTo>
                    <a:pt x="4569" y="1513"/>
                  </a:lnTo>
                  <a:cubicBezTo>
                    <a:pt x="4663" y="1355"/>
                    <a:pt x="4600" y="1166"/>
                    <a:pt x="4506" y="1040"/>
                  </a:cubicBezTo>
                  <a:lnTo>
                    <a:pt x="4191" y="725"/>
                  </a:lnTo>
                  <a:cubicBezTo>
                    <a:pt x="3560" y="95"/>
                    <a:pt x="2804" y="1"/>
                    <a:pt x="2237" y="1"/>
                  </a:cubicBezTo>
                  <a:close/>
                </a:path>
              </a:pathLst>
            </a:custGeom>
            <a:grpFill/>
            <a:ln>
              <a:noFill/>
            </a:ln>
          </p:spPr>
          <p:txBody>
            <a:bodyPr spcFirstLastPara="1" wrap="square" lIns="62728" tIns="62728" rIns="62728" bIns="62728" anchor="ctr" anchorCtr="0">
              <a:noAutofit/>
            </a:bodyPr>
            <a:lstStyle/>
            <a:p>
              <a:endParaRPr sz="764"/>
            </a:p>
          </p:txBody>
        </p:sp>
        <p:sp>
          <p:nvSpPr>
            <p:cNvPr id="1337" name="Google Shape;7859;p66">
              <a:extLst>
                <a:ext uri="{FF2B5EF4-FFF2-40B4-BE49-F238E27FC236}">
                  <a16:creationId xmlns:a16="http://schemas.microsoft.com/office/drawing/2014/main" id="{3C62133A-20D3-4E89-9C4E-964B695CDAC1}"/>
                </a:ext>
              </a:extLst>
            </p:cNvPr>
            <p:cNvSpPr/>
            <p:nvPr/>
          </p:nvSpPr>
          <p:spPr>
            <a:xfrm>
              <a:off x="-12199250" y="1662675"/>
              <a:ext cx="352075" cy="352475"/>
            </a:xfrm>
            <a:custGeom>
              <a:avLst/>
              <a:gdLst/>
              <a:ahLst/>
              <a:cxnLst/>
              <a:rect l="l" t="t" r="r" b="b"/>
              <a:pathLst>
                <a:path w="14083" h="14099" extrusionOk="0">
                  <a:moveTo>
                    <a:pt x="3916" y="1048"/>
                  </a:moveTo>
                  <a:cubicBezTo>
                    <a:pt x="4902" y="1048"/>
                    <a:pt x="5796" y="1401"/>
                    <a:pt x="6459" y="2064"/>
                  </a:cubicBezTo>
                  <a:lnTo>
                    <a:pt x="6774" y="2379"/>
                  </a:lnTo>
                  <a:cubicBezTo>
                    <a:pt x="6837" y="2442"/>
                    <a:pt x="6963" y="2505"/>
                    <a:pt x="7026" y="2505"/>
                  </a:cubicBezTo>
                  <a:cubicBezTo>
                    <a:pt x="7152" y="2505"/>
                    <a:pt x="7246" y="2442"/>
                    <a:pt x="7309" y="2379"/>
                  </a:cubicBezTo>
                  <a:lnTo>
                    <a:pt x="7624" y="2064"/>
                  </a:lnTo>
                  <a:cubicBezTo>
                    <a:pt x="8288" y="1400"/>
                    <a:pt x="9186" y="1062"/>
                    <a:pt x="10163" y="1062"/>
                  </a:cubicBezTo>
                  <a:cubicBezTo>
                    <a:pt x="10577" y="1062"/>
                    <a:pt x="11005" y="1123"/>
                    <a:pt x="11436" y="1245"/>
                  </a:cubicBezTo>
                  <a:cubicBezTo>
                    <a:pt x="11656" y="1302"/>
                    <a:pt x="11880" y="1331"/>
                    <a:pt x="12105" y="1331"/>
                  </a:cubicBezTo>
                  <a:cubicBezTo>
                    <a:pt x="12493" y="1331"/>
                    <a:pt x="12885" y="1247"/>
                    <a:pt x="13264" y="1087"/>
                  </a:cubicBezTo>
                  <a:lnTo>
                    <a:pt x="13264" y="2883"/>
                  </a:lnTo>
                  <a:cubicBezTo>
                    <a:pt x="13264" y="4490"/>
                    <a:pt x="11972" y="5750"/>
                    <a:pt x="10397" y="5750"/>
                  </a:cubicBezTo>
                  <a:lnTo>
                    <a:pt x="9767" y="5750"/>
                  </a:lnTo>
                  <a:cubicBezTo>
                    <a:pt x="8759" y="5750"/>
                    <a:pt x="7876" y="5214"/>
                    <a:pt x="7435" y="4332"/>
                  </a:cubicBezTo>
                  <a:cubicBezTo>
                    <a:pt x="7341" y="4175"/>
                    <a:pt x="7246" y="4112"/>
                    <a:pt x="7089" y="4112"/>
                  </a:cubicBezTo>
                  <a:cubicBezTo>
                    <a:pt x="6931" y="4112"/>
                    <a:pt x="6774" y="4175"/>
                    <a:pt x="6711" y="4332"/>
                  </a:cubicBezTo>
                  <a:cubicBezTo>
                    <a:pt x="6301" y="5214"/>
                    <a:pt x="5388" y="5750"/>
                    <a:pt x="4411" y="5750"/>
                  </a:cubicBezTo>
                  <a:lnTo>
                    <a:pt x="3718" y="5750"/>
                  </a:lnTo>
                  <a:cubicBezTo>
                    <a:pt x="2111" y="5750"/>
                    <a:pt x="851" y="4458"/>
                    <a:pt x="851" y="2883"/>
                  </a:cubicBezTo>
                  <a:lnTo>
                    <a:pt x="851" y="1102"/>
                  </a:lnTo>
                  <a:lnTo>
                    <a:pt x="851" y="1102"/>
                  </a:lnTo>
                  <a:cubicBezTo>
                    <a:pt x="1182" y="1252"/>
                    <a:pt x="1548" y="1331"/>
                    <a:pt x="1926" y="1331"/>
                  </a:cubicBezTo>
                  <a:cubicBezTo>
                    <a:pt x="2153" y="1331"/>
                    <a:pt x="2384" y="1302"/>
                    <a:pt x="2615" y="1245"/>
                  </a:cubicBezTo>
                  <a:cubicBezTo>
                    <a:pt x="3058" y="1113"/>
                    <a:pt x="3495" y="1048"/>
                    <a:pt x="3916" y="1048"/>
                  </a:cubicBezTo>
                  <a:close/>
                  <a:moveTo>
                    <a:pt x="819" y="5214"/>
                  </a:moveTo>
                  <a:cubicBezTo>
                    <a:pt x="1071" y="5529"/>
                    <a:pt x="1323" y="5750"/>
                    <a:pt x="1638" y="6002"/>
                  </a:cubicBezTo>
                  <a:lnTo>
                    <a:pt x="1638" y="6065"/>
                  </a:lnTo>
                  <a:lnTo>
                    <a:pt x="1638" y="10791"/>
                  </a:lnTo>
                  <a:lnTo>
                    <a:pt x="819" y="10791"/>
                  </a:lnTo>
                  <a:lnTo>
                    <a:pt x="819" y="5214"/>
                  </a:lnTo>
                  <a:close/>
                  <a:moveTo>
                    <a:pt x="1607" y="11641"/>
                  </a:moveTo>
                  <a:lnTo>
                    <a:pt x="1607" y="12838"/>
                  </a:lnTo>
                  <a:cubicBezTo>
                    <a:pt x="1638" y="13090"/>
                    <a:pt x="1449" y="13279"/>
                    <a:pt x="1197" y="13279"/>
                  </a:cubicBezTo>
                  <a:cubicBezTo>
                    <a:pt x="977" y="13279"/>
                    <a:pt x="788" y="13090"/>
                    <a:pt x="788" y="12838"/>
                  </a:cubicBezTo>
                  <a:lnTo>
                    <a:pt x="788" y="11641"/>
                  </a:lnTo>
                  <a:close/>
                  <a:moveTo>
                    <a:pt x="13689" y="0"/>
                  </a:moveTo>
                  <a:cubicBezTo>
                    <a:pt x="13618" y="0"/>
                    <a:pt x="13547" y="16"/>
                    <a:pt x="13484" y="47"/>
                  </a:cubicBezTo>
                  <a:lnTo>
                    <a:pt x="12949" y="331"/>
                  </a:lnTo>
                  <a:cubicBezTo>
                    <a:pt x="12686" y="452"/>
                    <a:pt x="12424" y="509"/>
                    <a:pt x="12153" y="509"/>
                  </a:cubicBezTo>
                  <a:cubicBezTo>
                    <a:pt x="12001" y="509"/>
                    <a:pt x="11847" y="491"/>
                    <a:pt x="11689" y="457"/>
                  </a:cubicBezTo>
                  <a:cubicBezTo>
                    <a:pt x="11200" y="307"/>
                    <a:pt x="10699" y="235"/>
                    <a:pt x="10208" y="235"/>
                  </a:cubicBezTo>
                  <a:cubicBezTo>
                    <a:pt x="9876" y="235"/>
                    <a:pt x="9549" y="268"/>
                    <a:pt x="9231" y="331"/>
                  </a:cubicBezTo>
                  <a:cubicBezTo>
                    <a:pt x="8412" y="489"/>
                    <a:pt x="7656" y="867"/>
                    <a:pt x="7026" y="1497"/>
                  </a:cubicBezTo>
                  <a:cubicBezTo>
                    <a:pt x="6396" y="867"/>
                    <a:pt x="5671" y="489"/>
                    <a:pt x="4820" y="331"/>
                  </a:cubicBezTo>
                  <a:cubicBezTo>
                    <a:pt x="4503" y="268"/>
                    <a:pt x="4180" y="235"/>
                    <a:pt x="3855" y="235"/>
                  </a:cubicBezTo>
                  <a:cubicBezTo>
                    <a:pt x="3372" y="235"/>
                    <a:pt x="2883" y="307"/>
                    <a:pt x="2395" y="457"/>
                  </a:cubicBezTo>
                  <a:cubicBezTo>
                    <a:pt x="2236" y="491"/>
                    <a:pt x="2078" y="509"/>
                    <a:pt x="1923" y="509"/>
                  </a:cubicBezTo>
                  <a:cubicBezTo>
                    <a:pt x="1645" y="509"/>
                    <a:pt x="1377" y="452"/>
                    <a:pt x="1134" y="331"/>
                  </a:cubicBezTo>
                  <a:lnTo>
                    <a:pt x="567" y="47"/>
                  </a:lnTo>
                  <a:cubicBezTo>
                    <a:pt x="527" y="21"/>
                    <a:pt x="476" y="11"/>
                    <a:pt x="421" y="11"/>
                  </a:cubicBezTo>
                  <a:cubicBezTo>
                    <a:pt x="345" y="11"/>
                    <a:pt x="262" y="29"/>
                    <a:pt x="189" y="47"/>
                  </a:cubicBezTo>
                  <a:cubicBezTo>
                    <a:pt x="63" y="142"/>
                    <a:pt x="0" y="237"/>
                    <a:pt x="0" y="394"/>
                  </a:cubicBezTo>
                  <a:lnTo>
                    <a:pt x="0" y="12838"/>
                  </a:lnTo>
                  <a:cubicBezTo>
                    <a:pt x="0" y="13563"/>
                    <a:pt x="536" y="14099"/>
                    <a:pt x="1197" y="14099"/>
                  </a:cubicBezTo>
                  <a:cubicBezTo>
                    <a:pt x="1890" y="14099"/>
                    <a:pt x="2458" y="13563"/>
                    <a:pt x="2458" y="12838"/>
                  </a:cubicBezTo>
                  <a:lnTo>
                    <a:pt x="2458" y="6380"/>
                  </a:lnTo>
                  <a:cubicBezTo>
                    <a:pt x="2867" y="6506"/>
                    <a:pt x="3245" y="6600"/>
                    <a:pt x="3686" y="6600"/>
                  </a:cubicBezTo>
                  <a:lnTo>
                    <a:pt x="4348" y="6600"/>
                  </a:lnTo>
                  <a:cubicBezTo>
                    <a:pt x="4978" y="6600"/>
                    <a:pt x="5608" y="6443"/>
                    <a:pt x="6144" y="6065"/>
                  </a:cubicBezTo>
                  <a:cubicBezTo>
                    <a:pt x="6490" y="5876"/>
                    <a:pt x="6774" y="5592"/>
                    <a:pt x="7026" y="5277"/>
                  </a:cubicBezTo>
                  <a:cubicBezTo>
                    <a:pt x="7656" y="6065"/>
                    <a:pt x="8696" y="6600"/>
                    <a:pt x="9767" y="6600"/>
                  </a:cubicBezTo>
                  <a:lnTo>
                    <a:pt x="10397" y="6600"/>
                  </a:lnTo>
                  <a:cubicBezTo>
                    <a:pt x="12445" y="6600"/>
                    <a:pt x="14083" y="4931"/>
                    <a:pt x="14083" y="2883"/>
                  </a:cubicBezTo>
                  <a:lnTo>
                    <a:pt x="14083" y="394"/>
                  </a:lnTo>
                  <a:cubicBezTo>
                    <a:pt x="14083" y="237"/>
                    <a:pt x="14020" y="142"/>
                    <a:pt x="13894" y="47"/>
                  </a:cubicBezTo>
                  <a:cubicBezTo>
                    <a:pt x="13831" y="16"/>
                    <a:pt x="13760" y="0"/>
                    <a:pt x="1368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17" name="Google Shape;7860;p66">
            <a:extLst>
              <a:ext uri="{FF2B5EF4-FFF2-40B4-BE49-F238E27FC236}">
                <a16:creationId xmlns:a16="http://schemas.microsoft.com/office/drawing/2014/main" id="{1D13B998-4707-4FAC-A09F-E66747461377}"/>
              </a:ext>
            </a:extLst>
          </p:cNvPr>
          <p:cNvGrpSpPr/>
          <p:nvPr/>
        </p:nvGrpSpPr>
        <p:grpSpPr>
          <a:xfrm>
            <a:off x="7250692" y="5639363"/>
            <a:ext cx="234875" cy="234875"/>
            <a:chOff x="-12199250" y="2096250"/>
            <a:chExt cx="354450" cy="354450"/>
          </a:xfrm>
          <a:solidFill>
            <a:schemeClr val="tx1"/>
          </a:solidFill>
        </p:grpSpPr>
        <p:sp>
          <p:nvSpPr>
            <p:cNvPr id="1333" name="Google Shape;7861;p66">
              <a:extLst>
                <a:ext uri="{FF2B5EF4-FFF2-40B4-BE49-F238E27FC236}">
                  <a16:creationId xmlns:a16="http://schemas.microsoft.com/office/drawing/2014/main" id="{4CF379B6-322D-428E-897F-26CAB7B22F84}"/>
                </a:ext>
              </a:extLst>
            </p:cNvPr>
            <p:cNvSpPr/>
            <p:nvPr/>
          </p:nvSpPr>
          <p:spPr>
            <a:xfrm>
              <a:off x="-12199250" y="2096250"/>
              <a:ext cx="354450" cy="354450"/>
            </a:xfrm>
            <a:custGeom>
              <a:avLst/>
              <a:gdLst/>
              <a:ahLst/>
              <a:cxnLst/>
              <a:rect l="l" t="t" r="r" b="b"/>
              <a:pathLst>
                <a:path w="14178" h="14178" extrusionOk="0">
                  <a:moveTo>
                    <a:pt x="8507" y="851"/>
                  </a:moveTo>
                  <a:lnTo>
                    <a:pt x="9609" y="2553"/>
                  </a:lnTo>
                  <a:lnTo>
                    <a:pt x="4505" y="2553"/>
                  </a:lnTo>
                  <a:lnTo>
                    <a:pt x="5608" y="851"/>
                  </a:lnTo>
                  <a:close/>
                  <a:moveTo>
                    <a:pt x="4442" y="3340"/>
                  </a:moveTo>
                  <a:cubicBezTo>
                    <a:pt x="4001" y="3655"/>
                    <a:pt x="3655" y="4002"/>
                    <a:pt x="3340" y="4443"/>
                  </a:cubicBezTo>
                  <a:lnTo>
                    <a:pt x="3340" y="3718"/>
                  </a:lnTo>
                  <a:cubicBezTo>
                    <a:pt x="3308" y="3529"/>
                    <a:pt x="3497" y="3340"/>
                    <a:pt x="3718" y="3340"/>
                  </a:cubicBezTo>
                  <a:close/>
                  <a:moveTo>
                    <a:pt x="10334" y="3340"/>
                  </a:moveTo>
                  <a:cubicBezTo>
                    <a:pt x="10586" y="3340"/>
                    <a:pt x="10775" y="3529"/>
                    <a:pt x="10775" y="3781"/>
                  </a:cubicBezTo>
                  <a:lnTo>
                    <a:pt x="10775" y="4443"/>
                  </a:lnTo>
                  <a:lnTo>
                    <a:pt x="10743" y="4443"/>
                  </a:lnTo>
                  <a:cubicBezTo>
                    <a:pt x="10428" y="4002"/>
                    <a:pt x="10082" y="3655"/>
                    <a:pt x="9641" y="3340"/>
                  </a:cubicBezTo>
                  <a:close/>
                  <a:moveTo>
                    <a:pt x="2521" y="4506"/>
                  </a:moveTo>
                  <a:lnTo>
                    <a:pt x="2521" y="9610"/>
                  </a:lnTo>
                  <a:lnTo>
                    <a:pt x="819" y="8507"/>
                  </a:lnTo>
                  <a:lnTo>
                    <a:pt x="819" y="5640"/>
                  </a:lnTo>
                  <a:lnTo>
                    <a:pt x="2521" y="4506"/>
                  </a:lnTo>
                  <a:close/>
                  <a:moveTo>
                    <a:pt x="11562" y="4537"/>
                  </a:moveTo>
                  <a:lnTo>
                    <a:pt x="13264" y="5640"/>
                  </a:lnTo>
                  <a:lnTo>
                    <a:pt x="13264" y="8507"/>
                  </a:lnTo>
                  <a:lnTo>
                    <a:pt x="11562" y="9610"/>
                  </a:lnTo>
                  <a:lnTo>
                    <a:pt x="11562" y="4537"/>
                  </a:lnTo>
                  <a:close/>
                  <a:moveTo>
                    <a:pt x="3308" y="9673"/>
                  </a:moveTo>
                  <a:cubicBezTo>
                    <a:pt x="3623" y="10114"/>
                    <a:pt x="3970" y="10460"/>
                    <a:pt x="4411" y="10775"/>
                  </a:cubicBezTo>
                  <a:lnTo>
                    <a:pt x="3686" y="10775"/>
                  </a:lnTo>
                  <a:cubicBezTo>
                    <a:pt x="3466" y="10775"/>
                    <a:pt x="3245" y="10586"/>
                    <a:pt x="3245" y="10366"/>
                  </a:cubicBezTo>
                  <a:lnTo>
                    <a:pt x="3245" y="9673"/>
                  </a:lnTo>
                  <a:close/>
                  <a:moveTo>
                    <a:pt x="7026" y="3340"/>
                  </a:moveTo>
                  <a:cubicBezTo>
                    <a:pt x="9074" y="3340"/>
                    <a:pt x="10743" y="4978"/>
                    <a:pt x="10743" y="7089"/>
                  </a:cubicBezTo>
                  <a:cubicBezTo>
                    <a:pt x="10743" y="9137"/>
                    <a:pt x="9074" y="10775"/>
                    <a:pt x="7026" y="10775"/>
                  </a:cubicBezTo>
                  <a:cubicBezTo>
                    <a:pt x="5009" y="10775"/>
                    <a:pt x="3308" y="9137"/>
                    <a:pt x="3308" y="7089"/>
                  </a:cubicBezTo>
                  <a:cubicBezTo>
                    <a:pt x="3308" y="5041"/>
                    <a:pt x="4946" y="3340"/>
                    <a:pt x="7026" y="3340"/>
                  </a:cubicBezTo>
                  <a:close/>
                  <a:moveTo>
                    <a:pt x="10743" y="9673"/>
                  </a:moveTo>
                  <a:lnTo>
                    <a:pt x="10743" y="10397"/>
                  </a:lnTo>
                  <a:cubicBezTo>
                    <a:pt x="10743" y="10618"/>
                    <a:pt x="10586" y="10775"/>
                    <a:pt x="10334" y="10775"/>
                  </a:cubicBezTo>
                  <a:lnTo>
                    <a:pt x="9641" y="10775"/>
                  </a:lnTo>
                  <a:cubicBezTo>
                    <a:pt x="10082" y="10460"/>
                    <a:pt x="10428" y="10114"/>
                    <a:pt x="10743" y="9673"/>
                  </a:cubicBezTo>
                  <a:close/>
                  <a:moveTo>
                    <a:pt x="9578" y="11594"/>
                  </a:moveTo>
                  <a:lnTo>
                    <a:pt x="8443" y="13296"/>
                  </a:lnTo>
                  <a:lnTo>
                    <a:pt x="5577" y="13296"/>
                  </a:lnTo>
                  <a:lnTo>
                    <a:pt x="4474" y="11594"/>
                  </a:lnTo>
                  <a:close/>
                  <a:moveTo>
                    <a:pt x="5419" y="1"/>
                  </a:moveTo>
                  <a:cubicBezTo>
                    <a:pt x="5261" y="1"/>
                    <a:pt x="5167" y="64"/>
                    <a:pt x="5072" y="190"/>
                  </a:cubicBezTo>
                  <a:lnTo>
                    <a:pt x="3529" y="2553"/>
                  </a:lnTo>
                  <a:cubicBezTo>
                    <a:pt x="3025" y="2616"/>
                    <a:pt x="2678" y="3025"/>
                    <a:pt x="2552" y="3529"/>
                  </a:cubicBezTo>
                  <a:lnTo>
                    <a:pt x="189" y="5073"/>
                  </a:lnTo>
                  <a:cubicBezTo>
                    <a:pt x="63" y="5136"/>
                    <a:pt x="0" y="5262"/>
                    <a:pt x="0" y="5419"/>
                  </a:cubicBezTo>
                  <a:lnTo>
                    <a:pt x="0" y="8727"/>
                  </a:lnTo>
                  <a:cubicBezTo>
                    <a:pt x="0" y="8853"/>
                    <a:pt x="63" y="9011"/>
                    <a:pt x="189" y="9105"/>
                  </a:cubicBezTo>
                  <a:lnTo>
                    <a:pt x="2552" y="10618"/>
                  </a:lnTo>
                  <a:cubicBezTo>
                    <a:pt x="2647" y="11153"/>
                    <a:pt x="3025" y="11500"/>
                    <a:pt x="3529" y="11626"/>
                  </a:cubicBezTo>
                  <a:lnTo>
                    <a:pt x="5072" y="13989"/>
                  </a:lnTo>
                  <a:cubicBezTo>
                    <a:pt x="5167" y="14083"/>
                    <a:pt x="5261" y="14178"/>
                    <a:pt x="5419" y="14178"/>
                  </a:cubicBezTo>
                  <a:lnTo>
                    <a:pt x="8727" y="14178"/>
                  </a:lnTo>
                  <a:cubicBezTo>
                    <a:pt x="8885" y="14178"/>
                    <a:pt x="9011" y="14083"/>
                    <a:pt x="9105" y="13989"/>
                  </a:cubicBezTo>
                  <a:lnTo>
                    <a:pt x="10617" y="11626"/>
                  </a:lnTo>
                  <a:cubicBezTo>
                    <a:pt x="11153" y="11531"/>
                    <a:pt x="11499" y="11153"/>
                    <a:pt x="11626" y="10618"/>
                  </a:cubicBezTo>
                  <a:lnTo>
                    <a:pt x="13988" y="9105"/>
                  </a:lnTo>
                  <a:cubicBezTo>
                    <a:pt x="14083" y="9011"/>
                    <a:pt x="14177" y="8885"/>
                    <a:pt x="14177" y="8727"/>
                  </a:cubicBezTo>
                  <a:lnTo>
                    <a:pt x="14177" y="5419"/>
                  </a:lnTo>
                  <a:cubicBezTo>
                    <a:pt x="14177" y="5262"/>
                    <a:pt x="14083" y="5167"/>
                    <a:pt x="13988" y="5073"/>
                  </a:cubicBezTo>
                  <a:lnTo>
                    <a:pt x="11626" y="3529"/>
                  </a:lnTo>
                  <a:cubicBezTo>
                    <a:pt x="11531" y="3025"/>
                    <a:pt x="11153" y="2679"/>
                    <a:pt x="10617" y="2553"/>
                  </a:cubicBezTo>
                  <a:lnTo>
                    <a:pt x="9105" y="190"/>
                  </a:lnTo>
                  <a:cubicBezTo>
                    <a:pt x="9011" y="64"/>
                    <a:pt x="8885" y="1"/>
                    <a:pt x="8727" y="1"/>
                  </a:cubicBezTo>
                  <a:close/>
                </a:path>
              </a:pathLst>
            </a:custGeom>
            <a:grpFill/>
            <a:ln>
              <a:noFill/>
            </a:ln>
          </p:spPr>
          <p:txBody>
            <a:bodyPr spcFirstLastPara="1" wrap="square" lIns="62728" tIns="62728" rIns="62728" bIns="62728" anchor="ctr" anchorCtr="0">
              <a:noAutofit/>
            </a:bodyPr>
            <a:lstStyle/>
            <a:p>
              <a:endParaRPr sz="764"/>
            </a:p>
          </p:txBody>
        </p:sp>
        <p:sp>
          <p:nvSpPr>
            <p:cNvPr id="1334" name="Google Shape;7862;p66">
              <a:extLst>
                <a:ext uri="{FF2B5EF4-FFF2-40B4-BE49-F238E27FC236}">
                  <a16:creationId xmlns:a16="http://schemas.microsoft.com/office/drawing/2014/main" id="{E87B1FC7-154D-4614-9C2F-A81CEA79059A}"/>
                </a:ext>
              </a:extLst>
            </p:cNvPr>
            <p:cNvSpPr/>
            <p:nvPr/>
          </p:nvSpPr>
          <p:spPr>
            <a:xfrm>
              <a:off x="-12096075" y="2200225"/>
              <a:ext cx="144950" cy="144950"/>
            </a:xfrm>
            <a:custGeom>
              <a:avLst/>
              <a:gdLst/>
              <a:ahLst/>
              <a:cxnLst/>
              <a:rect l="l" t="t" r="r" b="b"/>
              <a:pathLst>
                <a:path w="5798" h="5798" extrusionOk="0">
                  <a:moveTo>
                    <a:pt x="2899" y="851"/>
                  </a:moveTo>
                  <a:cubicBezTo>
                    <a:pt x="4064" y="851"/>
                    <a:pt x="5010" y="1796"/>
                    <a:pt x="5010" y="2930"/>
                  </a:cubicBezTo>
                  <a:cubicBezTo>
                    <a:pt x="5010" y="4064"/>
                    <a:pt x="4064" y="5010"/>
                    <a:pt x="2899" y="5010"/>
                  </a:cubicBezTo>
                  <a:cubicBezTo>
                    <a:pt x="1765" y="5010"/>
                    <a:pt x="819" y="4064"/>
                    <a:pt x="819" y="2930"/>
                  </a:cubicBezTo>
                  <a:cubicBezTo>
                    <a:pt x="819" y="1796"/>
                    <a:pt x="1765" y="851"/>
                    <a:pt x="2899" y="851"/>
                  </a:cubicBezTo>
                  <a:close/>
                  <a:moveTo>
                    <a:pt x="2899" y="0"/>
                  </a:moveTo>
                  <a:cubicBezTo>
                    <a:pt x="1292" y="0"/>
                    <a:pt x="0" y="1323"/>
                    <a:pt x="0" y="2930"/>
                  </a:cubicBezTo>
                  <a:cubicBezTo>
                    <a:pt x="0" y="4505"/>
                    <a:pt x="1292" y="5797"/>
                    <a:pt x="2899" y="5797"/>
                  </a:cubicBezTo>
                  <a:cubicBezTo>
                    <a:pt x="4537" y="5797"/>
                    <a:pt x="5797" y="4505"/>
                    <a:pt x="5797" y="2930"/>
                  </a:cubicBezTo>
                  <a:cubicBezTo>
                    <a:pt x="5797" y="1323"/>
                    <a:pt x="4474" y="0"/>
                    <a:pt x="289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18" name="Google Shape;7863;p66">
            <a:extLst>
              <a:ext uri="{FF2B5EF4-FFF2-40B4-BE49-F238E27FC236}">
                <a16:creationId xmlns:a16="http://schemas.microsoft.com/office/drawing/2014/main" id="{C4FD081C-3972-441A-B24A-8A3744BBD1C3}"/>
              </a:ext>
            </a:extLst>
          </p:cNvPr>
          <p:cNvGrpSpPr/>
          <p:nvPr/>
        </p:nvGrpSpPr>
        <p:grpSpPr>
          <a:xfrm>
            <a:off x="6974389" y="5957301"/>
            <a:ext cx="233301" cy="234361"/>
            <a:chOff x="-12199250" y="2530225"/>
            <a:chExt cx="352075" cy="353675"/>
          </a:xfrm>
          <a:solidFill>
            <a:schemeClr val="tx1"/>
          </a:solidFill>
        </p:grpSpPr>
        <p:sp>
          <p:nvSpPr>
            <p:cNvPr id="1329" name="Google Shape;7864;p66">
              <a:extLst>
                <a:ext uri="{FF2B5EF4-FFF2-40B4-BE49-F238E27FC236}">
                  <a16:creationId xmlns:a16="http://schemas.microsoft.com/office/drawing/2014/main" id="{3B3F7254-7C29-4238-A239-93A81AFDEC98}"/>
                </a:ext>
              </a:extLst>
            </p:cNvPr>
            <p:cNvSpPr/>
            <p:nvPr/>
          </p:nvSpPr>
          <p:spPr>
            <a:xfrm>
              <a:off x="-12055900" y="2530225"/>
              <a:ext cx="63025" cy="62250"/>
            </a:xfrm>
            <a:custGeom>
              <a:avLst/>
              <a:gdLst/>
              <a:ahLst/>
              <a:cxnLst/>
              <a:rect l="l" t="t" r="r" b="b"/>
              <a:pathLst>
                <a:path w="2521" h="2490" extrusionOk="0">
                  <a:moveTo>
                    <a:pt x="1292" y="883"/>
                  </a:moveTo>
                  <a:cubicBezTo>
                    <a:pt x="1512" y="883"/>
                    <a:pt x="1733" y="1072"/>
                    <a:pt x="1733" y="1292"/>
                  </a:cubicBezTo>
                  <a:cubicBezTo>
                    <a:pt x="1701" y="1513"/>
                    <a:pt x="1544" y="1702"/>
                    <a:pt x="1292" y="1702"/>
                  </a:cubicBezTo>
                  <a:cubicBezTo>
                    <a:pt x="1071" y="1702"/>
                    <a:pt x="914" y="1513"/>
                    <a:pt x="914" y="1292"/>
                  </a:cubicBezTo>
                  <a:cubicBezTo>
                    <a:pt x="914" y="1072"/>
                    <a:pt x="1103" y="883"/>
                    <a:pt x="1292" y="883"/>
                  </a:cubicBezTo>
                  <a:close/>
                  <a:moveTo>
                    <a:pt x="1260" y="1"/>
                  </a:moveTo>
                  <a:cubicBezTo>
                    <a:pt x="567" y="1"/>
                    <a:pt x="0" y="568"/>
                    <a:pt x="0" y="1261"/>
                  </a:cubicBezTo>
                  <a:cubicBezTo>
                    <a:pt x="0" y="1923"/>
                    <a:pt x="567" y="2490"/>
                    <a:pt x="1260" y="2490"/>
                  </a:cubicBezTo>
                  <a:cubicBezTo>
                    <a:pt x="1985" y="2490"/>
                    <a:pt x="2520" y="1923"/>
                    <a:pt x="2520" y="1261"/>
                  </a:cubicBezTo>
                  <a:cubicBezTo>
                    <a:pt x="2520" y="599"/>
                    <a:pt x="1985" y="1"/>
                    <a:pt x="1260" y="1"/>
                  </a:cubicBezTo>
                  <a:close/>
                </a:path>
              </a:pathLst>
            </a:custGeom>
            <a:grpFill/>
            <a:ln>
              <a:noFill/>
            </a:ln>
          </p:spPr>
          <p:txBody>
            <a:bodyPr spcFirstLastPara="1" wrap="square" lIns="62728" tIns="62728" rIns="62728" bIns="62728" anchor="ctr" anchorCtr="0">
              <a:noAutofit/>
            </a:bodyPr>
            <a:lstStyle/>
            <a:p>
              <a:endParaRPr sz="764"/>
            </a:p>
          </p:txBody>
        </p:sp>
        <p:sp>
          <p:nvSpPr>
            <p:cNvPr id="1330" name="Google Shape;7865;p66">
              <a:extLst>
                <a:ext uri="{FF2B5EF4-FFF2-40B4-BE49-F238E27FC236}">
                  <a16:creationId xmlns:a16="http://schemas.microsoft.com/office/drawing/2014/main" id="{3D23EB8F-2103-42C3-B09F-24D87EFFE428}"/>
                </a:ext>
              </a:extLst>
            </p:cNvPr>
            <p:cNvSpPr/>
            <p:nvPr/>
          </p:nvSpPr>
          <p:spPr>
            <a:xfrm>
              <a:off x="-12116550" y="2592450"/>
              <a:ext cx="185900" cy="291450"/>
            </a:xfrm>
            <a:custGeom>
              <a:avLst/>
              <a:gdLst/>
              <a:ahLst/>
              <a:cxnLst/>
              <a:rect l="l" t="t" r="r" b="b"/>
              <a:pathLst>
                <a:path w="7436" h="11658" extrusionOk="0">
                  <a:moveTo>
                    <a:pt x="5135" y="851"/>
                  </a:moveTo>
                  <a:cubicBezTo>
                    <a:pt x="5388" y="1324"/>
                    <a:pt x="5419" y="1891"/>
                    <a:pt x="5230" y="2395"/>
                  </a:cubicBezTo>
                  <a:lnTo>
                    <a:pt x="3938" y="1765"/>
                  </a:lnTo>
                  <a:cubicBezTo>
                    <a:pt x="3875" y="1749"/>
                    <a:pt x="3812" y="1741"/>
                    <a:pt x="3749" y="1741"/>
                  </a:cubicBezTo>
                  <a:cubicBezTo>
                    <a:pt x="3686" y="1741"/>
                    <a:pt x="3623" y="1749"/>
                    <a:pt x="3560" y="1765"/>
                  </a:cubicBezTo>
                  <a:lnTo>
                    <a:pt x="2269" y="2395"/>
                  </a:lnTo>
                  <a:cubicBezTo>
                    <a:pt x="2048" y="1891"/>
                    <a:pt x="2080" y="1324"/>
                    <a:pt x="2300" y="851"/>
                  </a:cubicBezTo>
                  <a:close/>
                  <a:moveTo>
                    <a:pt x="4159" y="2742"/>
                  </a:moveTo>
                  <a:lnTo>
                    <a:pt x="4946" y="3151"/>
                  </a:lnTo>
                  <a:lnTo>
                    <a:pt x="4253" y="7530"/>
                  </a:lnTo>
                  <a:lnTo>
                    <a:pt x="3308" y="7530"/>
                  </a:lnTo>
                  <a:lnTo>
                    <a:pt x="2552" y="3151"/>
                  </a:lnTo>
                  <a:lnTo>
                    <a:pt x="3340" y="2742"/>
                  </a:lnTo>
                  <a:lnTo>
                    <a:pt x="3340" y="4569"/>
                  </a:lnTo>
                  <a:cubicBezTo>
                    <a:pt x="3340" y="4789"/>
                    <a:pt x="3529" y="5010"/>
                    <a:pt x="3718" y="5010"/>
                  </a:cubicBezTo>
                  <a:cubicBezTo>
                    <a:pt x="3970" y="5010"/>
                    <a:pt x="4159" y="4789"/>
                    <a:pt x="4159" y="4569"/>
                  </a:cubicBezTo>
                  <a:lnTo>
                    <a:pt x="4159" y="2742"/>
                  </a:lnTo>
                  <a:close/>
                  <a:moveTo>
                    <a:pt x="5388" y="8318"/>
                  </a:moveTo>
                  <a:cubicBezTo>
                    <a:pt x="5608" y="8318"/>
                    <a:pt x="5766" y="8507"/>
                    <a:pt x="5766" y="8727"/>
                  </a:cubicBezTo>
                  <a:lnTo>
                    <a:pt x="5766" y="9169"/>
                  </a:lnTo>
                  <a:lnTo>
                    <a:pt x="1638" y="9169"/>
                  </a:lnTo>
                  <a:lnTo>
                    <a:pt x="1638" y="8727"/>
                  </a:lnTo>
                  <a:cubicBezTo>
                    <a:pt x="1638" y="8507"/>
                    <a:pt x="1827" y="8318"/>
                    <a:pt x="2080" y="8318"/>
                  </a:cubicBezTo>
                  <a:close/>
                  <a:moveTo>
                    <a:pt x="6207" y="9956"/>
                  </a:moveTo>
                  <a:cubicBezTo>
                    <a:pt x="6459" y="9956"/>
                    <a:pt x="6616" y="10145"/>
                    <a:pt x="6616" y="10397"/>
                  </a:cubicBezTo>
                  <a:lnTo>
                    <a:pt x="6616" y="10838"/>
                  </a:lnTo>
                  <a:lnTo>
                    <a:pt x="819" y="10838"/>
                  </a:lnTo>
                  <a:lnTo>
                    <a:pt x="819" y="10397"/>
                  </a:lnTo>
                  <a:cubicBezTo>
                    <a:pt x="819" y="10145"/>
                    <a:pt x="1008" y="9956"/>
                    <a:pt x="1260" y="9956"/>
                  </a:cubicBezTo>
                  <a:close/>
                  <a:moveTo>
                    <a:pt x="2080" y="1"/>
                  </a:moveTo>
                  <a:cubicBezTo>
                    <a:pt x="1922" y="1"/>
                    <a:pt x="1796" y="64"/>
                    <a:pt x="1733" y="190"/>
                  </a:cubicBezTo>
                  <a:cubicBezTo>
                    <a:pt x="1134" y="1040"/>
                    <a:pt x="1134" y="2143"/>
                    <a:pt x="1670" y="3057"/>
                  </a:cubicBezTo>
                  <a:lnTo>
                    <a:pt x="2426" y="7530"/>
                  </a:lnTo>
                  <a:lnTo>
                    <a:pt x="2080" y="7530"/>
                  </a:lnTo>
                  <a:cubicBezTo>
                    <a:pt x="1418" y="7530"/>
                    <a:pt x="819" y="8066"/>
                    <a:pt x="819" y="8759"/>
                  </a:cubicBezTo>
                  <a:lnTo>
                    <a:pt x="819" y="9232"/>
                  </a:lnTo>
                  <a:cubicBezTo>
                    <a:pt x="347" y="9389"/>
                    <a:pt x="0" y="9862"/>
                    <a:pt x="0" y="10429"/>
                  </a:cubicBezTo>
                  <a:lnTo>
                    <a:pt x="0" y="11248"/>
                  </a:lnTo>
                  <a:cubicBezTo>
                    <a:pt x="0" y="11500"/>
                    <a:pt x="189" y="11657"/>
                    <a:pt x="378" y="11657"/>
                  </a:cubicBezTo>
                  <a:lnTo>
                    <a:pt x="6994" y="11657"/>
                  </a:lnTo>
                  <a:cubicBezTo>
                    <a:pt x="7246" y="11657"/>
                    <a:pt x="7435" y="11437"/>
                    <a:pt x="7435" y="11248"/>
                  </a:cubicBezTo>
                  <a:lnTo>
                    <a:pt x="7435" y="10429"/>
                  </a:lnTo>
                  <a:cubicBezTo>
                    <a:pt x="7435" y="9862"/>
                    <a:pt x="7089" y="9452"/>
                    <a:pt x="6616" y="9232"/>
                  </a:cubicBezTo>
                  <a:lnTo>
                    <a:pt x="6616" y="8759"/>
                  </a:lnTo>
                  <a:cubicBezTo>
                    <a:pt x="6616" y="8066"/>
                    <a:pt x="6049" y="7530"/>
                    <a:pt x="5388" y="7530"/>
                  </a:cubicBezTo>
                  <a:lnTo>
                    <a:pt x="5041" y="7530"/>
                  </a:lnTo>
                  <a:lnTo>
                    <a:pt x="5766" y="3057"/>
                  </a:lnTo>
                  <a:cubicBezTo>
                    <a:pt x="6333" y="2206"/>
                    <a:pt x="6301" y="1072"/>
                    <a:pt x="5734" y="190"/>
                  </a:cubicBezTo>
                  <a:cubicBezTo>
                    <a:pt x="5671" y="64"/>
                    <a:pt x="5545" y="1"/>
                    <a:pt x="5388" y="1"/>
                  </a:cubicBezTo>
                  <a:close/>
                </a:path>
              </a:pathLst>
            </a:custGeom>
            <a:grpFill/>
            <a:ln>
              <a:noFill/>
            </a:ln>
          </p:spPr>
          <p:txBody>
            <a:bodyPr spcFirstLastPara="1" wrap="square" lIns="62728" tIns="62728" rIns="62728" bIns="62728" anchor="ctr" anchorCtr="0">
              <a:noAutofit/>
            </a:bodyPr>
            <a:lstStyle/>
            <a:p>
              <a:endParaRPr sz="764"/>
            </a:p>
          </p:txBody>
        </p:sp>
        <p:sp>
          <p:nvSpPr>
            <p:cNvPr id="1331" name="Google Shape;7866;p66">
              <a:extLst>
                <a:ext uri="{FF2B5EF4-FFF2-40B4-BE49-F238E27FC236}">
                  <a16:creationId xmlns:a16="http://schemas.microsoft.com/office/drawing/2014/main" id="{33CD5A8F-B06C-49CA-91E2-4D03F707D63F}"/>
                </a:ext>
              </a:extLst>
            </p:cNvPr>
            <p:cNvSpPr/>
            <p:nvPr/>
          </p:nvSpPr>
          <p:spPr>
            <a:xfrm>
              <a:off x="-11950375" y="2633400"/>
              <a:ext cx="103200" cy="102425"/>
            </a:xfrm>
            <a:custGeom>
              <a:avLst/>
              <a:gdLst/>
              <a:ahLst/>
              <a:cxnLst/>
              <a:rect l="l" t="t" r="r" b="b"/>
              <a:pathLst>
                <a:path w="4128" h="4097" extrusionOk="0">
                  <a:moveTo>
                    <a:pt x="2017" y="1324"/>
                  </a:moveTo>
                  <a:lnTo>
                    <a:pt x="2206" y="1671"/>
                  </a:lnTo>
                  <a:cubicBezTo>
                    <a:pt x="2238" y="1734"/>
                    <a:pt x="2332" y="1828"/>
                    <a:pt x="2395" y="1860"/>
                  </a:cubicBezTo>
                  <a:lnTo>
                    <a:pt x="2742" y="2049"/>
                  </a:lnTo>
                  <a:lnTo>
                    <a:pt x="2395" y="2269"/>
                  </a:lnTo>
                  <a:cubicBezTo>
                    <a:pt x="2332" y="2301"/>
                    <a:pt x="2238" y="2364"/>
                    <a:pt x="2206" y="2458"/>
                  </a:cubicBezTo>
                  <a:lnTo>
                    <a:pt x="2017" y="2805"/>
                  </a:lnTo>
                  <a:lnTo>
                    <a:pt x="1797" y="2458"/>
                  </a:lnTo>
                  <a:cubicBezTo>
                    <a:pt x="1765" y="2364"/>
                    <a:pt x="1702" y="2301"/>
                    <a:pt x="1607" y="2269"/>
                  </a:cubicBezTo>
                  <a:lnTo>
                    <a:pt x="1261" y="2049"/>
                  </a:lnTo>
                  <a:lnTo>
                    <a:pt x="1607" y="1860"/>
                  </a:lnTo>
                  <a:cubicBezTo>
                    <a:pt x="1702" y="1828"/>
                    <a:pt x="1765" y="1734"/>
                    <a:pt x="1797" y="1671"/>
                  </a:cubicBezTo>
                  <a:lnTo>
                    <a:pt x="2017" y="1324"/>
                  </a:lnTo>
                  <a:close/>
                  <a:moveTo>
                    <a:pt x="2049" y="1"/>
                  </a:moveTo>
                  <a:cubicBezTo>
                    <a:pt x="1891" y="1"/>
                    <a:pt x="1734" y="95"/>
                    <a:pt x="1702" y="253"/>
                  </a:cubicBezTo>
                  <a:lnTo>
                    <a:pt x="1229" y="1230"/>
                  </a:lnTo>
                  <a:lnTo>
                    <a:pt x="221" y="1702"/>
                  </a:lnTo>
                  <a:cubicBezTo>
                    <a:pt x="64" y="1797"/>
                    <a:pt x="1" y="1891"/>
                    <a:pt x="1" y="2049"/>
                  </a:cubicBezTo>
                  <a:cubicBezTo>
                    <a:pt x="1" y="2206"/>
                    <a:pt x="64" y="2364"/>
                    <a:pt x="221" y="2427"/>
                  </a:cubicBezTo>
                  <a:lnTo>
                    <a:pt x="1229" y="2899"/>
                  </a:lnTo>
                  <a:lnTo>
                    <a:pt x="1702" y="3876"/>
                  </a:lnTo>
                  <a:cubicBezTo>
                    <a:pt x="1765" y="4034"/>
                    <a:pt x="1891" y="4097"/>
                    <a:pt x="2049" y="4097"/>
                  </a:cubicBezTo>
                  <a:cubicBezTo>
                    <a:pt x="2206" y="4097"/>
                    <a:pt x="2364" y="4034"/>
                    <a:pt x="2395" y="3876"/>
                  </a:cubicBezTo>
                  <a:lnTo>
                    <a:pt x="2868" y="2899"/>
                  </a:lnTo>
                  <a:lnTo>
                    <a:pt x="3907" y="2427"/>
                  </a:lnTo>
                  <a:cubicBezTo>
                    <a:pt x="4065" y="2332"/>
                    <a:pt x="4128" y="2206"/>
                    <a:pt x="4128" y="2049"/>
                  </a:cubicBezTo>
                  <a:cubicBezTo>
                    <a:pt x="4128" y="1891"/>
                    <a:pt x="4065" y="1734"/>
                    <a:pt x="3907" y="1702"/>
                  </a:cubicBezTo>
                  <a:lnTo>
                    <a:pt x="2868" y="1230"/>
                  </a:lnTo>
                  <a:lnTo>
                    <a:pt x="2395" y="253"/>
                  </a:lnTo>
                  <a:cubicBezTo>
                    <a:pt x="2332" y="95"/>
                    <a:pt x="2206" y="1"/>
                    <a:pt x="2049" y="1"/>
                  </a:cubicBezTo>
                  <a:close/>
                </a:path>
              </a:pathLst>
            </a:custGeom>
            <a:grpFill/>
            <a:ln>
              <a:noFill/>
            </a:ln>
          </p:spPr>
          <p:txBody>
            <a:bodyPr spcFirstLastPara="1" wrap="square" lIns="62728" tIns="62728" rIns="62728" bIns="62728" anchor="ctr" anchorCtr="0">
              <a:noAutofit/>
            </a:bodyPr>
            <a:lstStyle/>
            <a:p>
              <a:endParaRPr sz="764"/>
            </a:p>
          </p:txBody>
        </p:sp>
        <p:sp>
          <p:nvSpPr>
            <p:cNvPr id="1332" name="Google Shape;7867;p66">
              <a:extLst>
                <a:ext uri="{FF2B5EF4-FFF2-40B4-BE49-F238E27FC236}">
                  <a16:creationId xmlns:a16="http://schemas.microsoft.com/office/drawing/2014/main" id="{0C54872A-A187-4D41-89CA-1BF2AE6F1D0F}"/>
                </a:ext>
              </a:extLst>
            </p:cNvPr>
            <p:cNvSpPr/>
            <p:nvPr/>
          </p:nvSpPr>
          <p:spPr>
            <a:xfrm>
              <a:off x="-12199250" y="2633400"/>
              <a:ext cx="103200" cy="102425"/>
            </a:xfrm>
            <a:custGeom>
              <a:avLst/>
              <a:gdLst/>
              <a:ahLst/>
              <a:cxnLst/>
              <a:rect l="l" t="t" r="r" b="b"/>
              <a:pathLst>
                <a:path w="4128" h="4097" extrusionOk="0">
                  <a:moveTo>
                    <a:pt x="2048" y="1324"/>
                  </a:moveTo>
                  <a:lnTo>
                    <a:pt x="2237" y="1671"/>
                  </a:lnTo>
                  <a:cubicBezTo>
                    <a:pt x="2269" y="1734"/>
                    <a:pt x="2363" y="1828"/>
                    <a:pt x="2426" y="1860"/>
                  </a:cubicBezTo>
                  <a:lnTo>
                    <a:pt x="2804" y="2049"/>
                  </a:lnTo>
                  <a:lnTo>
                    <a:pt x="2426" y="2269"/>
                  </a:lnTo>
                  <a:cubicBezTo>
                    <a:pt x="2363" y="2301"/>
                    <a:pt x="2269" y="2364"/>
                    <a:pt x="2237" y="2458"/>
                  </a:cubicBezTo>
                  <a:lnTo>
                    <a:pt x="2048" y="2805"/>
                  </a:lnTo>
                  <a:lnTo>
                    <a:pt x="1859" y="2458"/>
                  </a:lnTo>
                  <a:cubicBezTo>
                    <a:pt x="1796" y="2364"/>
                    <a:pt x="1733" y="2301"/>
                    <a:pt x="1638" y="2269"/>
                  </a:cubicBezTo>
                  <a:lnTo>
                    <a:pt x="1292" y="2049"/>
                  </a:lnTo>
                  <a:lnTo>
                    <a:pt x="1638" y="1860"/>
                  </a:lnTo>
                  <a:cubicBezTo>
                    <a:pt x="1733" y="1828"/>
                    <a:pt x="1796" y="1734"/>
                    <a:pt x="1859" y="1671"/>
                  </a:cubicBezTo>
                  <a:lnTo>
                    <a:pt x="2048" y="1324"/>
                  </a:lnTo>
                  <a:close/>
                  <a:moveTo>
                    <a:pt x="2079" y="1"/>
                  </a:moveTo>
                  <a:cubicBezTo>
                    <a:pt x="1922" y="1"/>
                    <a:pt x="1764" y="95"/>
                    <a:pt x="1733" y="253"/>
                  </a:cubicBezTo>
                  <a:lnTo>
                    <a:pt x="1260" y="1230"/>
                  </a:lnTo>
                  <a:lnTo>
                    <a:pt x="221" y="1702"/>
                  </a:lnTo>
                  <a:cubicBezTo>
                    <a:pt x="63" y="1797"/>
                    <a:pt x="0" y="1891"/>
                    <a:pt x="0" y="2049"/>
                  </a:cubicBezTo>
                  <a:cubicBezTo>
                    <a:pt x="0" y="2206"/>
                    <a:pt x="63" y="2364"/>
                    <a:pt x="221" y="2427"/>
                  </a:cubicBezTo>
                  <a:lnTo>
                    <a:pt x="1260" y="2899"/>
                  </a:lnTo>
                  <a:lnTo>
                    <a:pt x="1733" y="3876"/>
                  </a:lnTo>
                  <a:cubicBezTo>
                    <a:pt x="1796" y="4034"/>
                    <a:pt x="1922" y="4097"/>
                    <a:pt x="2079" y="4097"/>
                  </a:cubicBezTo>
                  <a:cubicBezTo>
                    <a:pt x="2237" y="4097"/>
                    <a:pt x="2395" y="4034"/>
                    <a:pt x="2426" y="3876"/>
                  </a:cubicBezTo>
                  <a:lnTo>
                    <a:pt x="2899" y="2899"/>
                  </a:lnTo>
                  <a:lnTo>
                    <a:pt x="3907" y="2427"/>
                  </a:lnTo>
                  <a:cubicBezTo>
                    <a:pt x="4033" y="2364"/>
                    <a:pt x="4127" y="2206"/>
                    <a:pt x="4127" y="2049"/>
                  </a:cubicBezTo>
                  <a:cubicBezTo>
                    <a:pt x="4127" y="1891"/>
                    <a:pt x="4033" y="1734"/>
                    <a:pt x="3907" y="1702"/>
                  </a:cubicBezTo>
                  <a:lnTo>
                    <a:pt x="2899" y="1230"/>
                  </a:lnTo>
                  <a:lnTo>
                    <a:pt x="2426" y="253"/>
                  </a:lnTo>
                  <a:cubicBezTo>
                    <a:pt x="2363" y="95"/>
                    <a:pt x="2237" y="1"/>
                    <a:pt x="2079" y="1"/>
                  </a:cubicBezTo>
                  <a:close/>
                </a:path>
              </a:pathLst>
            </a:custGeom>
            <a:grpFill/>
            <a:ln>
              <a:noFill/>
            </a:ln>
          </p:spPr>
          <p:txBody>
            <a:bodyPr spcFirstLastPara="1" wrap="square" lIns="62728" tIns="62728" rIns="62728" bIns="62728" anchor="ctr" anchorCtr="0">
              <a:noAutofit/>
            </a:bodyPr>
            <a:lstStyle/>
            <a:p>
              <a:endParaRPr sz="764"/>
            </a:p>
          </p:txBody>
        </p:sp>
      </p:grpSp>
      <p:sp>
        <p:nvSpPr>
          <p:cNvPr id="1219" name="Google Shape;7868;p66">
            <a:extLst>
              <a:ext uri="{FF2B5EF4-FFF2-40B4-BE49-F238E27FC236}">
                <a16:creationId xmlns:a16="http://schemas.microsoft.com/office/drawing/2014/main" id="{873756F4-1C8E-4CAE-8893-D6D328CDCF0D}"/>
              </a:ext>
            </a:extLst>
          </p:cNvPr>
          <p:cNvSpPr/>
          <p:nvPr/>
        </p:nvSpPr>
        <p:spPr>
          <a:xfrm>
            <a:off x="8422528" y="5359744"/>
            <a:ext cx="234361" cy="234494"/>
          </a:xfrm>
          <a:custGeom>
            <a:avLst/>
            <a:gdLst/>
            <a:ahLst/>
            <a:cxnLst/>
            <a:rect l="l" t="t" r="r" b="b"/>
            <a:pathLst>
              <a:path w="14147" h="14155" extrusionOk="0">
                <a:moveTo>
                  <a:pt x="7058" y="891"/>
                </a:moveTo>
                <a:lnTo>
                  <a:pt x="11311" y="3285"/>
                </a:lnTo>
                <a:lnTo>
                  <a:pt x="2805" y="3285"/>
                </a:lnTo>
                <a:lnTo>
                  <a:pt x="7058" y="891"/>
                </a:lnTo>
                <a:close/>
                <a:moveTo>
                  <a:pt x="12886" y="4136"/>
                </a:moveTo>
                <a:cubicBezTo>
                  <a:pt x="13107" y="4136"/>
                  <a:pt x="13264" y="4325"/>
                  <a:pt x="13264" y="4545"/>
                </a:cubicBezTo>
                <a:lnTo>
                  <a:pt x="13264" y="4986"/>
                </a:lnTo>
                <a:lnTo>
                  <a:pt x="851" y="4986"/>
                </a:lnTo>
                <a:lnTo>
                  <a:pt x="851" y="4545"/>
                </a:lnTo>
                <a:cubicBezTo>
                  <a:pt x="851" y="4325"/>
                  <a:pt x="1040" y="4136"/>
                  <a:pt x="1261" y="4136"/>
                </a:cubicBezTo>
                <a:close/>
                <a:moveTo>
                  <a:pt x="3309" y="5806"/>
                </a:moveTo>
                <a:lnTo>
                  <a:pt x="3309" y="9996"/>
                </a:lnTo>
                <a:lnTo>
                  <a:pt x="2490" y="9996"/>
                </a:lnTo>
                <a:lnTo>
                  <a:pt x="2490" y="5806"/>
                </a:lnTo>
                <a:close/>
                <a:moveTo>
                  <a:pt x="5798" y="5806"/>
                </a:moveTo>
                <a:lnTo>
                  <a:pt x="5798" y="9996"/>
                </a:lnTo>
                <a:lnTo>
                  <a:pt x="4128" y="9996"/>
                </a:lnTo>
                <a:lnTo>
                  <a:pt x="4128" y="5806"/>
                </a:lnTo>
                <a:close/>
                <a:moveTo>
                  <a:pt x="7499" y="5806"/>
                </a:moveTo>
                <a:lnTo>
                  <a:pt x="7499" y="9996"/>
                </a:lnTo>
                <a:lnTo>
                  <a:pt x="6617" y="9996"/>
                </a:lnTo>
                <a:lnTo>
                  <a:pt x="6617" y="5806"/>
                </a:lnTo>
                <a:close/>
                <a:moveTo>
                  <a:pt x="9956" y="5806"/>
                </a:moveTo>
                <a:lnTo>
                  <a:pt x="9956" y="9996"/>
                </a:lnTo>
                <a:lnTo>
                  <a:pt x="8286" y="9996"/>
                </a:lnTo>
                <a:lnTo>
                  <a:pt x="8286" y="5806"/>
                </a:lnTo>
                <a:close/>
                <a:moveTo>
                  <a:pt x="11626" y="5806"/>
                </a:moveTo>
                <a:lnTo>
                  <a:pt x="11626" y="9996"/>
                </a:lnTo>
                <a:lnTo>
                  <a:pt x="10807" y="9996"/>
                </a:lnTo>
                <a:lnTo>
                  <a:pt x="10807" y="5806"/>
                </a:lnTo>
                <a:close/>
                <a:moveTo>
                  <a:pt x="12004" y="10815"/>
                </a:moveTo>
                <a:cubicBezTo>
                  <a:pt x="12256" y="10815"/>
                  <a:pt x="12445" y="11004"/>
                  <a:pt x="12445" y="11256"/>
                </a:cubicBezTo>
                <a:lnTo>
                  <a:pt x="12445" y="11634"/>
                </a:lnTo>
                <a:lnTo>
                  <a:pt x="1670" y="11634"/>
                </a:lnTo>
                <a:lnTo>
                  <a:pt x="1670" y="11256"/>
                </a:lnTo>
                <a:cubicBezTo>
                  <a:pt x="1670" y="11004"/>
                  <a:pt x="1859" y="10815"/>
                  <a:pt x="2048" y="10815"/>
                </a:cubicBezTo>
                <a:close/>
                <a:moveTo>
                  <a:pt x="12886" y="12422"/>
                </a:moveTo>
                <a:cubicBezTo>
                  <a:pt x="13107" y="12422"/>
                  <a:pt x="13264" y="12642"/>
                  <a:pt x="13264" y="12863"/>
                </a:cubicBezTo>
                <a:lnTo>
                  <a:pt x="13264" y="13304"/>
                </a:lnTo>
                <a:lnTo>
                  <a:pt x="851" y="13304"/>
                </a:lnTo>
                <a:lnTo>
                  <a:pt x="851" y="12863"/>
                </a:lnTo>
                <a:cubicBezTo>
                  <a:pt x="851" y="12642"/>
                  <a:pt x="1040" y="12422"/>
                  <a:pt x="1261" y="12422"/>
                </a:cubicBezTo>
                <a:close/>
                <a:moveTo>
                  <a:pt x="7058" y="1"/>
                </a:moveTo>
                <a:cubicBezTo>
                  <a:pt x="6987" y="1"/>
                  <a:pt x="6916" y="24"/>
                  <a:pt x="6869" y="72"/>
                </a:cubicBezTo>
                <a:lnTo>
                  <a:pt x="1103" y="3348"/>
                </a:lnTo>
                <a:cubicBezTo>
                  <a:pt x="473" y="3411"/>
                  <a:pt x="1" y="3915"/>
                  <a:pt x="1" y="4545"/>
                </a:cubicBezTo>
                <a:lnTo>
                  <a:pt x="1" y="5365"/>
                </a:lnTo>
                <a:cubicBezTo>
                  <a:pt x="1" y="5617"/>
                  <a:pt x="221" y="5806"/>
                  <a:pt x="442" y="5806"/>
                </a:cubicBezTo>
                <a:lnTo>
                  <a:pt x="1702" y="5806"/>
                </a:lnTo>
                <a:lnTo>
                  <a:pt x="1702" y="10059"/>
                </a:lnTo>
                <a:cubicBezTo>
                  <a:pt x="1229" y="10216"/>
                  <a:pt x="883" y="10689"/>
                  <a:pt x="883" y="11256"/>
                </a:cubicBezTo>
                <a:lnTo>
                  <a:pt x="883" y="11729"/>
                </a:lnTo>
                <a:cubicBezTo>
                  <a:pt x="410" y="11886"/>
                  <a:pt x="64" y="12359"/>
                  <a:pt x="64" y="12894"/>
                </a:cubicBezTo>
                <a:lnTo>
                  <a:pt x="64" y="13713"/>
                </a:lnTo>
                <a:cubicBezTo>
                  <a:pt x="64" y="13965"/>
                  <a:pt x="253" y="14154"/>
                  <a:pt x="473" y="14154"/>
                </a:cubicBezTo>
                <a:lnTo>
                  <a:pt x="13768" y="14154"/>
                </a:lnTo>
                <a:cubicBezTo>
                  <a:pt x="13989" y="14154"/>
                  <a:pt x="14146" y="13965"/>
                  <a:pt x="14146" y="13713"/>
                </a:cubicBezTo>
                <a:lnTo>
                  <a:pt x="14146" y="12894"/>
                </a:lnTo>
                <a:cubicBezTo>
                  <a:pt x="14146" y="12359"/>
                  <a:pt x="13800" y="11918"/>
                  <a:pt x="13327" y="11729"/>
                </a:cubicBezTo>
                <a:lnTo>
                  <a:pt x="13327" y="11256"/>
                </a:lnTo>
                <a:cubicBezTo>
                  <a:pt x="13327" y="10689"/>
                  <a:pt x="12981" y="10248"/>
                  <a:pt x="12508" y="10059"/>
                </a:cubicBezTo>
                <a:lnTo>
                  <a:pt x="12508" y="5806"/>
                </a:lnTo>
                <a:lnTo>
                  <a:pt x="13768" y="5806"/>
                </a:lnTo>
                <a:cubicBezTo>
                  <a:pt x="13989" y="5806"/>
                  <a:pt x="14146" y="5617"/>
                  <a:pt x="14146" y="5396"/>
                </a:cubicBezTo>
                <a:lnTo>
                  <a:pt x="14146" y="4545"/>
                </a:lnTo>
                <a:cubicBezTo>
                  <a:pt x="14115" y="3915"/>
                  <a:pt x="13642" y="3380"/>
                  <a:pt x="13012" y="3348"/>
                </a:cubicBezTo>
                <a:lnTo>
                  <a:pt x="7247" y="72"/>
                </a:lnTo>
                <a:cubicBezTo>
                  <a:pt x="7200" y="24"/>
                  <a:pt x="7129" y="1"/>
                  <a:pt x="7058"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220" name="Google Shape;7869;p66">
            <a:extLst>
              <a:ext uri="{FF2B5EF4-FFF2-40B4-BE49-F238E27FC236}">
                <a16:creationId xmlns:a16="http://schemas.microsoft.com/office/drawing/2014/main" id="{D8559164-3D4B-4A8D-8908-08D0D52C1028}"/>
              </a:ext>
            </a:extLst>
          </p:cNvPr>
          <p:cNvGrpSpPr/>
          <p:nvPr/>
        </p:nvGrpSpPr>
        <p:grpSpPr>
          <a:xfrm>
            <a:off x="8422262" y="5640398"/>
            <a:ext cx="234875" cy="232804"/>
            <a:chOff x="-10462550" y="2057650"/>
            <a:chExt cx="354450" cy="351325"/>
          </a:xfrm>
          <a:solidFill>
            <a:schemeClr val="tx1"/>
          </a:solidFill>
        </p:grpSpPr>
        <p:sp>
          <p:nvSpPr>
            <p:cNvPr id="1327" name="Google Shape;7870;p66">
              <a:extLst>
                <a:ext uri="{FF2B5EF4-FFF2-40B4-BE49-F238E27FC236}">
                  <a16:creationId xmlns:a16="http://schemas.microsoft.com/office/drawing/2014/main" id="{048F0AD4-02D2-4839-AA74-3972A4276E22}"/>
                </a:ext>
              </a:extLst>
            </p:cNvPr>
            <p:cNvSpPr/>
            <p:nvPr/>
          </p:nvSpPr>
          <p:spPr>
            <a:xfrm>
              <a:off x="-10462550" y="2057650"/>
              <a:ext cx="354450" cy="351325"/>
            </a:xfrm>
            <a:custGeom>
              <a:avLst/>
              <a:gdLst/>
              <a:ahLst/>
              <a:cxnLst/>
              <a:rect l="l" t="t" r="r" b="b"/>
              <a:pathLst>
                <a:path w="14178" h="14053" extrusionOk="0">
                  <a:moveTo>
                    <a:pt x="7121" y="788"/>
                  </a:moveTo>
                  <a:cubicBezTo>
                    <a:pt x="7341" y="788"/>
                    <a:pt x="7499" y="978"/>
                    <a:pt x="7499" y="1198"/>
                  </a:cubicBezTo>
                  <a:cubicBezTo>
                    <a:pt x="7499" y="1419"/>
                    <a:pt x="7310" y="1608"/>
                    <a:pt x="7121" y="1608"/>
                  </a:cubicBezTo>
                  <a:cubicBezTo>
                    <a:pt x="6932" y="1608"/>
                    <a:pt x="6680" y="1419"/>
                    <a:pt x="6680" y="1198"/>
                  </a:cubicBezTo>
                  <a:cubicBezTo>
                    <a:pt x="6711" y="946"/>
                    <a:pt x="6869" y="788"/>
                    <a:pt x="7121" y="788"/>
                  </a:cubicBezTo>
                  <a:close/>
                  <a:moveTo>
                    <a:pt x="7467" y="2364"/>
                  </a:moveTo>
                  <a:lnTo>
                    <a:pt x="8790" y="4065"/>
                  </a:lnTo>
                  <a:lnTo>
                    <a:pt x="5451" y="4065"/>
                  </a:lnTo>
                  <a:lnTo>
                    <a:pt x="6774" y="2364"/>
                  </a:lnTo>
                  <a:cubicBezTo>
                    <a:pt x="6869" y="2395"/>
                    <a:pt x="6995" y="2395"/>
                    <a:pt x="7121" y="2395"/>
                  </a:cubicBezTo>
                  <a:cubicBezTo>
                    <a:pt x="7247" y="2395"/>
                    <a:pt x="7341" y="2364"/>
                    <a:pt x="7467" y="2364"/>
                  </a:cubicBezTo>
                  <a:close/>
                  <a:moveTo>
                    <a:pt x="12508" y="4065"/>
                  </a:moveTo>
                  <a:cubicBezTo>
                    <a:pt x="12981" y="4065"/>
                    <a:pt x="13327" y="4412"/>
                    <a:pt x="13327" y="4884"/>
                  </a:cubicBezTo>
                  <a:cubicBezTo>
                    <a:pt x="13327" y="5231"/>
                    <a:pt x="13107" y="5546"/>
                    <a:pt x="12792" y="5672"/>
                  </a:cubicBezTo>
                  <a:cubicBezTo>
                    <a:pt x="12634" y="5703"/>
                    <a:pt x="12508" y="5861"/>
                    <a:pt x="12508" y="6081"/>
                  </a:cubicBezTo>
                  <a:lnTo>
                    <a:pt x="12508" y="11217"/>
                  </a:lnTo>
                  <a:cubicBezTo>
                    <a:pt x="12508" y="11437"/>
                    <a:pt x="12634" y="11563"/>
                    <a:pt x="12792" y="11626"/>
                  </a:cubicBezTo>
                  <a:cubicBezTo>
                    <a:pt x="13107" y="11752"/>
                    <a:pt x="13327" y="12067"/>
                    <a:pt x="13327" y="12414"/>
                  </a:cubicBezTo>
                  <a:cubicBezTo>
                    <a:pt x="13327" y="12886"/>
                    <a:pt x="12981" y="13233"/>
                    <a:pt x="12508" y="13233"/>
                  </a:cubicBezTo>
                  <a:cubicBezTo>
                    <a:pt x="12162" y="13233"/>
                    <a:pt x="11846" y="13012"/>
                    <a:pt x="11720" y="12697"/>
                  </a:cubicBezTo>
                  <a:cubicBezTo>
                    <a:pt x="11689" y="12540"/>
                    <a:pt x="11531" y="12414"/>
                    <a:pt x="11342" y="12414"/>
                  </a:cubicBezTo>
                  <a:lnTo>
                    <a:pt x="2868" y="12414"/>
                  </a:lnTo>
                  <a:cubicBezTo>
                    <a:pt x="2710" y="12414"/>
                    <a:pt x="2553" y="12540"/>
                    <a:pt x="2490" y="12697"/>
                  </a:cubicBezTo>
                  <a:cubicBezTo>
                    <a:pt x="2363" y="13012"/>
                    <a:pt x="2048" y="13233"/>
                    <a:pt x="1702" y="13233"/>
                  </a:cubicBezTo>
                  <a:cubicBezTo>
                    <a:pt x="1198" y="13233"/>
                    <a:pt x="851" y="12886"/>
                    <a:pt x="851" y="12414"/>
                  </a:cubicBezTo>
                  <a:cubicBezTo>
                    <a:pt x="851" y="12067"/>
                    <a:pt x="1103" y="11752"/>
                    <a:pt x="1418" y="11626"/>
                  </a:cubicBezTo>
                  <a:cubicBezTo>
                    <a:pt x="1576" y="11595"/>
                    <a:pt x="1702" y="11437"/>
                    <a:pt x="1702" y="11217"/>
                  </a:cubicBezTo>
                  <a:lnTo>
                    <a:pt x="1702" y="6081"/>
                  </a:lnTo>
                  <a:cubicBezTo>
                    <a:pt x="1702" y="5924"/>
                    <a:pt x="1576" y="5766"/>
                    <a:pt x="1418" y="5672"/>
                  </a:cubicBezTo>
                  <a:cubicBezTo>
                    <a:pt x="1103" y="5546"/>
                    <a:pt x="851" y="5231"/>
                    <a:pt x="851" y="4884"/>
                  </a:cubicBezTo>
                  <a:cubicBezTo>
                    <a:pt x="851" y="4412"/>
                    <a:pt x="1229" y="4065"/>
                    <a:pt x="1702" y="4065"/>
                  </a:cubicBezTo>
                  <a:cubicBezTo>
                    <a:pt x="2048" y="4065"/>
                    <a:pt x="2363" y="4286"/>
                    <a:pt x="2490" y="4601"/>
                  </a:cubicBezTo>
                  <a:cubicBezTo>
                    <a:pt x="2521" y="4758"/>
                    <a:pt x="2679" y="4884"/>
                    <a:pt x="2868" y="4884"/>
                  </a:cubicBezTo>
                  <a:lnTo>
                    <a:pt x="11342" y="4884"/>
                  </a:lnTo>
                  <a:cubicBezTo>
                    <a:pt x="11500" y="4884"/>
                    <a:pt x="11657" y="4758"/>
                    <a:pt x="11720" y="4601"/>
                  </a:cubicBezTo>
                  <a:cubicBezTo>
                    <a:pt x="11846" y="4286"/>
                    <a:pt x="12162" y="4065"/>
                    <a:pt x="12508" y="4065"/>
                  </a:cubicBezTo>
                  <a:close/>
                  <a:moveTo>
                    <a:pt x="7089" y="1"/>
                  </a:moveTo>
                  <a:cubicBezTo>
                    <a:pt x="6365" y="1"/>
                    <a:pt x="5829" y="568"/>
                    <a:pt x="5829" y="1230"/>
                  </a:cubicBezTo>
                  <a:cubicBezTo>
                    <a:pt x="5829" y="1450"/>
                    <a:pt x="5892" y="1702"/>
                    <a:pt x="6018" y="1891"/>
                  </a:cubicBezTo>
                  <a:lnTo>
                    <a:pt x="4348" y="4097"/>
                  </a:lnTo>
                  <a:lnTo>
                    <a:pt x="3057" y="4097"/>
                  </a:lnTo>
                  <a:cubicBezTo>
                    <a:pt x="2773" y="3592"/>
                    <a:pt x="2237" y="3277"/>
                    <a:pt x="1639" y="3277"/>
                  </a:cubicBezTo>
                  <a:cubicBezTo>
                    <a:pt x="725" y="3277"/>
                    <a:pt x="1" y="4033"/>
                    <a:pt x="1" y="4916"/>
                  </a:cubicBezTo>
                  <a:cubicBezTo>
                    <a:pt x="1" y="5514"/>
                    <a:pt x="316" y="6081"/>
                    <a:pt x="820" y="6333"/>
                  </a:cubicBezTo>
                  <a:lnTo>
                    <a:pt x="820" y="10996"/>
                  </a:lnTo>
                  <a:cubicBezTo>
                    <a:pt x="316" y="11280"/>
                    <a:pt x="1" y="11815"/>
                    <a:pt x="1" y="12414"/>
                  </a:cubicBezTo>
                  <a:cubicBezTo>
                    <a:pt x="1" y="13327"/>
                    <a:pt x="725" y="14052"/>
                    <a:pt x="1639" y="14052"/>
                  </a:cubicBezTo>
                  <a:cubicBezTo>
                    <a:pt x="2237" y="14052"/>
                    <a:pt x="2773" y="13737"/>
                    <a:pt x="3057" y="13233"/>
                  </a:cubicBezTo>
                  <a:lnTo>
                    <a:pt x="11027" y="13233"/>
                  </a:lnTo>
                  <a:cubicBezTo>
                    <a:pt x="11279" y="13737"/>
                    <a:pt x="11846" y="14052"/>
                    <a:pt x="12445" y="14052"/>
                  </a:cubicBezTo>
                  <a:cubicBezTo>
                    <a:pt x="13327" y="14052"/>
                    <a:pt x="14083" y="13327"/>
                    <a:pt x="14083" y="12414"/>
                  </a:cubicBezTo>
                  <a:cubicBezTo>
                    <a:pt x="14083" y="11815"/>
                    <a:pt x="13768" y="11280"/>
                    <a:pt x="13264" y="10996"/>
                  </a:cubicBezTo>
                  <a:lnTo>
                    <a:pt x="13264" y="6333"/>
                  </a:lnTo>
                  <a:cubicBezTo>
                    <a:pt x="13863" y="6050"/>
                    <a:pt x="14178" y="5514"/>
                    <a:pt x="14178" y="4916"/>
                  </a:cubicBezTo>
                  <a:cubicBezTo>
                    <a:pt x="14178" y="4033"/>
                    <a:pt x="13422" y="3277"/>
                    <a:pt x="12508" y="3277"/>
                  </a:cubicBezTo>
                  <a:cubicBezTo>
                    <a:pt x="11909" y="3277"/>
                    <a:pt x="11374" y="3592"/>
                    <a:pt x="11090" y="4097"/>
                  </a:cubicBezTo>
                  <a:lnTo>
                    <a:pt x="9799" y="4097"/>
                  </a:lnTo>
                  <a:lnTo>
                    <a:pt x="8129" y="1891"/>
                  </a:lnTo>
                  <a:cubicBezTo>
                    <a:pt x="8255" y="1702"/>
                    <a:pt x="8349" y="1450"/>
                    <a:pt x="8349" y="1230"/>
                  </a:cubicBezTo>
                  <a:cubicBezTo>
                    <a:pt x="8349" y="568"/>
                    <a:pt x="7782" y="1"/>
                    <a:pt x="7089" y="1"/>
                  </a:cubicBezTo>
                  <a:close/>
                </a:path>
              </a:pathLst>
            </a:custGeom>
            <a:grpFill/>
            <a:ln>
              <a:noFill/>
            </a:ln>
          </p:spPr>
          <p:txBody>
            <a:bodyPr spcFirstLastPara="1" wrap="square" lIns="62728" tIns="62728" rIns="62728" bIns="62728" anchor="ctr" anchorCtr="0">
              <a:noAutofit/>
            </a:bodyPr>
            <a:lstStyle/>
            <a:p>
              <a:endParaRPr sz="764"/>
            </a:p>
          </p:txBody>
        </p:sp>
        <p:sp>
          <p:nvSpPr>
            <p:cNvPr id="1328" name="Google Shape;7871;p66">
              <a:extLst>
                <a:ext uri="{FF2B5EF4-FFF2-40B4-BE49-F238E27FC236}">
                  <a16:creationId xmlns:a16="http://schemas.microsoft.com/office/drawing/2014/main" id="{80B93578-14AB-44F0-A1F3-4A1C53298F17}"/>
                </a:ext>
              </a:extLst>
            </p:cNvPr>
            <p:cNvSpPr/>
            <p:nvPr/>
          </p:nvSpPr>
          <p:spPr>
            <a:xfrm>
              <a:off x="-10397950" y="2201800"/>
              <a:ext cx="228425" cy="146525"/>
            </a:xfrm>
            <a:custGeom>
              <a:avLst/>
              <a:gdLst/>
              <a:ahLst/>
              <a:cxnLst/>
              <a:rect l="l" t="t" r="r" b="b"/>
              <a:pathLst>
                <a:path w="9137" h="5861" extrusionOk="0">
                  <a:moveTo>
                    <a:pt x="8286" y="819"/>
                  </a:moveTo>
                  <a:lnTo>
                    <a:pt x="8286" y="4978"/>
                  </a:lnTo>
                  <a:lnTo>
                    <a:pt x="788" y="4978"/>
                  </a:lnTo>
                  <a:lnTo>
                    <a:pt x="788" y="819"/>
                  </a:lnTo>
                  <a:close/>
                  <a:moveTo>
                    <a:pt x="410" y="0"/>
                  </a:moveTo>
                  <a:cubicBezTo>
                    <a:pt x="158" y="0"/>
                    <a:pt x="0" y="189"/>
                    <a:pt x="0" y="410"/>
                  </a:cubicBezTo>
                  <a:lnTo>
                    <a:pt x="0" y="5419"/>
                  </a:lnTo>
                  <a:cubicBezTo>
                    <a:pt x="0" y="5640"/>
                    <a:pt x="189" y="5860"/>
                    <a:pt x="410" y="5860"/>
                  </a:cubicBezTo>
                  <a:lnTo>
                    <a:pt x="8695" y="5860"/>
                  </a:lnTo>
                  <a:cubicBezTo>
                    <a:pt x="8947" y="5860"/>
                    <a:pt x="9136" y="5640"/>
                    <a:pt x="9136" y="5419"/>
                  </a:cubicBezTo>
                  <a:lnTo>
                    <a:pt x="9136" y="410"/>
                  </a:lnTo>
                  <a:cubicBezTo>
                    <a:pt x="9105" y="158"/>
                    <a:pt x="8947" y="0"/>
                    <a:pt x="8695"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23" name="Google Shape;7876;p66">
            <a:extLst>
              <a:ext uri="{FF2B5EF4-FFF2-40B4-BE49-F238E27FC236}">
                <a16:creationId xmlns:a16="http://schemas.microsoft.com/office/drawing/2014/main" id="{DCE953C4-BCB4-4172-8905-B571108B8467}"/>
              </a:ext>
            </a:extLst>
          </p:cNvPr>
          <p:cNvGrpSpPr/>
          <p:nvPr/>
        </p:nvGrpSpPr>
        <p:grpSpPr>
          <a:xfrm>
            <a:off x="6368569" y="5359809"/>
            <a:ext cx="234345" cy="234361"/>
            <a:chOff x="-13529550" y="1639425"/>
            <a:chExt cx="353650" cy="353675"/>
          </a:xfrm>
          <a:solidFill>
            <a:schemeClr val="tx1"/>
          </a:solidFill>
        </p:grpSpPr>
        <p:sp>
          <p:nvSpPr>
            <p:cNvPr id="1317" name="Google Shape;7877;p66">
              <a:extLst>
                <a:ext uri="{FF2B5EF4-FFF2-40B4-BE49-F238E27FC236}">
                  <a16:creationId xmlns:a16="http://schemas.microsoft.com/office/drawing/2014/main" id="{A4B5BBA2-0FEF-4FD0-BC44-88DD97732B37}"/>
                </a:ext>
              </a:extLst>
            </p:cNvPr>
            <p:cNvSpPr/>
            <p:nvPr/>
          </p:nvSpPr>
          <p:spPr>
            <a:xfrm>
              <a:off x="-13529550" y="1910125"/>
              <a:ext cx="353650" cy="82975"/>
            </a:xfrm>
            <a:custGeom>
              <a:avLst/>
              <a:gdLst/>
              <a:ahLst/>
              <a:cxnLst/>
              <a:rect l="l" t="t" r="r" b="b"/>
              <a:pathLst>
                <a:path w="14146" h="3319" extrusionOk="0">
                  <a:moveTo>
                    <a:pt x="3434" y="893"/>
                  </a:moveTo>
                  <a:lnTo>
                    <a:pt x="3434" y="893"/>
                  </a:lnTo>
                  <a:cubicBezTo>
                    <a:pt x="3340" y="1145"/>
                    <a:pt x="3308" y="1428"/>
                    <a:pt x="3308" y="1649"/>
                  </a:cubicBezTo>
                  <a:cubicBezTo>
                    <a:pt x="3308" y="1932"/>
                    <a:pt x="3340" y="2153"/>
                    <a:pt x="3434" y="2405"/>
                  </a:cubicBezTo>
                  <a:cubicBezTo>
                    <a:pt x="2899" y="2373"/>
                    <a:pt x="2426" y="2279"/>
                    <a:pt x="2017" y="2153"/>
                  </a:cubicBezTo>
                  <a:cubicBezTo>
                    <a:pt x="1229" y="1964"/>
                    <a:pt x="914" y="1743"/>
                    <a:pt x="819" y="1649"/>
                  </a:cubicBezTo>
                  <a:cubicBezTo>
                    <a:pt x="914" y="1586"/>
                    <a:pt x="1166" y="1334"/>
                    <a:pt x="2017" y="1145"/>
                  </a:cubicBezTo>
                  <a:cubicBezTo>
                    <a:pt x="2426" y="1019"/>
                    <a:pt x="2899" y="956"/>
                    <a:pt x="3434" y="893"/>
                  </a:cubicBezTo>
                  <a:close/>
                  <a:moveTo>
                    <a:pt x="6018" y="861"/>
                  </a:moveTo>
                  <a:cubicBezTo>
                    <a:pt x="7908" y="987"/>
                    <a:pt x="8948" y="1428"/>
                    <a:pt x="9137" y="1649"/>
                  </a:cubicBezTo>
                  <a:cubicBezTo>
                    <a:pt x="9042" y="1743"/>
                    <a:pt x="8790" y="1964"/>
                    <a:pt x="7940" y="2153"/>
                  </a:cubicBezTo>
                  <a:cubicBezTo>
                    <a:pt x="7404" y="2279"/>
                    <a:pt x="6742" y="2405"/>
                    <a:pt x="6018" y="2436"/>
                  </a:cubicBezTo>
                  <a:cubicBezTo>
                    <a:pt x="5892" y="2216"/>
                    <a:pt x="5829" y="1932"/>
                    <a:pt x="5829" y="1649"/>
                  </a:cubicBezTo>
                  <a:cubicBezTo>
                    <a:pt x="5829" y="1365"/>
                    <a:pt x="5892" y="1113"/>
                    <a:pt x="6018" y="861"/>
                  </a:cubicBezTo>
                  <a:close/>
                  <a:moveTo>
                    <a:pt x="5104" y="798"/>
                  </a:moveTo>
                  <a:cubicBezTo>
                    <a:pt x="5041" y="1050"/>
                    <a:pt x="4947" y="1334"/>
                    <a:pt x="4947" y="1617"/>
                  </a:cubicBezTo>
                  <a:cubicBezTo>
                    <a:pt x="4947" y="1901"/>
                    <a:pt x="5010" y="2153"/>
                    <a:pt x="5104" y="2436"/>
                  </a:cubicBezTo>
                  <a:cubicBezTo>
                    <a:pt x="4994" y="2452"/>
                    <a:pt x="4876" y="2460"/>
                    <a:pt x="4754" y="2460"/>
                  </a:cubicBezTo>
                  <a:cubicBezTo>
                    <a:pt x="4632" y="2460"/>
                    <a:pt x="4506" y="2452"/>
                    <a:pt x="4379" y="2436"/>
                  </a:cubicBezTo>
                  <a:cubicBezTo>
                    <a:pt x="4222" y="2216"/>
                    <a:pt x="4159" y="1932"/>
                    <a:pt x="4159" y="1617"/>
                  </a:cubicBezTo>
                  <a:cubicBezTo>
                    <a:pt x="4159" y="1334"/>
                    <a:pt x="4253" y="1050"/>
                    <a:pt x="4379" y="798"/>
                  </a:cubicBezTo>
                  <a:close/>
                  <a:moveTo>
                    <a:pt x="10801" y="817"/>
                  </a:moveTo>
                  <a:cubicBezTo>
                    <a:pt x="10917" y="817"/>
                    <a:pt x="11036" y="841"/>
                    <a:pt x="11153" y="893"/>
                  </a:cubicBezTo>
                  <a:lnTo>
                    <a:pt x="12728" y="1649"/>
                  </a:lnTo>
                  <a:lnTo>
                    <a:pt x="11153" y="2405"/>
                  </a:lnTo>
                  <a:cubicBezTo>
                    <a:pt x="11032" y="2465"/>
                    <a:pt x="10908" y="2493"/>
                    <a:pt x="10788" y="2493"/>
                  </a:cubicBezTo>
                  <a:cubicBezTo>
                    <a:pt x="10346" y="2493"/>
                    <a:pt x="9956" y="2120"/>
                    <a:pt x="9956" y="1649"/>
                  </a:cubicBezTo>
                  <a:cubicBezTo>
                    <a:pt x="9956" y="1173"/>
                    <a:pt x="10354" y="817"/>
                    <a:pt x="10801" y="817"/>
                  </a:cubicBezTo>
                  <a:close/>
                  <a:moveTo>
                    <a:pt x="10785" y="0"/>
                  </a:moveTo>
                  <a:cubicBezTo>
                    <a:pt x="10221" y="0"/>
                    <a:pt x="9666" y="291"/>
                    <a:pt x="9357" y="798"/>
                  </a:cubicBezTo>
                  <a:cubicBezTo>
                    <a:pt x="8349" y="168"/>
                    <a:pt x="6207" y="10"/>
                    <a:pt x="5010" y="10"/>
                  </a:cubicBezTo>
                  <a:cubicBezTo>
                    <a:pt x="3592" y="10"/>
                    <a:pt x="0" y="231"/>
                    <a:pt x="0" y="1649"/>
                  </a:cubicBezTo>
                  <a:cubicBezTo>
                    <a:pt x="0" y="3066"/>
                    <a:pt x="3529" y="3318"/>
                    <a:pt x="5010" y="3318"/>
                  </a:cubicBezTo>
                  <a:cubicBezTo>
                    <a:pt x="6207" y="3318"/>
                    <a:pt x="8349" y="3161"/>
                    <a:pt x="9357" y="2531"/>
                  </a:cubicBezTo>
                  <a:cubicBezTo>
                    <a:pt x="9667" y="3039"/>
                    <a:pt x="10224" y="3315"/>
                    <a:pt x="10790" y="3315"/>
                  </a:cubicBezTo>
                  <a:cubicBezTo>
                    <a:pt x="11031" y="3315"/>
                    <a:pt x="11274" y="3265"/>
                    <a:pt x="11500" y="3161"/>
                  </a:cubicBezTo>
                  <a:lnTo>
                    <a:pt x="13894" y="2058"/>
                  </a:lnTo>
                  <a:cubicBezTo>
                    <a:pt x="14052" y="1964"/>
                    <a:pt x="14146" y="1838"/>
                    <a:pt x="14146" y="1649"/>
                  </a:cubicBezTo>
                  <a:cubicBezTo>
                    <a:pt x="14146" y="1491"/>
                    <a:pt x="14020" y="1334"/>
                    <a:pt x="13894" y="1271"/>
                  </a:cubicBezTo>
                  <a:lnTo>
                    <a:pt x="11500" y="168"/>
                  </a:lnTo>
                  <a:cubicBezTo>
                    <a:pt x="11272" y="54"/>
                    <a:pt x="11028" y="0"/>
                    <a:pt x="10785" y="0"/>
                  </a:cubicBezTo>
                  <a:close/>
                </a:path>
              </a:pathLst>
            </a:custGeom>
            <a:grpFill/>
            <a:ln>
              <a:noFill/>
            </a:ln>
          </p:spPr>
          <p:txBody>
            <a:bodyPr spcFirstLastPara="1" wrap="square" lIns="62728" tIns="62728" rIns="62728" bIns="62728" anchor="ctr" anchorCtr="0">
              <a:noAutofit/>
            </a:bodyPr>
            <a:lstStyle/>
            <a:p>
              <a:endParaRPr sz="764"/>
            </a:p>
          </p:txBody>
        </p:sp>
        <p:sp>
          <p:nvSpPr>
            <p:cNvPr id="1318" name="Google Shape;7878;p66">
              <a:extLst>
                <a:ext uri="{FF2B5EF4-FFF2-40B4-BE49-F238E27FC236}">
                  <a16:creationId xmlns:a16="http://schemas.microsoft.com/office/drawing/2014/main" id="{D9FA5DAD-2490-4C91-8318-77E3C704F5B3}"/>
                </a:ext>
              </a:extLst>
            </p:cNvPr>
            <p:cNvSpPr/>
            <p:nvPr/>
          </p:nvSpPr>
          <p:spPr>
            <a:xfrm>
              <a:off x="-13383850" y="1681175"/>
              <a:ext cx="40975" cy="41775"/>
            </a:xfrm>
            <a:custGeom>
              <a:avLst/>
              <a:gdLst/>
              <a:ahLst/>
              <a:cxnLst/>
              <a:rect l="l" t="t" r="r" b="b"/>
              <a:pathLst>
                <a:path w="1639" h="1671" extrusionOk="0">
                  <a:moveTo>
                    <a:pt x="820" y="1"/>
                  </a:moveTo>
                  <a:cubicBezTo>
                    <a:pt x="379" y="1"/>
                    <a:pt x="1" y="379"/>
                    <a:pt x="1" y="851"/>
                  </a:cubicBezTo>
                  <a:cubicBezTo>
                    <a:pt x="1" y="1292"/>
                    <a:pt x="379" y="1670"/>
                    <a:pt x="820" y="1670"/>
                  </a:cubicBezTo>
                  <a:cubicBezTo>
                    <a:pt x="1292" y="1670"/>
                    <a:pt x="1639" y="1292"/>
                    <a:pt x="1639" y="851"/>
                  </a:cubicBezTo>
                  <a:cubicBezTo>
                    <a:pt x="1639" y="379"/>
                    <a:pt x="1292" y="1"/>
                    <a:pt x="820" y="1"/>
                  </a:cubicBezTo>
                  <a:close/>
                </a:path>
              </a:pathLst>
            </a:custGeom>
            <a:grpFill/>
            <a:ln>
              <a:noFill/>
            </a:ln>
          </p:spPr>
          <p:txBody>
            <a:bodyPr spcFirstLastPara="1" wrap="square" lIns="62728" tIns="62728" rIns="62728" bIns="62728" anchor="ctr" anchorCtr="0">
              <a:noAutofit/>
            </a:bodyPr>
            <a:lstStyle/>
            <a:p>
              <a:endParaRPr sz="764"/>
            </a:p>
          </p:txBody>
        </p:sp>
        <p:sp>
          <p:nvSpPr>
            <p:cNvPr id="1319" name="Google Shape;7879;p66">
              <a:extLst>
                <a:ext uri="{FF2B5EF4-FFF2-40B4-BE49-F238E27FC236}">
                  <a16:creationId xmlns:a16="http://schemas.microsoft.com/office/drawing/2014/main" id="{1B13A358-2D30-4AFD-9E71-689EE51A9BB2}"/>
                </a:ext>
              </a:extLst>
            </p:cNvPr>
            <p:cNvSpPr/>
            <p:nvPr/>
          </p:nvSpPr>
          <p:spPr>
            <a:xfrm>
              <a:off x="-13446075" y="1692200"/>
              <a:ext cx="41775" cy="41775"/>
            </a:xfrm>
            <a:custGeom>
              <a:avLst/>
              <a:gdLst/>
              <a:ahLst/>
              <a:cxnLst/>
              <a:rect l="l" t="t" r="r" b="b"/>
              <a:pathLst>
                <a:path w="1671" h="1671" extrusionOk="0">
                  <a:moveTo>
                    <a:pt x="820" y="1"/>
                  </a:moveTo>
                  <a:cubicBezTo>
                    <a:pt x="379" y="1"/>
                    <a:pt x="1" y="379"/>
                    <a:pt x="1" y="851"/>
                  </a:cubicBezTo>
                  <a:cubicBezTo>
                    <a:pt x="1" y="1292"/>
                    <a:pt x="379" y="1670"/>
                    <a:pt x="820" y="1670"/>
                  </a:cubicBezTo>
                  <a:cubicBezTo>
                    <a:pt x="1293" y="1670"/>
                    <a:pt x="1671" y="1292"/>
                    <a:pt x="1671" y="851"/>
                  </a:cubicBezTo>
                  <a:cubicBezTo>
                    <a:pt x="1671" y="379"/>
                    <a:pt x="1293" y="1"/>
                    <a:pt x="820" y="1"/>
                  </a:cubicBezTo>
                  <a:close/>
                </a:path>
              </a:pathLst>
            </a:custGeom>
            <a:grpFill/>
            <a:ln>
              <a:noFill/>
            </a:ln>
          </p:spPr>
          <p:txBody>
            <a:bodyPr spcFirstLastPara="1" wrap="square" lIns="62728" tIns="62728" rIns="62728" bIns="62728" anchor="ctr" anchorCtr="0">
              <a:noAutofit/>
            </a:bodyPr>
            <a:lstStyle/>
            <a:p>
              <a:endParaRPr sz="764"/>
            </a:p>
          </p:txBody>
        </p:sp>
        <p:sp>
          <p:nvSpPr>
            <p:cNvPr id="1320" name="Google Shape;7880;p66">
              <a:extLst>
                <a:ext uri="{FF2B5EF4-FFF2-40B4-BE49-F238E27FC236}">
                  <a16:creationId xmlns:a16="http://schemas.microsoft.com/office/drawing/2014/main" id="{EC743DC1-4E02-49C4-8B5B-252A87356763}"/>
                </a:ext>
              </a:extLst>
            </p:cNvPr>
            <p:cNvSpPr/>
            <p:nvPr/>
          </p:nvSpPr>
          <p:spPr>
            <a:xfrm>
              <a:off x="-13446075" y="1796175"/>
              <a:ext cx="41775" cy="40975"/>
            </a:xfrm>
            <a:custGeom>
              <a:avLst/>
              <a:gdLst/>
              <a:ahLst/>
              <a:cxnLst/>
              <a:rect l="l" t="t" r="r" b="b"/>
              <a:pathLst>
                <a:path w="1671" h="1639" extrusionOk="0">
                  <a:moveTo>
                    <a:pt x="820" y="0"/>
                  </a:moveTo>
                  <a:cubicBezTo>
                    <a:pt x="379" y="0"/>
                    <a:pt x="1" y="347"/>
                    <a:pt x="1" y="819"/>
                  </a:cubicBezTo>
                  <a:cubicBezTo>
                    <a:pt x="1" y="1260"/>
                    <a:pt x="379" y="1639"/>
                    <a:pt x="820" y="1639"/>
                  </a:cubicBezTo>
                  <a:cubicBezTo>
                    <a:pt x="1293" y="1639"/>
                    <a:pt x="1671" y="1260"/>
                    <a:pt x="1671" y="819"/>
                  </a:cubicBezTo>
                  <a:cubicBezTo>
                    <a:pt x="1671" y="347"/>
                    <a:pt x="1293" y="0"/>
                    <a:pt x="820" y="0"/>
                  </a:cubicBezTo>
                  <a:close/>
                </a:path>
              </a:pathLst>
            </a:custGeom>
            <a:grpFill/>
            <a:ln>
              <a:noFill/>
            </a:ln>
          </p:spPr>
          <p:txBody>
            <a:bodyPr spcFirstLastPara="1" wrap="square" lIns="62728" tIns="62728" rIns="62728" bIns="62728" anchor="ctr" anchorCtr="0">
              <a:noAutofit/>
            </a:bodyPr>
            <a:lstStyle/>
            <a:p>
              <a:endParaRPr sz="764"/>
            </a:p>
          </p:txBody>
        </p:sp>
        <p:sp>
          <p:nvSpPr>
            <p:cNvPr id="1321" name="Google Shape;7881;p66">
              <a:extLst>
                <a:ext uri="{FF2B5EF4-FFF2-40B4-BE49-F238E27FC236}">
                  <a16:creationId xmlns:a16="http://schemas.microsoft.com/office/drawing/2014/main" id="{282AEFBA-F30A-4213-99D3-9E0D34A7FB15}"/>
                </a:ext>
              </a:extLst>
            </p:cNvPr>
            <p:cNvSpPr/>
            <p:nvPr/>
          </p:nvSpPr>
          <p:spPr>
            <a:xfrm>
              <a:off x="-13487025" y="1743400"/>
              <a:ext cx="40975" cy="41775"/>
            </a:xfrm>
            <a:custGeom>
              <a:avLst/>
              <a:gdLst/>
              <a:ahLst/>
              <a:cxnLst/>
              <a:rect l="l" t="t" r="r" b="b"/>
              <a:pathLst>
                <a:path w="1639" h="1671" extrusionOk="0">
                  <a:moveTo>
                    <a:pt x="820" y="0"/>
                  </a:moveTo>
                  <a:cubicBezTo>
                    <a:pt x="379" y="0"/>
                    <a:pt x="1" y="379"/>
                    <a:pt x="1" y="851"/>
                  </a:cubicBezTo>
                  <a:cubicBezTo>
                    <a:pt x="1" y="1292"/>
                    <a:pt x="379" y="1670"/>
                    <a:pt x="820" y="1670"/>
                  </a:cubicBezTo>
                  <a:cubicBezTo>
                    <a:pt x="1261" y="1670"/>
                    <a:pt x="1639" y="1292"/>
                    <a:pt x="1639" y="851"/>
                  </a:cubicBezTo>
                  <a:cubicBezTo>
                    <a:pt x="1639" y="379"/>
                    <a:pt x="1261" y="0"/>
                    <a:pt x="820" y="0"/>
                  </a:cubicBezTo>
                  <a:close/>
                </a:path>
              </a:pathLst>
            </a:custGeom>
            <a:grpFill/>
            <a:ln>
              <a:noFill/>
            </a:ln>
          </p:spPr>
          <p:txBody>
            <a:bodyPr spcFirstLastPara="1" wrap="square" lIns="62728" tIns="62728" rIns="62728" bIns="62728" anchor="ctr" anchorCtr="0">
              <a:noAutofit/>
            </a:bodyPr>
            <a:lstStyle/>
            <a:p>
              <a:endParaRPr sz="764"/>
            </a:p>
          </p:txBody>
        </p:sp>
        <p:sp>
          <p:nvSpPr>
            <p:cNvPr id="1322" name="Google Shape;7882;p66">
              <a:extLst>
                <a:ext uri="{FF2B5EF4-FFF2-40B4-BE49-F238E27FC236}">
                  <a16:creationId xmlns:a16="http://schemas.microsoft.com/office/drawing/2014/main" id="{0ED89845-BA9B-4001-BA6E-40C43F81E075}"/>
                </a:ext>
              </a:extLst>
            </p:cNvPr>
            <p:cNvSpPr/>
            <p:nvPr/>
          </p:nvSpPr>
          <p:spPr>
            <a:xfrm>
              <a:off x="-13383850" y="1805625"/>
              <a:ext cx="40975" cy="41775"/>
            </a:xfrm>
            <a:custGeom>
              <a:avLst/>
              <a:gdLst/>
              <a:ahLst/>
              <a:cxnLst/>
              <a:rect l="l" t="t" r="r" b="b"/>
              <a:pathLst>
                <a:path w="1639" h="1671" extrusionOk="0">
                  <a:moveTo>
                    <a:pt x="820" y="0"/>
                  </a:moveTo>
                  <a:cubicBezTo>
                    <a:pt x="379" y="0"/>
                    <a:pt x="1" y="378"/>
                    <a:pt x="1" y="819"/>
                  </a:cubicBezTo>
                  <a:cubicBezTo>
                    <a:pt x="1" y="1292"/>
                    <a:pt x="379" y="1670"/>
                    <a:pt x="820" y="1670"/>
                  </a:cubicBezTo>
                  <a:cubicBezTo>
                    <a:pt x="1292" y="1670"/>
                    <a:pt x="1639" y="1292"/>
                    <a:pt x="1639" y="819"/>
                  </a:cubicBezTo>
                  <a:cubicBezTo>
                    <a:pt x="1639" y="378"/>
                    <a:pt x="1292" y="0"/>
                    <a:pt x="820" y="0"/>
                  </a:cubicBezTo>
                  <a:close/>
                </a:path>
              </a:pathLst>
            </a:custGeom>
            <a:grpFill/>
            <a:ln>
              <a:noFill/>
            </a:ln>
          </p:spPr>
          <p:txBody>
            <a:bodyPr spcFirstLastPara="1" wrap="square" lIns="62728" tIns="62728" rIns="62728" bIns="62728" anchor="ctr" anchorCtr="0">
              <a:noAutofit/>
            </a:bodyPr>
            <a:lstStyle/>
            <a:p>
              <a:endParaRPr sz="764"/>
            </a:p>
          </p:txBody>
        </p:sp>
        <p:sp>
          <p:nvSpPr>
            <p:cNvPr id="1323" name="Google Shape;7883;p66">
              <a:extLst>
                <a:ext uri="{FF2B5EF4-FFF2-40B4-BE49-F238E27FC236}">
                  <a16:creationId xmlns:a16="http://schemas.microsoft.com/office/drawing/2014/main" id="{69305709-0EF0-45B0-8D78-D55771046AA9}"/>
                </a:ext>
              </a:extLst>
            </p:cNvPr>
            <p:cNvSpPr/>
            <p:nvPr/>
          </p:nvSpPr>
          <p:spPr>
            <a:xfrm>
              <a:off x="-13529550" y="1639425"/>
              <a:ext cx="352075" cy="248925"/>
            </a:xfrm>
            <a:custGeom>
              <a:avLst/>
              <a:gdLst/>
              <a:ahLst/>
              <a:cxnLst/>
              <a:rect l="l" t="t" r="r" b="b"/>
              <a:pathLst>
                <a:path w="14083" h="9957" extrusionOk="0">
                  <a:moveTo>
                    <a:pt x="7057" y="820"/>
                  </a:moveTo>
                  <a:cubicBezTo>
                    <a:pt x="10554" y="820"/>
                    <a:pt x="13264" y="2805"/>
                    <a:pt x="13264" y="5010"/>
                  </a:cubicBezTo>
                  <a:cubicBezTo>
                    <a:pt x="13264" y="7215"/>
                    <a:pt x="10554" y="9137"/>
                    <a:pt x="7057" y="9137"/>
                  </a:cubicBezTo>
                  <a:cubicBezTo>
                    <a:pt x="3529" y="9137"/>
                    <a:pt x="819" y="7215"/>
                    <a:pt x="819" y="5010"/>
                  </a:cubicBezTo>
                  <a:cubicBezTo>
                    <a:pt x="819" y="2742"/>
                    <a:pt x="3623" y="820"/>
                    <a:pt x="7057" y="820"/>
                  </a:cubicBezTo>
                  <a:close/>
                  <a:moveTo>
                    <a:pt x="7057" y="1"/>
                  </a:moveTo>
                  <a:cubicBezTo>
                    <a:pt x="3151" y="1"/>
                    <a:pt x="0" y="2238"/>
                    <a:pt x="0" y="5010"/>
                  </a:cubicBezTo>
                  <a:cubicBezTo>
                    <a:pt x="0" y="7846"/>
                    <a:pt x="3277" y="9956"/>
                    <a:pt x="7057" y="9956"/>
                  </a:cubicBezTo>
                  <a:cubicBezTo>
                    <a:pt x="10870" y="9956"/>
                    <a:pt x="14083" y="7783"/>
                    <a:pt x="14083" y="5010"/>
                  </a:cubicBezTo>
                  <a:cubicBezTo>
                    <a:pt x="14083" y="2238"/>
                    <a:pt x="10933" y="1"/>
                    <a:pt x="7057" y="1"/>
                  </a:cubicBezTo>
                  <a:close/>
                </a:path>
              </a:pathLst>
            </a:custGeom>
            <a:grpFill/>
            <a:ln>
              <a:noFill/>
            </a:ln>
          </p:spPr>
          <p:txBody>
            <a:bodyPr spcFirstLastPara="1" wrap="square" lIns="62728" tIns="62728" rIns="62728" bIns="62728" anchor="ctr" anchorCtr="0">
              <a:noAutofit/>
            </a:bodyPr>
            <a:lstStyle/>
            <a:p>
              <a:endParaRPr sz="764"/>
            </a:p>
          </p:txBody>
        </p:sp>
        <p:sp>
          <p:nvSpPr>
            <p:cNvPr id="1324" name="Google Shape;7884;p66">
              <a:extLst>
                <a:ext uri="{FF2B5EF4-FFF2-40B4-BE49-F238E27FC236}">
                  <a16:creationId xmlns:a16="http://schemas.microsoft.com/office/drawing/2014/main" id="{995D5411-69B4-4DF6-9A50-7D24FB2E1534}"/>
                </a:ext>
              </a:extLst>
            </p:cNvPr>
            <p:cNvSpPr/>
            <p:nvPr/>
          </p:nvSpPr>
          <p:spPr>
            <a:xfrm>
              <a:off x="-13323200" y="1722925"/>
              <a:ext cx="104775" cy="82725"/>
            </a:xfrm>
            <a:custGeom>
              <a:avLst/>
              <a:gdLst/>
              <a:ahLst/>
              <a:cxnLst/>
              <a:rect l="l" t="t" r="r" b="b"/>
              <a:pathLst>
                <a:path w="4191" h="3309" extrusionOk="0">
                  <a:moveTo>
                    <a:pt x="2111" y="819"/>
                  </a:moveTo>
                  <a:cubicBezTo>
                    <a:pt x="2773" y="819"/>
                    <a:pt x="3372" y="1229"/>
                    <a:pt x="3372" y="1670"/>
                  </a:cubicBezTo>
                  <a:cubicBezTo>
                    <a:pt x="3372" y="2080"/>
                    <a:pt x="2805" y="2489"/>
                    <a:pt x="2111" y="2489"/>
                  </a:cubicBezTo>
                  <a:cubicBezTo>
                    <a:pt x="1418" y="2489"/>
                    <a:pt x="851" y="2080"/>
                    <a:pt x="851" y="1670"/>
                  </a:cubicBezTo>
                  <a:cubicBezTo>
                    <a:pt x="883" y="1229"/>
                    <a:pt x="1418" y="819"/>
                    <a:pt x="2111" y="819"/>
                  </a:cubicBezTo>
                  <a:close/>
                  <a:moveTo>
                    <a:pt x="2111" y="0"/>
                  </a:moveTo>
                  <a:cubicBezTo>
                    <a:pt x="914" y="0"/>
                    <a:pt x="1" y="756"/>
                    <a:pt x="1" y="1670"/>
                  </a:cubicBezTo>
                  <a:cubicBezTo>
                    <a:pt x="64" y="2552"/>
                    <a:pt x="946" y="3308"/>
                    <a:pt x="2111" y="3308"/>
                  </a:cubicBezTo>
                  <a:cubicBezTo>
                    <a:pt x="3277" y="3308"/>
                    <a:pt x="4191" y="2552"/>
                    <a:pt x="4191" y="1670"/>
                  </a:cubicBezTo>
                  <a:cubicBezTo>
                    <a:pt x="4191" y="756"/>
                    <a:pt x="3277" y="0"/>
                    <a:pt x="2111"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24" name="Google Shape;7885;p66">
            <a:extLst>
              <a:ext uri="{FF2B5EF4-FFF2-40B4-BE49-F238E27FC236}">
                <a16:creationId xmlns:a16="http://schemas.microsoft.com/office/drawing/2014/main" id="{F3852D4E-0736-4831-933D-27D356DB5A02}"/>
              </a:ext>
            </a:extLst>
          </p:cNvPr>
          <p:cNvGrpSpPr/>
          <p:nvPr/>
        </p:nvGrpSpPr>
        <p:grpSpPr>
          <a:xfrm>
            <a:off x="6367782" y="5640141"/>
            <a:ext cx="235919" cy="233318"/>
            <a:chOff x="-13531925" y="2075775"/>
            <a:chExt cx="356025" cy="352100"/>
          </a:xfrm>
          <a:solidFill>
            <a:schemeClr val="tx1"/>
          </a:solidFill>
        </p:grpSpPr>
        <p:sp>
          <p:nvSpPr>
            <p:cNvPr id="1315" name="Google Shape;7886;p66">
              <a:extLst>
                <a:ext uri="{FF2B5EF4-FFF2-40B4-BE49-F238E27FC236}">
                  <a16:creationId xmlns:a16="http://schemas.microsoft.com/office/drawing/2014/main" id="{15270869-CB60-47ED-B1F0-C5B0B7A5D551}"/>
                </a:ext>
              </a:extLst>
            </p:cNvPr>
            <p:cNvSpPr/>
            <p:nvPr/>
          </p:nvSpPr>
          <p:spPr>
            <a:xfrm>
              <a:off x="-13531925" y="2075775"/>
              <a:ext cx="356025" cy="352100"/>
            </a:xfrm>
            <a:custGeom>
              <a:avLst/>
              <a:gdLst/>
              <a:ahLst/>
              <a:cxnLst/>
              <a:rect l="l" t="t" r="r" b="b"/>
              <a:pathLst>
                <a:path w="14241" h="14084" extrusionOk="0">
                  <a:moveTo>
                    <a:pt x="9610" y="725"/>
                  </a:moveTo>
                  <a:cubicBezTo>
                    <a:pt x="9862" y="725"/>
                    <a:pt x="10019" y="946"/>
                    <a:pt x="10019" y="1166"/>
                  </a:cubicBezTo>
                  <a:lnTo>
                    <a:pt x="10019" y="2017"/>
                  </a:lnTo>
                  <a:lnTo>
                    <a:pt x="10019" y="2111"/>
                  </a:lnTo>
                  <a:lnTo>
                    <a:pt x="9830" y="2395"/>
                  </a:lnTo>
                  <a:cubicBezTo>
                    <a:pt x="9736" y="2426"/>
                    <a:pt x="9704" y="2426"/>
                    <a:pt x="9610" y="2426"/>
                  </a:cubicBezTo>
                  <a:lnTo>
                    <a:pt x="4632" y="2426"/>
                  </a:lnTo>
                  <a:cubicBezTo>
                    <a:pt x="4538" y="2426"/>
                    <a:pt x="4474" y="2395"/>
                    <a:pt x="4411" y="2395"/>
                  </a:cubicBezTo>
                  <a:lnTo>
                    <a:pt x="4222" y="2111"/>
                  </a:lnTo>
                  <a:lnTo>
                    <a:pt x="4222" y="2017"/>
                  </a:lnTo>
                  <a:lnTo>
                    <a:pt x="4222" y="1166"/>
                  </a:lnTo>
                  <a:cubicBezTo>
                    <a:pt x="4222" y="946"/>
                    <a:pt x="4411" y="725"/>
                    <a:pt x="4632" y="725"/>
                  </a:cubicBezTo>
                  <a:close/>
                  <a:moveTo>
                    <a:pt x="9232" y="3308"/>
                  </a:moveTo>
                  <a:lnTo>
                    <a:pt x="8633" y="4128"/>
                  </a:lnTo>
                  <a:lnTo>
                    <a:pt x="5735" y="4128"/>
                  </a:lnTo>
                  <a:lnTo>
                    <a:pt x="5105" y="3308"/>
                  </a:lnTo>
                  <a:close/>
                  <a:moveTo>
                    <a:pt x="2175" y="4915"/>
                  </a:moveTo>
                  <a:cubicBezTo>
                    <a:pt x="2427" y="4915"/>
                    <a:pt x="2584" y="5104"/>
                    <a:pt x="2584" y="5325"/>
                  </a:cubicBezTo>
                  <a:lnTo>
                    <a:pt x="2584" y="5766"/>
                  </a:lnTo>
                  <a:lnTo>
                    <a:pt x="1734" y="5766"/>
                  </a:lnTo>
                  <a:lnTo>
                    <a:pt x="1734" y="5325"/>
                  </a:lnTo>
                  <a:cubicBezTo>
                    <a:pt x="1734" y="5104"/>
                    <a:pt x="1954" y="4915"/>
                    <a:pt x="2175" y="4915"/>
                  </a:cubicBezTo>
                  <a:close/>
                  <a:moveTo>
                    <a:pt x="12193" y="4915"/>
                  </a:moveTo>
                  <a:cubicBezTo>
                    <a:pt x="12414" y="4915"/>
                    <a:pt x="12603" y="5104"/>
                    <a:pt x="12603" y="5325"/>
                  </a:cubicBezTo>
                  <a:lnTo>
                    <a:pt x="12603" y="5766"/>
                  </a:lnTo>
                  <a:lnTo>
                    <a:pt x="11784" y="5766"/>
                  </a:lnTo>
                  <a:lnTo>
                    <a:pt x="11784" y="5325"/>
                  </a:lnTo>
                  <a:lnTo>
                    <a:pt x="11752" y="5325"/>
                  </a:lnTo>
                  <a:cubicBezTo>
                    <a:pt x="11752" y="5104"/>
                    <a:pt x="11941" y="4915"/>
                    <a:pt x="12193" y="4915"/>
                  </a:cubicBezTo>
                  <a:close/>
                  <a:moveTo>
                    <a:pt x="8570" y="4947"/>
                  </a:moveTo>
                  <a:lnTo>
                    <a:pt x="9263" y="6364"/>
                  </a:lnTo>
                  <a:cubicBezTo>
                    <a:pt x="9358" y="6522"/>
                    <a:pt x="9452" y="6616"/>
                    <a:pt x="9641" y="6616"/>
                  </a:cubicBezTo>
                  <a:lnTo>
                    <a:pt x="12981" y="6616"/>
                  </a:lnTo>
                  <a:cubicBezTo>
                    <a:pt x="13201" y="6616"/>
                    <a:pt x="13390" y="6806"/>
                    <a:pt x="13390" y="7026"/>
                  </a:cubicBezTo>
                  <a:lnTo>
                    <a:pt x="13390" y="7467"/>
                  </a:lnTo>
                  <a:lnTo>
                    <a:pt x="9200" y="7467"/>
                  </a:lnTo>
                  <a:cubicBezTo>
                    <a:pt x="8665" y="6963"/>
                    <a:pt x="7972" y="6648"/>
                    <a:pt x="7184" y="6648"/>
                  </a:cubicBezTo>
                  <a:cubicBezTo>
                    <a:pt x="6396" y="6648"/>
                    <a:pt x="5703" y="6963"/>
                    <a:pt x="5136" y="7467"/>
                  </a:cubicBezTo>
                  <a:lnTo>
                    <a:pt x="977" y="7467"/>
                  </a:lnTo>
                  <a:lnTo>
                    <a:pt x="977" y="7026"/>
                  </a:lnTo>
                  <a:cubicBezTo>
                    <a:pt x="914" y="6774"/>
                    <a:pt x="1103" y="6616"/>
                    <a:pt x="1356" y="6616"/>
                  </a:cubicBezTo>
                  <a:lnTo>
                    <a:pt x="4664" y="6616"/>
                  </a:lnTo>
                  <a:cubicBezTo>
                    <a:pt x="4821" y="6616"/>
                    <a:pt x="4979" y="6522"/>
                    <a:pt x="5010" y="6364"/>
                  </a:cubicBezTo>
                  <a:lnTo>
                    <a:pt x="5735" y="4947"/>
                  </a:lnTo>
                  <a:close/>
                  <a:moveTo>
                    <a:pt x="4506" y="8255"/>
                  </a:moveTo>
                  <a:cubicBezTo>
                    <a:pt x="4317" y="8664"/>
                    <a:pt x="4222" y="9042"/>
                    <a:pt x="4222" y="9515"/>
                  </a:cubicBezTo>
                  <a:cubicBezTo>
                    <a:pt x="4222" y="9956"/>
                    <a:pt x="4348" y="10366"/>
                    <a:pt x="4506" y="10744"/>
                  </a:cubicBezTo>
                  <a:lnTo>
                    <a:pt x="914" y="10744"/>
                  </a:lnTo>
                  <a:lnTo>
                    <a:pt x="914" y="8255"/>
                  </a:lnTo>
                  <a:close/>
                  <a:moveTo>
                    <a:pt x="13390" y="8286"/>
                  </a:moveTo>
                  <a:lnTo>
                    <a:pt x="13390" y="10744"/>
                  </a:lnTo>
                  <a:lnTo>
                    <a:pt x="9767" y="10744"/>
                  </a:lnTo>
                  <a:cubicBezTo>
                    <a:pt x="9988" y="10334"/>
                    <a:pt x="10051" y="9956"/>
                    <a:pt x="10051" y="9515"/>
                  </a:cubicBezTo>
                  <a:cubicBezTo>
                    <a:pt x="10051" y="9074"/>
                    <a:pt x="9925" y="8664"/>
                    <a:pt x="9767" y="8286"/>
                  </a:cubicBezTo>
                  <a:close/>
                  <a:moveTo>
                    <a:pt x="7152" y="7373"/>
                  </a:moveTo>
                  <a:cubicBezTo>
                    <a:pt x="8287" y="7373"/>
                    <a:pt x="9232" y="8318"/>
                    <a:pt x="9232" y="9483"/>
                  </a:cubicBezTo>
                  <a:cubicBezTo>
                    <a:pt x="9232" y="10618"/>
                    <a:pt x="8287" y="11563"/>
                    <a:pt x="7152" y="11563"/>
                  </a:cubicBezTo>
                  <a:cubicBezTo>
                    <a:pt x="5987" y="11563"/>
                    <a:pt x="5042" y="10618"/>
                    <a:pt x="5042" y="9483"/>
                  </a:cubicBezTo>
                  <a:cubicBezTo>
                    <a:pt x="5042" y="8318"/>
                    <a:pt x="5987" y="7373"/>
                    <a:pt x="7152" y="7373"/>
                  </a:cubicBezTo>
                  <a:close/>
                  <a:moveTo>
                    <a:pt x="13390" y="11563"/>
                  </a:moveTo>
                  <a:lnTo>
                    <a:pt x="13390" y="12791"/>
                  </a:lnTo>
                  <a:cubicBezTo>
                    <a:pt x="13390" y="13012"/>
                    <a:pt x="13201" y="13201"/>
                    <a:pt x="12981" y="13201"/>
                  </a:cubicBezTo>
                  <a:lnTo>
                    <a:pt x="1356" y="13201"/>
                  </a:lnTo>
                  <a:cubicBezTo>
                    <a:pt x="1103" y="13201"/>
                    <a:pt x="946" y="13012"/>
                    <a:pt x="946" y="12791"/>
                  </a:cubicBezTo>
                  <a:lnTo>
                    <a:pt x="946" y="11563"/>
                  </a:lnTo>
                  <a:lnTo>
                    <a:pt x="5136" y="11563"/>
                  </a:lnTo>
                  <a:cubicBezTo>
                    <a:pt x="5640" y="12067"/>
                    <a:pt x="6396" y="12382"/>
                    <a:pt x="7184" y="12382"/>
                  </a:cubicBezTo>
                  <a:cubicBezTo>
                    <a:pt x="7972" y="12382"/>
                    <a:pt x="8665" y="12067"/>
                    <a:pt x="9200" y="11563"/>
                  </a:cubicBezTo>
                  <a:close/>
                  <a:moveTo>
                    <a:pt x="4569" y="0"/>
                  </a:moveTo>
                  <a:cubicBezTo>
                    <a:pt x="3907" y="0"/>
                    <a:pt x="3309" y="536"/>
                    <a:pt x="3309" y="1261"/>
                  </a:cubicBezTo>
                  <a:lnTo>
                    <a:pt x="3309" y="2111"/>
                  </a:lnTo>
                  <a:cubicBezTo>
                    <a:pt x="3309" y="2458"/>
                    <a:pt x="3466" y="2836"/>
                    <a:pt x="3750" y="3056"/>
                  </a:cubicBezTo>
                  <a:lnTo>
                    <a:pt x="4884" y="4632"/>
                  </a:lnTo>
                  <a:lnTo>
                    <a:pt x="4317" y="5829"/>
                  </a:lnTo>
                  <a:lnTo>
                    <a:pt x="3309" y="5829"/>
                  </a:lnTo>
                  <a:lnTo>
                    <a:pt x="3309" y="5388"/>
                  </a:lnTo>
                  <a:cubicBezTo>
                    <a:pt x="3309" y="4726"/>
                    <a:pt x="2773" y="4159"/>
                    <a:pt x="2112" y="4159"/>
                  </a:cubicBezTo>
                  <a:cubicBezTo>
                    <a:pt x="1419" y="4159"/>
                    <a:pt x="851" y="4726"/>
                    <a:pt x="851" y="5388"/>
                  </a:cubicBezTo>
                  <a:lnTo>
                    <a:pt x="851" y="5860"/>
                  </a:lnTo>
                  <a:cubicBezTo>
                    <a:pt x="379" y="6018"/>
                    <a:pt x="1" y="6490"/>
                    <a:pt x="1" y="7026"/>
                  </a:cubicBezTo>
                  <a:lnTo>
                    <a:pt x="1" y="12823"/>
                  </a:lnTo>
                  <a:cubicBezTo>
                    <a:pt x="1" y="13485"/>
                    <a:pt x="568" y="14083"/>
                    <a:pt x="1229" y="14083"/>
                  </a:cubicBezTo>
                  <a:lnTo>
                    <a:pt x="12855" y="14083"/>
                  </a:lnTo>
                  <a:cubicBezTo>
                    <a:pt x="13516" y="14083"/>
                    <a:pt x="14115" y="13516"/>
                    <a:pt x="14115" y="12823"/>
                  </a:cubicBezTo>
                  <a:lnTo>
                    <a:pt x="14115" y="7026"/>
                  </a:lnTo>
                  <a:cubicBezTo>
                    <a:pt x="14241" y="6490"/>
                    <a:pt x="13863" y="6018"/>
                    <a:pt x="13390" y="5860"/>
                  </a:cubicBezTo>
                  <a:lnTo>
                    <a:pt x="13390" y="5388"/>
                  </a:lnTo>
                  <a:cubicBezTo>
                    <a:pt x="13390" y="4726"/>
                    <a:pt x="12855" y="4159"/>
                    <a:pt x="12130" y="4159"/>
                  </a:cubicBezTo>
                  <a:cubicBezTo>
                    <a:pt x="11469" y="4159"/>
                    <a:pt x="10870" y="4726"/>
                    <a:pt x="10870" y="5388"/>
                  </a:cubicBezTo>
                  <a:lnTo>
                    <a:pt x="10870" y="5829"/>
                  </a:lnTo>
                  <a:lnTo>
                    <a:pt x="9862" y="5829"/>
                  </a:lnTo>
                  <a:lnTo>
                    <a:pt x="9263" y="4632"/>
                  </a:lnTo>
                  <a:lnTo>
                    <a:pt x="10429" y="3056"/>
                  </a:lnTo>
                  <a:cubicBezTo>
                    <a:pt x="10681" y="2836"/>
                    <a:pt x="10838" y="2521"/>
                    <a:pt x="10838" y="2111"/>
                  </a:cubicBezTo>
                  <a:lnTo>
                    <a:pt x="10838" y="1261"/>
                  </a:lnTo>
                  <a:cubicBezTo>
                    <a:pt x="10838" y="568"/>
                    <a:pt x="10303" y="0"/>
                    <a:pt x="9578" y="0"/>
                  </a:cubicBezTo>
                  <a:close/>
                </a:path>
              </a:pathLst>
            </a:custGeom>
            <a:grpFill/>
            <a:ln>
              <a:noFill/>
            </a:ln>
          </p:spPr>
          <p:txBody>
            <a:bodyPr spcFirstLastPara="1" wrap="square" lIns="62728" tIns="62728" rIns="62728" bIns="62728" anchor="ctr" anchorCtr="0">
              <a:noAutofit/>
            </a:bodyPr>
            <a:lstStyle/>
            <a:p>
              <a:endParaRPr sz="764"/>
            </a:p>
          </p:txBody>
        </p:sp>
        <p:sp>
          <p:nvSpPr>
            <p:cNvPr id="1316" name="Google Shape;7887;p66">
              <a:extLst>
                <a:ext uri="{FF2B5EF4-FFF2-40B4-BE49-F238E27FC236}">
                  <a16:creationId xmlns:a16="http://schemas.microsoft.com/office/drawing/2014/main" id="{DA4E6015-9808-4989-8653-2D94493AE48A}"/>
                </a:ext>
              </a:extLst>
            </p:cNvPr>
            <p:cNvSpPr/>
            <p:nvPr/>
          </p:nvSpPr>
          <p:spPr>
            <a:xfrm>
              <a:off x="-13384625" y="2282125"/>
              <a:ext cx="63025" cy="60675"/>
            </a:xfrm>
            <a:custGeom>
              <a:avLst/>
              <a:gdLst/>
              <a:ahLst/>
              <a:cxnLst/>
              <a:rect l="l" t="t" r="r" b="b"/>
              <a:pathLst>
                <a:path w="2521" h="2427" extrusionOk="0">
                  <a:moveTo>
                    <a:pt x="1260" y="788"/>
                  </a:moveTo>
                  <a:cubicBezTo>
                    <a:pt x="1449" y="788"/>
                    <a:pt x="1670" y="977"/>
                    <a:pt x="1670" y="1229"/>
                  </a:cubicBezTo>
                  <a:cubicBezTo>
                    <a:pt x="1670" y="1450"/>
                    <a:pt x="1481" y="1639"/>
                    <a:pt x="1260" y="1639"/>
                  </a:cubicBezTo>
                  <a:cubicBezTo>
                    <a:pt x="1008" y="1639"/>
                    <a:pt x="851" y="1450"/>
                    <a:pt x="851" y="1229"/>
                  </a:cubicBezTo>
                  <a:cubicBezTo>
                    <a:pt x="851" y="977"/>
                    <a:pt x="1040" y="788"/>
                    <a:pt x="1260" y="788"/>
                  </a:cubicBezTo>
                  <a:close/>
                  <a:moveTo>
                    <a:pt x="1260" y="1"/>
                  </a:moveTo>
                  <a:cubicBezTo>
                    <a:pt x="536" y="1"/>
                    <a:pt x="0" y="568"/>
                    <a:pt x="0" y="1229"/>
                  </a:cubicBezTo>
                  <a:cubicBezTo>
                    <a:pt x="0" y="1891"/>
                    <a:pt x="536" y="2427"/>
                    <a:pt x="1260" y="2427"/>
                  </a:cubicBezTo>
                  <a:cubicBezTo>
                    <a:pt x="1954" y="2427"/>
                    <a:pt x="2521" y="1923"/>
                    <a:pt x="2521" y="1229"/>
                  </a:cubicBezTo>
                  <a:cubicBezTo>
                    <a:pt x="2521" y="568"/>
                    <a:pt x="1954" y="1"/>
                    <a:pt x="126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25" name="Google Shape;7888;p66">
            <a:extLst>
              <a:ext uri="{FF2B5EF4-FFF2-40B4-BE49-F238E27FC236}">
                <a16:creationId xmlns:a16="http://schemas.microsoft.com/office/drawing/2014/main" id="{C72014FD-A6F5-49F9-9C96-B98984B3BB78}"/>
              </a:ext>
            </a:extLst>
          </p:cNvPr>
          <p:cNvGrpSpPr/>
          <p:nvPr/>
        </p:nvGrpSpPr>
        <p:grpSpPr>
          <a:xfrm>
            <a:off x="6091735" y="5957566"/>
            <a:ext cx="233831" cy="233831"/>
            <a:chOff x="-13528775" y="2507400"/>
            <a:chExt cx="352875" cy="352875"/>
          </a:xfrm>
          <a:solidFill>
            <a:schemeClr val="tx1"/>
          </a:solidFill>
        </p:grpSpPr>
        <p:sp>
          <p:nvSpPr>
            <p:cNvPr id="1312" name="Google Shape;7889;p66">
              <a:extLst>
                <a:ext uri="{FF2B5EF4-FFF2-40B4-BE49-F238E27FC236}">
                  <a16:creationId xmlns:a16="http://schemas.microsoft.com/office/drawing/2014/main" id="{1F520692-DCD1-46CF-A2B7-F76ECF22B775}"/>
                </a:ext>
              </a:extLst>
            </p:cNvPr>
            <p:cNvSpPr/>
            <p:nvPr/>
          </p:nvSpPr>
          <p:spPr>
            <a:xfrm>
              <a:off x="-13528775" y="2507400"/>
              <a:ext cx="352875" cy="352875"/>
            </a:xfrm>
            <a:custGeom>
              <a:avLst/>
              <a:gdLst/>
              <a:ahLst/>
              <a:cxnLst/>
              <a:rect l="l" t="t" r="r" b="b"/>
              <a:pathLst>
                <a:path w="14115" h="14115" extrusionOk="0">
                  <a:moveTo>
                    <a:pt x="6018" y="851"/>
                  </a:moveTo>
                  <a:lnTo>
                    <a:pt x="7121" y="2489"/>
                  </a:lnTo>
                  <a:lnTo>
                    <a:pt x="5640" y="2489"/>
                  </a:lnTo>
                  <a:lnTo>
                    <a:pt x="4538" y="851"/>
                  </a:lnTo>
                  <a:close/>
                  <a:moveTo>
                    <a:pt x="8507" y="851"/>
                  </a:moveTo>
                  <a:lnTo>
                    <a:pt x="9610" y="2489"/>
                  </a:lnTo>
                  <a:lnTo>
                    <a:pt x="8129" y="2489"/>
                  </a:lnTo>
                  <a:lnTo>
                    <a:pt x="7026" y="851"/>
                  </a:lnTo>
                  <a:close/>
                  <a:moveTo>
                    <a:pt x="10996" y="851"/>
                  </a:moveTo>
                  <a:lnTo>
                    <a:pt x="12099" y="2489"/>
                  </a:lnTo>
                  <a:lnTo>
                    <a:pt x="10586" y="2489"/>
                  </a:lnTo>
                  <a:lnTo>
                    <a:pt x="9484" y="851"/>
                  </a:lnTo>
                  <a:close/>
                  <a:moveTo>
                    <a:pt x="12855" y="851"/>
                  </a:moveTo>
                  <a:cubicBezTo>
                    <a:pt x="13075" y="851"/>
                    <a:pt x="13264" y="1040"/>
                    <a:pt x="13264" y="1260"/>
                  </a:cubicBezTo>
                  <a:lnTo>
                    <a:pt x="13264" y="2489"/>
                  </a:lnTo>
                  <a:lnTo>
                    <a:pt x="13075" y="2489"/>
                  </a:lnTo>
                  <a:lnTo>
                    <a:pt x="11973" y="851"/>
                  </a:lnTo>
                  <a:close/>
                  <a:moveTo>
                    <a:pt x="7121" y="3308"/>
                  </a:moveTo>
                  <a:lnTo>
                    <a:pt x="6018" y="4978"/>
                  </a:lnTo>
                  <a:lnTo>
                    <a:pt x="4538" y="4978"/>
                  </a:lnTo>
                  <a:lnTo>
                    <a:pt x="5640" y="3308"/>
                  </a:lnTo>
                  <a:close/>
                  <a:moveTo>
                    <a:pt x="9610" y="3308"/>
                  </a:moveTo>
                  <a:lnTo>
                    <a:pt x="8507" y="4978"/>
                  </a:lnTo>
                  <a:lnTo>
                    <a:pt x="7026" y="4978"/>
                  </a:lnTo>
                  <a:lnTo>
                    <a:pt x="8129" y="3308"/>
                  </a:lnTo>
                  <a:close/>
                  <a:moveTo>
                    <a:pt x="12099" y="3308"/>
                  </a:moveTo>
                  <a:lnTo>
                    <a:pt x="10996" y="4978"/>
                  </a:lnTo>
                  <a:lnTo>
                    <a:pt x="9484" y="4978"/>
                  </a:lnTo>
                  <a:lnTo>
                    <a:pt x="10586" y="3308"/>
                  </a:lnTo>
                  <a:close/>
                  <a:moveTo>
                    <a:pt x="13264" y="3308"/>
                  </a:moveTo>
                  <a:lnTo>
                    <a:pt x="13264" y="4978"/>
                  </a:lnTo>
                  <a:lnTo>
                    <a:pt x="11973" y="4978"/>
                  </a:lnTo>
                  <a:lnTo>
                    <a:pt x="13075" y="3308"/>
                  </a:lnTo>
                  <a:close/>
                  <a:moveTo>
                    <a:pt x="3561" y="851"/>
                  </a:moveTo>
                  <a:lnTo>
                    <a:pt x="4916" y="2930"/>
                  </a:lnTo>
                  <a:lnTo>
                    <a:pt x="3561" y="5009"/>
                  </a:lnTo>
                  <a:lnTo>
                    <a:pt x="820" y="5009"/>
                  </a:lnTo>
                  <a:lnTo>
                    <a:pt x="820" y="1323"/>
                  </a:lnTo>
                  <a:cubicBezTo>
                    <a:pt x="788" y="1040"/>
                    <a:pt x="977" y="851"/>
                    <a:pt x="1230" y="851"/>
                  </a:cubicBezTo>
                  <a:close/>
                  <a:moveTo>
                    <a:pt x="13264" y="5797"/>
                  </a:moveTo>
                  <a:lnTo>
                    <a:pt x="13264" y="12886"/>
                  </a:lnTo>
                  <a:cubicBezTo>
                    <a:pt x="13264" y="13138"/>
                    <a:pt x="13075" y="13327"/>
                    <a:pt x="12855" y="13327"/>
                  </a:cubicBezTo>
                  <a:lnTo>
                    <a:pt x="1230" y="13327"/>
                  </a:lnTo>
                  <a:cubicBezTo>
                    <a:pt x="1009" y="13327"/>
                    <a:pt x="851" y="13138"/>
                    <a:pt x="851" y="12886"/>
                  </a:cubicBezTo>
                  <a:lnTo>
                    <a:pt x="851" y="5797"/>
                  </a:lnTo>
                  <a:close/>
                  <a:moveTo>
                    <a:pt x="1230" y="0"/>
                  </a:moveTo>
                  <a:cubicBezTo>
                    <a:pt x="568" y="0"/>
                    <a:pt x="1" y="567"/>
                    <a:pt x="1" y="1260"/>
                  </a:cubicBezTo>
                  <a:lnTo>
                    <a:pt x="1" y="12886"/>
                  </a:lnTo>
                  <a:cubicBezTo>
                    <a:pt x="1" y="13547"/>
                    <a:pt x="568" y="14114"/>
                    <a:pt x="1230" y="14114"/>
                  </a:cubicBezTo>
                  <a:lnTo>
                    <a:pt x="12855" y="14114"/>
                  </a:lnTo>
                  <a:cubicBezTo>
                    <a:pt x="13516" y="14114"/>
                    <a:pt x="14115" y="13547"/>
                    <a:pt x="14115" y="12886"/>
                  </a:cubicBezTo>
                  <a:lnTo>
                    <a:pt x="14115" y="1260"/>
                  </a:lnTo>
                  <a:cubicBezTo>
                    <a:pt x="14115" y="599"/>
                    <a:pt x="13548" y="0"/>
                    <a:pt x="12855" y="0"/>
                  </a:cubicBezTo>
                  <a:close/>
                </a:path>
              </a:pathLst>
            </a:custGeom>
            <a:grpFill/>
            <a:ln>
              <a:noFill/>
            </a:ln>
          </p:spPr>
          <p:txBody>
            <a:bodyPr spcFirstLastPara="1" wrap="square" lIns="62728" tIns="62728" rIns="62728" bIns="62728" anchor="ctr" anchorCtr="0">
              <a:noAutofit/>
            </a:bodyPr>
            <a:lstStyle/>
            <a:p>
              <a:endParaRPr sz="764"/>
            </a:p>
          </p:txBody>
        </p:sp>
        <p:sp>
          <p:nvSpPr>
            <p:cNvPr id="1313" name="Google Shape;7890;p66">
              <a:extLst>
                <a:ext uri="{FF2B5EF4-FFF2-40B4-BE49-F238E27FC236}">
                  <a16:creationId xmlns:a16="http://schemas.microsoft.com/office/drawing/2014/main" id="{CAFFEE39-CC06-4CEF-BA89-CC37D5A69320}"/>
                </a:ext>
              </a:extLst>
            </p:cNvPr>
            <p:cNvSpPr/>
            <p:nvPr/>
          </p:nvSpPr>
          <p:spPr>
            <a:xfrm>
              <a:off x="-13403525" y="2673750"/>
              <a:ext cx="123675" cy="145750"/>
            </a:xfrm>
            <a:custGeom>
              <a:avLst/>
              <a:gdLst/>
              <a:ahLst/>
              <a:cxnLst/>
              <a:rect l="l" t="t" r="r" b="b"/>
              <a:pathLst>
                <a:path w="4947" h="5830" extrusionOk="0">
                  <a:moveTo>
                    <a:pt x="819" y="1159"/>
                  </a:moveTo>
                  <a:lnTo>
                    <a:pt x="3749" y="2924"/>
                  </a:lnTo>
                  <a:lnTo>
                    <a:pt x="819" y="4688"/>
                  </a:lnTo>
                  <a:lnTo>
                    <a:pt x="819" y="1159"/>
                  </a:lnTo>
                  <a:close/>
                  <a:moveTo>
                    <a:pt x="415" y="0"/>
                  </a:moveTo>
                  <a:cubicBezTo>
                    <a:pt x="197" y="0"/>
                    <a:pt x="0" y="166"/>
                    <a:pt x="0" y="403"/>
                  </a:cubicBezTo>
                  <a:lnTo>
                    <a:pt x="0" y="5412"/>
                  </a:lnTo>
                  <a:cubicBezTo>
                    <a:pt x="0" y="5570"/>
                    <a:pt x="63" y="5696"/>
                    <a:pt x="189" y="5759"/>
                  </a:cubicBezTo>
                  <a:cubicBezTo>
                    <a:pt x="252" y="5806"/>
                    <a:pt x="323" y="5830"/>
                    <a:pt x="398" y="5830"/>
                  </a:cubicBezTo>
                  <a:cubicBezTo>
                    <a:pt x="473" y="5830"/>
                    <a:pt x="551" y="5806"/>
                    <a:pt x="630" y="5759"/>
                  </a:cubicBezTo>
                  <a:lnTo>
                    <a:pt x="4757" y="3239"/>
                  </a:lnTo>
                  <a:cubicBezTo>
                    <a:pt x="4883" y="3176"/>
                    <a:pt x="4946" y="3050"/>
                    <a:pt x="4946" y="2892"/>
                  </a:cubicBezTo>
                  <a:cubicBezTo>
                    <a:pt x="4946" y="2735"/>
                    <a:pt x="4883" y="2640"/>
                    <a:pt x="4757" y="2577"/>
                  </a:cubicBezTo>
                  <a:lnTo>
                    <a:pt x="630" y="57"/>
                  </a:lnTo>
                  <a:cubicBezTo>
                    <a:pt x="560" y="18"/>
                    <a:pt x="487" y="0"/>
                    <a:pt x="415" y="0"/>
                  </a:cubicBezTo>
                  <a:close/>
                </a:path>
              </a:pathLst>
            </a:custGeom>
            <a:grpFill/>
            <a:ln>
              <a:noFill/>
            </a:ln>
          </p:spPr>
          <p:txBody>
            <a:bodyPr spcFirstLastPara="1" wrap="square" lIns="62728" tIns="62728" rIns="62728" bIns="62728" anchor="ctr" anchorCtr="0">
              <a:noAutofit/>
            </a:bodyPr>
            <a:lstStyle/>
            <a:p>
              <a:endParaRPr sz="764"/>
            </a:p>
          </p:txBody>
        </p:sp>
        <p:sp>
          <p:nvSpPr>
            <p:cNvPr id="1314" name="Google Shape;7891;p66">
              <a:extLst>
                <a:ext uri="{FF2B5EF4-FFF2-40B4-BE49-F238E27FC236}">
                  <a16:creationId xmlns:a16="http://schemas.microsoft.com/office/drawing/2014/main" id="{1E6E4C86-30D3-46BE-B670-D8F2F0528F0A}"/>
                </a:ext>
              </a:extLst>
            </p:cNvPr>
            <p:cNvSpPr/>
            <p:nvPr/>
          </p:nvSpPr>
          <p:spPr>
            <a:xfrm>
              <a:off x="-13486225" y="2559375"/>
              <a:ext cx="40975" cy="41775"/>
            </a:xfrm>
            <a:custGeom>
              <a:avLst/>
              <a:gdLst/>
              <a:ahLst/>
              <a:cxnLst/>
              <a:rect l="l" t="t" r="r" b="b"/>
              <a:pathLst>
                <a:path w="1639" h="1671" extrusionOk="0">
                  <a:moveTo>
                    <a:pt x="819" y="0"/>
                  </a:moveTo>
                  <a:cubicBezTo>
                    <a:pt x="378" y="0"/>
                    <a:pt x="0" y="378"/>
                    <a:pt x="0" y="851"/>
                  </a:cubicBezTo>
                  <a:cubicBezTo>
                    <a:pt x="0" y="1292"/>
                    <a:pt x="378" y="1670"/>
                    <a:pt x="819" y="1670"/>
                  </a:cubicBezTo>
                  <a:cubicBezTo>
                    <a:pt x="1292" y="1670"/>
                    <a:pt x="1638" y="1292"/>
                    <a:pt x="1638" y="851"/>
                  </a:cubicBezTo>
                  <a:cubicBezTo>
                    <a:pt x="1638" y="378"/>
                    <a:pt x="1292" y="0"/>
                    <a:pt x="819" y="0"/>
                  </a:cubicBezTo>
                  <a:close/>
                </a:path>
              </a:pathLst>
            </a:custGeom>
            <a:grpFill/>
            <a:ln>
              <a:noFill/>
            </a:ln>
          </p:spPr>
          <p:txBody>
            <a:bodyPr spcFirstLastPara="1" wrap="square" lIns="62728" tIns="62728" rIns="62728" bIns="62728" anchor="ctr" anchorCtr="0">
              <a:noAutofit/>
            </a:bodyPr>
            <a:lstStyle/>
            <a:p>
              <a:endParaRPr sz="764"/>
            </a:p>
          </p:txBody>
        </p:sp>
      </p:grpSp>
      <p:sp>
        <p:nvSpPr>
          <p:cNvPr id="1226" name="Google Shape;7892;p66">
            <a:extLst>
              <a:ext uri="{FF2B5EF4-FFF2-40B4-BE49-F238E27FC236}">
                <a16:creationId xmlns:a16="http://schemas.microsoft.com/office/drawing/2014/main" id="{09335573-0CBD-4A80-A897-B37F3566770A}"/>
              </a:ext>
            </a:extLst>
          </p:cNvPr>
          <p:cNvSpPr/>
          <p:nvPr/>
        </p:nvSpPr>
        <p:spPr>
          <a:xfrm>
            <a:off x="7541874" y="5381214"/>
            <a:ext cx="234361" cy="191555"/>
          </a:xfrm>
          <a:custGeom>
            <a:avLst/>
            <a:gdLst/>
            <a:ahLst/>
            <a:cxnLst/>
            <a:rect l="l" t="t" r="r" b="b"/>
            <a:pathLst>
              <a:path w="14147" h="11563" extrusionOk="0">
                <a:moveTo>
                  <a:pt x="6680" y="819"/>
                </a:moveTo>
                <a:lnTo>
                  <a:pt x="6680" y="5009"/>
                </a:lnTo>
                <a:lnTo>
                  <a:pt x="6648" y="5009"/>
                </a:lnTo>
                <a:cubicBezTo>
                  <a:pt x="6302" y="5041"/>
                  <a:pt x="5924" y="5167"/>
                  <a:pt x="5609" y="5356"/>
                </a:cubicBezTo>
                <a:lnTo>
                  <a:pt x="3624" y="1859"/>
                </a:lnTo>
                <a:cubicBezTo>
                  <a:pt x="4506" y="1260"/>
                  <a:pt x="5546" y="882"/>
                  <a:pt x="6680" y="819"/>
                </a:cubicBezTo>
                <a:close/>
                <a:moveTo>
                  <a:pt x="7531" y="819"/>
                </a:moveTo>
                <a:cubicBezTo>
                  <a:pt x="8633" y="914"/>
                  <a:pt x="9673" y="1260"/>
                  <a:pt x="10587" y="1859"/>
                </a:cubicBezTo>
                <a:lnTo>
                  <a:pt x="8539" y="5356"/>
                </a:lnTo>
                <a:cubicBezTo>
                  <a:pt x="8224" y="5167"/>
                  <a:pt x="7877" y="5041"/>
                  <a:pt x="7531" y="5009"/>
                </a:cubicBezTo>
                <a:lnTo>
                  <a:pt x="7531" y="819"/>
                </a:lnTo>
                <a:close/>
                <a:moveTo>
                  <a:pt x="2931" y="2332"/>
                </a:moveTo>
                <a:lnTo>
                  <a:pt x="5010" y="5829"/>
                </a:lnTo>
                <a:cubicBezTo>
                  <a:pt x="4632" y="6175"/>
                  <a:pt x="4412" y="6648"/>
                  <a:pt x="4286" y="7152"/>
                </a:cubicBezTo>
                <a:lnTo>
                  <a:pt x="915" y="5892"/>
                </a:lnTo>
                <a:cubicBezTo>
                  <a:pt x="1135" y="4474"/>
                  <a:pt x="1891" y="3214"/>
                  <a:pt x="2931" y="2332"/>
                </a:cubicBezTo>
                <a:close/>
                <a:moveTo>
                  <a:pt x="11248" y="2300"/>
                </a:moveTo>
                <a:cubicBezTo>
                  <a:pt x="12319" y="3214"/>
                  <a:pt x="13075" y="4474"/>
                  <a:pt x="13296" y="5892"/>
                </a:cubicBezTo>
                <a:lnTo>
                  <a:pt x="9925" y="7152"/>
                </a:lnTo>
                <a:cubicBezTo>
                  <a:pt x="9799" y="6648"/>
                  <a:pt x="9547" y="6207"/>
                  <a:pt x="9200" y="5829"/>
                </a:cubicBezTo>
                <a:lnTo>
                  <a:pt x="11248" y="2300"/>
                </a:lnTo>
                <a:close/>
                <a:moveTo>
                  <a:pt x="7090" y="5797"/>
                </a:moveTo>
                <a:cubicBezTo>
                  <a:pt x="8098" y="5797"/>
                  <a:pt x="8948" y="6522"/>
                  <a:pt x="9137" y="7467"/>
                </a:cubicBezTo>
                <a:lnTo>
                  <a:pt x="7090" y="8223"/>
                </a:lnTo>
                <a:lnTo>
                  <a:pt x="5042" y="7467"/>
                </a:lnTo>
                <a:cubicBezTo>
                  <a:pt x="5199" y="6522"/>
                  <a:pt x="6050" y="5797"/>
                  <a:pt x="7090" y="5797"/>
                </a:cubicBezTo>
                <a:close/>
                <a:moveTo>
                  <a:pt x="7090" y="9294"/>
                </a:moveTo>
                <a:lnTo>
                  <a:pt x="8161" y="10428"/>
                </a:lnTo>
                <a:cubicBezTo>
                  <a:pt x="7830" y="10633"/>
                  <a:pt x="7452" y="10735"/>
                  <a:pt x="7078" y="10735"/>
                </a:cubicBezTo>
                <a:cubicBezTo>
                  <a:pt x="6704" y="10735"/>
                  <a:pt x="6333" y="10633"/>
                  <a:pt x="6018" y="10428"/>
                </a:cubicBezTo>
                <a:lnTo>
                  <a:pt x="7090" y="9294"/>
                </a:lnTo>
                <a:close/>
                <a:moveTo>
                  <a:pt x="7090" y="0"/>
                </a:moveTo>
                <a:cubicBezTo>
                  <a:pt x="3498" y="0"/>
                  <a:pt x="473" y="2678"/>
                  <a:pt x="32" y="6144"/>
                </a:cubicBezTo>
                <a:cubicBezTo>
                  <a:pt x="1" y="6333"/>
                  <a:pt x="95" y="6490"/>
                  <a:pt x="316" y="6585"/>
                </a:cubicBezTo>
                <a:lnTo>
                  <a:pt x="6365" y="8853"/>
                </a:lnTo>
                <a:lnTo>
                  <a:pt x="5168" y="10208"/>
                </a:lnTo>
                <a:cubicBezTo>
                  <a:pt x="5010" y="10365"/>
                  <a:pt x="5010" y="10617"/>
                  <a:pt x="5168" y="10775"/>
                </a:cubicBezTo>
                <a:cubicBezTo>
                  <a:pt x="5672" y="11310"/>
                  <a:pt x="6365" y="11562"/>
                  <a:pt x="7090" y="11562"/>
                </a:cubicBezTo>
                <a:cubicBezTo>
                  <a:pt x="7846" y="11562"/>
                  <a:pt x="8507" y="11310"/>
                  <a:pt x="9011" y="10775"/>
                </a:cubicBezTo>
                <a:cubicBezTo>
                  <a:pt x="9169" y="10617"/>
                  <a:pt x="9169" y="10397"/>
                  <a:pt x="9011" y="10208"/>
                </a:cubicBezTo>
                <a:lnTo>
                  <a:pt x="7783" y="8853"/>
                </a:lnTo>
                <a:lnTo>
                  <a:pt x="13863" y="6585"/>
                </a:lnTo>
                <a:cubicBezTo>
                  <a:pt x="14052" y="6490"/>
                  <a:pt x="14147" y="6333"/>
                  <a:pt x="14147" y="6144"/>
                </a:cubicBezTo>
                <a:cubicBezTo>
                  <a:pt x="13706" y="2678"/>
                  <a:pt x="10650" y="0"/>
                  <a:pt x="7090"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227" name="Google Shape;7893;p66">
            <a:extLst>
              <a:ext uri="{FF2B5EF4-FFF2-40B4-BE49-F238E27FC236}">
                <a16:creationId xmlns:a16="http://schemas.microsoft.com/office/drawing/2014/main" id="{2B59FA8A-B034-4F8A-A7E6-68E3BDE581EA}"/>
              </a:ext>
            </a:extLst>
          </p:cNvPr>
          <p:cNvSpPr/>
          <p:nvPr/>
        </p:nvSpPr>
        <p:spPr>
          <a:xfrm>
            <a:off x="7541617" y="5639944"/>
            <a:ext cx="234875" cy="233716"/>
          </a:xfrm>
          <a:custGeom>
            <a:avLst/>
            <a:gdLst/>
            <a:ahLst/>
            <a:cxnLst/>
            <a:rect l="l" t="t" r="r" b="b"/>
            <a:pathLst>
              <a:path w="14178" h="14108" extrusionOk="0">
                <a:moveTo>
                  <a:pt x="8727" y="5034"/>
                </a:moveTo>
                <a:cubicBezTo>
                  <a:pt x="8948" y="5065"/>
                  <a:pt x="9137" y="5254"/>
                  <a:pt x="9137" y="5443"/>
                </a:cubicBezTo>
                <a:cubicBezTo>
                  <a:pt x="9137" y="5695"/>
                  <a:pt x="8948" y="5885"/>
                  <a:pt x="8727" y="5885"/>
                </a:cubicBezTo>
                <a:cubicBezTo>
                  <a:pt x="8507" y="5885"/>
                  <a:pt x="8318" y="5695"/>
                  <a:pt x="8318" y="5443"/>
                </a:cubicBezTo>
                <a:cubicBezTo>
                  <a:pt x="8318" y="5223"/>
                  <a:pt x="8507" y="5034"/>
                  <a:pt x="8727" y="5034"/>
                </a:cubicBezTo>
                <a:close/>
                <a:moveTo>
                  <a:pt x="5388" y="5065"/>
                </a:moveTo>
                <a:cubicBezTo>
                  <a:pt x="5640" y="5065"/>
                  <a:pt x="5829" y="5254"/>
                  <a:pt x="5829" y="5506"/>
                </a:cubicBezTo>
                <a:cubicBezTo>
                  <a:pt x="5829" y="5727"/>
                  <a:pt x="5640" y="5916"/>
                  <a:pt x="5388" y="5916"/>
                </a:cubicBezTo>
                <a:cubicBezTo>
                  <a:pt x="5167" y="5916"/>
                  <a:pt x="5010" y="5727"/>
                  <a:pt x="5010" y="5506"/>
                </a:cubicBezTo>
                <a:cubicBezTo>
                  <a:pt x="4978" y="5254"/>
                  <a:pt x="5167" y="5065"/>
                  <a:pt x="5388" y="5065"/>
                </a:cubicBezTo>
                <a:close/>
                <a:moveTo>
                  <a:pt x="7089" y="3459"/>
                </a:moveTo>
                <a:cubicBezTo>
                  <a:pt x="8160" y="3459"/>
                  <a:pt x="9137" y="3522"/>
                  <a:pt x="10050" y="3711"/>
                </a:cubicBezTo>
                <a:lnTo>
                  <a:pt x="9357" y="4435"/>
                </a:lnTo>
                <a:cubicBezTo>
                  <a:pt x="9168" y="4341"/>
                  <a:pt x="8979" y="4278"/>
                  <a:pt x="8790" y="4278"/>
                </a:cubicBezTo>
                <a:cubicBezTo>
                  <a:pt x="8097" y="4278"/>
                  <a:pt x="7530" y="4813"/>
                  <a:pt x="7530" y="5506"/>
                </a:cubicBezTo>
                <a:cubicBezTo>
                  <a:pt x="7530" y="6168"/>
                  <a:pt x="8066" y="6704"/>
                  <a:pt x="8790" y="6704"/>
                </a:cubicBezTo>
                <a:cubicBezTo>
                  <a:pt x="9452" y="6704"/>
                  <a:pt x="9987" y="6168"/>
                  <a:pt x="9987" y="5506"/>
                </a:cubicBezTo>
                <a:cubicBezTo>
                  <a:pt x="9987" y="5317"/>
                  <a:pt x="9956" y="5160"/>
                  <a:pt x="9924" y="5034"/>
                </a:cubicBezTo>
                <a:lnTo>
                  <a:pt x="10996" y="3931"/>
                </a:lnTo>
                <a:cubicBezTo>
                  <a:pt x="11216" y="3994"/>
                  <a:pt x="11405" y="4026"/>
                  <a:pt x="11626" y="4120"/>
                </a:cubicBezTo>
                <a:cubicBezTo>
                  <a:pt x="12665" y="4498"/>
                  <a:pt x="13295" y="5034"/>
                  <a:pt x="13295" y="5506"/>
                </a:cubicBezTo>
                <a:cubicBezTo>
                  <a:pt x="13295" y="6452"/>
                  <a:pt x="10775" y="7586"/>
                  <a:pt x="7089" y="7586"/>
                </a:cubicBezTo>
                <a:cubicBezTo>
                  <a:pt x="3497" y="7586"/>
                  <a:pt x="851" y="6483"/>
                  <a:pt x="851" y="5506"/>
                </a:cubicBezTo>
                <a:cubicBezTo>
                  <a:pt x="820" y="5034"/>
                  <a:pt x="1450" y="4498"/>
                  <a:pt x="2521" y="4120"/>
                </a:cubicBezTo>
                <a:cubicBezTo>
                  <a:pt x="2710" y="4026"/>
                  <a:pt x="2962" y="3963"/>
                  <a:pt x="3182" y="3931"/>
                </a:cubicBezTo>
                <a:lnTo>
                  <a:pt x="4285" y="5034"/>
                </a:lnTo>
                <a:cubicBezTo>
                  <a:pt x="4254" y="5191"/>
                  <a:pt x="4222" y="5349"/>
                  <a:pt x="4222" y="5506"/>
                </a:cubicBezTo>
                <a:cubicBezTo>
                  <a:pt x="4222" y="6168"/>
                  <a:pt x="4758" y="6704"/>
                  <a:pt x="5419" y="6704"/>
                </a:cubicBezTo>
                <a:cubicBezTo>
                  <a:pt x="6112" y="6704"/>
                  <a:pt x="6679" y="6168"/>
                  <a:pt x="6679" y="5506"/>
                </a:cubicBezTo>
                <a:cubicBezTo>
                  <a:pt x="6679" y="4813"/>
                  <a:pt x="6144" y="4278"/>
                  <a:pt x="5419" y="4278"/>
                </a:cubicBezTo>
                <a:cubicBezTo>
                  <a:pt x="5199" y="4278"/>
                  <a:pt x="5010" y="4309"/>
                  <a:pt x="4852" y="4435"/>
                </a:cubicBezTo>
                <a:lnTo>
                  <a:pt x="4128" y="3711"/>
                </a:lnTo>
                <a:cubicBezTo>
                  <a:pt x="5041" y="3553"/>
                  <a:pt x="6018" y="3459"/>
                  <a:pt x="7089" y="3459"/>
                </a:cubicBezTo>
                <a:close/>
                <a:moveTo>
                  <a:pt x="820" y="6861"/>
                </a:moveTo>
                <a:cubicBezTo>
                  <a:pt x="1135" y="7113"/>
                  <a:pt x="1576" y="7334"/>
                  <a:pt x="2048" y="7523"/>
                </a:cubicBezTo>
                <a:lnTo>
                  <a:pt x="820" y="9193"/>
                </a:lnTo>
                <a:lnTo>
                  <a:pt x="820" y="6861"/>
                </a:lnTo>
                <a:close/>
                <a:moveTo>
                  <a:pt x="13264" y="6861"/>
                </a:moveTo>
                <a:lnTo>
                  <a:pt x="13264" y="9193"/>
                </a:lnTo>
                <a:lnTo>
                  <a:pt x="12067" y="7554"/>
                </a:lnTo>
                <a:cubicBezTo>
                  <a:pt x="12571" y="7334"/>
                  <a:pt x="12949" y="7113"/>
                  <a:pt x="13264" y="6861"/>
                </a:cubicBezTo>
                <a:close/>
                <a:moveTo>
                  <a:pt x="3655" y="8027"/>
                </a:moveTo>
                <a:lnTo>
                  <a:pt x="3655" y="8027"/>
                </a:lnTo>
                <a:cubicBezTo>
                  <a:pt x="4474" y="8216"/>
                  <a:pt x="5388" y="8279"/>
                  <a:pt x="6333" y="8342"/>
                </a:cubicBezTo>
                <a:lnTo>
                  <a:pt x="4695" y="11083"/>
                </a:lnTo>
                <a:lnTo>
                  <a:pt x="3655" y="8027"/>
                </a:lnTo>
                <a:close/>
                <a:moveTo>
                  <a:pt x="10492" y="8058"/>
                </a:moveTo>
                <a:lnTo>
                  <a:pt x="9452" y="11114"/>
                </a:lnTo>
                <a:lnTo>
                  <a:pt x="7751" y="8373"/>
                </a:lnTo>
                <a:cubicBezTo>
                  <a:pt x="8696" y="8342"/>
                  <a:pt x="9641" y="8216"/>
                  <a:pt x="10492" y="8058"/>
                </a:cubicBezTo>
                <a:close/>
                <a:moveTo>
                  <a:pt x="2741" y="7964"/>
                </a:moveTo>
                <a:lnTo>
                  <a:pt x="3844" y="11272"/>
                </a:lnTo>
                <a:cubicBezTo>
                  <a:pt x="2836" y="11020"/>
                  <a:pt x="1891" y="10610"/>
                  <a:pt x="1135" y="10138"/>
                </a:cubicBezTo>
                <a:lnTo>
                  <a:pt x="2741" y="7964"/>
                </a:lnTo>
                <a:close/>
                <a:moveTo>
                  <a:pt x="11342" y="8027"/>
                </a:moveTo>
                <a:lnTo>
                  <a:pt x="12917" y="10138"/>
                </a:lnTo>
                <a:cubicBezTo>
                  <a:pt x="12161" y="10610"/>
                  <a:pt x="11248" y="11020"/>
                  <a:pt x="10240" y="11272"/>
                </a:cubicBezTo>
                <a:lnTo>
                  <a:pt x="11342" y="8027"/>
                </a:lnTo>
                <a:close/>
                <a:moveTo>
                  <a:pt x="7058" y="8751"/>
                </a:moveTo>
                <a:lnTo>
                  <a:pt x="8727" y="11555"/>
                </a:lnTo>
                <a:cubicBezTo>
                  <a:pt x="8192" y="11618"/>
                  <a:pt x="7593" y="11681"/>
                  <a:pt x="7058" y="11681"/>
                </a:cubicBezTo>
                <a:cubicBezTo>
                  <a:pt x="6459" y="11681"/>
                  <a:pt x="5892" y="11650"/>
                  <a:pt x="5356" y="11555"/>
                </a:cubicBezTo>
                <a:lnTo>
                  <a:pt x="7058" y="8751"/>
                </a:lnTo>
                <a:close/>
                <a:moveTo>
                  <a:pt x="13264" y="10894"/>
                </a:moveTo>
                <a:lnTo>
                  <a:pt x="13264" y="11240"/>
                </a:lnTo>
                <a:cubicBezTo>
                  <a:pt x="13264" y="12185"/>
                  <a:pt x="10744" y="13320"/>
                  <a:pt x="7058" y="13320"/>
                </a:cubicBezTo>
                <a:cubicBezTo>
                  <a:pt x="3340" y="13320"/>
                  <a:pt x="820" y="12185"/>
                  <a:pt x="820" y="11240"/>
                </a:cubicBezTo>
                <a:lnTo>
                  <a:pt x="820" y="10894"/>
                </a:lnTo>
                <a:cubicBezTo>
                  <a:pt x="2615" y="11996"/>
                  <a:pt x="4915" y="12501"/>
                  <a:pt x="7058" y="12501"/>
                </a:cubicBezTo>
                <a:cubicBezTo>
                  <a:pt x="9168" y="12501"/>
                  <a:pt x="11500" y="12028"/>
                  <a:pt x="13264" y="10894"/>
                </a:cubicBezTo>
                <a:close/>
                <a:moveTo>
                  <a:pt x="457" y="1"/>
                </a:moveTo>
                <a:cubicBezTo>
                  <a:pt x="347" y="1"/>
                  <a:pt x="237" y="40"/>
                  <a:pt x="158" y="119"/>
                </a:cubicBezTo>
                <a:cubicBezTo>
                  <a:pt x="0" y="277"/>
                  <a:pt x="0" y="560"/>
                  <a:pt x="158" y="718"/>
                </a:cubicBezTo>
                <a:lnTo>
                  <a:pt x="2552" y="3207"/>
                </a:lnTo>
                <a:cubicBezTo>
                  <a:pt x="2426" y="3238"/>
                  <a:pt x="2363" y="3270"/>
                  <a:pt x="2237" y="3333"/>
                </a:cubicBezTo>
                <a:cubicBezTo>
                  <a:pt x="820" y="3868"/>
                  <a:pt x="32" y="4624"/>
                  <a:pt x="32" y="5443"/>
                </a:cubicBezTo>
                <a:lnTo>
                  <a:pt x="32" y="11240"/>
                </a:lnTo>
                <a:cubicBezTo>
                  <a:pt x="32" y="12091"/>
                  <a:pt x="820" y="12847"/>
                  <a:pt x="2237" y="13383"/>
                </a:cubicBezTo>
                <a:cubicBezTo>
                  <a:pt x="3529" y="13824"/>
                  <a:pt x="5262" y="14107"/>
                  <a:pt x="7089" y="14107"/>
                </a:cubicBezTo>
                <a:cubicBezTo>
                  <a:pt x="10744" y="14107"/>
                  <a:pt x="14146" y="13005"/>
                  <a:pt x="14146" y="11240"/>
                </a:cubicBezTo>
                <a:lnTo>
                  <a:pt x="14146" y="5443"/>
                </a:lnTo>
                <a:cubicBezTo>
                  <a:pt x="14083" y="4624"/>
                  <a:pt x="13295" y="3868"/>
                  <a:pt x="11878" y="3333"/>
                </a:cubicBezTo>
                <a:cubicBezTo>
                  <a:pt x="11815" y="3301"/>
                  <a:pt x="11689" y="3238"/>
                  <a:pt x="11626" y="3207"/>
                </a:cubicBezTo>
                <a:lnTo>
                  <a:pt x="14020" y="718"/>
                </a:lnTo>
                <a:cubicBezTo>
                  <a:pt x="14178" y="560"/>
                  <a:pt x="14178" y="277"/>
                  <a:pt x="14020" y="119"/>
                </a:cubicBezTo>
                <a:cubicBezTo>
                  <a:pt x="13941" y="40"/>
                  <a:pt x="13831" y="1"/>
                  <a:pt x="13721" y="1"/>
                </a:cubicBezTo>
                <a:cubicBezTo>
                  <a:pt x="13611" y="1"/>
                  <a:pt x="13500" y="40"/>
                  <a:pt x="13422" y="119"/>
                </a:cubicBezTo>
                <a:lnTo>
                  <a:pt x="10712" y="2923"/>
                </a:lnTo>
                <a:cubicBezTo>
                  <a:pt x="9609" y="2640"/>
                  <a:pt x="8381" y="2545"/>
                  <a:pt x="7089" y="2545"/>
                </a:cubicBezTo>
                <a:cubicBezTo>
                  <a:pt x="5797" y="2545"/>
                  <a:pt x="4537" y="2640"/>
                  <a:pt x="3466" y="2923"/>
                </a:cubicBezTo>
                <a:lnTo>
                  <a:pt x="757" y="119"/>
                </a:lnTo>
                <a:cubicBezTo>
                  <a:pt x="678" y="40"/>
                  <a:pt x="567" y="1"/>
                  <a:pt x="457"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228" name="Google Shape;7894;p66">
            <a:extLst>
              <a:ext uri="{FF2B5EF4-FFF2-40B4-BE49-F238E27FC236}">
                <a16:creationId xmlns:a16="http://schemas.microsoft.com/office/drawing/2014/main" id="{AD11D765-8C2D-4D22-8596-3B545B906F58}"/>
              </a:ext>
            </a:extLst>
          </p:cNvPr>
          <p:cNvGrpSpPr/>
          <p:nvPr/>
        </p:nvGrpSpPr>
        <p:grpSpPr>
          <a:xfrm>
            <a:off x="9620799" y="5332621"/>
            <a:ext cx="211384" cy="234361"/>
            <a:chOff x="-11747150" y="2530225"/>
            <a:chExt cx="319000" cy="353675"/>
          </a:xfrm>
          <a:solidFill>
            <a:schemeClr val="tx1"/>
          </a:solidFill>
        </p:grpSpPr>
        <p:sp>
          <p:nvSpPr>
            <p:cNvPr id="1310" name="Google Shape;7895;p66">
              <a:extLst>
                <a:ext uri="{FF2B5EF4-FFF2-40B4-BE49-F238E27FC236}">
                  <a16:creationId xmlns:a16="http://schemas.microsoft.com/office/drawing/2014/main" id="{4341A2C4-CD9A-41FD-857F-6F0A767507DD}"/>
                </a:ext>
              </a:extLst>
            </p:cNvPr>
            <p:cNvSpPr/>
            <p:nvPr/>
          </p:nvSpPr>
          <p:spPr>
            <a:xfrm>
              <a:off x="-11747150" y="2530225"/>
              <a:ext cx="319000" cy="353675"/>
            </a:xfrm>
            <a:custGeom>
              <a:avLst/>
              <a:gdLst/>
              <a:ahLst/>
              <a:cxnLst/>
              <a:rect l="l" t="t" r="r" b="b"/>
              <a:pathLst>
                <a:path w="12760" h="14147" extrusionOk="0">
                  <a:moveTo>
                    <a:pt x="7183" y="883"/>
                  </a:moveTo>
                  <a:cubicBezTo>
                    <a:pt x="7845" y="883"/>
                    <a:pt x="8443" y="1450"/>
                    <a:pt x="8412" y="2206"/>
                  </a:cubicBezTo>
                  <a:cubicBezTo>
                    <a:pt x="8412" y="2444"/>
                    <a:pt x="8612" y="2638"/>
                    <a:pt x="8825" y="2638"/>
                  </a:cubicBezTo>
                  <a:cubicBezTo>
                    <a:pt x="8866" y="2638"/>
                    <a:pt x="8907" y="2631"/>
                    <a:pt x="8947" y="2616"/>
                  </a:cubicBezTo>
                  <a:cubicBezTo>
                    <a:pt x="9048" y="2581"/>
                    <a:pt x="9148" y="2564"/>
                    <a:pt x="9243" y="2564"/>
                  </a:cubicBezTo>
                  <a:cubicBezTo>
                    <a:pt x="9829" y="2564"/>
                    <a:pt x="10258" y="3180"/>
                    <a:pt x="9987" y="3750"/>
                  </a:cubicBezTo>
                  <a:cubicBezTo>
                    <a:pt x="9893" y="3907"/>
                    <a:pt x="9956" y="4096"/>
                    <a:pt x="10050" y="4222"/>
                  </a:cubicBezTo>
                  <a:cubicBezTo>
                    <a:pt x="10126" y="4299"/>
                    <a:pt x="10226" y="4340"/>
                    <a:pt x="10327" y="4340"/>
                  </a:cubicBezTo>
                  <a:cubicBezTo>
                    <a:pt x="10394" y="4340"/>
                    <a:pt x="10461" y="4323"/>
                    <a:pt x="10523" y="4285"/>
                  </a:cubicBezTo>
                  <a:cubicBezTo>
                    <a:pt x="10637" y="4237"/>
                    <a:pt x="10751" y="4216"/>
                    <a:pt x="10861" y="4216"/>
                  </a:cubicBezTo>
                  <a:cubicBezTo>
                    <a:pt x="11328" y="4216"/>
                    <a:pt x="11720" y="4608"/>
                    <a:pt x="11720" y="5042"/>
                  </a:cubicBezTo>
                  <a:lnTo>
                    <a:pt x="977" y="5042"/>
                  </a:lnTo>
                  <a:cubicBezTo>
                    <a:pt x="928" y="4575"/>
                    <a:pt x="1300" y="4185"/>
                    <a:pt x="1750" y="4185"/>
                  </a:cubicBezTo>
                  <a:cubicBezTo>
                    <a:pt x="1877" y="4185"/>
                    <a:pt x="2010" y="4216"/>
                    <a:pt x="2142" y="4285"/>
                  </a:cubicBezTo>
                  <a:cubicBezTo>
                    <a:pt x="2204" y="4323"/>
                    <a:pt x="2272" y="4340"/>
                    <a:pt x="2338" y="4340"/>
                  </a:cubicBezTo>
                  <a:cubicBezTo>
                    <a:pt x="2439" y="4340"/>
                    <a:pt x="2539" y="4299"/>
                    <a:pt x="2615" y="4222"/>
                  </a:cubicBezTo>
                  <a:cubicBezTo>
                    <a:pt x="2741" y="4096"/>
                    <a:pt x="2772" y="3907"/>
                    <a:pt x="2709" y="3750"/>
                  </a:cubicBezTo>
                  <a:cubicBezTo>
                    <a:pt x="2438" y="3180"/>
                    <a:pt x="2867" y="2564"/>
                    <a:pt x="3434" y="2564"/>
                  </a:cubicBezTo>
                  <a:cubicBezTo>
                    <a:pt x="3526" y="2564"/>
                    <a:pt x="3621" y="2581"/>
                    <a:pt x="3718" y="2616"/>
                  </a:cubicBezTo>
                  <a:cubicBezTo>
                    <a:pt x="3764" y="2627"/>
                    <a:pt x="3814" y="2634"/>
                    <a:pt x="3866" y="2634"/>
                  </a:cubicBezTo>
                  <a:cubicBezTo>
                    <a:pt x="3955" y="2634"/>
                    <a:pt x="4047" y="2613"/>
                    <a:pt x="4127" y="2553"/>
                  </a:cubicBezTo>
                  <a:cubicBezTo>
                    <a:pt x="4222" y="2490"/>
                    <a:pt x="4285" y="2364"/>
                    <a:pt x="4285" y="2206"/>
                  </a:cubicBezTo>
                  <a:cubicBezTo>
                    <a:pt x="4253" y="1450"/>
                    <a:pt x="4820" y="883"/>
                    <a:pt x="5482" y="883"/>
                  </a:cubicBezTo>
                  <a:cubicBezTo>
                    <a:pt x="5702" y="883"/>
                    <a:pt x="5923" y="914"/>
                    <a:pt x="6112" y="1040"/>
                  </a:cubicBezTo>
                  <a:cubicBezTo>
                    <a:pt x="6175" y="1072"/>
                    <a:pt x="6246" y="1088"/>
                    <a:pt x="6321" y="1088"/>
                  </a:cubicBezTo>
                  <a:cubicBezTo>
                    <a:pt x="6396" y="1088"/>
                    <a:pt x="6474" y="1072"/>
                    <a:pt x="6553" y="1040"/>
                  </a:cubicBezTo>
                  <a:cubicBezTo>
                    <a:pt x="6742" y="914"/>
                    <a:pt x="6963" y="883"/>
                    <a:pt x="7183" y="883"/>
                  </a:cubicBezTo>
                  <a:close/>
                  <a:moveTo>
                    <a:pt x="5891" y="5861"/>
                  </a:moveTo>
                  <a:lnTo>
                    <a:pt x="5891" y="7530"/>
                  </a:lnTo>
                  <a:cubicBezTo>
                    <a:pt x="5230" y="7562"/>
                    <a:pt x="4600" y="7688"/>
                    <a:pt x="4064" y="7908"/>
                  </a:cubicBezTo>
                  <a:lnTo>
                    <a:pt x="3875" y="5861"/>
                  </a:lnTo>
                  <a:close/>
                  <a:moveTo>
                    <a:pt x="8758" y="5861"/>
                  </a:moveTo>
                  <a:lnTo>
                    <a:pt x="8569" y="7908"/>
                  </a:lnTo>
                  <a:cubicBezTo>
                    <a:pt x="8065" y="7719"/>
                    <a:pt x="7435" y="7562"/>
                    <a:pt x="6774" y="7530"/>
                  </a:cubicBezTo>
                  <a:lnTo>
                    <a:pt x="6774" y="5861"/>
                  </a:lnTo>
                  <a:close/>
                  <a:moveTo>
                    <a:pt x="6333" y="8350"/>
                  </a:moveTo>
                  <a:cubicBezTo>
                    <a:pt x="7971" y="8350"/>
                    <a:pt x="9199" y="9011"/>
                    <a:pt x="9199" y="9610"/>
                  </a:cubicBezTo>
                  <a:cubicBezTo>
                    <a:pt x="9199" y="10177"/>
                    <a:pt x="7971" y="10838"/>
                    <a:pt x="6333" y="10838"/>
                  </a:cubicBezTo>
                  <a:cubicBezTo>
                    <a:pt x="4663" y="10838"/>
                    <a:pt x="3466" y="10177"/>
                    <a:pt x="3466" y="9610"/>
                  </a:cubicBezTo>
                  <a:cubicBezTo>
                    <a:pt x="3466" y="9011"/>
                    <a:pt x="4663" y="8350"/>
                    <a:pt x="6333" y="8350"/>
                  </a:cubicBezTo>
                  <a:close/>
                  <a:moveTo>
                    <a:pt x="3056" y="5861"/>
                  </a:moveTo>
                  <a:lnTo>
                    <a:pt x="3277" y="8350"/>
                  </a:lnTo>
                  <a:cubicBezTo>
                    <a:pt x="2804" y="8696"/>
                    <a:pt x="2583" y="9137"/>
                    <a:pt x="2583" y="9578"/>
                  </a:cubicBezTo>
                  <a:cubicBezTo>
                    <a:pt x="2583" y="10114"/>
                    <a:pt x="2930" y="10586"/>
                    <a:pt x="3560" y="10996"/>
                  </a:cubicBezTo>
                  <a:lnTo>
                    <a:pt x="3812" y="13327"/>
                  </a:lnTo>
                  <a:lnTo>
                    <a:pt x="2867" y="13327"/>
                  </a:lnTo>
                  <a:cubicBezTo>
                    <a:pt x="2678" y="13327"/>
                    <a:pt x="2489" y="13170"/>
                    <a:pt x="2457" y="13012"/>
                  </a:cubicBezTo>
                  <a:lnTo>
                    <a:pt x="1040" y="5861"/>
                  </a:lnTo>
                  <a:close/>
                  <a:moveTo>
                    <a:pt x="4442" y="11374"/>
                  </a:moveTo>
                  <a:lnTo>
                    <a:pt x="4442" y="11374"/>
                  </a:lnTo>
                  <a:cubicBezTo>
                    <a:pt x="4852" y="11532"/>
                    <a:pt x="5387" y="11626"/>
                    <a:pt x="5891" y="11658"/>
                  </a:cubicBezTo>
                  <a:lnTo>
                    <a:pt x="5891" y="13296"/>
                  </a:lnTo>
                  <a:lnTo>
                    <a:pt x="4631" y="13296"/>
                  </a:lnTo>
                  <a:lnTo>
                    <a:pt x="4631" y="13327"/>
                  </a:lnTo>
                  <a:lnTo>
                    <a:pt x="4442" y="11374"/>
                  </a:lnTo>
                  <a:close/>
                  <a:moveTo>
                    <a:pt x="8191" y="11374"/>
                  </a:moveTo>
                  <a:lnTo>
                    <a:pt x="7971" y="13327"/>
                  </a:lnTo>
                  <a:lnTo>
                    <a:pt x="6711" y="13327"/>
                  </a:lnTo>
                  <a:lnTo>
                    <a:pt x="6711" y="11658"/>
                  </a:lnTo>
                  <a:cubicBezTo>
                    <a:pt x="7215" y="11626"/>
                    <a:pt x="7750" y="11532"/>
                    <a:pt x="8191" y="11374"/>
                  </a:cubicBezTo>
                  <a:close/>
                  <a:moveTo>
                    <a:pt x="11594" y="5861"/>
                  </a:moveTo>
                  <a:lnTo>
                    <a:pt x="10176" y="13012"/>
                  </a:lnTo>
                  <a:cubicBezTo>
                    <a:pt x="10145" y="13201"/>
                    <a:pt x="9987" y="13327"/>
                    <a:pt x="9798" y="13327"/>
                  </a:cubicBezTo>
                  <a:lnTo>
                    <a:pt x="8853" y="13327"/>
                  </a:lnTo>
                  <a:lnTo>
                    <a:pt x="9073" y="10996"/>
                  </a:lnTo>
                  <a:cubicBezTo>
                    <a:pt x="9704" y="10586"/>
                    <a:pt x="10050" y="10114"/>
                    <a:pt x="10050" y="9578"/>
                  </a:cubicBezTo>
                  <a:cubicBezTo>
                    <a:pt x="10050" y="9106"/>
                    <a:pt x="9830" y="8665"/>
                    <a:pt x="9357" y="8350"/>
                  </a:cubicBezTo>
                  <a:lnTo>
                    <a:pt x="9578" y="5861"/>
                  </a:lnTo>
                  <a:close/>
                  <a:moveTo>
                    <a:pt x="5513" y="1"/>
                  </a:moveTo>
                  <a:cubicBezTo>
                    <a:pt x="4474" y="1"/>
                    <a:pt x="3655" y="757"/>
                    <a:pt x="3497" y="1702"/>
                  </a:cubicBezTo>
                  <a:lnTo>
                    <a:pt x="3466" y="1702"/>
                  </a:lnTo>
                  <a:cubicBezTo>
                    <a:pt x="2552" y="1702"/>
                    <a:pt x="1796" y="2458"/>
                    <a:pt x="1796" y="3340"/>
                  </a:cubicBezTo>
                  <a:cubicBezTo>
                    <a:pt x="882" y="3340"/>
                    <a:pt x="158" y="4128"/>
                    <a:pt x="158" y="5042"/>
                  </a:cubicBezTo>
                  <a:cubicBezTo>
                    <a:pt x="158" y="5672"/>
                    <a:pt x="0" y="4600"/>
                    <a:pt x="1670" y="13170"/>
                  </a:cubicBezTo>
                  <a:cubicBezTo>
                    <a:pt x="1796" y="13737"/>
                    <a:pt x="2300" y="14146"/>
                    <a:pt x="2898" y="14146"/>
                  </a:cubicBezTo>
                  <a:lnTo>
                    <a:pt x="9830" y="14146"/>
                  </a:lnTo>
                  <a:cubicBezTo>
                    <a:pt x="10428" y="14146"/>
                    <a:pt x="10932" y="13705"/>
                    <a:pt x="11058" y="13170"/>
                  </a:cubicBezTo>
                  <a:cubicBezTo>
                    <a:pt x="12760" y="4600"/>
                    <a:pt x="12602" y="5672"/>
                    <a:pt x="12602" y="5042"/>
                  </a:cubicBezTo>
                  <a:cubicBezTo>
                    <a:pt x="12507" y="4600"/>
                    <a:pt x="12350" y="4191"/>
                    <a:pt x="12035" y="3876"/>
                  </a:cubicBezTo>
                  <a:cubicBezTo>
                    <a:pt x="11720" y="3561"/>
                    <a:pt x="11279" y="3340"/>
                    <a:pt x="10838" y="3340"/>
                  </a:cubicBezTo>
                  <a:cubicBezTo>
                    <a:pt x="10838" y="2432"/>
                    <a:pt x="10110" y="1698"/>
                    <a:pt x="9271" y="1698"/>
                  </a:cubicBezTo>
                  <a:cubicBezTo>
                    <a:pt x="9237" y="1698"/>
                    <a:pt x="9202" y="1700"/>
                    <a:pt x="9168" y="1702"/>
                  </a:cubicBezTo>
                  <a:cubicBezTo>
                    <a:pt x="8979" y="757"/>
                    <a:pt x="8128" y="1"/>
                    <a:pt x="7152" y="1"/>
                  </a:cubicBezTo>
                  <a:cubicBezTo>
                    <a:pt x="6868" y="1"/>
                    <a:pt x="6616" y="64"/>
                    <a:pt x="6333" y="190"/>
                  </a:cubicBezTo>
                  <a:cubicBezTo>
                    <a:pt x="6049" y="64"/>
                    <a:pt x="5765" y="1"/>
                    <a:pt x="5513" y="1"/>
                  </a:cubicBezTo>
                  <a:close/>
                </a:path>
              </a:pathLst>
            </a:custGeom>
            <a:grpFill/>
            <a:ln>
              <a:noFill/>
            </a:ln>
          </p:spPr>
          <p:txBody>
            <a:bodyPr spcFirstLastPara="1" wrap="square" lIns="62728" tIns="62728" rIns="62728" bIns="62728" anchor="ctr" anchorCtr="0">
              <a:noAutofit/>
            </a:bodyPr>
            <a:lstStyle/>
            <a:p>
              <a:endParaRPr sz="764"/>
            </a:p>
          </p:txBody>
        </p:sp>
        <p:sp>
          <p:nvSpPr>
            <p:cNvPr id="1311" name="Google Shape;7896;p66">
              <a:extLst>
                <a:ext uri="{FF2B5EF4-FFF2-40B4-BE49-F238E27FC236}">
                  <a16:creationId xmlns:a16="http://schemas.microsoft.com/office/drawing/2014/main" id="{EE18C37A-2265-4007-9414-FA0FC3B4A1A7}"/>
                </a:ext>
              </a:extLst>
            </p:cNvPr>
            <p:cNvSpPr/>
            <p:nvPr/>
          </p:nvSpPr>
          <p:spPr>
            <a:xfrm>
              <a:off x="-11640825" y="2592450"/>
              <a:ext cx="104775" cy="42550"/>
            </a:xfrm>
            <a:custGeom>
              <a:avLst/>
              <a:gdLst/>
              <a:ahLst/>
              <a:cxnLst/>
              <a:rect l="l" t="t" r="r" b="b"/>
              <a:pathLst>
                <a:path w="4191" h="1702" extrusionOk="0">
                  <a:moveTo>
                    <a:pt x="1292" y="1"/>
                  </a:moveTo>
                  <a:cubicBezTo>
                    <a:pt x="599" y="1"/>
                    <a:pt x="32" y="536"/>
                    <a:pt x="32" y="1261"/>
                  </a:cubicBezTo>
                  <a:cubicBezTo>
                    <a:pt x="0" y="1544"/>
                    <a:pt x="189" y="1702"/>
                    <a:pt x="410" y="1702"/>
                  </a:cubicBezTo>
                  <a:cubicBezTo>
                    <a:pt x="662" y="1702"/>
                    <a:pt x="851" y="1481"/>
                    <a:pt x="851" y="1261"/>
                  </a:cubicBezTo>
                  <a:cubicBezTo>
                    <a:pt x="851" y="1009"/>
                    <a:pt x="1040" y="820"/>
                    <a:pt x="1292" y="820"/>
                  </a:cubicBezTo>
                  <a:cubicBezTo>
                    <a:pt x="1512" y="820"/>
                    <a:pt x="1670" y="1009"/>
                    <a:pt x="1670" y="1261"/>
                  </a:cubicBezTo>
                  <a:cubicBezTo>
                    <a:pt x="1670" y="1481"/>
                    <a:pt x="1859" y="1702"/>
                    <a:pt x="2111" y="1702"/>
                  </a:cubicBezTo>
                  <a:cubicBezTo>
                    <a:pt x="2332" y="1702"/>
                    <a:pt x="2489" y="1481"/>
                    <a:pt x="2489" y="1261"/>
                  </a:cubicBezTo>
                  <a:cubicBezTo>
                    <a:pt x="2489" y="1009"/>
                    <a:pt x="2710" y="820"/>
                    <a:pt x="2930" y="820"/>
                  </a:cubicBezTo>
                  <a:cubicBezTo>
                    <a:pt x="3182" y="820"/>
                    <a:pt x="3371" y="1009"/>
                    <a:pt x="3371" y="1261"/>
                  </a:cubicBezTo>
                  <a:cubicBezTo>
                    <a:pt x="3371" y="1481"/>
                    <a:pt x="3560" y="1702"/>
                    <a:pt x="3749" y="1702"/>
                  </a:cubicBezTo>
                  <a:cubicBezTo>
                    <a:pt x="3970" y="1702"/>
                    <a:pt x="4190" y="1481"/>
                    <a:pt x="4190" y="1261"/>
                  </a:cubicBezTo>
                  <a:cubicBezTo>
                    <a:pt x="4190" y="599"/>
                    <a:pt x="3655" y="1"/>
                    <a:pt x="2930" y="1"/>
                  </a:cubicBezTo>
                  <a:cubicBezTo>
                    <a:pt x="2615" y="1"/>
                    <a:pt x="2332" y="127"/>
                    <a:pt x="2111" y="316"/>
                  </a:cubicBezTo>
                  <a:cubicBezTo>
                    <a:pt x="1859" y="127"/>
                    <a:pt x="1607" y="1"/>
                    <a:pt x="1292"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29" name="Google Shape;7897;p66">
            <a:extLst>
              <a:ext uri="{FF2B5EF4-FFF2-40B4-BE49-F238E27FC236}">
                <a16:creationId xmlns:a16="http://schemas.microsoft.com/office/drawing/2014/main" id="{1C0824D8-C2A0-4B93-BF0B-DE746C040ED2}"/>
              </a:ext>
            </a:extLst>
          </p:cNvPr>
          <p:cNvGrpSpPr/>
          <p:nvPr/>
        </p:nvGrpSpPr>
        <p:grpSpPr>
          <a:xfrm>
            <a:off x="8717577" y="5360075"/>
            <a:ext cx="233831" cy="233831"/>
            <a:chOff x="-10027775" y="1622900"/>
            <a:chExt cx="352875" cy="352875"/>
          </a:xfrm>
          <a:solidFill>
            <a:schemeClr val="tx1"/>
          </a:solidFill>
        </p:grpSpPr>
        <p:sp>
          <p:nvSpPr>
            <p:cNvPr id="1304" name="Google Shape;7898;p66">
              <a:extLst>
                <a:ext uri="{FF2B5EF4-FFF2-40B4-BE49-F238E27FC236}">
                  <a16:creationId xmlns:a16="http://schemas.microsoft.com/office/drawing/2014/main" id="{2DD31F6E-FC74-4B44-AA07-B3CBDC16D660}"/>
                </a:ext>
              </a:extLst>
            </p:cNvPr>
            <p:cNvSpPr/>
            <p:nvPr/>
          </p:nvSpPr>
          <p:spPr>
            <a:xfrm>
              <a:off x="-10027775" y="1622900"/>
              <a:ext cx="352875" cy="352875"/>
            </a:xfrm>
            <a:custGeom>
              <a:avLst/>
              <a:gdLst/>
              <a:ahLst/>
              <a:cxnLst/>
              <a:rect l="l" t="t" r="r" b="b"/>
              <a:pathLst>
                <a:path w="14115" h="14115" extrusionOk="0">
                  <a:moveTo>
                    <a:pt x="12067" y="819"/>
                  </a:moveTo>
                  <a:cubicBezTo>
                    <a:pt x="12287" y="819"/>
                    <a:pt x="12476" y="1008"/>
                    <a:pt x="12476" y="1197"/>
                  </a:cubicBezTo>
                  <a:cubicBezTo>
                    <a:pt x="12476" y="1449"/>
                    <a:pt x="12287" y="1638"/>
                    <a:pt x="12067" y="1638"/>
                  </a:cubicBezTo>
                  <a:lnTo>
                    <a:pt x="2080" y="1638"/>
                  </a:lnTo>
                  <a:cubicBezTo>
                    <a:pt x="1859" y="1638"/>
                    <a:pt x="1702" y="1449"/>
                    <a:pt x="1702" y="1197"/>
                  </a:cubicBezTo>
                  <a:cubicBezTo>
                    <a:pt x="1702" y="977"/>
                    <a:pt x="1891" y="819"/>
                    <a:pt x="2080" y="819"/>
                  </a:cubicBezTo>
                  <a:close/>
                  <a:moveTo>
                    <a:pt x="11657" y="2458"/>
                  </a:moveTo>
                  <a:lnTo>
                    <a:pt x="11657" y="4285"/>
                  </a:lnTo>
                  <a:lnTo>
                    <a:pt x="10239" y="4978"/>
                  </a:lnTo>
                  <a:cubicBezTo>
                    <a:pt x="10082" y="5072"/>
                    <a:pt x="10019" y="5199"/>
                    <a:pt x="10019" y="5356"/>
                  </a:cubicBezTo>
                  <a:cubicBezTo>
                    <a:pt x="10019" y="5514"/>
                    <a:pt x="10082" y="5671"/>
                    <a:pt x="10239" y="5703"/>
                  </a:cubicBezTo>
                  <a:lnTo>
                    <a:pt x="11657" y="6396"/>
                  </a:lnTo>
                  <a:lnTo>
                    <a:pt x="11657" y="11562"/>
                  </a:lnTo>
                  <a:lnTo>
                    <a:pt x="2521" y="11562"/>
                  </a:lnTo>
                  <a:lnTo>
                    <a:pt x="2521" y="9704"/>
                  </a:lnTo>
                  <a:lnTo>
                    <a:pt x="3938" y="9011"/>
                  </a:lnTo>
                  <a:cubicBezTo>
                    <a:pt x="4096" y="8916"/>
                    <a:pt x="4191" y="8822"/>
                    <a:pt x="4191" y="8664"/>
                  </a:cubicBezTo>
                  <a:cubicBezTo>
                    <a:pt x="4191" y="8475"/>
                    <a:pt x="4096" y="8349"/>
                    <a:pt x="3938" y="8286"/>
                  </a:cubicBezTo>
                  <a:lnTo>
                    <a:pt x="2521" y="7593"/>
                  </a:lnTo>
                  <a:lnTo>
                    <a:pt x="2521" y="2458"/>
                  </a:lnTo>
                  <a:close/>
                  <a:moveTo>
                    <a:pt x="12098" y="12382"/>
                  </a:moveTo>
                  <a:cubicBezTo>
                    <a:pt x="12319" y="12382"/>
                    <a:pt x="12539" y="12602"/>
                    <a:pt x="12539" y="12823"/>
                  </a:cubicBezTo>
                  <a:cubicBezTo>
                    <a:pt x="12476" y="13075"/>
                    <a:pt x="12287" y="13264"/>
                    <a:pt x="12098" y="13264"/>
                  </a:cubicBezTo>
                  <a:lnTo>
                    <a:pt x="2143" y="13264"/>
                  </a:lnTo>
                  <a:cubicBezTo>
                    <a:pt x="1891" y="13264"/>
                    <a:pt x="1733" y="13075"/>
                    <a:pt x="1733" y="12823"/>
                  </a:cubicBezTo>
                  <a:cubicBezTo>
                    <a:pt x="1733" y="12602"/>
                    <a:pt x="1922" y="12382"/>
                    <a:pt x="2143" y="12382"/>
                  </a:cubicBezTo>
                  <a:close/>
                  <a:moveTo>
                    <a:pt x="2080" y="0"/>
                  </a:moveTo>
                  <a:cubicBezTo>
                    <a:pt x="1544" y="0"/>
                    <a:pt x="1103" y="347"/>
                    <a:pt x="914" y="819"/>
                  </a:cubicBezTo>
                  <a:lnTo>
                    <a:pt x="441" y="819"/>
                  </a:lnTo>
                  <a:cubicBezTo>
                    <a:pt x="189" y="819"/>
                    <a:pt x="0" y="1008"/>
                    <a:pt x="0" y="1197"/>
                  </a:cubicBezTo>
                  <a:cubicBezTo>
                    <a:pt x="0" y="1418"/>
                    <a:pt x="189" y="1638"/>
                    <a:pt x="441" y="1638"/>
                  </a:cubicBezTo>
                  <a:lnTo>
                    <a:pt x="914" y="1638"/>
                  </a:lnTo>
                  <a:cubicBezTo>
                    <a:pt x="1040" y="1985"/>
                    <a:pt x="1292" y="2269"/>
                    <a:pt x="1670" y="2395"/>
                  </a:cubicBezTo>
                  <a:lnTo>
                    <a:pt x="1670" y="7876"/>
                  </a:lnTo>
                  <a:cubicBezTo>
                    <a:pt x="1670" y="8034"/>
                    <a:pt x="1733" y="8191"/>
                    <a:pt x="1891" y="8223"/>
                  </a:cubicBezTo>
                  <a:lnTo>
                    <a:pt x="2804" y="8696"/>
                  </a:lnTo>
                  <a:lnTo>
                    <a:pt x="1891" y="9168"/>
                  </a:lnTo>
                  <a:cubicBezTo>
                    <a:pt x="1733" y="9231"/>
                    <a:pt x="1670" y="9357"/>
                    <a:pt x="1670" y="9515"/>
                  </a:cubicBezTo>
                  <a:lnTo>
                    <a:pt x="1670" y="11689"/>
                  </a:lnTo>
                  <a:cubicBezTo>
                    <a:pt x="1292" y="11815"/>
                    <a:pt x="1040" y="12067"/>
                    <a:pt x="914" y="12445"/>
                  </a:cubicBezTo>
                  <a:lnTo>
                    <a:pt x="441" y="12445"/>
                  </a:lnTo>
                  <a:cubicBezTo>
                    <a:pt x="189" y="12445"/>
                    <a:pt x="0" y="12634"/>
                    <a:pt x="0" y="12854"/>
                  </a:cubicBezTo>
                  <a:cubicBezTo>
                    <a:pt x="0" y="13106"/>
                    <a:pt x="189" y="13295"/>
                    <a:pt x="441" y="13295"/>
                  </a:cubicBezTo>
                  <a:lnTo>
                    <a:pt x="914" y="13295"/>
                  </a:lnTo>
                  <a:cubicBezTo>
                    <a:pt x="1072" y="13768"/>
                    <a:pt x="1544" y="14114"/>
                    <a:pt x="2080" y="14114"/>
                  </a:cubicBezTo>
                  <a:lnTo>
                    <a:pt x="12067" y="14114"/>
                  </a:lnTo>
                  <a:cubicBezTo>
                    <a:pt x="12602" y="14114"/>
                    <a:pt x="13043" y="13768"/>
                    <a:pt x="13232" y="13295"/>
                  </a:cubicBezTo>
                  <a:lnTo>
                    <a:pt x="13705" y="13295"/>
                  </a:lnTo>
                  <a:cubicBezTo>
                    <a:pt x="13957" y="13295"/>
                    <a:pt x="14115" y="13106"/>
                    <a:pt x="14115" y="12854"/>
                  </a:cubicBezTo>
                  <a:cubicBezTo>
                    <a:pt x="14115" y="12634"/>
                    <a:pt x="13894" y="12445"/>
                    <a:pt x="13705" y="12445"/>
                  </a:cubicBezTo>
                  <a:lnTo>
                    <a:pt x="13232" y="12445"/>
                  </a:lnTo>
                  <a:cubicBezTo>
                    <a:pt x="13106" y="12067"/>
                    <a:pt x="12854" y="11815"/>
                    <a:pt x="12476" y="11689"/>
                  </a:cubicBezTo>
                  <a:lnTo>
                    <a:pt x="12476" y="6207"/>
                  </a:lnTo>
                  <a:cubicBezTo>
                    <a:pt x="12476" y="6049"/>
                    <a:pt x="12413" y="5892"/>
                    <a:pt x="12256" y="5860"/>
                  </a:cubicBezTo>
                  <a:lnTo>
                    <a:pt x="11342" y="5388"/>
                  </a:lnTo>
                  <a:lnTo>
                    <a:pt x="12256" y="4915"/>
                  </a:lnTo>
                  <a:cubicBezTo>
                    <a:pt x="12413" y="4883"/>
                    <a:pt x="12476" y="4726"/>
                    <a:pt x="12476" y="4568"/>
                  </a:cubicBezTo>
                  <a:lnTo>
                    <a:pt x="12476" y="2395"/>
                  </a:lnTo>
                  <a:cubicBezTo>
                    <a:pt x="12854" y="2269"/>
                    <a:pt x="13106" y="1985"/>
                    <a:pt x="13232" y="1638"/>
                  </a:cubicBezTo>
                  <a:lnTo>
                    <a:pt x="13705" y="1638"/>
                  </a:lnTo>
                  <a:cubicBezTo>
                    <a:pt x="13957" y="1638"/>
                    <a:pt x="14115" y="1449"/>
                    <a:pt x="14115" y="1197"/>
                  </a:cubicBezTo>
                  <a:cubicBezTo>
                    <a:pt x="14115" y="977"/>
                    <a:pt x="13894" y="819"/>
                    <a:pt x="13705" y="819"/>
                  </a:cubicBezTo>
                  <a:lnTo>
                    <a:pt x="13232" y="819"/>
                  </a:lnTo>
                  <a:cubicBezTo>
                    <a:pt x="13075" y="347"/>
                    <a:pt x="12602" y="0"/>
                    <a:pt x="12067" y="0"/>
                  </a:cubicBezTo>
                  <a:close/>
                </a:path>
              </a:pathLst>
            </a:custGeom>
            <a:grpFill/>
            <a:ln>
              <a:noFill/>
            </a:ln>
          </p:spPr>
          <p:txBody>
            <a:bodyPr spcFirstLastPara="1" wrap="square" lIns="62728" tIns="62728" rIns="62728" bIns="62728" anchor="ctr" anchorCtr="0">
              <a:noAutofit/>
            </a:bodyPr>
            <a:lstStyle/>
            <a:p>
              <a:endParaRPr sz="764"/>
            </a:p>
          </p:txBody>
        </p:sp>
        <p:sp>
          <p:nvSpPr>
            <p:cNvPr id="1305" name="Google Shape;7899;p66">
              <a:extLst>
                <a:ext uri="{FF2B5EF4-FFF2-40B4-BE49-F238E27FC236}">
                  <a16:creationId xmlns:a16="http://schemas.microsoft.com/office/drawing/2014/main" id="{1CEECEFF-FCDA-4D46-A1FC-055982008FFB}"/>
                </a:ext>
              </a:extLst>
            </p:cNvPr>
            <p:cNvSpPr/>
            <p:nvPr/>
          </p:nvSpPr>
          <p:spPr>
            <a:xfrm>
              <a:off x="-9923800" y="1705600"/>
              <a:ext cx="145725" cy="20500"/>
            </a:xfrm>
            <a:custGeom>
              <a:avLst/>
              <a:gdLst/>
              <a:ahLst/>
              <a:cxnLst/>
              <a:rect l="l" t="t" r="r" b="b"/>
              <a:pathLst>
                <a:path w="5829" h="820" extrusionOk="0">
                  <a:moveTo>
                    <a:pt x="410" y="0"/>
                  </a:moveTo>
                  <a:cubicBezTo>
                    <a:pt x="189" y="0"/>
                    <a:pt x="0" y="189"/>
                    <a:pt x="0" y="410"/>
                  </a:cubicBezTo>
                  <a:cubicBezTo>
                    <a:pt x="32" y="630"/>
                    <a:pt x="221" y="819"/>
                    <a:pt x="410" y="819"/>
                  </a:cubicBezTo>
                  <a:lnTo>
                    <a:pt x="5419" y="819"/>
                  </a:lnTo>
                  <a:cubicBezTo>
                    <a:pt x="5671" y="819"/>
                    <a:pt x="5828" y="630"/>
                    <a:pt x="5828" y="410"/>
                  </a:cubicBezTo>
                  <a:cubicBezTo>
                    <a:pt x="5828" y="189"/>
                    <a:pt x="5608" y="0"/>
                    <a:pt x="5419" y="0"/>
                  </a:cubicBezTo>
                  <a:close/>
                </a:path>
              </a:pathLst>
            </a:custGeom>
            <a:grpFill/>
            <a:ln>
              <a:noFill/>
            </a:ln>
          </p:spPr>
          <p:txBody>
            <a:bodyPr spcFirstLastPara="1" wrap="square" lIns="62728" tIns="62728" rIns="62728" bIns="62728" anchor="ctr" anchorCtr="0">
              <a:noAutofit/>
            </a:bodyPr>
            <a:lstStyle/>
            <a:p>
              <a:endParaRPr sz="764"/>
            </a:p>
          </p:txBody>
        </p:sp>
        <p:sp>
          <p:nvSpPr>
            <p:cNvPr id="1306" name="Google Shape;7900;p66">
              <a:extLst>
                <a:ext uri="{FF2B5EF4-FFF2-40B4-BE49-F238E27FC236}">
                  <a16:creationId xmlns:a16="http://schemas.microsoft.com/office/drawing/2014/main" id="{6FB419DF-79A6-42E6-9120-F1998508F219}"/>
                </a:ext>
              </a:extLst>
            </p:cNvPr>
            <p:cNvSpPr/>
            <p:nvPr/>
          </p:nvSpPr>
          <p:spPr>
            <a:xfrm>
              <a:off x="-9902550" y="1746550"/>
              <a:ext cx="83525" cy="20500"/>
            </a:xfrm>
            <a:custGeom>
              <a:avLst/>
              <a:gdLst/>
              <a:ahLst/>
              <a:cxnLst/>
              <a:rect l="l" t="t" r="r" b="b"/>
              <a:pathLst>
                <a:path w="3341" h="820" extrusionOk="0">
                  <a:moveTo>
                    <a:pt x="379" y="0"/>
                  </a:moveTo>
                  <a:cubicBezTo>
                    <a:pt x="158" y="0"/>
                    <a:pt x="1" y="190"/>
                    <a:pt x="1" y="410"/>
                  </a:cubicBezTo>
                  <a:cubicBezTo>
                    <a:pt x="1" y="631"/>
                    <a:pt x="190" y="820"/>
                    <a:pt x="379" y="820"/>
                  </a:cubicBezTo>
                  <a:lnTo>
                    <a:pt x="2899" y="820"/>
                  </a:lnTo>
                  <a:cubicBezTo>
                    <a:pt x="3151" y="820"/>
                    <a:pt x="3340" y="631"/>
                    <a:pt x="3340" y="410"/>
                  </a:cubicBezTo>
                  <a:cubicBezTo>
                    <a:pt x="3340" y="158"/>
                    <a:pt x="3151" y="0"/>
                    <a:pt x="2899" y="0"/>
                  </a:cubicBezTo>
                  <a:close/>
                </a:path>
              </a:pathLst>
            </a:custGeom>
            <a:grpFill/>
            <a:ln>
              <a:noFill/>
            </a:ln>
          </p:spPr>
          <p:txBody>
            <a:bodyPr spcFirstLastPara="1" wrap="square" lIns="62728" tIns="62728" rIns="62728" bIns="62728" anchor="ctr" anchorCtr="0">
              <a:noAutofit/>
            </a:bodyPr>
            <a:lstStyle/>
            <a:p>
              <a:endParaRPr sz="764"/>
            </a:p>
          </p:txBody>
        </p:sp>
        <p:sp>
          <p:nvSpPr>
            <p:cNvPr id="1307" name="Google Shape;7901;p66">
              <a:extLst>
                <a:ext uri="{FF2B5EF4-FFF2-40B4-BE49-F238E27FC236}">
                  <a16:creationId xmlns:a16="http://schemas.microsoft.com/office/drawing/2014/main" id="{4080187E-CD49-4660-9FFC-F865765A5A80}"/>
                </a:ext>
              </a:extLst>
            </p:cNvPr>
            <p:cNvSpPr/>
            <p:nvPr/>
          </p:nvSpPr>
          <p:spPr>
            <a:xfrm>
              <a:off x="-9923800" y="1788300"/>
              <a:ext cx="145725" cy="20500"/>
            </a:xfrm>
            <a:custGeom>
              <a:avLst/>
              <a:gdLst/>
              <a:ahLst/>
              <a:cxnLst/>
              <a:rect l="l" t="t" r="r" b="b"/>
              <a:pathLst>
                <a:path w="5829" h="820" extrusionOk="0">
                  <a:moveTo>
                    <a:pt x="410" y="0"/>
                  </a:moveTo>
                  <a:cubicBezTo>
                    <a:pt x="189" y="0"/>
                    <a:pt x="0" y="189"/>
                    <a:pt x="0" y="410"/>
                  </a:cubicBezTo>
                  <a:cubicBezTo>
                    <a:pt x="32" y="662"/>
                    <a:pt x="221" y="819"/>
                    <a:pt x="410" y="819"/>
                  </a:cubicBezTo>
                  <a:lnTo>
                    <a:pt x="5419" y="819"/>
                  </a:lnTo>
                  <a:cubicBezTo>
                    <a:pt x="5671" y="819"/>
                    <a:pt x="5828" y="630"/>
                    <a:pt x="5828" y="410"/>
                  </a:cubicBezTo>
                  <a:cubicBezTo>
                    <a:pt x="5828" y="189"/>
                    <a:pt x="5608" y="0"/>
                    <a:pt x="5419" y="0"/>
                  </a:cubicBezTo>
                  <a:close/>
                </a:path>
              </a:pathLst>
            </a:custGeom>
            <a:grpFill/>
            <a:ln>
              <a:noFill/>
            </a:ln>
          </p:spPr>
          <p:txBody>
            <a:bodyPr spcFirstLastPara="1" wrap="square" lIns="62728" tIns="62728" rIns="62728" bIns="62728" anchor="ctr" anchorCtr="0">
              <a:noAutofit/>
            </a:bodyPr>
            <a:lstStyle/>
            <a:p>
              <a:endParaRPr sz="764"/>
            </a:p>
          </p:txBody>
        </p:sp>
        <p:sp>
          <p:nvSpPr>
            <p:cNvPr id="1308" name="Google Shape;7902;p66">
              <a:extLst>
                <a:ext uri="{FF2B5EF4-FFF2-40B4-BE49-F238E27FC236}">
                  <a16:creationId xmlns:a16="http://schemas.microsoft.com/office/drawing/2014/main" id="{52AA96C3-21AE-4912-9100-5F9008769F9B}"/>
                </a:ext>
              </a:extLst>
            </p:cNvPr>
            <p:cNvSpPr/>
            <p:nvPr/>
          </p:nvSpPr>
          <p:spPr>
            <a:xfrm>
              <a:off x="-9901750" y="1828450"/>
              <a:ext cx="83500" cy="21300"/>
            </a:xfrm>
            <a:custGeom>
              <a:avLst/>
              <a:gdLst/>
              <a:ahLst/>
              <a:cxnLst/>
              <a:rect l="l" t="t" r="r" b="b"/>
              <a:pathLst>
                <a:path w="3340" h="852" extrusionOk="0">
                  <a:moveTo>
                    <a:pt x="410" y="1"/>
                  </a:moveTo>
                  <a:cubicBezTo>
                    <a:pt x="158" y="1"/>
                    <a:pt x="0" y="190"/>
                    <a:pt x="0" y="442"/>
                  </a:cubicBezTo>
                  <a:cubicBezTo>
                    <a:pt x="0" y="663"/>
                    <a:pt x="189" y="852"/>
                    <a:pt x="410" y="852"/>
                  </a:cubicBezTo>
                  <a:lnTo>
                    <a:pt x="2930" y="852"/>
                  </a:lnTo>
                  <a:cubicBezTo>
                    <a:pt x="3151" y="852"/>
                    <a:pt x="3340" y="663"/>
                    <a:pt x="3340" y="442"/>
                  </a:cubicBezTo>
                  <a:cubicBezTo>
                    <a:pt x="3340" y="190"/>
                    <a:pt x="3151" y="1"/>
                    <a:pt x="2930" y="1"/>
                  </a:cubicBezTo>
                  <a:close/>
                </a:path>
              </a:pathLst>
            </a:custGeom>
            <a:grpFill/>
            <a:ln>
              <a:noFill/>
            </a:ln>
          </p:spPr>
          <p:txBody>
            <a:bodyPr spcFirstLastPara="1" wrap="square" lIns="62728" tIns="62728" rIns="62728" bIns="62728" anchor="ctr" anchorCtr="0">
              <a:noAutofit/>
            </a:bodyPr>
            <a:lstStyle/>
            <a:p>
              <a:endParaRPr sz="764"/>
            </a:p>
          </p:txBody>
        </p:sp>
        <p:sp>
          <p:nvSpPr>
            <p:cNvPr id="1309" name="Google Shape;7903;p66">
              <a:extLst>
                <a:ext uri="{FF2B5EF4-FFF2-40B4-BE49-F238E27FC236}">
                  <a16:creationId xmlns:a16="http://schemas.microsoft.com/office/drawing/2014/main" id="{8D61E122-000A-4B82-9BC3-5D7C37269E63}"/>
                </a:ext>
              </a:extLst>
            </p:cNvPr>
            <p:cNvSpPr/>
            <p:nvPr/>
          </p:nvSpPr>
          <p:spPr>
            <a:xfrm>
              <a:off x="-9923025" y="1871000"/>
              <a:ext cx="145725" cy="20500"/>
            </a:xfrm>
            <a:custGeom>
              <a:avLst/>
              <a:gdLst/>
              <a:ahLst/>
              <a:cxnLst/>
              <a:rect l="l" t="t" r="r" b="b"/>
              <a:pathLst>
                <a:path w="5829" h="820" extrusionOk="0">
                  <a:moveTo>
                    <a:pt x="410" y="0"/>
                  </a:moveTo>
                  <a:cubicBezTo>
                    <a:pt x="190" y="0"/>
                    <a:pt x="1" y="189"/>
                    <a:pt x="1" y="378"/>
                  </a:cubicBezTo>
                  <a:cubicBezTo>
                    <a:pt x="1" y="630"/>
                    <a:pt x="190" y="819"/>
                    <a:pt x="410" y="819"/>
                  </a:cubicBezTo>
                  <a:lnTo>
                    <a:pt x="5419" y="819"/>
                  </a:lnTo>
                  <a:cubicBezTo>
                    <a:pt x="5671" y="819"/>
                    <a:pt x="5829" y="630"/>
                    <a:pt x="5829" y="378"/>
                  </a:cubicBezTo>
                  <a:cubicBezTo>
                    <a:pt x="5829" y="189"/>
                    <a:pt x="5671" y="0"/>
                    <a:pt x="5419"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31" name="Google Shape;7905;p66">
            <a:extLst>
              <a:ext uri="{FF2B5EF4-FFF2-40B4-BE49-F238E27FC236}">
                <a16:creationId xmlns:a16="http://schemas.microsoft.com/office/drawing/2014/main" id="{913B8052-47F5-4127-BCCE-27D16138BF89}"/>
              </a:ext>
            </a:extLst>
          </p:cNvPr>
          <p:cNvGrpSpPr/>
          <p:nvPr/>
        </p:nvGrpSpPr>
        <p:grpSpPr>
          <a:xfrm>
            <a:off x="10191809" y="5337894"/>
            <a:ext cx="221307" cy="234875"/>
            <a:chOff x="-10019125" y="2490075"/>
            <a:chExt cx="333975" cy="354450"/>
          </a:xfrm>
          <a:solidFill>
            <a:schemeClr val="tx1"/>
          </a:solidFill>
        </p:grpSpPr>
        <p:sp>
          <p:nvSpPr>
            <p:cNvPr id="1300" name="Google Shape;7906;p66">
              <a:extLst>
                <a:ext uri="{FF2B5EF4-FFF2-40B4-BE49-F238E27FC236}">
                  <a16:creationId xmlns:a16="http://schemas.microsoft.com/office/drawing/2014/main" id="{B990118C-99F0-486F-972C-FFD68459BD4E}"/>
                </a:ext>
              </a:extLst>
            </p:cNvPr>
            <p:cNvSpPr/>
            <p:nvPr/>
          </p:nvSpPr>
          <p:spPr>
            <a:xfrm>
              <a:off x="-10019125" y="2490850"/>
              <a:ext cx="333975" cy="353675"/>
            </a:xfrm>
            <a:custGeom>
              <a:avLst/>
              <a:gdLst/>
              <a:ahLst/>
              <a:cxnLst/>
              <a:rect l="l" t="t" r="r" b="b"/>
              <a:pathLst>
                <a:path w="13359" h="14147" extrusionOk="0">
                  <a:moveTo>
                    <a:pt x="7184" y="1670"/>
                  </a:moveTo>
                  <a:cubicBezTo>
                    <a:pt x="7405" y="1670"/>
                    <a:pt x="7625" y="1859"/>
                    <a:pt x="7625" y="2048"/>
                  </a:cubicBezTo>
                  <a:lnTo>
                    <a:pt x="7625" y="4191"/>
                  </a:lnTo>
                  <a:cubicBezTo>
                    <a:pt x="7499" y="4128"/>
                    <a:pt x="7342" y="4096"/>
                    <a:pt x="7184" y="4096"/>
                  </a:cubicBezTo>
                  <a:cubicBezTo>
                    <a:pt x="7027" y="4096"/>
                    <a:pt x="6900" y="4128"/>
                    <a:pt x="6743" y="4191"/>
                  </a:cubicBezTo>
                  <a:lnTo>
                    <a:pt x="6743" y="2048"/>
                  </a:lnTo>
                  <a:cubicBezTo>
                    <a:pt x="6743" y="1828"/>
                    <a:pt x="6932" y="1670"/>
                    <a:pt x="7184" y="1670"/>
                  </a:cubicBezTo>
                  <a:close/>
                  <a:moveTo>
                    <a:pt x="8791" y="788"/>
                  </a:moveTo>
                  <a:cubicBezTo>
                    <a:pt x="8980" y="788"/>
                    <a:pt x="9200" y="977"/>
                    <a:pt x="9200" y="1229"/>
                  </a:cubicBezTo>
                  <a:lnTo>
                    <a:pt x="9200" y="5356"/>
                  </a:lnTo>
                  <a:cubicBezTo>
                    <a:pt x="9200" y="5608"/>
                    <a:pt x="9389" y="5797"/>
                    <a:pt x="9610" y="5797"/>
                  </a:cubicBezTo>
                  <a:cubicBezTo>
                    <a:pt x="9862" y="5797"/>
                    <a:pt x="10019" y="5608"/>
                    <a:pt x="10019" y="5356"/>
                  </a:cubicBezTo>
                  <a:lnTo>
                    <a:pt x="10019" y="2048"/>
                  </a:lnTo>
                  <a:cubicBezTo>
                    <a:pt x="10019" y="1828"/>
                    <a:pt x="10209" y="1670"/>
                    <a:pt x="10398" y="1670"/>
                  </a:cubicBezTo>
                  <a:cubicBezTo>
                    <a:pt x="10618" y="1670"/>
                    <a:pt x="10807" y="1859"/>
                    <a:pt x="10807" y="2048"/>
                  </a:cubicBezTo>
                  <a:lnTo>
                    <a:pt x="10807" y="5356"/>
                  </a:lnTo>
                  <a:cubicBezTo>
                    <a:pt x="10807" y="5608"/>
                    <a:pt x="10996" y="5797"/>
                    <a:pt x="11185" y="5797"/>
                  </a:cubicBezTo>
                  <a:cubicBezTo>
                    <a:pt x="11406" y="5797"/>
                    <a:pt x="11626" y="5608"/>
                    <a:pt x="11626" y="5356"/>
                  </a:cubicBezTo>
                  <a:lnTo>
                    <a:pt x="11626" y="4537"/>
                  </a:lnTo>
                  <a:cubicBezTo>
                    <a:pt x="11626" y="4285"/>
                    <a:pt x="11815" y="4096"/>
                    <a:pt x="12036" y="4096"/>
                  </a:cubicBezTo>
                  <a:cubicBezTo>
                    <a:pt x="12256" y="4096"/>
                    <a:pt x="12414" y="4285"/>
                    <a:pt x="12414" y="4537"/>
                  </a:cubicBezTo>
                  <a:lnTo>
                    <a:pt x="12414" y="8696"/>
                  </a:lnTo>
                  <a:cubicBezTo>
                    <a:pt x="12414" y="9389"/>
                    <a:pt x="11878" y="9925"/>
                    <a:pt x="11154" y="9925"/>
                  </a:cubicBezTo>
                  <a:lnTo>
                    <a:pt x="9925" y="9925"/>
                  </a:lnTo>
                  <a:lnTo>
                    <a:pt x="9925" y="7845"/>
                  </a:lnTo>
                  <a:cubicBezTo>
                    <a:pt x="9925" y="7184"/>
                    <a:pt x="9389" y="6617"/>
                    <a:pt x="8665" y="6617"/>
                  </a:cubicBezTo>
                  <a:cubicBezTo>
                    <a:pt x="8507" y="6617"/>
                    <a:pt x="8413" y="6648"/>
                    <a:pt x="8287" y="6711"/>
                  </a:cubicBezTo>
                  <a:cubicBezTo>
                    <a:pt x="8413" y="6585"/>
                    <a:pt x="8413" y="1891"/>
                    <a:pt x="8413" y="1229"/>
                  </a:cubicBezTo>
                  <a:cubicBezTo>
                    <a:pt x="8413" y="977"/>
                    <a:pt x="8602" y="788"/>
                    <a:pt x="8791" y="788"/>
                  </a:cubicBezTo>
                  <a:close/>
                  <a:moveTo>
                    <a:pt x="5483" y="4096"/>
                  </a:moveTo>
                  <a:cubicBezTo>
                    <a:pt x="5735" y="4096"/>
                    <a:pt x="5892" y="4254"/>
                    <a:pt x="5924" y="4506"/>
                  </a:cubicBezTo>
                  <a:lnTo>
                    <a:pt x="5924" y="8696"/>
                  </a:lnTo>
                  <a:cubicBezTo>
                    <a:pt x="5924" y="8948"/>
                    <a:pt x="6113" y="9105"/>
                    <a:pt x="6302" y="9105"/>
                  </a:cubicBezTo>
                  <a:cubicBezTo>
                    <a:pt x="6554" y="9105"/>
                    <a:pt x="6743" y="8885"/>
                    <a:pt x="6743" y="8696"/>
                  </a:cubicBezTo>
                  <a:lnTo>
                    <a:pt x="6743" y="5356"/>
                  </a:lnTo>
                  <a:cubicBezTo>
                    <a:pt x="6743" y="5136"/>
                    <a:pt x="6932" y="4915"/>
                    <a:pt x="7153" y="4915"/>
                  </a:cubicBezTo>
                  <a:cubicBezTo>
                    <a:pt x="7342" y="4915"/>
                    <a:pt x="7562" y="5136"/>
                    <a:pt x="7562" y="5356"/>
                  </a:cubicBezTo>
                  <a:lnTo>
                    <a:pt x="7562" y="8696"/>
                  </a:lnTo>
                  <a:cubicBezTo>
                    <a:pt x="7562" y="8948"/>
                    <a:pt x="7783" y="9105"/>
                    <a:pt x="7972" y="9105"/>
                  </a:cubicBezTo>
                  <a:cubicBezTo>
                    <a:pt x="8161" y="9105"/>
                    <a:pt x="8350" y="8885"/>
                    <a:pt x="8350" y="8696"/>
                  </a:cubicBezTo>
                  <a:lnTo>
                    <a:pt x="8350" y="7877"/>
                  </a:lnTo>
                  <a:cubicBezTo>
                    <a:pt x="8350" y="7656"/>
                    <a:pt x="8570" y="7436"/>
                    <a:pt x="8759" y="7436"/>
                  </a:cubicBezTo>
                  <a:cubicBezTo>
                    <a:pt x="8948" y="7436"/>
                    <a:pt x="9137" y="7656"/>
                    <a:pt x="9137" y="7877"/>
                  </a:cubicBezTo>
                  <a:lnTo>
                    <a:pt x="9137" y="12035"/>
                  </a:lnTo>
                  <a:cubicBezTo>
                    <a:pt x="9137" y="12728"/>
                    <a:pt x="8602" y="13264"/>
                    <a:pt x="7940" y="13264"/>
                  </a:cubicBezTo>
                  <a:lnTo>
                    <a:pt x="3403" y="13264"/>
                  </a:lnTo>
                  <a:cubicBezTo>
                    <a:pt x="2994" y="13264"/>
                    <a:pt x="2647" y="13075"/>
                    <a:pt x="2427" y="12791"/>
                  </a:cubicBezTo>
                  <a:cubicBezTo>
                    <a:pt x="915" y="10523"/>
                    <a:pt x="1009" y="10649"/>
                    <a:pt x="1009" y="10586"/>
                  </a:cubicBezTo>
                  <a:cubicBezTo>
                    <a:pt x="915" y="10429"/>
                    <a:pt x="915" y="10208"/>
                    <a:pt x="1104" y="10051"/>
                  </a:cubicBezTo>
                  <a:cubicBezTo>
                    <a:pt x="1189" y="9980"/>
                    <a:pt x="1280" y="9947"/>
                    <a:pt x="1370" y="9947"/>
                  </a:cubicBezTo>
                  <a:cubicBezTo>
                    <a:pt x="1479" y="9947"/>
                    <a:pt x="1584" y="9995"/>
                    <a:pt x="1671" y="10082"/>
                  </a:cubicBezTo>
                  <a:lnTo>
                    <a:pt x="2742" y="11153"/>
                  </a:lnTo>
                  <a:cubicBezTo>
                    <a:pt x="2818" y="11230"/>
                    <a:pt x="2918" y="11271"/>
                    <a:pt x="3005" y="11271"/>
                  </a:cubicBezTo>
                  <a:cubicBezTo>
                    <a:pt x="3062" y="11271"/>
                    <a:pt x="3114" y="11254"/>
                    <a:pt x="3151" y="11216"/>
                  </a:cubicBezTo>
                  <a:cubicBezTo>
                    <a:pt x="3340" y="11153"/>
                    <a:pt x="3403" y="11027"/>
                    <a:pt x="3403" y="10838"/>
                  </a:cubicBezTo>
                  <a:lnTo>
                    <a:pt x="3403" y="5356"/>
                  </a:lnTo>
                  <a:cubicBezTo>
                    <a:pt x="3403" y="5136"/>
                    <a:pt x="3592" y="4915"/>
                    <a:pt x="3845" y="4915"/>
                  </a:cubicBezTo>
                  <a:cubicBezTo>
                    <a:pt x="4065" y="4915"/>
                    <a:pt x="4223" y="5136"/>
                    <a:pt x="4223" y="5356"/>
                  </a:cubicBezTo>
                  <a:lnTo>
                    <a:pt x="4223" y="8696"/>
                  </a:lnTo>
                  <a:cubicBezTo>
                    <a:pt x="4223" y="8948"/>
                    <a:pt x="4412" y="9105"/>
                    <a:pt x="4664" y="9105"/>
                  </a:cubicBezTo>
                  <a:cubicBezTo>
                    <a:pt x="4884" y="9105"/>
                    <a:pt x="5105" y="8885"/>
                    <a:pt x="5105" y="8696"/>
                  </a:cubicBezTo>
                  <a:lnTo>
                    <a:pt x="5105" y="4537"/>
                  </a:lnTo>
                  <a:cubicBezTo>
                    <a:pt x="5105" y="4285"/>
                    <a:pt x="5294" y="4096"/>
                    <a:pt x="5483" y="4096"/>
                  </a:cubicBezTo>
                  <a:close/>
                  <a:moveTo>
                    <a:pt x="8822" y="1"/>
                  </a:moveTo>
                  <a:cubicBezTo>
                    <a:pt x="8255" y="1"/>
                    <a:pt x="7783" y="410"/>
                    <a:pt x="7657" y="914"/>
                  </a:cubicBezTo>
                  <a:cubicBezTo>
                    <a:pt x="7499" y="883"/>
                    <a:pt x="7342" y="820"/>
                    <a:pt x="7184" y="820"/>
                  </a:cubicBezTo>
                  <a:cubicBezTo>
                    <a:pt x="6522" y="820"/>
                    <a:pt x="5955" y="1387"/>
                    <a:pt x="5955" y="2048"/>
                  </a:cubicBezTo>
                  <a:lnTo>
                    <a:pt x="5955" y="3340"/>
                  </a:lnTo>
                  <a:cubicBezTo>
                    <a:pt x="5829" y="3309"/>
                    <a:pt x="5672" y="3277"/>
                    <a:pt x="5514" y="3277"/>
                  </a:cubicBezTo>
                  <a:cubicBezTo>
                    <a:pt x="4947" y="3277"/>
                    <a:pt x="4475" y="3655"/>
                    <a:pt x="4349" y="4191"/>
                  </a:cubicBezTo>
                  <a:cubicBezTo>
                    <a:pt x="4191" y="4128"/>
                    <a:pt x="4034" y="4096"/>
                    <a:pt x="3876" y="4096"/>
                  </a:cubicBezTo>
                  <a:cubicBezTo>
                    <a:pt x="3214" y="4096"/>
                    <a:pt x="2616" y="4663"/>
                    <a:pt x="2616" y="5356"/>
                  </a:cubicBezTo>
                  <a:lnTo>
                    <a:pt x="2616" y="9862"/>
                  </a:lnTo>
                  <a:lnTo>
                    <a:pt x="2269" y="9483"/>
                  </a:lnTo>
                  <a:cubicBezTo>
                    <a:pt x="2025" y="9239"/>
                    <a:pt x="1712" y="9121"/>
                    <a:pt x="1398" y="9121"/>
                  </a:cubicBezTo>
                  <a:cubicBezTo>
                    <a:pt x="1105" y="9121"/>
                    <a:pt x="811" y="9223"/>
                    <a:pt x="568" y="9420"/>
                  </a:cubicBezTo>
                  <a:cubicBezTo>
                    <a:pt x="95" y="9862"/>
                    <a:pt x="1" y="10555"/>
                    <a:pt x="379" y="11059"/>
                  </a:cubicBezTo>
                  <a:lnTo>
                    <a:pt x="1797" y="13264"/>
                  </a:lnTo>
                  <a:cubicBezTo>
                    <a:pt x="2175" y="13831"/>
                    <a:pt x="2805" y="14146"/>
                    <a:pt x="3435" y="14146"/>
                  </a:cubicBezTo>
                  <a:lnTo>
                    <a:pt x="7972" y="14146"/>
                  </a:lnTo>
                  <a:cubicBezTo>
                    <a:pt x="9106" y="14146"/>
                    <a:pt x="10051" y="13201"/>
                    <a:pt x="10051" y="12035"/>
                  </a:cubicBezTo>
                  <a:lnTo>
                    <a:pt x="10051" y="10807"/>
                  </a:lnTo>
                  <a:lnTo>
                    <a:pt x="11280" y="10807"/>
                  </a:lnTo>
                  <a:cubicBezTo>
                    <a:pt x="12414" y="10807"/>
                    <a:pt x="13359" y="9862"/>
                    <a:pt x="13359" y="8696"/>
                  </a:cubicBezTo>
                  <a:lnTo>
                    <a:pt x="13359" y="4537"/>
                  </a:lnTo>
                  <a:cubicBezTo>
                    <a:pt x="13359" y="3876"/>
                    <a:pt x="12823" y="3309"/>
                    <a:pt x="12130" y="3309"/>
                  </a:cubicBezTo>
                  <a:cubicBezTo>
                    <a:pt x="11973" y="3309"/>
                    <a:pt x="11878" y="3340"/>
                    <a:pt x="11752" y="3372"/>
                  </a:cubicBezTo>
                  <a:lnTo>
                    <a:pt x="11752" y="2048"/>
                  </a:lnTo>
                  <a:cubicBezTo>
                    <a:pt x="11752" y="1387"/>
                    <a:pt x="11185" y="820"/>
                    <a:pt x="10492" y="820"/>
                  </a:cubicBezTo>
                  <a:cubicBezTo>
                    <a:pt x="10335" y="820"/>
                    <a:pt x="10177" y="883"/>
                    <a:pt x="10019" y="914"/>
                  </a:cubicBezTo>
                  <a:cubicBezTo>
                    <a:pt x="9862" y="410"/>
                    <a:pt x="9389" y="1"/>
                    <a:pt x="8822" y="1"/>
                  </a:cubicBezTo>
                  <a:close/>
                </a:path>
              </a:pathLst>
            </a:custGeom>
            <a:grpFill/>
            <a:ln>
              <a:noFill/>
            </a:ln>
          </p:spPr>
          <p:txBody>
            <a:bodyPr spcFirstLastPara="1" wrap="square" lIns="62728" tIns="62728" rIns="62728" bIns="62728" anchor="ctr" anchorCtr="0">
              <a:noAutofit/>
            </a:bodyPr>
            <a:lstStyle/>
            <a:p>
              <a:endParaRPr sz="764" dirty="0"/>
            </a:p>
          </p:txBody>
        </p:sp>
        <p:sp>
          <p:nvSpPr>
            <p:cNvPr id="1301" name="Google Shape;7907;p66">
              <a:extLst>
                <a:ext uri="{FF2B5EF4-FFF2-40B4-BE49-F238E27FC236}">
                  <a16:creationId xmlns:a16="http://schemas.microsoft.com/office/drawing/2014/main" id="{58D165F0-3BBA-4C1D-ABA3-F691A23AFC35}"/>
                </a:ext>
              </a:extLst>
            </p:cNvPr>
            <p:cNvSpPr/>
            <p:nvPr/>
          </p:nvSpPr>
          <p:spPr>
            <a:xfrm>
              <a:off x="-10016750" y="2491050"/>
              <a:ext cx="63825" cy="61850"/>
            </a:xfrm>
            <a:custGeom>
              <a:avLst/>
              <a:gdLst/>
              <a:ahLst/>
              <a:cxnLst/>
              <a:rect l="l" t="t" r="r" b="b"/>
              <a:pathLst>
                <a:path w="2553" h="2474" extrusionOk="0">
                  <a:moveTo>
                    <a:pt x="457" y="0"/>
                  </a:moveTo>
                  <a:cubicBezTo>
                    <a:pt x="347" y="0"/>
                    <a:pt x="237" y="40"/>
                    <a:pt x="158" y="119"/>
                  </a:cubicBezTo>
                  <a:cubicBezTo>
                    <a:pt x="0" y="276"/>
                    <a:pt x="0" y="560"/>
                    <a:pt x="158" y="717"/>
                  </a:cubicBezTo>
                  <a:lnTo>
                    <a:pt x="1796" y="2355"/>
                  </a:lnTo>
                  <a:cubicBezTo>
                    <a:pt x="1891" y="2434"/>
                    <a:pt x="2001" y="2474"/>
                    <a:pt x="2107" y="2474"/>
                  </a:cubicBezTo>
                  <a:cubicBezTo>
                    <a:pt x="2214" y="2474"/>
                    <a:pt x="2316" y="2434"/>
                    <a:pt x="2395" y="2355"/>
                  </a:cubicBezTo>
                  <a:cubicBezTo>
                    <a:pt x="2552" y="2198"/>
                    <a:pt x="2552" y="1914"/>
                    <a:pt x="2395" y="1757"/>
                  </a:cubicBezTo>
                  <a:lnTo>
                    <a:pt x="757" y="119"/>
                  </a:lnTo>
                  <a:cubicBezTo>
                    <a:pt x="678" y="40"/>
                    <a:pt x="568" y="0"/>
                    <a:pt x="457" y="0"/>
                  </a:cubicBezTo>
                  <a:close/>
                </a:path>
              </a:pathLst>
            </a:custGeom>
            <a:grpFill/>
            <a:ln>
              <a:noFill/>
            </a:ln>
          </p:spPr>
          <p:txBody>
            <a:bodyPr spcFirstLastPara="1" wrap="square" lIns="62728" tIns="62728" rIns="62728" bIns="62728" anchor="ctr" anchorCtr="0">
              <a:noAutofit/>
            </a:bodyPr>
            <a:lstStyle/>
            <a:p>
              <a:endParaRPr sz="764"/>
            </a:p>
          </p:txBody>
        </p:sp>
        <p:sp>
          <p:nvSpPr>
            <p:cNvPr id="1302" name="Google Shape;7908;p66">
              <a:extLst>
                <a:ext uri="{FF2B5EF4-FFF2-40B4-BE49-F238E27FC236}">
                  <a16:creationId xmlns:a16="http://schemas.microsoft.com/office/drawing/2014/main" id="{73E7B629-02AB-4619-8050-5BF07387720D}"/>
                </a:ext>
              </a:extLst>
            </p:cNvPr>
            <p:cNvSpPr/>
            <p:nvPr/>
          </p:nvSpPr>
          <p:spPr>
            <a:xfrm>
              <a:off x="-9933275" y="2490075"/>
              <a:ext cx="20525" cy="63025"/>
            </a:xfrm>
            <a:custGeom>
              <a:avLst/>
              <a:gdLst/>
              <a:ahLst/>
              <a:cxnLst/>
              <a:rect l="l" t="t" r="r" b="b"/>
              <a:pathLst>
                <a:path w="821" h="2521" extrusionOk="0">
                  <a:moveTo>
                    <a:pt x="442" y="0"/>
                  </a:moveTo>
                  <a:cubicBezTo>
                    <a:pt x="221" y="0"/>
                    <a:pt x="1" y="189"/>
                    <a:pt x="1" y="441"/>
                  </a:cubicBezTo>
                  <a:lnTo>
                    <a:pt x="1" y="2079"/>
                  </a:lnTo>
                  <a:cubicBezTo>
                    <a:pt x="1" y="2331"/>
                    <a:pt x="221" y="2520"/>
                    <a:pt x="442" y="2520"/>
                  </a:cubicBezTo>
                  <a:cubicBezTo>
                    <a:pt x="631" y="2520"/>
                    <a:pt x="820" y="2331"/>
                    <a:pt x="820" y="2079"/>
                  </a:cubicBezTo>
                  <a:lnTo>
                    <a:pt x="820" y="441"/>
                  </a:lnTo>
                  <a:cubicBezTo>
                    <a:pt x="820" y="189"/>
                    <a:pt x="631" y="0"/>
                    <a:pt x="442" y="0"/>
                  </a:cubicBezTo>
                  <a:close/>
                </a:path>
              </a:pathLst>
            </a:custGeom>
            <a:grpFill/>
            <a:ln>
              <a:noFill/>
            </a:ln>
          </p:spPr>
          <p:txBody>
            <a:bodyPr spcFirstLastPara="1" wrap="square" lIns="62728" tIns="62728" rIns="62728" bIns="62728" anchor="ctr" anchorCtr="0">
              <a:noAutofit/>
            </a:bodyPr>
            <a:lstStyle/>
            <a:p>
              <a:endParaRPr sz="764"/>
            </a:p>
          </p:txBody>
        </p:sp>
        <p:sp>
          <p:nvSpPr>
            <p:cNvPr id="1303" name="Google Shape;7909;p66">
              <a:extLst>
                <a:ext uri="{FF2B5EF4-FFF2-40B4-BE49-F238E27FC236}">
                  <a16:creationId xmlns:a16="http://schemas.microsoft.com/office/drawing/2014/main" id="{91184A3E-AB26-46FA-89DA-EB72DBBF763B}"/>
                </a:ext>
              </a:extLst>
            </p:cNvPr>
            <p:cNvSpPr/>
            <p:nvPr/>
          </p:nvSpPr>
          <p:spPr>
            <a:xfrm>
              <a:off x="-10015975" y="2573550"/>
              <a:ext cx="63050" cy="20500"/>
            </a:xfrm>
            <a:custGeom>
              <a:avLst/>
              <a:gdLst/>
              <a:ahLst/>
              <a:cxnLst/>
              <a:rect l="l" t="t" r="r" b="b"/>
              <a:pathLst>
                <a:path w="2522" h="820" extrusionOk="0">
                  <a:moveTo>
                    <a:pt x="442" y="1"/>
                  </a:moveTo>
                  <a:cubicBezTo>
                    <a:pt x="190" y="1"/>
                    <a:pt x="1" y="190"/>
                    <a:pt x="1" y="442"/>
                  </a:cubicBezTo>
                  <a:cubicBezTo>
                    <a:pt x="1" y="631"/>
                    <a:pt x="190" y="820"/>
                    <a:pt x="442" y="820"/>
                  </a:cubicBezTo>
                  <a:lnTo>
                    <a:pt x="2080" y="820"/>
                  </a:lnTo>
                  <a:cubicBezTo>
                    <a:pt x="2332" y="820"/>
                    <a:pt x="2521" y="631"/>
                    <a:pt x="2521" y="442"/>
                  </a:cubicBezTo>
                  <a:cubicBezTo>
                    <a:pt x="2521" y="190"/>
                    <a:pt x="2332" y="1"/>
                    <a:pt x="208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32" name="Google Shape;7910;p66">
            <a:extLst>
              <a:ext uri="{FF2B5EF4-FFF2-40B4-BE49-F238E27FC236}">
                <a16:creationId xmlns:a16="http://schemas.microsoft.com/office/drawing/2014/main" id="{15F4734E-AFA8-4D18-AF4B-66794098E846}"/>
              </a:ext>
            </a:extLst>
          </p:cNvPr>
          <p:cNvGrpSpPr/>
          <p:nvPr/>
        </p:nvGrpSpPr>
        <p:grpSpPr>
          <a:xfrm>
            <a:off x="9592009" y="5639098"/>
            <a:ext cx="241667" cy="235405"/>
            <a:chOff x="-8684100" y="2032450"/>
            <a:chExt cx="364700" cy="355250"/>
          </a:xfrm>
          <a:solidFill>
            <a:schemeClr val="tx1"/>
          </a:solidFill>
        </p:grpSpPr>
        <p:sp>
          <p:nvSpPr>
            <p:cNvPr id="1297" name="Google Shape;7911;p66">
              <a:extLst>
                <a:ext uri="{FF2B5EF4-FFF2-40B4-BE49-F238E27FC236}">
                  <a16:creationId xmlns:a16="http://schemas.microsoft.com/office/drawing/2014/main" id="{54FF2B54-89DE-43D8-B5C5-6983664FCA11}"/>
                </a:ext>
              </a:extLst>
            </p:cNvPr>
            <p:cNvSpPr/>
            <p:nvPr/>
          </p:nvSpPr>
          <p:spPr>
            <a:xfrm>
              <a:off x="-8684100" y="2032450"/>
              <a:ext cx="364700" cy="355250"/>
            </a:xfrm>
            <a:custGeom>
              <a:avLst/>
              <a:gdLst/>
              <a:ahLst/>
              <a:cxnLst/>
              <a:rect l="l" t="t" r="r" b="b"/>
              <a:pathLst>
                <a:path w="14588" h="14210" extrusionOk="0">
                  <a:moveTo>
                    <a:pt x="13611" y="820"/>
                  </a:moveTo>
                  <a:lnTo>
                    <a:pt x="13611" y="1891"/>
                  </a:lnTo>
                  <a:lnTo>
                    <a:pt x="13642" y="1891"/>
                  </a:lnTo>
                  <a:lnTo>
                    <a:pt x="12130" y="2994"/>
                  </a:lnTo>
                  <a:lnTo>
                    <a:pt x="11469" y="2301"/>
                  </a:lnTo>
                  <a:lnTo>
                    <a:pt x="12571" y="820"/>
                  </a:lnTo>
                  <a:close/>
                  <a:moveTo>
                    <a:pt x="3561" y="2238"/>
                  </a:moveTo>
                  <a:lnTo>
                    <a:pt x="5294" y="3970"/>
                  </a:lnTo>
                  <a:cubicBezTo>
                    <a:pt x="5168" y="4033"/>
                    <a:pt x="5105" y="4128"/>
                    <a:pt x="4979" y="4254"/>
                  </a:cubicBezTo>
                  <a:lnTo>
                    <a:pt x="4695" y="4506"/>
                  </a:lnTo>
                  <a:lnTo>
                    <a:pt x="3844" y="3655"/>
                  </a:lnTo>
                  <a:cubicBezTo>
                    <a:pt x="3435" y="3246"/>
                    <a:pt x="3372" y="2710"/>
                    <a:pt x="3561" y="2238"/>
                  </a:cubicBezTo>
                  <a:close/>
                  <a:moveTo>
                    <a:pt x="10965" y="2899"/>
                  </a:moveTo>
                  <a:lnTo>
                    <a:pt x="11563" y="3498"/>
                  </a:lnTo>
                  <a:lnTo>
                    <a:pt x="8192" y="6837"/>
                  </a:lnTo>
                  <a:lnTo>
                    <a:pt x="7625" y="6239"/>
                  </a:lnTo>
                  <a:lnTo>
                    <a:pt x="10965" y="2899"/>
                  </a:lnTo>
                  <a:close/>
                  <a:moveTo>
                    <a:pt x="10492" y="9200"/>
                  </a:moveTo>
                  <a:lnTo>
                    <a:pt x="12225" y="10901"/>
                  </a:lnTo>
                  <a:cubicBezTo>
                    <a:pt x="12048" y="10984"/>
                    <a:pt x="11859" y="11027"/>
                    <a:pt x="11671" y="11027"/>
                  </a:cubicBezTo>
                  <a:cubicBezTo>
                    <a:pt x="11355" y="11027"/>
                    <a:pt x="11044" y="10906"/>
                    <a:pt x="10807" y="10649"/>
                  </a:cubicBezTo>
                  <a:lnTo>
                    <a:pt x="9925" y="9799"/>
                  </a:lnTo>
                  <a:lnTo>
                    <a:pt x="10208" y="9515"/>
                  </a:lnTo>
                  <a:cubicBezTo>
                    <a:pt x="10334" y="9389"/>
                    <a:pt x="10397" y="9326"/>
                    <a:pt x="10492" y="9200"/>
                  </a:cubicBezTo>
                  <a:close/>
                  <a:moveTo>
                    <a:pt x="2962" y="11059"/>
                  </a:moveTo>
                  <a:lnTo>
                    <a:pt x="3403" y="11500"/>
                  </a:lnTo>
                  <a:lnTo>
                    <a:pt x="2143" y="12319"/>
                  </a:lnTo>
                  <a:lnTo>
                    <a:pt x="2962" y="11059"/>
                  </a:lnTo>
                  <a:close/>
                  <a:moveTo>
                    <a:pt x="6996" y="4146"/>
                  </a:moveTo>
                  <a:cubicBezTo>
                    <a:pt x="7395" y="4146"/>
                    <a:pt x="7791" y="4258"/>
                    <a:pt x="8129" y="4474"/>
                  </a:cubicBezTo>
                  <a:lnTo>
                    <a:pt x="6711" y="5892"/>
                  </a:lnTo>
                  <a:cubicBezTo>
                    <a:pt x="6554" y="6050"/>
                    <a:pt x="6554" y="6333"/>
                    <a:pt x="6711" y="6491"/>
                  </a:cubicBezTo>
                  <a:lnTo>
                    <a:pt x="7877" y="7656"/>
                  </a:lnTo>
                  <a:cubicBezTo>
                    <a:pt x="7956" y="7735"/>
                    <a:pt x="8066" y="7775"/>
                    <a:pt x="8176" y="7775"/>
                  </a:cubicBezTo>
                  <a:cubicBezTo>
                    <a:pt x="8287" y="7775"/>
                    <a:pt x="8397" y="7735"/>
                    <a:pt x="8476" y="7656"/>
                  </a:cubicBezTo>
                  <a:lnTo>
                    <a:pt x="9893" y="6239"/>
                  </a:lnTo>
                  <a:cubicBezTo>
                    <a:pt x="10145" y="6648"/>
                    <a:pt x="10240" y="7026"/>
                    <a:pt x="10240" y="7436"/>
                  </a:cubicBezTo>
                  <a:cubicBezTo>
                    <a:pt x="10240" y="7971"/>
                    <a:pt x="10051" y="8476"/>
                    <a:pt x="9673" y="8885"/>
                  </a:cubicBezTo>
                  <a:lnTo>
                    <a:pt x="9232" y="9326"/>
                  </a:lnTo>
                  <a:cubicBezTo>
                    <a:pt x="9086" y="9286"/>
                    <a:pt x="8937" y="9266"/>
                    <a:pt x="8788" y="9266"/>
                  </a:cubicBezTo>
                  <a:cubicBezTo>
                    <a:pt x="8356" y="9266"/>
                    <a:pt x="7929" y="9431"/>
                    <a:pt x="7625" y="9736"/>
                  </a:cubicBezTo>
                  <a:cubicBezTo>
                    <a:pt x="7310" y="10051"/>
                    <a:pt x="7152" y="10492"/>
                    <a:pt x="7089" y="10933"/>
                  </a:cubicBezTo>
                  <a:cubicBezTo>
                    <a:pt x="7089" y="11405"/>
                    <a:pt x="7247" y="11784"/>
                    <a:pt x="7562" y="12099"/>
                  </a:cubicBezTo>
                  <a:lnTo>
                    <a:pt x="7310" y="12382"/>
                  </a:lnTo>
                  <a:cubicBezTo>
                    <a:pt x="6743" y="12949"/>
                    <a:pt x="6050" y="13264"/>
                    <a:pt x="5262" y="13264"/>
                  </a:cubicBezTo>
                  <a:cubicBezTo>
                    <a:pt x="4538" y="13264"/>
                    <a:pt x="3844" y="12981"/>
                    <a:pt x="3309" y="12508"/>
                  </a:cubicBezTo>
                  <a:lnTo>
                    <a:pt x="4317" y="11878"/>
                  </a:lnTo>
                  <a:cubicBezTo>
                    <a:pt x="4412" y="11784"/>
                    <a:pt x="4475" y="11689"/>
                    <a:pt x="4506" y="11563"/>
                  </a:cubicBezTo>
                  <a:cubicBezTo>
                    <a:pt x="4506" y="11437"/>
                    <a:pt x="4475" y="11311"/>
                    <a:pt x="4380" y="11216"/>
                  </a:cubicBezTo>
                  <a:lnTo>
                    <a:pt x="3214" y="10019"/>
                  </a:lnTo>
                  <a:cubicBezTo>
                    <a:pt x="3120" y="9956"/>
                    <a:pt x="2994" y="9893"/>
                    <a:pt x="2836" y="9893"/>
                  </a:cubicBezTo>
                  <a:cubicBezTo>
                    <a:pt x="2742" y="9893"/>
                    <a:pt x="2616" y="9988"/>
                    <a:pt x="2521" y="10114"/>
                  </a:cubicBezTo>
                  <a:lnTo>
                    <a:pt x="1891" y="11090"/>
                  </a:lnTo>
                  <a:cubicBezTo>
                    <a:pt x="883" y="9956"/>
                    <a:pt x="914" y="8223"/>
                    <a:pt x="2017" y="7121"/>
                  </a:cubicBezTo>
                  <a:lnTo>
                    <a:pt x="2301" y="6837"/>
                  </a:lnTo>
                  <a:cubicBezTo>
                    <a:pt x="2616" y="7152"/>
                    <a:pt x="3057" y="7310"/>
                    <a:pt x="3466" y="7310"/>
                  </a:cubicBezTo>
                  <a:cubicBezTo>
                    <a:pt x="3907" y="7310"/>
                    <a:pt x="4348" y="7121"/>
                    <a:pt x="4664" y="6806"/>
                  </a:cubicBezTo>
                  <a:cubicBezTo>
                    <a:pt x="5105" y="6365"/>
                    <a:pt x="5262" y="5766"/>
                    <a:pt x="5105" y="5168"/>
                  </a:cubicBezTo>
                  <a:lnTo>
                    <a:pt x="5514" y="4758"/>
                  </a:lnTo>
                  <a:cubicBezTo>
                    <a:pt x="5928" y="4344"/>
                    <a:pt x="6465" y="4146"/>
                    <a:pt x="6996" y="4146"/>
                  </a:cubicBezTo>
                  <a:close/>
                  <a:moveTo>
                    <a:pt x="12382" y="1"/>
                  </a:moveTo>
                  <a:cubicBezTo>
                    <a:pt x="12256" y="1"/>
                    <a:pt x="12130" y="64"/>
                    <a:pt x="12067" y="158"/>
                  </a:cubicBezTo>
                  <a:lnTo>
                    <a:pt x="10649" y="2080"/>
                  </a:lnTo>
                  <a:lnTo>
                    <a:pt x="8759" y="3970"/>
                  </a:lnTo>
                  <a:cubicBezTo>
                    <a:pt x="8249" y="3583"/>
                    <a:pt x="7634" y="3393"/>
                    <a:pt x="7024" y="3393"/>
                  </a:cubicBezTo>
                  <a:cubicBezTo>
                    <a:pt x="6692" y="3393"/>
                    <a:pt x="6361" y="3450"/>
                    <a:pt x="6050" y="3561"/>
                  </a:cubicBezTo>
                  <a:lnTo>
                    <a:pt x="2616" y="158"/>
                  </a:lnTo>
                  <a:cubicBezTo>
                    <a:pt x="2537" y="79"/>
                    <a:pt x="2427" y="40"/>
                    <a:pt x="2316" y="40"/>
                  </a:cubicBezTo>
                  <a:cubicBezTo>
                    <a:pt x="2206" y="40"/>
                    <a:pt x="2096" y="79"/>
                    <a:pt x="2017" y="158"/>
                  </a:cubicBezTo>
                  <a:cubicBezTo>
                    <a:pt x="1860" y="316"/>
                    <a:pt x="1860" y="568"/>
                    <a:pt x="2017" y="725"/>
                  </a:cubicBezTo>
                  <a:lnTo>
                    <a:pt x="2931" y="1639"/>
                  </a:lnTo>
                  <a:cubicBezTo>
                    <a:pt x="2427" y="2427"/>
                    <a:pt x="2490" y="3529"/>
                    <a:pt x="3214" y="4254"/>
                  </a:cubicBezTo>
                  <a:lnTo>
                    <a:pt x="4222" y="5262"/>
                  </a:lnTo>
                  <a:cubicBezTo>
                    <a:pt x="4222" y="5294"/>
                    <a:pt x="4222" y="5325"/>
                    <a:pt x="4254" y="5388"/>
                  </a:cubicBezTo>
                  <a:cubicBezTo>
                    <a:pt x="4412" y="5703"/>
                    <a:pt x="4348" y="6081"/>
                    <a:pt x="4096" y="6333"/>
                  </a:cubicBezTo>
                  <a:cubicBezTo>
                    <a:pt x="3948" y="6499"/>
                    <a:pt x="3721" y="6586"/>
                    <a:pt x="3493" y="6586"/>
                  </a:cubicBezTo>
                  <a:cubicBezTo>
                    <a:pt x="3287" y="6586"/>
                    <a:pt x="3080" y="6514"/>
                    <a:pt x="2931" y="6365"/>
                  </a:cubicBezTo>
                  <a:lnTo>
                    <a:pt x="2647" y="6081"/>
                  </a:lnTo>
                  <a:cubicBezTo>
                    <a:pt x="2568" y="6002"/>
                    <a:pt x="2458" y="5963"/>
                    <a:pt x="2348" y="5963"/>
                  </a:cubicBezTo>
                  <a:cubicBezTo>
                    <a:pt x="2238" y="5963"/>
                    <a:pt x="2127" y="6002"/>
                    <a:pt x="2049" y="6081"/>
                  </a:cubicBezTo>
                  <a:lnTo>
                    <a:pt x="1482" y="6680"/>
                  </a:lnTo>
                  <a:cubicBezTo>
                    <a:pt x="1" y="8129"/>
                    <a:pt x="1" y="10492"/>
                    <a:pt x="1482" y="11973"/>
                  </a:cubicBezTo>
                  <a:lnTo>
                    <a:pt x="442" y="13579"/>
                  </a:lnTo>
                  <a:cubicBezTo>
                    <a:pt x="316" y="13737"/>
                    <a:pt x="379" y="13957"/>
                    <a:pt x="473" y="14083"/>
                  </a:cubicBezTo>
                  <a:cubicBezTo>
                    <a:pt x="562" y="14154"/>
                    <a:pt x="670" y="14195"/>
                    <a:pt x="776" y="14195"/>
                  </a:cubicBezTo>
                  <a:cubicBezTo>
                    <a:pt x="859" y="14195"/>
                    <a:pt x="940" y="14170"/>
                    <a:pt x="1009" y="14115"/>
                  </a:cubicBezTo>
                  <a:lnTo>
                    <a:pt x="2616" y="13107"/>
                  </a:lnTo>
                  <a:cubicBezTo>
                    <a:pt x="3309" y="13800"/>
                    <a:pt x="4254" y="14209"/>
                    <a:pt x="5262" y="14209"/>
                  </a:cubicBezTo>
                  <a:cubicBezTo>
                    <a:pt x="6239" y="14209"/>
                    <a:pt x="7184" y="13800"/>
                    <a:pt x="7877" y="13107"/>
                  </a:cubicBezTo>
                  <a:lnTo>
                    <a:pt x="8476" y="12508"/>
                  </a:lnTo>
                  <a:cubicBezTo>
                    <a:pt x="8633" y="12351"/>
                    <a:pt x="8633" y="12067"/>
                    <a:pt x="8476" y="11910"/>
                  </a:cubicBezTo>
                  <a:lnTo>
                    <a:pt x="8192" y="11657"/>
                  </a:lnTo>
                  <a:cubicBezTo>
                    <a:pt x="7877" y="11342"/>
                    <a:pt x="7877" y="10775"/>
                    <a:pt x="8255" y="10460"/>
                  </a:cubicBezTo>
                  <a:cubicBezTo>
                    <a:pt x="8400" y="10315"/>
                    <a:pt x="8627" y="10225"/>
                    <a:pt x="8856" y="10225"/>
                  </a:cubicBezTo>
                  <a:cubicBezTo>
                    <a:pt x="8974" y="10225"/>
                    <a:pt x="9093" y="10249"/>
                    <a:pt x="9200" y="10303"/>
                  </a:cubicBezTo>
                  <a:cubicBezTo>
                    <a:pt x="9232" y="10303"/>
                    <a:pt x="9263" y="10334"/>
                    <a:pt x="9295" y="10334"/>
                  </a:cubicBezTo>
                  <a:lnTo>
                    <a:pt x="10334" y="11374"/>
                  </a:lnTo>
                  <a:cubicBezTo>
                    <a:pt x="10736" y="11775"/>
                    <a:pt x="11274" y="11976"/>
                    <a:pt x="11809" y="11976"/>
                  </a:cubicBezTo>
                  <a:cubicBezTo>
                    <a:pt x="12199" y="11976"/>
                    <a:pt x="12586" y="11870"/>
                    <a:pt x="12918" y="11657"/>
                  </a:cubicBezTo>
                  <a:lnTo>
                    <a:pt x="13831" y="12540"/>
                  </a:lnTo>
                  <a:cubicBezTo>
                    <a:pt x="13910" y="12618"/>
                    <a:pt x="14021" y="12658"/>
                    <a:pt x="14131" y="12658"/>
                  </a:cubicBezTo>
                  <a:cubicBezTo>
                    <a:pt x="14241" y="12658"/>
                    <a:pt x="14351" y="12618"/>
                    <a:pt x="14430" y="12540"/>
                  </a:cubicBezTo>
                  <a:cubicBezTo>
                    <a:pt x="14588" y="12382"/>
                    <a:pt x="14588" y="12130"/>
                    <a:pt x="14430" y="11973"/>
                  </a:cubicBezTo>
                  <a:lnTo>
                    <a:pt x="10996" y="8539"/>
                  </a:lnTo>
                  <a:cubicBezTo>
                    <a:pt x="11122" y="8223"/>
                    <a:pt x="11154" y="7908"/>
                    <a:pt x="11154" y="7562"/>
                  </a:cubicBezTo>
                  <a:cubicBezTo>
                    <a:pt x="11154" y="6932"/>
                    <a:pt x="10965" y="6333"/>
                    <a:pt x="10555" y="5829"/>
                  </a:cubicBezTo>
                  <a:lnTo>
                    <a:pt x="12445" y="3939"/>
                  </a:lnTo>
                  <a:lnTo>
                    <a:pt x="14399" y="2521"/>
                  </a:lnTo>
                  <a:cubicBezTo>
                    <a:pt x="14493" y="2427"/>
                    <a:pt x="14556" y="2301"/>
                    <a:pt x="14556" y="2206"/>
                  </a:cubicBezTo>
                  <a:lnTo>
                    <a:pt x="14556" y="536"/>
                  </a:lnTo>
                  <a:cubicBezTo>
                    <a:pt x="14462" y="190"/>
                    <a:pt x="14273" y="1"/>
                    <a:pt x="14021" y="1"/>
                  </a:cubicBezTo>
                  <a:close/>
                </a:path>
              </a:pathLst>
            </a:custGeom>
            <a:grpFill/>
            <a:ln>
              <a:noFill/>
            </a:ln>
          </p:spPr>
          <p:txBody>
            <a:bodyPr spcFirstLastPara="1" wrap="square" lIns="62728" tIns="62728" rIns="62728" bIns="62728" anchor="ctr" anchorCtr="0">
              <a:noAutofit/>
            </a:bodyPr>
            <a:lstStyle/>
            <a:p>
              <a:endParaRPr sz="764"/>
            </a:p>
          </p:txBody>
        </p:sp>
        <p:sp>
          <p:nvSpPr>
            <p:cNvPr id="1298" name="Google Shape;7912;p66">
              <a:extLst>
                <a:ext uri="{FF2B5EF4-FFF2-40B4-BE49-F238E27FC236}">
                  <a16:creationId xmlns:a16="http://schemas.microsoft.com/office/drawing/2014/main" id="{D7B5CDE8-D4C2-4E43-9E86-4BF9FC31DC36}"/>
                </a:ext>
              </a:extLst>
            </p:cNvPr>
            <p:cNvSpPr/>
            <p:nvPr/>
          </p:nvSpPr>
          <p:spPr>
            <a:xfrm>
              <a:off x="-8637625" y="2231725"/>
              <a:ext cx="81950" cy="32525"/>
            </a:xfrm>
            <a:custGeom>
              <a:avLst/>
              <a:gdLst/>
              <a:ahLst/>
              <a:cxnLst/>
              <a:rect l="l" t="t" r="r" b="b"/>
              <a:pathLst>
                <a:path w="3278" h="1301" extrusionOk="0">
                  <a:moveTo>
                    <a:pt x="2226" y="0"/>
                  </a:moveTo>
                  <a:cubicBezTo>
                    <a:pt x="1907" y="0"/>
                    <a:pt x="1592" y="126"/>
                    <a:pt x="1355" y="378"/>
                  </a:cubicBezTo>
                  <a:cubicBezTo>
                    <a:pt x="1277" y="457"/>
                    <a:pt x="1166" y="497"/>
                    <a:pt x="1056" y="497"/>
                  </a:cubicBezTo>
                  <a:cubicBezTo>
                    <a:pt x="946" y="497"/>
                    <a:pt x="835" y="457"/>
                    <a:pt x="757" y="378"/>
                  </a:cubicBezTo>
                  <a:cubicBezTo>
                    <a:pt x="678" y="300"/>
                    <a:pt x="568" y="260"/>
                    <a:pt x="457" y="260"/>
                  </a:cubicBezTo>
                  <a:cubicBezTo>
                    <a:pt x="347" y="260"/>
                    <a:pt x="237" y="300"/>
                    <a:pt x="158" y="378"/>
                  </a:cubicBezTo>
                  <a:cubicBezTo>
                    <a:pt x="1" y="536"/>
                    <a:pt x="1" y="788"/>
                    <a:pt x="158" y="946"/>
                  </a:cubicBezTo>
                  <a:cubicBezTo>
                    <a:pt x="394" y="1182"/>
                    <a:pt x="709" y="1300"/>
                    <a:pt x="1028" y="1300"/>
                  </a:cubicBezTo>
                  <a:cubicBezTo>
                    <a:pt x="1347" y="1300"/>
                    <a:pt x="1670" y="1182"/>
                    <a:pt x="1922" y="946"/>
                  </a:cubicBezTo>
                  <a:cubicBezTo>
                    <a:pt x="2001" y="867"/>
                    <a:pt x="2111" y="827"/>
                    <a:pt x="2222" y="827"/>
                  </a:cubicBezTo>
                  <a:cubicBezTo>
                    <a:pt x="2332" y="827"/>
                    <a:pt x="2442" y="867"/>
                    <a:pt x="2521" y="946"/>
                  </a:cubicBezTo>
                  <a:cubicBezTo>
                    <a:pt x="2600" y="1024"/>
                    <a:pt x="2710" y="1064"/>
                    <a:pt x="2820" y="1064"/>
                  </a:cubicBezTo>
                  <a:cubicBezTo>
                    <a:pt x="2931" y="1064"/>
                    <a:pt x="3041" y="1024"/>
                    <a:pt x="3120" y="946"/>
                  </a:cubicBezTo>
                  <a:cubicBezTo>
                    <a:pt x="3277" y="788"/>
                    <a:pt x="3277" y="536"/>
                    <a:pt x="3120" y="378"/>
                  </a:cubicBezTo>
                  <a:cubicBezTo>
                    <a:pt x="2868" y="126"/>
                    <a:pt x="2545" y="0"/>
                    <a:pt x="2226" y="0"/>
                  </a:cubicBezTo>
                  <a:close/>
                </a:path>
              </a:pathLst>
            </a:custGeom>
            <a:grpFill/>
            <a:ln>
              <a:noFill/>
            </a:ln>
          </p:spPr>
          <p:txBody>
            <a:bodyPr spcFirstLastPara="1" wrap="square" lIns="62728" tIns="62728" rIns="62728" bIns="62728" anchor="ctr" anchorCtr="0">
              <a:noAutofit/>
            </a:bodyPr>
            <a:lstStyle/>
            <a:p>
              <a:endParaRPr sz="764"/>
            </a:p>
          </p:txBody>
        </p:sp>
        <p:sp>
          <p:nvSpPr>
            <p:cNvPr id="1299" name="Google Shape;7913;p66">
              <a:extLst>
                <a:ext uri="{FF2B5EF4-FFF2-40B4-BE49-F238E27FC236}">
                  <a16:creationId xmlns:a16="http://schemas.microsoft.com/office/drawing/2014/main" id="{46167FEB-F45A-4F92-80EF-CED13E6C1FF2}"/>
                </a:ext>
              </a:extLst>
            </p:cNvPr>
            <p:cNvSpPr/>
            <p:nvPr/>
          </p:nvSpPr>
          <p:spPr>
            <a:xfrm>
              <a:off x="-8558075" y="2267375"/>
              <a:ext cx="38625" cy="79950"/>
            </a:xfrm>
            <a:custGeom>
              <a:avLst/>
              <a:gdLst/>
              <a:ahLst/>
              <a:cxnLst/>
              <a:rect l="l" t="t" r="r" b="b"/>
              <a:pathLst>
                <a:path w="1545" h="3198" extrusionOk="0">
                  <a:moveTo>
                    <a:pt x="772" y="0"/>
                  </a:moveTo>
                  <a:cubicBezTo>
                    <a:pt x="662" y="0"/>
                    <a:pt x="552" y="39"/>
                    <a:pt x="473" y="118"/>
                  </a:cubicBezTo>
                  <a:cubicBezTo>
                    <a:pt x="316" y="276"/>
                    <a:pt x="316" y="559"/>
                    <a:pt x="473" y="717"/>
                  </a:cubicBezTo>
                  <a:cubicBezTo>
                    <a:pt x="631" y="874"/>
                    <a:pt x="631" y="1158"/>
                    <a:pt x="473" y="1315"/>
                  </a:cubicBezTo>
                  <a:cubicBezTo>
                    <a:pt x="1" y="1788"/>
                    <a:pt x="1" y="2576"/>
                    <a:pt x="473" y="3080"/>
                  </a:cubicBezTo>
                  <a:cubicBezTo>
                    <a:pt x="552" y="3158"/>
                    <a:pt x="662" y="3198"/>
                    <a:pt x="772" y="3198"/>
                  </a:cubicBezTo>
                  <a:cubicBezTo>
                    <a:pt x="883" y="3198"/>
                    <a:pt x="993" y="3158"/>
                    <a:pt x="1072" y="3080"/>
                  </a:cubicBezTo>
                  <a:cubicBezTo>
                    <a:pt x="1229" y="2922"/>
                    <a:pt x="1229" y="2639"/>
                    <a:pt x="1072" y="2481"/>
                  </a:cubicBezTo>
                  <a:cubicBezTo>
                    <a:pt x="914" y="2324"/>
                    <a:pt x="914" y="2040"/>
                    <a:pt x="1072" y="1882"/>
                  </a:cubicBezTo>
                  <a:cubicBezTo>
                    <a:pt x="1544" y="1378"/>
                    <a:pt x="1544" y="591"/>
                    <a:pt x="1072" y="118"/>
                  </a:cubicBezTo>
                  <a:cubicBezTo>
                    <a:pt x="993" y="39"/>
                    <a:pt x="883" y="0"/>
                    <a:pt x="772" y="0"/>
                  </a:cubicBezTo>
                  <a:close/>
                </a:path>
              </a:pathLst>
            </a:custGeom>
            <a:grpFill/>
            <a:ln>
              <a:noFill/>
            </a:ln>
          </p:spPr>
          <p:txBody>
            <a:bodyPr spcFirstLastPara="1" wrap="square" lIns="62728" tIns="62728" rIns="62728" bIns="62728" anchor="ctr" anchorCtr="0">
              <a:noAutofit/>
            </a:bodyPr>
            <a:lstStyle/>
            <a:p>
              <a:endParaRPr sz="764"/>
            </a:p>
          </p:txBody>
        </p:sp>
      </p:grpSp>
      <p:sp>
        <p:nvSpPr>
          <p:cNvPr id="1233" name="Google Shape;7914;p66">
            <a:extLst>
              <a:ext uri="{FF2B5EF4-FFF2-40B4-BE49-F238E27FC236}">
                <a16:creationId xmlns:a16="http://schemas.microsoft.com/office/drawing/2014/main" id="{F03FB402-272E-4FF7-BD7F-0EB42EBB687D}"/>
              </a:ext>
            </a:extLst>
          </p:cNvPr>
          <p:cNvSpPr/>
          <p:nvPr/>
        </p:nvSpPr>
        <p:spPr>
          <a:xfrm>
            <a:off x="6678764" y="5360076"/>
            <a:ext cx="206183" cy="233831"/>
          </a:xfrm>
          <a:custGeom>
            <a:avLst/>
            <a:gdLst/>
            <a:ahLst/>
            <a:cxnLst/>
            <a:rect l="l" t="t" r="r" b="b"/>
            <a:pathLst>
              <a:path w="12446" h="14115" extrusionOk="0">
                <a:moveTo>
                  <a:pt x="10744" y="788"/>
                </a:moveTo>
                <a:cubicBezTo>
                  <a:pt x="11216" y="788"/>
                  <a:pt x="11563" y="1135"/>
                  <a:pt x="11563" y="1607"/>
                </a:cubicBezTo>
                <a:cubicBezTo>
                  <a:pt x="11563" y="2080"/>
                  <a:pt x="11216" y="2458"/>
                  <a:pt x="10744" y="2458"/>
                </a:cubicBezTo>
                <a:cubicBezTo>
                  <a:pt x="10492" y="2458"/>
                  <a:pt x="10303" y="2647"/>
                  <a:pt x="10303" y="2867"/>
                </a:cubicBezTo>
                <a:cubicBezTo>
                  <a:pt x="10303" y="3119"/>
                  <a:pt x="10492" y="3308"/>
                  <a:pt x="10744" y="3308"/>
                </a:cubicBezTo>
                <a:lnTo>
                  <a:pt x="10744" y="4884"/>
                </a:lnTo>
                <a:cubicBezTo>
                  <a:pt x="10744" y="4947"/>
                  <a:pt x="10775" y="5041"/>
                  <a:pt x="10807" y="5073"/>
                </a:cubicBezTo>
                <a:cubicBezTo>
                  <a:pt x="11342" y="5892"/>
                  <a:pt x="11563" y="6900"/>
                  <a:pt x="11563" y="7877"/>
                </a:cubicBezTo>
                <a:cubicBezTo>
                  <a:pt x="11563" y="8822"/>
                  <a:pt x="11342" y="9735"/>
                  <a:pt x="10870" y="10523"/>
                </a:cubicBezTo>
                <a:lnTo>
                  <a:pt x="10145" y="10050"/>
                </a:lnTo>
                <a:cubicBezTo>
                  <a:pt x="10523" y="9357"/>
                  <a:pt x="10712" y="8633"/>
                  <a:pt x="10712" y="7845"/>
                </a:cubicBezTo>
                <a:cubicBezTo>
                  <a:pt x="10712" y="6931"/>
                  <a:pt x="10429" y="6018"/>
                  <a:pt x="9956" y="5262"/>
                </a:cubicBezTo>
                <a:cubicBezTo>
                  <a:pt x="9925" y="5199"/>
                  <a:pt x="9893" y="5104"/>
                  <a:pt x="9893" y="5041"/>
                </a:cubicBezTo>
                <a:lnTo>
                  <a:pt x="9893" y="1576"/>
                </a:lnTo>
                <a:cubicBezTo>
                  <a:pt x="9925" y="1198"/>
                  <a:pt x="10271" y="788"/>
                  <a:pt x="10744" y="788"/>
                </a:cubicBezTo>
                <a:close/>
                <a:moveTo>
                  <a:pt x="1639" y="788"/>
                </a:moveTo>
                <a:cubicBezTo>
                  <a:pt x="2111" y="788"/>
                  <a:pt x="2458" y="1135"/>
                  <a:pt x="2458" y="1607"/>
                </a:cubicBezTo>
                <a:lnTo>
                  <a:pt x="2458" y="5073"/>
                </a:lnTo>
                <a:cubicBezTo>
                  <a:pt x="2458" y="5167"/>
                  <a:pt x="2427" y="5230"/>
                  <a:pt x="2395" y="5325"/>
                </a:cubicBezTo>
                <a:cubicBezTo>
                  <a:pt x="1922" y="6081"/>
                  <a:pt x="1639" y="6963"/>
                  <a:pt x="1639" y="7877"/>
                </a:cubicBezTo>
                <a:cubicBezTo>
                  <a:pt x="1639" y="8664"/>
                  <a:pt x="1828" y="9420"/>
                  <a:pt x="2206" y="10082"/>
                </a:cubicBezTo>
                <a:lnTo>
                  <a:pt x="1481" y="10554"/>
                </a:lnTo>
                <a:cubicBezTo>
                  <a:pt x="1040" y="9767"/>
                  <a:pt x="788" y="8853"/>
                  <a:pt x="788" y="7908"/>
                </a:cubicBezTo>
                <a:cubicBezTo>
                  <a:pt x="788" y="6931"/>
                  <a:pt x="1040" y="5955"/>
                  <a:pt x="1513" y="5136"/>
                </a:cubicBezTo>
                <a:cubicBezTo>
                  <a:pt x="1576" y="5041"/>
                  <a:pt x="1607" y="4978"/>
                  <a:pt x="1607" y="4915"/>
                </a:cubicBezTo>
                <a:lnTo>
                  <a:pt x="1607" y="3340"/>
                </a:lnTo>
                <a:cubicBezTo>
                  <a:pt x="1891" y="3277"/>
                  <a:pt x="2048" y="3119"/>
                  <a:pt x="2048" y="2867"/>
                </a:cubicBezTo>
                <a:cubicBezTo>
                  <a:pt x="2048" y="2647"/>
                  <a:pt x="1828" y="2458"/>
                  <a:pt x="1639" y="2458"/>
                </a:cubicBezTo>
                <a:cubicBezTo>
                  <a:pt x="1166" y="2458"/>
                  <a:pt x="820" y="2080"/>
                  <a:pt x="820" y="1607"/>
                </a:cubicBezTo>
                <a:cubicBezTo>
                  <a:pt x="820" y="1135"/>
                  <a:pt x="1166" y="788"/>
                  <a:pt x="1639" y="788"/>
                </a:cubicBezTo>
                <a:close/>
                <a:moveTo>
                  <a:pt x="4128" y="3277"/>
                </a:moveTo>
                <a:lnTo>
                  <a:pt x="4128" y="10964"/>
                </a:lnTo>
                <a:cubicBezTo>
                  <a:pt x="3151" y="10271"/>
                  <a:pt x="2458" y="9137"/>
                  <a:pt x="2458" y="7845"/>
                </a:cubicBezTo>
                <a:cubicBezTo>
                  <a:pt x="2458" y="7089"/>
                  <a:pt x="2710" y="6333"/>
                  <a:pt x="3088" y="5766"/>
                </a:cubicBezTo>
                <a:cubicBezTo>
                  <a:pt x="3214" y="5545"/>
                  <a:pt x="3309" y="5325"/>
                  <a:pt x="3309" y="5073"/>
                </a:cubicBezTo>
                <a:lnTo>
                  <a:pt x="3309" y="3277"/>
                </a:lnTo>
                <a:close/>
                <a:moveTo>
                  <a:pt x="9074" y="3277"/>
                </a:moveTo>
                <a:lnTo>
                  <a:pt x="9074" y="5073"/>
                </a:lnTo>
                <a:cubicBezTo>
                  <a:pt x="9074" y="5325"/>
                  <a:pt x="9169" y="5545"/>
                  <a:pt x="9295" y="5797"/>
                </a:cubicBezTo>
                <a:cubicBezTo>
                  <a:pt x="9673" y="6396"/>
                  <a:pt x="9925" y="7120"/>
                  <a:pt x="9925" y="7877"/>
                </a:cubicBezTo>
                <a:cubicBezTo>
                  <a:pt x="9925" y="9168"/>
                  <a:pt x="9232" y="10334"/>
                  <a:pt x="8255" y="10996"/>
                </a:cubicBezTo>
                <a:lnTo>
                  <a:pt x="8255" y="3277"/>
                </a:lnTo>
                <a:close/>
                <a:moveTo>
                  <a:pt x="5766" y="3277"/>
                </a:moveTo>
                <a:lnTo>
                  <a:pt x="5766" y="11594"/>
                </a:lnTo>
                <a:cubicBezTo>
                  <a:pt x="5514" y="11531"/>
                  <a:pt x="5230" y="11500"/>
                  <a:pt x="4947" y="11374"/>
                </a:cubicBezTo>
                <a:lnTo>
                  <a:pt x="4947" y="3277"/>
                </a:lnTo>
                <a:close/>
                <a:moveTo>
                  <a:pt x="7436" y="3277"/>
                </a:moveTo>
                <a:lnTo>
                  <a:pt x="7436" y="11374"/>
                </a:lnTo>
                <a:cubicBezTo>
                  <a:pt x="7152" y="11500"/>
                  <a:pt x="6869" y="11531"/>
                  <a:pt x="6617" y="11594"/>
                </a:cubicBezTo>
                <a:lnTo>
                  <a:pt x="6617" y="3277"/>
                </a:lnTo>
                <a:close/>
                <a:moveTo>
                  <a:pt x="9767" y="10743"/>
                </a:moveTo>
                <a:lnTo>
                  <a:pt x="10460" y="11216"/>
                </a:lnTo>
                <a:cubicBezTo>
                  <a:pt x="9452" y="12445"/>
                  <a:pt x="7908" y="13264"/>
                  <a:pt x="6176" y="13264"/>
                </a:cubicBezTo>
                <a:cubicBezTo>
                  <a:pt x="4474" y="13264"/>
                  <a:pt x="2931" y="12445"/>
                  <a:pt x="1954" y="11216"/>
                </a:cubicBezTo>
                <a:lnTo>
                  <a:pt x="2679" y="10743"/>
                </a:lnTo>
                <a:cubicBezTo>
                  <a:pt x="3529" y="11815"/>
                  <a:pt x="4789" y="12445"/>
                  <a:pt x="6207" y="12445"/>
                </a:cubicBezTo>
                <a:cubicBezTo>
                  <a:pt x="7625" y="12445"/>
                  <a:pt x="8885" y="11783"/>
                  <a:pt x="9767" y="10743"/>
                </a:cubicBezTo>
                <a:close/>
                <a:moveTo>
                  <a:pt x="1670" y="0"/>
                </a:moveTo>
                <a:cubicBezTo>
                  <a:pt x="788" y="0"/>
                  <a:pt x="32" y="756"/>
                  <a:pt x="32" y="1670"/>
                </a:cubicBezTo>
                <a:cubicBezTo>
                  <a:pt x="32" y="2300"/>
                  <a:pt x="347" y="2804"/>
                  <a:pt x="851" y="3088"/>
                </a:cubicBezTo>
                <a:lnTo>
                  <a:pt x="851" y="4758"/>
                </a:lnTo>
                <a:cubicBezTo>
                  <a:pt x="253" y="5671"/>
                  <a:pt x="1" y="6742"/>
                  <a:pt x="1" y="7877"/>
                </a:cubicBezTo>
                <a:cubicBezTo>
                  <a:pt x="1" y="11279"/>
                  <a:pt x="2742" y="14114"/>
                  <a:pt x="6207" y="14114"/>
                </a:cubicBezTo>
                <a:cubicBezTo>
                  <a:pt x="9673" y="14114"/>
                  <a:pt x="12445" y="11279"/>
                  <a:pt x="12445" y="7877"/>
                </a:cubicBezTo>
                <a:cubicBezTo>
                  <a:pt x="12445" y="6774"/>
                  <a:pt x="12162" y="5703"/>
                  <a:pt x="11594" y="4758"/>
                </a:cubicBezTo>
                <a:lnTo>
                  <a:pt x="11594" y="3088"/>
                </a:lnTo>
                <a:cubicBezTo>
                  <a:pt x="12130" y="2804"/>
                  <a:pt x="12445" y="2237"/>
                  <a:pt x="12445" y="1670"/>
                </a:cubicBezTo>
                <a:cubicBezTo>
                  <a:pt x="12445" y="756"/>
                  <a:pt x="11689" y="0"/>
                  <a:pt x="10775" y="0"/>
                </a:cubicBezTo>
                <a:cubicBezTo>
                  <a:pt x="9862" y="0"/>
                  <a:pt x="9137" y="756"/>
                  <a:pt x="9137" y="1670"/>
                </a:cubicBezTo>
                <a:lnTo>
                  <a:pt x="9137" y="2489"/>
                </a:lnTo>
                <a:lnTo>
                  <a:pt x="3340" y="2489"/>
                </a:lnTo>
                <a:lnTo>
                  <a:pt x="3340" y="1670"/>
                </a:lnTo>
                <a:cubicBezTo>
                  <a:pt x="3340" y="756"/>
                  <a:pt x="2584" y="0"/>
                  <a:pt x="1670"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234" name="Google Shape;7915;p66">
            <a:extLst>
              <a:ext uri="{FF2B5EF4-FFF2-40B4-BE49-F238E27FC236}">
                <a16:creationId xmlns:a16="http://schemas.microsoft.com/office/drawing/2014/main" id="{726E2A78-72A9-42D4-9727-FEA20805D7FE}"/>
              </a:ext>
            </a:extLst>
          </p:cNvPr>
          <p:cNvGrpSpPr/>
          <p:nvPr/>
        </p:nvGrpSpPr>
        <p:grpSpPr>
          <a:xfrm>
            <a:off x="6663885" y="5639570"/>
            <a:ext cx="235919" cy="234461"/>
            <a:chOff x="-13095575" y="2073400"/>
            <a:chExt cx="356025" cy="353825"/>
          </a:xfrm>
          <a:solidFill>
            <a:schemeClr val="tx1"/>
          </a:solidFill>
        </p:grpSpPr>
        <p:sp>
          <p:nvSpPr>
            <p:cNvPr id="1289" name="Google Shape;7916;p66">
              <a:extLst>
                <a:ext uri="{FF2B5EF4-FFF2-40B4-BE49-F238E27FC236}">
                  <a16:creationId xmlns:a16="http://schemas.microsoft.com/office/drawing/2014/main" id="{4DCF14B8-2DC2-4284-98F1-7668F438CD44}"/>
                </a:ext>
              </a:extLst>
            </p:cNvPr>
            <p:cNvSpPr/>
            <p:nvPr/>
          </p:nvSpPr>
          <p:spPr>
            <a:xfrm>
              <a:off x="-13095575" y="2073400"/>
              <a:ext cx="356025" cy="353825"/>
            </a:xfrm>
            <a:custGeom>
              <a:avLst/>
              <a:gdLst/>
              <a:ahLst/>
              <a:cxnLst/>
              <a:rect l="l" t="t" r="r" b="b"/>
              <a:pathLst>
                <a:path w="14241" h="14153" extrusionOk="0">
                  <a:moveTo>
                    <a:pt x="12886" y="820"/>
                  </a:moveTo>
                  <a:cubicBezTo>
                    <a:pt x="13107" y="820"/>
                    <a:pt x="13327" y="1041"/>
                    <a:pt x="13327" y="1261"/>
                  </a:cubicBezTo>
                  <a:lnTo>
                    <a:pt x="13327" y="9578"/>
                  </a:lnTo>
                  <a:cubicBezTo>
                    <a:pt x="13327" y="9799"/>
                    <a:pt x="13107" y="9988"/>
                    <a:pt x="12886" y="9988"/>
                  </a:cubicBezTo>
                  <a:lnTo>
                    <a:pt x="1261" y="9988"/>
                  </a:lnTo>
                  <a:cubicBezTo>
                    <a:pt x="1040" y="9988"/>
                    <a:pt x="851" y="9799"/>
                    <a:pt x="851" y="9578"/>
                  </a:cubicBezTo>
                  <a:lnTo>
                    <a:pt x="851" y="1261"/>
                  </a:lnTo>
                  <a:cubicBezTo>
                    <a:pt x="851" y="1041"/>
                    <a:pt x="1040" y="820"/>
                    <a:pt x="1261" y="820"/>
                  </a:cubicBezTo>
                  <a:close/>
                  <a:moveTo>
                    <a:pt x="1261" y="1"/>
                  </a:moveTo>
                  <a:cubicBezTo>
                    <a:pt x="599" y="1"/>
                    <a:pt x="1" y="568"/>
                    <a:pt x="1" y="1261"/>
                  </a:cubicBezTo>
                  <a:lnTo>
                    <a:pt x="1" y="9578"/>
                  </a:lnTo>
                  <a:cubicBezTo>
                    <a:pt x="1" y="10240"/>
                    <a:pt x="568" y="10839"/>
                    <a:pt x="1261" y="10839"/>
                  </a:cubicBezTo>
                  <a:lnTo>
                    <a:pt x="6270" y="10839"/>
                  </a:lnTo>
                  <a:lnTo>
                    <a:pt x="4285" y="13485"/>
                  </a:lnTo>
                  <a:cubicBezTo>
                    <a:pt x="4191" y="13674"/>
                    <a:pt x="4191" y="13895"/>
                    <a:pt x="4380" y="14052"/>
                  </a:cubicBezTo>
                  <a:cubicBezTo>
                    <a:pt x="4465" y="14109"/>
                    <a:pt x="4562" y="14140"/>
                    <a:pt x="4659" y="14140"/>
                  </a:cubicBezTo>
                  <a:cubicBezTo>
                    <a:pt x="4776" y="14140"/>
                    <a:pt x="4892" y="14093"/>
                    <a:pt x="4978" y="13989"/>
                  </a:cubicBezTo>
                  <a:lnTo>
                    <a:pt x="6711" y="11658"/>
                  </a:lnTo>
                  <a:lnTo>
                    <a:pt x="6711" y="12918"/>
                  </a:lnTo>
                  <a:cubicBezTo>
                    <a:pt x="6711" y="13138"/>
                    <a:pt x="6900" y="13359"/>
                    <a:pt x="7089" y="13359"/>
                  </a:cubicBezTo>
                  <a:cubicBezTo>
                    <a:pt x="7310" y="13359"/>
                    <a:pt x="7530" y="13138"/>
                    <a:pt x="7530" y="12918"/>
                  </a:cubicBezTo>
                  <a:lnTo>
                    <a:pt x="7530" y="11658"/>
                  </a:lnTo>
                  <a:lnTo>
                    <a:pt x="9263" y="13989"/>
                  </a:lnTo>
                  <a:cubicBezTo>
                    <a:pt x="9335" y="14096"/>
                    <a:pt x="9457" y="14153"/>
                    <a:pt x="9584" y="14153"/>
                  </a:cubicBezTo>
                  <a:cubicBezTo>
                    <a:pt x="9681" y="14153"/>
                    <a:pt x="9780" y="14120"/>
                    <a:pt x="9862" y="14052"/>
                  </a:cubicBezTo>
                  <a:cubicBezTo>
                    <a:pt x="10051" y="13926"/>
                    <a:pt x="10082" y="13674"/>
                    <a:pt x="9925" y="13485"/>
                  </a:cubicBezTo>
                  <a:lnTo>
                    <a:pt x="7971" y="10839"/>
                  </a:lnTo>
                  <a:lnTo>
                    <a:pt x="12981" y="10839"/>
                  </a:lnTo>
                  <a:cubicBezTo>
                    <a:pt x="13642" y="10839"/>
                    <a:pt x="14241" y="10272"/>
                    <a:pt x="14241" y="9578"/>
                  </a:cubicBezTo>
                  <a:lnTo>
                    <a:pt x="14241" y="1261"/>
                  </a:lnTo>
                  <a:cubicBezTo>
                    <a:pt x="14146" y="600"/>
                    <a:pt x="13579" y="1"/>
                    <a:pt x="12886" y="1"/>
                  </a:cubicBezTo>
                  <a:close/>
                </a:path>
              </a:pathLst>
            </a:custGeom>
            <a:grpFill/>
            <a:ln>
              <a:noFill/>
            </a:ln>
          </p:spPr>
          <p:txBody>
            <a:bodyPr spcFirstLastPara="1" wrap="square" lIns="62728" tIns="62728" rIns="62728" bIns="62728" anchor="ctr" anchorCtr="0">
              <a:noAutofit/>
            </a:bodyPr>
            <a:lstStyle/>
            <a:p>
              <a:endParaRPr sz="764"/>
            </a:p>
          </p:txBody>
        </p:sp>
        <p:sp>
          <p:nvSpPr>
            <p:cNvPr id="1290" name="Google Shape;7917;p66">
              <a:extLst>
                <a:ext uri="{FF2B5EF4-FFF2-40B4-BE49-F238E27FC236}">
                  <a16:creationId xmlns:a16="http://schemas.microsoft.com/office/drawing/2014/main" id="{9EE94A60-71D6-4D45-A5A1-913B11BC46DC}"/>
                </a:ext>
              </a:extLst>
            </p:cNvPr>
            <p:cNvSpPr/>
            <p:nvPr/>
          </p:nvSpPr>
          <p:spPr>
            <a:xfrm>
              <a:off x="-13055400" y="2115150"/>
              <a:ext cx="271750" cy="187475"/>
            </a:xfrm>
            <a:custGeom>
              <a:avLst/>
              <a:gdLst/>
              <a:ahLst/>
              <a:cxnLst/>
              <a:rect l="l" t="t" r="r" b="b"/>
              <a:pathLst>
                <a:path w="10870" h="7499" extrusionOk="0">
                  <a:moveTo>
                    <a:pt x="3781" y="820"/>
                  </a:moveTo>
                  <a:cubicBezTo>
                    <a:pt x="4474" y="820"/>
                    <a:pt x="5041" y="1355"/>
                    <a:pt x="5041" y="2017"/>
                  </a:cubicBezTo>
                  <a:lnTo>
                    <a:pt x="5041" y="6648"/>
                  </a:lnTo>
                  <a:lnTo>
                    <a:pt x="882" y="6648"/>
                  </a:lnTo>
                  <a:lnTo>
                    <a:pt x="882" y="820"/>
                  </a:lnTo>
                  <a:close/>
                  <a:moveTo>
                    <a:pt x="10050" y="851"/>
                  </a:moveTo>
                  <a:lnTo>
                    <a:pt x="10050" y="6680"/>
                  </a:lnTo>
                  <a:lnTo>
                    <a:pt x="5892" y="6680"/>
                  </a:lnTo>
                  <a:lnTo>
                    <a:pt x="5892" y="2080"/>
                  </a:lnTo>
                  <a:cubicBezTo>
                    <a:pt x="5892" y="1418"/>
                    <a:pt x="6427" y="851"/>
                    <a:pt x="7152" y="851"/>
                  </a:cubicBezTo>
                  <a:close/>
                  <a:moveTo>
                    <a:pt x="441" y="1"/>
                  </a:moveTo>
                  <a:cubicBezTo>
                    <a:pt x="221" y="1"/>
                    <a:pt x="0" y="190"/>
                    <a:pt x="0" y="410"/>
                  </a:cubicBezTo>
                  <a:lnTo>
                    <a:pt x="0" y="7089"/>
                  </a:lnTo>
                  <a:cubicBezTo>
                    <a:pt x="0" y="7310"/>
                    <a:pt x="221" y="7499"/>
                    <a:pt x="441" y="7499"/>
                  </a:cubicBezTo>
                  <a:lnTo>
                    <a:pt x="10397" y="7499"/>
                  </a:lnTo>
                  <a:cubicBezTo>
                    <a:pt x="10649" y="7499"/>
                    <a:pt x="10838" y="7310"/>
                    <a:pt x="10838" y="7089"/>
                  </a:cubicBezTo>
                  <a:lnTo>
                    <a:pt x="10838" y="410"/>
                  </a:lnTo>
                  <a:cubicBezTo>
                    <a:pt x="10869" y="190"/>
                    <a:pt x="10680" y="1"/>
                    <a:pt x="10460" y="1"/>
                  </a:cubicBezTo>
                  <a:lnTo>
                    <a:pt x="7089" y="1"/>
                  </a:lnTo>
                  <a:cubicBezTo>
                    <a:pt x="6427" y="1"/>
                    <a:pt x="5829" y="316"/>
                    <a:pt x="5451" y="820"/>
                  </a:cubicBezTo>
                  <a:cubicBezTo>
                    <a:pt x="5041" y="284"/>
                    <a:pt x="4474" y="1"/>
                    <a:pt x="3781" y="1"/>
                  </a:cubicBezTo>
                  <a:close/>
                </a:path>
              </a:pathLst>
            </a:custGeom>
            <a:grpFill/>
            <a:ln>
              <a:noFill/>
            </a:ln>
          </p:spPr>
          <p:txBody>
            <a:bodyPr spcFirstLastPara="1" wrap="square" lIns="62728" tIns="62728" rIns="62728" bIns="62728" anchor="ctr" anchorCtr="0">
              <a:noAutofit/>
            </a:bodyPr>
            <a:lstStyle/>
            <a:p>
              <a:endParaRPr sz="764"/>
            </a:p>
          </p:txBody>
        </p:sp>
        <p:sp>
          <p:nvSpPr>
            <p:cNvPr id="1291" name="Google Shape;7918;p66">
              <a:extLst>
                <a:ext uri="{FF2B5EF4-FFF2-40B4-BE49-F238E27FC236}">
                  <a16:creationId xmlns:a16="http://schemas.microsoft.com/office/drawing/2014/main" id="{A35EBE9D-95AE-49C0-B950-2E9FA4629B2E}"/>
                </a:ext>
              </a:extLst>
            </p:cNvPr>
            <p:cNvSpPr/>
            <p:nvPr/>
          </p:nvSpPr>
          <p:spPr>
            <a:xfrm>
              <a:off x="-12887650" y="2156100"/>
              <a:ext cx="63050" cy="22100"/>
            </a:xfrm>
            <a:custGeom>
              <a:avLst/>
              <a:gdLst/>
              <a:ahLst/>
              <a:cxnLst/>
              <a:rect l="l" t="t" r="r" b="b"/>
              <a:pathLst>
                <a:path w="2522" h="884" extrusionOk="0">
                  <a:moveTo>
                    <a:pt x="442" y="1"/>
                  </a:moveTo>
                  <a:cubicBezTo>
                    <a:pt x="190" y="1"/>
                    <a:pt x="1" y="190"/>
                    <a:pt x="1" y="442"/>
                  </a:cubicBezTo>
                  <a:cubicBezTo>
                    <a:pt x="1" y="663"/>
                    <a:pt x="190" y="883"/>
                    <a:pt x="442" y="883"/>
                  </a:cubicBezTo>
                  <a:lnTo>
                    <a:pt x="2112" y="883"/>
                  </a:lnTo>
                  <a:cubicBezTo>
                    <a:pt x="2364" y="883"/>
                    <a:pt x="2521" y="663"/>
                    <a:pt x="2521" y="442"/>
                  </a:cubicBezTo>
                  <a:cubicBezTo>
                    <a:pt x="2521" y="190"/>
                    <a:pt x="2332" y="1"/>
                    <a:pt x="2112" y="1"/>
                  </a:cubicBezTo>
                  <a:close/>
                </a:path>
              </a:pathLst>
            </a:custGeom>
            <a:grpFill/>
            <a:ln>
              <a:noFill/>
            </a:ln>
          </p:spPr>
          <p:txBody>
            <a:bodyPr spcFirstLastPara="1" wrap="square" lIns="62728" tIns="62728" rIns="62728" bIns="62728" anchor="ctr" anchorCtr="0">
              <a:noAutofit/>
            </a:bodyPr>
            <a:lstStyle/>
            <a:p>
              <a:endParaRPr sz="764"/>
            </a:p>
          </p:txBody>
        </p:sp>
        <p:sp>
          <p:nvSpPr>
            <p:cNvPr id="1292" name="Google Shape;7919;p66">
              <a:extLst>
                <a:ext uri="{FF2B5EF4-FFF2-40B4-BE49-F238E27FC236}">
                  <a16:creationId xmlns:a16="http://schemas.microsoft.com/office/drawing/2014/main" id="{E67B788B-F879-4F91-9A6F-0CDA89B3E7AF}"/>
                </a:ext>
              </a:extLst>
            </p:cNvPr>
            <p:cNvSpPr/>
            <p:nvPr/>
          </p:nvSpPr>
          <p:spPr>
            <a:xfrm>
              <a:off x="-12888425" y="2198650"/>
              <a:ext cx="63025" cy="21275"/>
            </a:xfrm>
            <a:custGeom>
              <a:avLst/>
              <a:gdLst/>
              <a:ahLst/>
              <a:cxnLst/>
              <a:rect l="l" t="t" r="r" b="b"/>
              <a:pathLst>
                <a:path w="2521" h="851" extrusionOk="0">
                  <a:moveTo>
                    <a:pt x="410" y="0"/>
                  </a:moveTo>
                  <a:cubicBezTo>
                    <a:pt x="189" y="0"/>
                    <a:pt x="0" y="189"/>
                    <a:pt x="0" y="410"/>
                  </a:cubicBezTo>
                  <a:cubicBezTo>
                    <a:pt x="0" y="662"/>
                    <a:pt x="189" y="851"/>
                    <a:pt x="410" y="851"/>
                  </a:cubicBezTo>
                  <a:lnTo>
                    <a:pt x="2111" y="851"/>
                  </a:lnTo>
                  <a:cubicBezTo>
                    <a:pt x="2363" y="851"/>
                    <a:pt x="2521" y="662"/>
                    <a:pt x="2521" y="410"/>
                  </a:cubicBezTo>
                  <a:cubicBezTo>
                    <a:pt x="2521" y="189"/>
                    <a:pt x="2363" y="0"/>
                    <a:pt x="2111" y="0"/>
                  </a:cubicBezTo>
                  <a:close/>
                </a:path>
              </a:pathLst>
            </a:custGeom>
            <a:grpFill/>
            <a:ln>
              <a:noFill/>
            </a:ln>
          </p:spPr>
          <p:txBody>
            <a:bodyPr spcFirstLastPara="1" wrap="square" lIns="62728" tIns="62728" rIns="62728" bIns="62728" anchor="ctr" anchorCtr="0">
              <a:noAutofit/>
            </a:bodyPr>
            <a:lstStyle/>
            <a:p>
              <a:endParaRPr sz="764"/>
            </a:p>
          </p:txBody>
        </p:sp>
        <p:sp>
          <p:nvSpPr>
            <p:cNvPr id="1293" name="Google Shape;7920;p66">
              <a:extLst>
                <a:ext uri="{FF2B5EF4-FFF2-40B4-BE49-F238E27FC236}">
                  <a16:creationId xmlns:a16="http://schemas.microsoft.com/office/drawing/2014/main" id="{26F77E31-3F23-42E0-92D8-3124A9DE2696}"/>
                </a:ext>
              </a:extLst>
            </p:cNvPr>
            <p:cNvSpPr/>
            <p:nvPr/>
          </p:nvSpPr>
          <p:spPr>
            <a:xfrm>
              <a:off x="-12888425" y="2239600"/>
              <a:ext cx="63025" cy="22075"/>
            </a:xfrm>
            <a:custGeom>
              <a:avLst/>
              <a:gdLst/>
              <a:ahLst/>
              <a:cxnLst/>
              <a:rect l="l" t="t" r="r" b="b"/>
              <a:pathLst>
                <a:path w="2521" h="883" extrusionOk="0">
                  <a:moveTo>
                    <a:pt x="410" y="0"/>
                  </a:moveTo>
                  <a:cubicBezTo>
                    <a:pt x="189" y="0"/>
                    <a:pt x="0" y="221"/>
                    <a:pt x="0" y="442"/>
                  </a:cubicBezTo>
                  <a:cubicBezTo>
                    <a:pt x="0" y="694"/>
                    <a:pt x="189" y="883"/>
                    <a:pt x="410" y="883"/>
                  </a:cubicBezTo>
                  <a:lnTo>
                    <a:pt x="2111" y="883"/>
                  </a:lnTo>
                  <a:cubicBezTo>
                    <a:pt x="2363" y="883"/>
                    <a:pt x="2521" y="694"/>
                    <a:pt x="2521" y="442"/>
                  </a:cubicBezTo>
                  <a:cubicBezTo>
                    <a:pt x="2521" y="221"/>
                    <a:pt x="2363" y="0"/>
                    <a:pt x="2111" y="0"/>
                  </a:cubicBezTo>
                  <a:close/>
                </a:path>
              </a:pathLst>
            </a:custGeom>
            <a:grpFill/>
            <a:ln>
              <a:noFill/>
            </a:ln>
          </p:spPr>
          <p:txBody>
            <a:bodyPr spcFirstLastPara="1" wrap="square" lIns="62728" tIns="62728" rIns="62728" bIns="62728" anchor="ctr" anchorCtr="0">
              <a:noAutofit/>
            </a:bodyPr>
            <a:lstStyle/>
            <a:p>
              <a:endParaRPr sz="764"/>
            </a:p>
          </p:txBody>
        </p:sp>
        <p:sp>
          <p:nvSpPr>
            <p:cNvPr id="1294" name="Google Shape;7921;p66">
              <a:extLst>
                <a:ext uri="{FF2B5EF4-FFF2-40B4-BE49-F238E27FC236}">
                  <a16:creationId xmlns:a16="http://schemas.microsoft.com/office/drawing/2014/main" id="{13F6C56F-0013-4B86-9A68-F42700F9CB16}"/>
                </a:ext>
              </a:extLst>
            </p:cNvPr>
            <p:cNvSpPr/>
            <p:nvPr/>
          </p:nvSpPr>
          <p:spPr>
            <a:xfrm>
              <a:off x="-13012875" y="2156100"/>
              <a:ext cx="63025" cy="22100"/>
            </a:xfrm>
            <a:custGeom>
              <a:avLst/>
              <a:gdLst/>
              <a:ahLst/>
              <a:cxnLst/>
              <a:rect l="l" t="t" r="r" b="b"/>
              <a:pathLst>
                <a:path w="2521" h="884" extrusionOk="0">
                  <a:moveTo>
                    <a:pt x="410" y="1"/>
                  </a:moveTo>
                  <a:cubicBezTo>
                    <a:pt x="158" y="1"/>
                    <a:pt x="1" y="190"/>
                    <a:pt x="1" y="442"/>
                  </a:cubicBezTo>
                  <a:cubicBezTo>
                    <a:pt x="1" y="663"/>
                    <a:pt x="190" y="883"/>
                    <a:pt x="410" y="883"/>
                  </a:cubicBezTo>
                  <a:lnTo>
                    <a:pt x="2080" y="883"/>
                  </a:lnTo>
                  <a:cubicBezTo>
                    <a:pt x="2332" y="883"/>
                    <a:pt x="2521" y="663"/>
                    <a:pt x="2521" y="442"/>
                  </a:cubicBezTo>
                  <a:cubicBezTo>
                    <a:pt x="2521" y="190"/>
                    <a:pt x="2332" y="1"/>
                    <a:pt x="2080" y="1"/>
                  </a:cubicBezTo>
                  <a:close/>
                </a:path>
              </a:pathLst>
            </a:custGeom>
            <a:grpFill/>
            <a:ln>
              <a:noFill/>
            </a:ln>
          </p:spPr>
          <p:txBody>
            <a:bodyPr spcFirstLastPara="1" wrap="square" lIns="62728" tIns="62728" rIns="62728" bIns="62728" anchor="ctr" anchorCtr="0">
              <a:noAutofit/>
            </a:bodyPr>
            <a:lstStyle/>
            <a:p>
              <a:endParaRPr sz="764"/>
            </a:p>
          </p:txBody>
        </p:sp>
        <p:sp>
          <p:nvSpPr>
            <p:cNvPr id="1295" name="Google Shape;7922;p66">
              <a:extLst>
                <a:ext uri="{FF2B5EF4-FFF2-40B4-BE49-F238E27FC236}">
                  <a16:creationId xmlns:a16="http://schemas.microsoft.com/office/drawing/2014/main" id="{9BAED337-7847-40C5-B4DC-FFDC91E3541D}"/>
                </a:ext>
              </a:extLst>
            </p:cNvPr>
            <p:cNvSpPr/>
            <p:nvPr/>
          </p:nvSpPr>
          <p:spPr>
            <a:xfrm>
              <a:off x="-13012875" y="2198650"/>
              <a:ext cx="63025" cy="21275"/>
            </a:xfrm>
            <a:custGeom>
              <a:avLst/>
              <a:gdLst/>
              <a:ahLst/>
              <a:cxnLst/>
              <a:rect l="l" t="t" r="r" b="b"/>
              <a:pathLst>
                <a:path w="2521" h="851" extrusionOk="0">
                  <a:moveTo>
                    <a:pt x="410" y="0"/>
                  </a:moveTo>
                  <a:cubicBezTo>
                    <a:pt x="158" y="0"/>
                    <a:pt x="1" y="189"/>
                    <a:pt x="1" y="410"/>
                  </a:cubicBezTo>
                  <a:cubicBezTo>
                    <a:pt x="1" y="662"/>
                    <a:pt x="190" y="851"/>
                    <a:pt x="410" y="851"/>
                  </a:cubicBezTo>
                  <a:lnTo>
                    <a:pt x="2080" y="851"/>
                  </a:lnTo>
                  <a:cubicBezTo>
                    <a:pt x="2332" y="851"/>
                    <a:pt x="2521" y="662"/>
                    <a:pt x="2521" y="410"/>
                  </a:cubicBezTo>
                  <a:cubicBezTo>
                    <a:pt x="2521" y="189"/>
                    <a:pt x="2332" y="0"/>
                    <a:pt x="2080" y="0"/>
                  </a:cubicBezTo>
                  <a:close/>
                </a:path>
              </a:pathLst>
            </a:custGeom>
            <a:grpFill/>
            <a:ln>
              <a:noFill/>
            </a:ln>
          </p:spPr>
          <p:txBody>
            <a:bodyPr spcFirstLastPara="1" wrap="square" lIns="62728" tIns="62728" rIns="62728" bIns="62728" anchor="ctr" anchorCtr="0">
              <a:noAutofit/>
            </a:bodyPr>
            <a:lstStyle/>
            <a:p>
              <a:endParaRPr sz="764"/>
            </a:p>
          </p:txBody>
        </p:sp>
        <p:sp>
          <p:nvSpPr>
            <p:cNvPr id="1296" name="Google Shape;7923;p66">
              <a:extLst>
                <a:ext uri="{FF2B5EF4-FFF2-40B4-BE49-F238E27FC236}">
                  <a16:creationId xmlns:a16="http://schemas.microsoft.com/office/drawing/2014/main" id="{FCBDA49B-7FC7-4860-8FC6-946AB5D56ED9}"/>
                </a:ext>
              </a:extLst>
            </p:cNvPr>
            <p:cNvSpPr/>
            <p:nvPr/>
          </p:nvSpPr>
          <p:spPr>
            <a:xfrm>
              <a:off x="-13012875" y="2239600"/>
              <a:ext cx="63025" cy="22075"/>
            </a:xfrm>
            <a:custGeom>
              <a:avLst/>
              <a:gdLst/>
              <a:ahLst/>
              <a:cxnLst/>
              <a:rect l="l" t="t" r="r" b="b"/>
              <a:pathLst>
                <a:path w="2521" h="883" extrusionOk="0">
                  <a:moveTo>
                    <a:pt x="410" y="0"/>
                  </a:moveTo>
                  <a:cubicBezTo>
                    <a:pt x="158" y="0"/>
                    <a:pt x="1" y="221"/>
                    <a:pt x="1" y="442"/>
                  </a:cubicBezTo>
                  <a:cubicBezTo>
                    <a:pt x="1" y="694"/>
                    <a:pt x="190" y="883"/>
                    <a:pt x="410" y="883"/>
                  </a:cubicBezTo>
                  <a:lnTo>
                    <a:pt x="2080" y="883"/>
                  </a:lnTo>
                  <a:cubicBezTo>
                    <a:pt x="2332" y="883"/>
                    <a:pt x="2521" y="694"/>
                    <a:pt x="2521" y="442"/>
                  </a:cubicBezTo>
                  <a:cubicBezTo>
                    <a:pt x="2521" y="221"/>
                    <a:pt x="2332" y="0"/>
                    <a:pt x="2080" y="0"/>
                  </a:cubicBezTo>
                  <a:close/>
                </a:path>
              </a:pathLst>
            </a:custGeom>
            <a:grpFill/>
            <a:ln>
              <a:noFill/>
            </a:ln>
          </p:spPr>
          <p:txBody>
            <a:bodyPr spcFirstLastPara="1" wrap="square" lIns="62728" tIns="62728" rIns="62728" bIns="62728" anchor="ctr" anchorCtr="0">
              <a:noAutofit/>
            </a:bodyPr>
            <a:lstStyle/>
            <a:p>
              <a:endParaRPr sz="764"/>
            </a:p>
          </p:txBody>
        </p:sp>
      </p:grpSp>
      <p:sp>
        <p:nvSpPr>
          <p:cNvPr id="1235" name="Google Shape;7924;p66">
            <a:extLst>
              <a:ext uri="{FF2B5EF4-FFF2-40B4-BE49-F238E27FC236}">
                <a16:creationId xmlns:a16="http://schemas.microsoft.com/office/drawing/2014/main" id="{57E8812C-C59F-473A-8058-854B1E8FCF2F}"/>
              </a:ext>
            </a:extLst>
          </p:cNvPr>
          <p:cNvSpPr/>
          <p:nvPr/>
        </p:nvSpPr>
        <p:spPr>
          <a:xfrm>
            <a:off x="6387584" y="5957569"/>
            <a:ext cx="234361" cy="233831"/>
          </a:xfrm>
          <a:custGeom>
            <a:avLst/>
            <a:gdLst/>
            <a:ahLst/>
            <a:cxnLst/>
            <a:rect l="l" t="t" r="r" b="b"/>
            <a:pathLst>
              <a:path w="14147" h="14115" extrusionOk="0">
                <a:moveTo>
                  <a:pt x="7058" y="851"/>
                </a:moveTo>
                <a:cubicBezTo>
                  <a:pt x="9294" y="851"/>
                  <a:pt x="10649" y="1386"/>
                  <a:pt x="10744" y="1670"/>
                </a:cubicBezTo>
                <a:cubicBezTo>
                  <a:pt x="10649" y="1922"/>
                  <a:pt x="9294" y="2489"/>
                  <a:pt x="7058" y="2489"/>
                </a:cubicBezTo>
                <a:cubicBezTo>
                  <a:pt x="4821" y="2489"/>
                  <a:pt x="3466" y="1922"/>
                  <a:pt x="3340" y="1670"/>
                </a:cubicBezTo>
                <a:cubicBezTo>
                  <a:pt x="3466" y="1386"/>
                  <a:pt x="4821" y="851"/>
                  <a:pt x="7058" y="851"/>
                </a:cubicBezTo>
                <a:close/>
                <a:moveTo>
                  <a:pt x="10681" y="2741"/>
                </a:moveTo>
                <a:lnTo>
                  <a:pt x="10114" y="8727"/>
                </a:lnTo>
                <a:cubicBezTo>
                  <a:pt x="9515" y="9042"/>
                  <a:pt x="8381" y="9200"/>
                  <a:pt x="7058" y="9200"/>
                </a:cubicBezTo>
                <a:cubicBezTo>
                  <a:pt x="5703" y="9200"/>
                  <a:pt x="4663" y="9010"/>
                  <a:pt x="4002" y="8727"/>
                </a:cubicBezTo>
                <a:lnTo>
                  <a:pt x="3435" y="2741"/>
                </a:lnTo>
                <a:lnTo>
                  <a:pt x="3435" y="2741"/>
                </a:lnTo>
                <a:cubicBezTo>
                  <a:pt x="4411" y="3214"/>
                  <a:pt x="5955" y="3308"/>
                  <a:pt x="7058" y="3308"/>
                </a:cubicBezTo>
                <a:cubicBezTo>
                  <a:pt x="8160" y="3308"/>
                  <a:pt x="9704" y="3151"/>
                  <a:pt x="10681" y="2741"/>
                </a:cubicBezTo>
                <a:close/>
                <a:moveTo>
                  <a:pt x="10051" y="9609"/>
                </a:moveTo>
                <a:lnTo>
                  <a:pt x="9956" y="10334"/>
                </a:lnTo>
                <a:cubicBezTo>
                  <a:pt x="9893" y="10397"/>
                  <a:pt x="9641" y="10523"/>
                  <a:pt x="9105" y="10649"/>
                </a:cubicBezTo>
                <a:cubicBezTo>
                  <a:pt x="8538" y="10775"/>
                  <a:pt x="7814" y="10838"/>
                  <a:pt x="7089" y="10838"/>
                </a:cubicBezTo>
                <a:cubicBezTo>
                  <a:pt x="6333" y="10838"/>
                  <a:pt x="5640" y="10775"/>
                  <a:pt x="5073" y="10649"/>
                </a:cubicBezTo>
                <a:cubicBezTo>
                  <a:pt x="4537" y="10523"/>
                  <a:pt x="4285" y="10397"/>
                  <a:pt x="4222" y="10334"/>
                </a:cubicBezTo>
                <a:lnTo>
                  <a:pt x="4128" y="9609"/>
                </a:lnTo>
                <a:lnTo>
                  <a:pt x="4128" y="9609"/>
                </a:lnTo>
                <a:cubicBezTo>
                  <a:pt x="5041" y="9924"/>
                  <a:pt x="6239" y="9987"/>
                  <a:pt x="7089" y="9987"/>
                </a:cubicBezTo>
                <a:cubicBezTo>
                  <a:pt x="7971" y="9987"/>
                  <a:pt x="9137" y="9893"/>
                  <a:pt x="10051" y="9609"/>
                </a:cubicBezTo>
                <a:close/>
                <a:moveTo>
                  <a:pt x="10964" y="9609"/>
                </a:moveTo>
                <a:cubicBezTo>
                  <a:pt x="12666" y="10082"/>
                  <a:pt x="13390" y="10712"/>
                  <a:pt x="13390" y="11247"/>
                </a:cubicBezTo>
                <a:cubicBezTo>
                  <a:pt x="13327" y="11720"/>
                  <a:pt x="12697" y="12224"/>
                  <a:pt x="11626" y="12602"/>
                </a:cubicBezTo>
                <a:cubicBezTo>
                  <a:pt x="10397" y="13043"/>
                  <a:pt x="8790" y="13327"/>
                  <a:pt x="7089" y="13327"/>
                </a:cubicBezTo>
                <a:cubicBezTo>
                  <a:pt x="5388" y="13327"/>
                  <a:pt x="3750" y="13075"/>
                  <a:pt x="2552" y="12602"/>
                </a:cubicBezTo>
                <a:cubicBezTo>
                  <a:pt x="1513" y="12224"/>
                  <a:pt x="883" y="11720"/>
                  <a:pt x="883" y="11247"/>
                </a:cubicBezTo>
                <a:cubicBezTo>
                  <a:pt x="883" y="10775"/>
                  <a:pt x="1639" y="10082"/>
                  <a:pt x="3309" y="9609"/>
                </a:cubicBezTo>
                <a:lnTo>
                  <a:pt x="3403" y="10397"/>
                </a:lnTo>
                <a:cubicBezTo>
                  <a:pt x="3435" y="11027"/>
                  <a:pt x="4380" y="11279"/>
                  <a:pt x="4695" y="11342"/>
                </a:cubicBezTo>
                <a:cubicBezTo>
                  <a:pt x="5356" y="11499"/>
                  <a:pt x="6239" y="11594"/>
                  <a:pt x="7152" y="11594"/>
                </a:cubicBezTo>
                <a:cubicBezTo>
                  <a:pt x="8034" y="11594"/>
                  <a:pt x="8916" y="11499"/>
                  <a:pt x="9578" y="11342"/>
                </a:cubicBezTo>
                <a:cubicBezTo>
                  <a:pt x="9893" y="11279"/>
                  <a:pt x="10838" y="11027"/>
                  <a:pt x="10870" y="10397"/>
                </a:cubicBezTo>
                <a:lnTo>
                  <a:pt x="10964" y="9609"/>
                </a:lnTo>
                <a:close/>
                <a:moveTo>
                  <a:pt x="7058" y="0"/>
                </a:moveTo>
                <a:cubicBezTo>
                  <a:pt x="5671" y="0"/>
                  <a:pt x="2521" y="284"/>
                  <a:pt x="2521" y="1670"/>
                </a:cubicBezTo>
                <a:cubicBezTo>
                  <a:pt x="2521" y="1733"/>
                  <a:pt x="2489" y="1197"/>
                  <a:pt x="3214" y="8790"/>
                </a:cubicBezTo>
                <a:cubicBezTo>
                  <a:pt x="1198" y="9294"/>
                  <a:pt x="1" y="10208"/>
                  <a:pt x="1" y="11247"/>
                </a:cubicBezTo>
                <a:cubicBezTo>
                  <a:pt x="1" y="12098"/>
                  <a:pt x="788" y="12854"/>
                  <a:pt x="2206" y="13358"/>
                </a:cubicBezTo>
                <a:cubicBezTo>
                  <a:pt x="3498" y="13831"/>
                  <a:pt x="5262" y="14114"/>
                  <a:pt x="7058" y="14114"/>
                </a:cubicBezTo>
                <a:cubicBezTo>
                  <a:pt x="8853" y="14114"/>
                  <a:pt x="10586" y="13831"/>
                  <a:pt x="11909" y="13358"/>
                </a:cubicBezTo>
                <a:cubicBezTo>
                  <a:pt x="13327" y="12823"/>
                  <a:pt x="14115" y="12066"/>
                  <a:pt x="14115" y="11247"/>
                </a:cubicBezTo>
                <a:cubicBezTo>
                  <a:pt x="14146" y="10208"/>
                  <a:pt x="12949" y="9357"/>
                  <a:pt x="10964" y="8790"/>
                </a:cubicBezTo>
                <a:cubicBezTo>
                  <a:pt x="11657" y="1197"/>
                  <a:pt x="11626" y="1733"/>
                  <a:pt x="11626" y="1670"/>
                </a:cubicBezTo>
                <a:cubicBezTo>
                  <a:pt x="11626" y="1481"/>
                  <a:pt x="11531" y="1166"/>
                  <a:pt x="11122" y="851"/>
                </a:cubicBezTo>
                <a:cubicBezTo>
                  <a:pt x="10177" y="158"/>
                  <a:pt x="8192" y="0"/>
                  <a:pt x="7058"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236" name="Google Shape;7925;p66">
            <a:extLst>
              <a:ext uri="{FF2B5EF4-FFF2-40B4-BE49-F238E27FC236}">
                <a16:creationId xmlns:a16="http://schemas.microsoft.com/office/drawing/2014/main" id="{CE896CD6-4A04-4380-93C0-2306DD2CD005}"/>
              </a:ext>
            </a:extLst>
          </p:cNvPr>
          <p:cNvGrpSpPr/>
          <p:nvPr/>
        </p:nvGrpSpPr>
        <p:grpSpPr>
          <a:xfrm>
            <a:off x="7837186" y="5359519"/>
            <a:ext cx="235405" cy="234941"/>
            <a:chOff x="-11332875" y="1660700"/>
            <a:chExt cx="355250" cy="354550"/>
          </a:xfrm>
          <a:solidFill>
            <a:schemeClr val="tx1"/>
          </a:solidFill>
        </p:grpSpPr>
        <p:sp>
          <p:nvSpPr>
            <p:cNvPr id="1285" name="Google Shape;7926;p66">
              <a:extLst>
                <a:ext uri="{FF2B5EF4-FFF2-40B4-BE49-F238E27FC236}">
                  <a16:creationId xmlns:a16="http://schemas.microsoft.com/office/drawing/2014/main" id="{4831E5FD-C80D-455E-94D7-564CC8901D0F}"/>
                </a:ext>
              </a:extLst>
            </p:cNvPr>
            <p:cNvSpPr/>
            <p:nvPr/>
          </p:nvSpPr>
          <p:spPr>
            <a:xfrm>
              <a:off x="-11332875" y="1660700"/>
              <a:ext cx="355250" cy="354550"/>
            </a:xfrm>
            <a:custGeom>
              <a:avLst/>
              <a:gdLst/>
              <a:ahLst/>
              <a:cxnLst/>
              <a:rect l="l" t="t" r="r" b="b"/>
              <a:pathLst>
                <a:path w="14210" h="14182" extrusionOk="0">
                  <a:moveTo>
                    <a:pt x="7089" y="914"/>
                  </a:moveTo>
                  <a:cubicBezTo>
                    <a:pt x="7278" y="914"/>
                    <a:pt x="7436" y="1072"/>
                    <a:pt x="7467" y="1229"/>
                  </a:cubicBezTo>
                  <a:cubicBezTo>
                    <a:pt x="7538" y="1417"/>
                    <a:pt x="7713" y="1517"/>
                    <a:pt x="7889" y="1517"/>
                  </a:cubicBezTo>
                  <a:cubicBezTo>
                    <a:pt x="7949" y="1517"/>
                    <a:pt x="8010" y="1505"/>
                    <a:pt x="8066" y="1481"/>
                  </a:cubicBezTo>
                  <a:cubicBezTo>
                    <a:pt x="8124" y="1437"/>
                    <a:pt x="8203" y="1414"/>
                    <a:pt x="8284" y="1414"/>
                  </a:cubicBezTo>
                  <a:cubicBezTo>
                    <a:pt x="8376" y="1414"/>
                    <a:pt x="8471" y="1445"/>
                    <a:pt x="8538" y="1513"/>
                  </a:cubicBezTo>
                  <a:cubicBezTo>
                    <a:pt x="8696" y="1670"/>
                    <a:pt x="8664" y="1859"/>
                    <a:pt x="8570" y="1985"/>
                  </a:cubicBezTo>
                  <a:cubicBezTo>
                    <a:pt x="8444" y="2206"/>
                    <a:pt x="8570" y="2489"/>
                    <a:pt x="8822" y="2584"/>
                  </a:cubicBezTo>
                  <a:cubicBezTo>
                    <a:pt x="8980" y="2615"/>
                    <a:pt x="9137" y="2773"/>
                    <a:pt x="9137" y="2962"/>
                  </a:cubicBezTo>
                  <a:cubicBezTo>
                    <a:pt x="9137" y="3151"/>
                    <a:pt x="8980" y="3308"/>
                    <a:pt x="8822" y="3371"/>
                  </a:cubicBezTo>
                  <a:cubicBezTo>
                    <a:pt x="8570" y="3434"/>
                    <a:pt x="8444" y="3718"/>
                    <a:pt x="8570" y="3939"/>
                  </a:cubicBezTo>
                  <a:cubicBezTo>
                    <a:pt x="8664" y="4065"/>
                    <a:pt x="8664" y="4317"/>
                    <a:pt x="8538" y="4411"/>
                  </a:cubicBezTo>
                  <a:cubicBezTo>
                    <a:pt x="8454" y="4496"/>
                    <a:pt x="8360" y="4526"/>
                    <a:pt x="8272" y="4526"/>
                  </a:cubicBezTo>
                  <a:cubicBezTo>
                    <a:pt x="8196" y="4526"/>
                    <a:pt x="8124" y="4503"/>
                    <a:pt x="8066" y="4474"/>
                  </a:cubicBezTo>
                  <a:cubicBezTo>
                    <a:pt x="8006" y="4440"/>
                    <a:pt x="7941" y="4424"/>
                    <a:pt x="7876" y="4424"/>
                  </a:cubicBezTo>
                  <a:cubicBezTo>
                    <a:pt x="7704" y="4424"/>
                    <a:pt x="7536" y="4534"/>
                    <a:pt x="7467" y="4695"/>
                  </a:cubicBezTo>
                  <a:cubicBezTo>
                    <a:pt x="7436" y="4852"/>
                    <a:pt x="7278" y="5010"/>
                    <a:pt x="7089" y="5010"/>
                  </a:cubicBezTo>
                  <a:cubicBezTo>
                    <a:pt x="6869" y="5010"/>
                    <a:pt x="6711" y="4852"/>
                    <a:pt x="6680" y="4695"/>
                  </a:cubicBezTo>
                  <a:cubicBezTo>
                    <a:pt x="6634" y="4534"/>
                    <a:pt x="6472" y="4424"/>
                    <a:pt x="6290" y="4424"/>
                  </a:cubicBezTo>
                  <a:cubicBezTo>
                    <a:pt x="6221" y="4424"/>
                    <a:pt x="6150" y="4440"/>
                    <a:pt x="6081" y="4474"/>
                  </a:cubicBezTo>
                  <a:cubicBezTo>
                    <a:pt x="6042" y="4500"/>
                    <a:pt x="5976" y="4516"/>
                    <a:pt x="5903" y="4516"/>
                  </a:cubicBezTo>
                  <a:cubicBezTo>
                    <a:pt x="5799" y="4516"/>
                    <a:pt x="5682" y="4485"/>
                    <a:pt x="5609" y="4411"/>
                  </a:cubicBezTo>
                  <a:cubicBezTo>
                    <a:pt x="5451" y="4254"/>
                    <a:pt x="5514" y="4065"/>
                    <a:pt x="5577" y="3939"/>
                  </a:cubicBezTo>
                  <a:cubicBezTo>
                    <a:pt x="5703" y="3718"/>
                    <a:pt x="5577" y="3434"/>
                    <a:pt x="5356" y="3371"/>
                  </a:cubicBezTo>
                  <a:cubicBezTo>
                    <a:pt x="5199" y="3308"/>
                    <a:pt x="5041" y="3151"/>
                    <a:pt x="5041" y="2962"/>
                  </a:cubicBezTo>
                  <a:cubicBezTo>
                    <a:pt x="5041" y="2773"/>
                    <a:pt x="5199" y="2615"/>
                    <a:pt x="5356" y="2584"/>
                  </a:cubicBezTo>
                  <a:cubicBezTo>
                    <a:pt x="5609" y="2489"/>
                    <a:pt x="5735" y="2206"/>
                    <a:pt x="5577" y="1985"/>
                  </a:cubicBezTo>
                  <a:cubicBezTo>
                    <a:pt x="5514" y="1859"/>
                    <a:pt x="5514" y="1639"/>
                    <a:pt x="5609" y="1513"/>
                  </a:cubicBezTo>
                  <a:cubicBezTo>
                    <a:pt x="5703" y="1434"/>
                    <a:pt x="5798" y="1402"/>
                    <a:pt x="5880" y="1402"/>
                  </a:cubicBezTo>
                  <a:cubicBezTo>
                    <a:pt x="5963" y="1402"/>
                    <a:pt x="6034" y="1434"/>
                    <a:pt x="6081" y="1481"/>
                  </a:cubicBezTo>
                  <a:cubicBezTo>
                    <a:pt x="6145" y="1505"/>
                    <a:pt x="6212" y="1517"/>
                    <a:pt x="6276" y="1517"/>
                  </a:cubicBezTo>
                  <a:cubicBezTo>
                    <a:pt x="6464" y="1517"/>
                    <a:pt x="6633" y="1417"/>
                    <a:pt x="6680" y="1229"/>
                  </a:cubicBezTo>
                  <a:cubicBezTo>
                    <a:pt x="6711" y="1072"/>
                    <a:pt x="6869" y="914"/>
                    <a:pt x="7089" y="914"/>
                  </a:cubicBezTo>
                  <a:close/>
                  <a:moveTo>
                    <a:pt x="11374" y="1702"/>
                  </a:moveTo>
                  <a:cubicBezTo>
                    <a:pt x="11563" y="1702"/>
                    <a:pt x="11720" y="1859"/>
                    <a:pt x="11783" y="2017"/>
                  </a:cubicBezTo>
                  <a:cubicBezTo>
                    <a:pt x="11830" y="2204"/>
                    <a:pt x="12000" y="2305"/>
                    <a:pt x="12174" y="2305"/>
                  </a:cubicBezTo>
                  <a:cubicBezTo>
                    <a:pt x="12234" y="2305"/>
                    <a:pt x="12294" y="2293"/>
                    <a:pt x="12351" y="2269"/>
                  </a:cubicBezTo>
                  <a:cubicBezTo>
                    <a:pt x="12424" y="2225"/>
                    <a:pt x="12517" y="2201"/>
                    <a:pt x="12609" y="2201"/>
                  </a:cubicBezTo>
                  <a:cubicBezTo>
                    <a:pt x="12715" y="2201"/>
                    <a:pt x="12819" y="2233"/>
                    <a:pt x="12886" y="2300"/>
                  </a:cubicBezTo>
                  <a:cubicBezTo>
                    <a:pt x="13044" y="2458"/>
                    <a:pt x="12981" y="2647"/>
                    <a:pt x="12918" y="2773"/>
                  </a:cubicBezTo>
                  <a:cubicBezTo>
                    <a:pt x="12792" y="2993"/>
                    <a:pt x="12918" y="3277"/>
                    <a:pt x="13138" y="3371"/>
                  </a:cubicBezTo>
                  <a:cubicBezTo>
                    <a:pt x="13296" y="3403"/>
                    <a:pt x="13453" y="3560"/>
                    <a:pt x="13453" y="3750"/>
                  </a:cubicBezTo>
                  <a:cubicBezTo>
                    <a:pt x="13327" y="4002"/>
                    <a:pt x="13170" y="4159"/>
                    <a:pt x="13075" y="4191"/>
                  </a:cubicBezTo>
                  <a:cubicBezTo>
                    <a:pt x="12823" y="4254"/>
                    <a:pt x="12697" y="4537"/>
                    <a:pt x="12823" y="4789"/>
                  </a:cubicBezTo>
                  <a:cubicBezTo>
                    <a:pt x="12918" y="4884"/>
                    <a:pt x="12918" y="5136"/>
                    <a:pt x="12792" y="5262"/>
                  </a:cubicBezTo>
                  <a:cubicBezTo>
                    <a:pt x="12716" y="5318"/>
                    <a:pt x="12606" y="5364"/>
                    <a:pt x="12497" y="5364"/>
                  </a:cubicBezTo>
                  <a:cubicBezTo>
                    <a:pt x="12424" y="5364"/>
                    <a:pt x="12351" y="5344"/>
                    <a:pt x="12288" y="5293"/>
                  </a:cubicBezTo>
                  <a:cubicBezTo>
                    <a:pt x="12219" y="5259"/>
                    <a:pt x="12150" y="5243"/>
                    <a:pt x="12084" y="5243"/>
                  </a:cubicBezTo>
                  <a:cubicBezTo>
                    <a:pt x="11910" y="5243"/>
                    <a:pt x="11758" y="5354"/>
                    <a:pt x="11689" y="5514"/>
                  </a:cubicBezTo>
                  <a:cubicBezTo>
                    <a:pt x="11657" y="5671"/>
                    <a:pt x="11500" y="5829"/>
                    <a:pt x="11311" y="5829"/>
                  </a:cubicBezTo>
                  <a:cubicBezTo>
                    <a:pt x="11090" y="5829"/>
                    <a:pt x="10933" y="5671"/>
                    <a:pt x="10901" y="5514"/>
                  </a:cubicBezTo>
                  <a:cubicBezTo>
                    <a:pt x="10856" y="5354"/>
                    <a:pt x="10693" y="5243"/>
                    <a:pt x="10511" y="5243"/>
                  </a:cubicBezTo>
                  <a:cubicBezTo>
                    <a:pt x="10443" y="5243"/>
                    <a:pt x="10372" y="5259"/>
                    <a:pt x="10303" y="5293"/>
                  </a:cubicBezTo>
                  <a:cubicBezTo>
                    <a:pt x="10260" y="5322"/>
                    <a:pt x="10186" y="5337"/>
                    <a:pt x="10106" y="5337"/>
                  </a:cubicBezTo>
                  <a:cubicBezTo>
                    <a:pt x="10007" y="5337"/>
                    <a:pt x="9900" y="5314"/>
                    <a:pt x="9830" y="5262"/>
                  </a:cubicBezTo>
                  <a:cubicBezTo>
                    <a:pt x="9673" y="5104"/>
                    <a:pt x="9736" y="4884"/>
                    <a:pt x="9799" y="4789"/>
                  </a:cubicBezTo>
                  <a:cubicBezTo>
                    <a:pt x="9925" y="4569"/>
                    <a:pt x="9830" y="4317"/>
                    <a:pt x="9610" y="4191"/>
                  </a:cubicBezTo>
                  <a:lnTo>
                    <a:pt x="9610" y="3939"/>
                  </a:lnTo>
                  <a:cubicBezTo>
                    <a:pt x="9925" y="3718"/>
                    <a:pt x="10114" y="3371"/>
                    <a:pt x="10114" y="2962"/>
                  </a:cubicBezTo>
                  <a:cubicBezTo>
                    <a:pt x="10114" y="2741"/>
                    <a:pt x="10051" y="2489"/>
                    <a:pt x="9925" y="2300"/>
                  </a:cubicBezTo>
                  <a:cubicBezTo>
                    <a:pt x="10009" y="2233"/>
                    <a:pt x="10094" y="2201"/>
                    <a:pt x="10178" y="2201"/>
                  </a:cubicBezTo>
                  <a:cubicBezTo>
                    <a:pt x="10251" y="2201"/>
                    <a:pt x="10324" y="2225"/>
                    <a:pt x="10397" y="2269"/>
                  </a:cubicBezTo>
                  <a:cubicBezTo>
                    <a:pt x="10454" y="2293"/>
                    <a:pt x="10514" y="2305"/>
                    <a:pt x="10574" y="2305"/>
                  </a:cubicBezTo>
                  <a:cubicBezTo>
                    <a:pt x="10750" y="2305"/>
                    <a:pt x="10925" y="2204"/>
                    <a:pt x="10996" y="2017"/>
                  </a:cubicBezTo>
                  <a:cubicBezTo>
                    <a:pt x="11027" y="1859"/>
                    <a:pt x="11185" y="1702"/>
                    <a:pt x="11374" y="1702"/>
                  </a:cubicBezTo>
                  <a:close/>
                  <a:moveTo>
                    <a:pt x="2994" y="1796"/>
                  </a:moveTo>
                  <a:cubicBezTo>
                    <a:pt x="3183" y="1796"/>
                    <a:pt x="3340" y="1954"/>
                    <a:pt x="3372" y="2111"/>
                  </a:cubicBezTo>
                  <a:cubicBezTo>
                    <a:pt x="3440" y="2272"/>
                    <a:pt x="3592" y="2382"/>
                    <a:pt x="3767" y="2382"/>
                  </a:cubicBezTo>
                  <a:cubicBezTo>
                    <a:pt x="3832" y="2382"/>
                    <a:pt x="3901" y="2366"/>
                    <a:pt x="3970" y="2332"/>
                  </a:cubicBezTo>
                  <a:cubicBezTo>
                    <a:pt x="4027" y="2303"/>
                    <a:pt x="4096" y="2288"/>
                    <a:pt x="4170" y="2288"/>
                  </a:cubicBezTo>
                  <a:cubicBezTo>
                    <a:pt x="4260" y="2288"/>
                    <a:pt x="4356" y="2311"/>
                    <a:pt x="4443" y="2363"/>
                  </a:cubicBezTo>
                  <a:cubicBezTo>
                    <a:pt x="4317" y="2584"/>
                    <a:pt x="4254" y="2804"/>
                    <a:pt x="4254" y="3056"/>
                  </a:cubicBezTo>
                  <a:cubicBezTo>
                    <a:pt x="4254" y="3434"/>
                    <a:pt x="4443" y="3781"/>
                    <a:pt x="4758" y="4033"/>
                  </a:cubicBezTo>
                  <a:lnTo>
                    <a:pt x="4758" y="4254"/>
                  </a:lnTo>
                  <a:cubicBezTo>
                    <a:pt x="4506" y="4348"/>
                    <a:pt x="4443" y="4632"/>
                    <a:pt x="4569" y="4852"/>
                  </a:cubicBezTo>
                  <a:cubicBezTo>
                    <a:pt x="4632" y="4978"/>
                    <a:pt x="4632" y="5199"/>
                    <a:pt x="4506" y="5325"/>
                  </a:cubicBezTo>
                  <a:cubicBezTo>
                    <a:pt x="4427" y="5404"/>
                    <a:pt x="4340" y="5435"/>
                    <a:pt x="4258" y="5435"/>
                  </a:cubicBezTo>
                  <a:cubicBezTo>
                    <a:pt x="4175" y="5435"/>
                    <a:pt x="4096" y="5404"/>
                    <a:pt x="4033" y="5356"/>
                  </a:cubicBezTo>
                  <a:cubicBezTo>
                    <a:pt x="3977" y="5332"/>
                    <a:pt x="3916" y="5320"/>
                    <a:pt x="3857" y="5320"/>
                  </a:cubicBezTo>
                  <a:cubicBezTo>
                    <a:pt x="3682" y="5320"/>
                    <a:pt x="3513" y="5421"/>
                    <a:pt x="3466" y="5608"/>
                  </a:cubicBezTo>
                  <a:cubicBezTo>
                    <a:pt x="3435" y="5766"/>
                    <a:pt x="3246" y="5923"/>
                    <a:pt x="3057" y="5923"/>
                  </a:cubicBezTo>
                  <a:cubicBezTo>
                    <a:pt x="2868" y="5923"/>
                    <a:pt x="2710" y="5766"/>
                    <a:pt x="2679" y="5608"/>
                  </a:cubicBezTo>
                  <a:cubicBezTo>
                    <a:pt x="2562" y="5399"/>
                    <a:pt x="2378" y="5276"/>
                    <a:pt x="2188" y="5276"/>
                  </a:cubicBezTo>
                  <a:cubicBezTo>
                    <a:pt x="2120" y="5276"/>
                    <a:pt x="2052" y="5292"/>
                    <a:pt x="1985" y="5325"/>
                  </a:cubicBezTo>
                  <a:cubicBezTo>
                    <a:pt x="1912" y="5369"/>
                    <a:pt x="1826" y="5392"/>
                    <a:pt x="1741" y="5392"/>
                  </a:cubicBezTo>
                  <a:cubicBezTo>
                    <a:pt x="1644" y="5392"/>
                    <a:pt x="1549" y="5361"/>
                    <a:pt x="1481" y="5293"/>
                  </a:cubicBezTo>
                  <a:cubicBezTo>
                    <a:pt x="1324" y="5136"/>
                    <a:pt x="1355" y="4947"/>
                    <a:pt x="1450" y="4821"/>
                  </a:cubicBezTo>
                  <a:cubicBezTo>
                    <a:pt x="1576" y="4569"/>
                    <a:pt x="1450" y="4317"/>
                    <a:pt x="1229" y="4222"/>
                  </a:cubicBezTo>
                  <a:cubicBezTo>
                    <a:pt x="1072" y="4191"/>
                    <a:pt x="914" y="4033"/>
                    <a:pt x="914" y="3844"/>
                  </a:cubicBezTo>
                  <a:cubicBezTo>
                    <a:pt x="914" y="3624"/>
                    <a:pt x="1072" y="3466"/>
                    <a:pt x="1229" y="3434"/>
                  </a:cubicBezTo>
                  <a:cubicBezTo>
                    <a:pt x="1450" y="3371"/>
                    <a:pt x="1576" y="3088"/>
                    <a:pt x="1450" y="2836"/>
                  </a:cubicBezTo>
                  <a:cubicBezTo>
                    <a:pt x="1355" y="2741"/>
                    <a:pt x="1355" y="2489"/>
                    <a:pt x="1481" y="2363"/>
                  </a:cubicBezTo>
                  <a:cubicBezTo>
                    <a:pt x="1557" y="2307"/>
                    <a:pt x="1678" y="2261"/>
                    <a:pt x="1790" y="2261"/>
                  </a:cubicBezTo>
                  <a:cubicBezTo>
                    <a:pt x="1864" y="2261"/>
                    <a:pt x="1935" y="2281"/>
                    <a:pt x="1985" y="2332"/>
                  </a:cubicBezTo>
                  <a:cubicBezTo>
                    <a:pt x="2054" y="2366"/>
                    <a:pt x="2126" y="2382"/>
                    <a:pt x="2194" y="2382"/>
                  </a:cubicBezTo>
                  <a:cubicBezTo>
                    <a:pt x="2376" y="2382"/>
                    <a:pt x="2538" y="2272"/>
                    <a:pt x="2584" y="2111"/>
                  </a:cubicBezTo>
                  <a:cubicBezTo>
                    <a:pt x="2616" y="1954"/>
                    <a:pt x="2773" y="1796"/>
                    <a:pt x="2994" y="1796"/>
                  </a:cubicBezTo>
                  <a:close/>
                  <a:moveTo>
                    <a:pt x="8885" y="5199"/>
                  </a:moveTo>
                  <a:cubicBezTo>
                    <a:pt x="8917" y="5325"/>
                    <a:pt x="8980" y="5451"/>
                    <a:pt x="9011" y="5514"/>
                  </a:cubicBezTo>
                  <a:lnTo>
                    <a:pt x="7656" y="9200"/>
                  </a:lnTo>
                  <a:lnTo>
                    <a:pt x="5703" y="9200"/>
                  </a:lnTo>
                  <a:lnTo>
                    <a:pt x="3687" y="6427"/>
                  </a:lnTo>
                  <a:cubicBezTo>
                    <a:pt x="3813" y="6364"/>
                    <a:pt x="3939" y="6238"/>
                    <a:pt x="4002" y="6112"/>
                  </a:cubicBezTo>
                  <a:cubicBezTo>
                    <a:pt x="4091" y="6133"/>
                    <a:pt x="4179" y="6143"/>
                    <a:pt x="4264" y="6143"/>
                  </a:cubicBezTo>
                  <a:cubicBezTo>
                    <a:pt x="4571" y="6143"/>
                    <a:pt x="4851" y="6012"/>
                    <a:pt x="5073" y="5766"/>
                  </a:cubicBezTo>
                  <a:cubicBezTo>
                    <a:pt x="5199" y="5671"/>
                    <a:pt x="5293" y="5451"/>
                    <a:pt x="5356" y="5199"/>
                  </a:cubicBezTo>
                  <a:cubicBezTo>
                    <a:pt x="5525" y="5295"/>
                    <a:pt x="5730" y="5336"/>
                    <a:pt x="5944" y="5336"/>
                  </a:cubicBezTo>
                  <a:cubicBezTo>
                    <a:pt x="6010" y="5336"/>
                    <a:pt x="6077" y="5332"/>
                    <a:pt x="6144" y="5325"/>
                  </a:cubicBezTo>
                  <a:cubicBezTo>
                    <a:pt x="6365" y="5640"/>
                    <a:pt x="6711" y="5829"/>
                    <a:pt x="7121" y="5829"/>
                  </a:cubicBezTo>
                  <a:cubicBezTo>
                    <a:pt x="7499" y="5829"/>
                    <a:pt x="7877" y="5640"/>
                    <a:pt x="8097" y="5325"/>
                  </a:cubicBezTo>
                  <a:cubicBezTo>
                    <a:pt x="8164" y="5332"/>
                    <a:pt x="8231" y="5336"/>
                    <a:pt x="8297" y="5336"/>
                  </a:cubicBezTo>
                  <a:cubicBezTo>
                    <a:pt x="8511" y="5336"/>
                    <a:pt x="8717" y="5295"/>
                    <a:pt x="8885" y="5199"/>
                  </a:cubicBezTo>
                  <a:close/>
                  <a:moveTo>
                    <a:pt x="9673" y="6112"/>
                  </a:moveTo>
                  <a:cubicBezTo>
                    <a:pt x="9777" y="6164"/>
                    <a:pt x="9890" y="6188"/>
                    <a:pt x="10003" y="6188"/>
                  </a:cubicBezTo>
                  <a:cubicBezTo>
                    <a:pt x="10095" y="6188"/>
                    <a:pt x="10186" y="6172"/>
                    <a:pt x="10271" y="6144"/>
                  </a:cubicBezTo>
                  <a:cubicBezTo>
                    <a:pt x="10334" y="6270"/>
                    <a:pt x="10460" y="6396"/>
                    <a:pt x="10586" y="6459"/>
                  </a:cubicBezTo>
                  <a:lnTo>
                    <a:pt x="8570" y="9231"/>
                  </a:lnTo>
                  <a:lnTo>
                    <a:pt x="9673" y="6112"/>
                  </a:lnTo>
                  <a:close/>
                  <a:moveTo>
                    <a:pt x="8349" y="10050"/>
                  </a:moveTo>
                  <a:lnTo>
                    <a:pt x="8349" y="10870"/>
                  </a:lnTo>
                  <a:lnTo>
                    <a:pt x="5861" y="10870"/>
                  </a:lnTo>
                  <a:lnTo>
                    <a:pt x="5861" y="10050"/>
                  </a:lnTo>
                  <a:close/>
                  <a:moveTo>
                    <a:pt x="8538" y="11720"/>
                  </a:moveTo>
                  <a:lnTo>
                    <a:pt x="9295" y="12823"/>
                  </a:lnTo>
                  <a:cubicBezTo>
                    <a:pt x="9116" y="12781"/>
                    <a:pt x="8938" y="12760"/>
                    <a:pt x="8761" y="12760"/>
                  </a:cubicBezTo>
                  <a:cubicBezTo>
                    <a:pt x="8409" y="12760"/>
                    <a:pt x="8066" y="12844"/>
                    <a:pt x="7751" y="13012"/>
                  </a:cubicBezTo>
                  <a:cubicBezTo>
                    <a:pt x="7562" y="13106"/>
                    <a:pt x="7341" y="13154"/>
                    <a:pt x="7117" y="13154"/>
                  </a:cubicBezTo>
                  <a:cubicBezTo>
                    <a:pt x="6892" y="13154"/>
                    <a:pt x="6664" y="13106"/>
                    <a:pt x="6459" y="13012"/>
                  </a:cubicBezTo>
                  <a:cubicBezTo>
                    <a:pt x="6144" y="12854"/>
                    <a:pt x="5798" y="12760"/>
                    <a:pt x="5419" y="12760"/>
                  </a:cubicBezTo>
                  <a:cubicBezTo>
                    <a:pt x="5262" y="12760"/>
                    <a:pt x="5073" y="12760"/>
                    <a:pt x="4915" y="12823"/>
                  </a:cubicBezTo>
                  <a:lnTo>
                    <a:pt x="5672" y="11720"/>
                  </a:lnTo>
                  <a:close/>
                  <a:moveTo>
                    <a:pt x="7089" y="0"/>
                  </a:moveTo>
                  <a:cubicBezTo>
                    <a:pt x="6680" y="0"/>
                    <a:pt x="6333" y="189"/>
                    <a:pt x="6081" y="505"/>
                  </a:cubicBezTo>
                  <a:cubicBezTo>
                    <a:pt x="6018" y="494"/>
                    <a:pt x="5954" y="489"/>
                    <a:pt x="5890" y="489"/>
                  </a:cubicBezTo>
                  <a:cubicBezTo>
                    <a:pt x="5571" y="489"/>
                    <a:pt x="5251" y="620"/>
                    <a:pt x="5041" y="883"/>
                  </a:cubicBezTo>
                  <a:cubicBezTo>
                    <a:pt x="4884" y="1040"/>
                    <a:pt x="4758" y="1261"/>
                    <a:pt x="4726" y="1513"/>
                  </a:cubicBezTo>
                  <a:cubicBezTo>
                    <a:pt x="4534" y="1416"/>
                    <a:pt x="4341" y="1375"/>
                    <a:pt x="4135" y="1375"/>
                  </a:cubicBezTo>
                  <a:cubicBezTo>
                    <a:pt x="4071" y="1375"/>
                    <a:pt x="4006" y="1379"/>
                    <a:pt x="3939" y="1387"/>
                  </a:cubicBezTo>
                  <a:cubicBezTo>
                    <a:pt x="3687" y="1072"/>
                    <a:pt x="3340" y="883"/>
                    <a:pt x="2931" y="883"/>
                  </a:cubicBezTo>
                  <a:cubicBezTo>
                    <a:pt x="2553" y="883"/>
                    <a:pt x="2206" y="1072"/>
                    <a:pt x="1954" y="1387"/>
                  </a:cubicBezTo>
                  <a:cubicBezTo>
                    <a:pt x="1872" y="1366"/>
                    <a:pt x="1788" y="1356"/>
                    <a:pt x="1704" y="1356"/>
                  </a:cubicBezTo>
                  <a:cubicBezTo>
                    <a:pt x="1402" y="1356"/>
                    <a:pt x="1098" y="1487"/>
                    <a:pt x="851" y="1733"/>
                  </a:cubicBezTo>
                  <a:cubicBezTo>
                    <a:pt x="568" y="2017"/>
                    <a:pt x="473" y="2426"/>
                    <a:pt x="505" y="2804"/>
                  </a:cubicBezTo>
                  <a:cubicBezTo>
                    <a:pt x="190" y="3025"/>
                    <a:pt x="1" y="3403"/>
                    <a:pt x="1" y="3781"/>
                  </a:cubicBezTo>
                  <a:cubicBezTo>
                    <a:pt x="1" y="4191"/>
                    <a:pt x="190" y="4537"/>
                    <a:pt x="505" y="4789"/>
                  </a:cubicBezTo>
                  <a:cubicBezTo>
                    <a:pt x="410" y="5167"/>
                    <a:pt x="536" y="5577"/>
                    <a:pt x="851" y="5829"/>
                  </a:cubicBezTo>
                  <a:cubicBezTo>
                    <a:pt x="1106" y="6084"/>
                    <a:pt x="1489" y="6212"/>
                    <a:pt x="1839" y="6212"/>
                  </a:cubicBezTo>
                  <a:cubicBezTo>
                    <a:pt x="1878" y="6212"/>
                    <a:pt x="1916" y="6210"/>
                    <a:pt x="1954" y="6207"/>
                  </a:cubicBezTo>
                  <a:cubicBezTo>
                    <a:pt x="2143" y="6427"/>
                    <a:pt x="2427" y="6616"/>
                    <a:pt x="2710" y="6679"/>
                  </a:cubicBezTo>
                  <a:lnTo>
                    <a:pt x="5010" y="9767"/>
                  </a:lnTo>
                  <a:lnTo>
                    <a:pt x="5010" y="11153"/>
                  </a:lnTo>
                  <a:lnTo>
                    <a:pt x="3435" y="13516"/>
                  </a:lnTo>
                  <a:cubicBezTo>
                    <a:pt x="3309" y="13674"/>
                    <a:pt x="3340" y="13863"/>
                    <a:pt x="3466" y="14020"/>
                  </a:cubicBezTo>
                  <a:cubicBezTo>
                    <a:pt x="3526" y="14120"/>
                    <a:pt x="3636" y="14182"/>
                    <a:pt x="3757" y="14182"/>
                  </a:cubicBezTo>
                  <a:cubicBezTo>
                    <a:pt x="3827" y="14182"/>
                    <a:pt x="3901" y="14161"/>
                    <a:pt x="3970" y="14115"/>
                  </a:cubicBezTo>
                  <a:lnTo>
                    <a:pt x="4789" y="13674"/>
                  </a:lnTo>
                  <a:cubicBezTo>
                    <a:pt x="4994" y="13579"/>
                    <a:pt x="5215" y="13532"/>
                    <a:pt x="5435" y="13532"/>
                  </a:cubicBezTo>
                  <a:cubicBezTo>
                    <a:pt x="5656" y="13532"/>
                    <a:pt x="5876" y="13579"/>
                    <a:pt x="6081" y="13674"/>
                  </a:cubicBezTo>
                  <a:cubicBezTo>
                    <a:pt x="6396" y="13831"/>
                    <a:pt x="6743" y="13910"/>
                    <a:pt x="7089" y="13910"/>
                  </a:cubicBezTo>
                  <a:cubicBezTo>
                    <a:pt x="7436" y="13910"/>
                    <a:pt x="7782" y="13831"/>
                    <a:pt x="8097" y="13674"/>
                  </a:cubicBezTo>
                  <a:cubicBezTo>
                    <a:pt x="8302" y="13579"/>
                    <a:pt x="8523" y="13532"/>
                    <a:pt x="8743" y="13532"/>
                  </a:cubicBezTo>
                  <a:cubicBezTo>
                    <a:pt x="8964" y="13532"/>
                    <a:pt x="9184" y="13579"/>
                    <a:pt x="9389" y="13674"/>
                  </a:cubicBezTo>
                  <a:lnTo>
                    <a:pt x="10240" y="14115"/>
                  </a:lnTo>
                  <a:cubicBezTo>
                    <a:pt x="10292" y="14136"/>
                    <a:pt x="10348" y="14146"/>
                    <a:pt x="10405" y="14146"/>
                  </a:cubicBezTo>
                  <a:cubicBezTo>
                    <a:pt x="10520" y="14146"/>
                    <a:pt x="10639" y="14104"/>
                    <a:pt x="10744" y="14020"/>
                  </a:cubicBezTo>
                  <a:cubicBezTo>
                    <a:pt x="10870" y="13863"/>
                    <a:pt x="10901" y="13674"/>
                    <a:pt x="10775" y="13516"/>
                  </a:cubicBezTo>
                  <a:lnTo>
                    <a:pt x="9200" y="11153"/>
                  </a:lnTo>
                  <a:lnTo>
                    <a:pt x="9200" y="9767"/>
                  </a:lnTo>
                  <a:lnTo>
                    <a:pt x="11500" y="6679"/>
                  </a:lnTo>
                  <a:cubicBezTo>
                    <a:pt x="11815" y="6616"/>
                    <a:pt x="12067" y="6427"/>
                    <a:pt x="12225" y="6207"/>
                  </a:cubicBezTo>
                  <a:cubicBezTo>
                    <a:pt x="12293" y="6217"/>
                    <a:pt x="12360" y="6223"/>
                    <a:pt x="12427" y="6223"/>
                  </a:cubicBezTo>
                  <a:cubicBezTo>
                    <a:pt x="12758" y="6223"/>
                    <a:pt x="13065" y="6091"/>
                    <a:pt x="13327" y="5829"/>
                  </a:cubicBezTo>
                  <a:cubicBezTo>
                    <a:pt x="13611" y="5577"/>
                    <a:pt x="13737" y="5167"/>
                    <a:pt x="13705" y="4789"/>
                  </a:cubicBezTo>
                  <a:cubicBezTo>
                    <a:pt x="14020" y="4537"/>
                    <a:pt x="14209" y="4191"/>
                    <a:pt x="14209" y="3781"/>
                  </a:cubicBezTo>
                  <a:cubicBezTo>
                    <a:pt x="14178" y="3403"/>
                    <a:pt x="13957" y="3056"/>
                    <a:pt x="13674" y="2804"/>
                  </a:cubicBezTo>
                  <a:cubicBezTo>
                    <a:pt x="13737" y="2426"/>
                    <a:pt x="13611" y="2017"/>
                    <a:pt x="13296" y="1733"/>
                  </a:cubicBezTo>
                  <a:cubicBezTo>
                    <a:pt x="13047" y="1484"/>
                    <a:pt x="12700" y="1381"/>
                    <a:pt x="12342" y="1381"/>
                  </a:cubicBezTo>
                  <a:cubicBezTo>
                    <a:pt x="12292" y="1381"/>
                    <a:pt x="12243" y="1383"/>
                    <a:pt x="12193" y="1387"/>
                  </a:cubicBezTo>
                  <a:cubicBezTo>
                    <a:pt x="11973" y="1072"/>
                    <a:pt x="11594" y="883"/>
                    <a:pt x="11216" y="883"/>
                  </a:cubicBezTo>
                  <a:cubicBezTo>
                    <a:pt x="10807" y="883"/>
                    <a:pt x="10460" y="1072"/>
                    <a:pt x="10240" y="1387"/>
                  </a:cubicBezTo>
                  <a:cubicBezTo>
                    <a:pt x="10173" y="1379"/>
                    <a:pt x="10106" y="1375"/>
                    <a:pt x="10040" y="1375"/>
                  </a:cubicBezTo>
                  <a:cubicBezTo>
                    <a:pt x="9826" y="1375"/>
                    <a:pt x="9621" y="1416"/>
                    <a:pt x="9452" y="1513"/>
                  </a:cubicBezTo>
                  <a:cubicBezTo>
                    <a:pt x="9421" y="1261"/>
                    <a:pt x="9295" y="1072"/>
                    <a:pt x="9137" y="883"/>
                  </a:cubicBezTo>
                  <a:cubicBezTo>
                    <a:pt x="8882" y="627"/>
                    <a:pt x="8525" y="500"/>
                    <a:pt x="8180" y="500"/>
                  </a:cubicBezTo>
                  <a:cubicBezTo>
                    <a:pt x="8142" y="500"/>
                    <a:pt x="8104" y="501"/>
                    <a:pt x="8066" y="505"/>
                  </a:cubicBezTo>
                  <a:cubicBezTo>
                    <a:pt x="7845" y="189"/>
                    <a:pt x="7467" y="0"/>
                    <a:pt x="7089" y="0"/>
                  </a:cubicBezTo>
                  <a:close/>
                </a:path>
              </a:pathLst>
            </a:custGeom>
            <a:grpFill/>
            <a:ln>
              <a:noFill/>
            </a:ln>
          </p:spPr>
          <p:txBody>
            <a:bodyPr spcFirstLastPara="1" wrap="square" lIns="62728" tIns="62728" rIns="62728" bIns="62728" anchor="ctr" anchorCtr="0">
              <a:noAutofit/>
            </a:bodyPr>
            <a:lstStyle/>
            <a:p>
              <a:endParaRPr sz="764"/>
            </a:p>
          </p:txBody>
        </p:sp>
        <p:sp>
          <p:nvSpPr>
            <p:cNvPr id="1286" name="Google Shape;7927;p66">
              <a:extLst>
                <a:ext uri="{FF2B5EF4-FFF2-40B4-BE49-F238E27FC236}">
                  <a16:creationId xmlns:a16="http://schemas.microsoft.com/office/drawing/2014/main" id="{72ADC7A6-9508-4A3C-870E-3A6FB147093B}"/>
                </a:ext>
              </a:extLst>
            </p:cNvPr>
            <p:cNvSpPr/>
            <p:nvPr/>
          </p:nvSpPr>
          <p:spPr>
            <a:xfrm>
              <a:off x="-11072175" y="1734725"/>
              <a:ext cx="41775" cy="41000"/>
            </a:xfrm>
            <a:custGeom>
              <a:avLst/>
              <a:gdLst/>
              <a:ahLst/>
              <a:cxnLst/>
              <a:rect l="l" t="t" r="r" b="b"/>
              <a:pathLst>
                <a:path w="1671" h="1640" extrusionOk="0">
                  <a:moveTo>
                    <a:pt x="820" y="1"/>
                  </a:moveTo>
                  <a:cubicBezTo>
                    <a:pt x="379" y="1"/>
                    <a:pt x="1" y="379"/>
                    <a:pt x="1" y="820"/>
                  </a:cubicBezTo>
                  <a:cubicBezTo>
                    <a:pt x="1" y="1293"/>
                    <a:pt x="379" y="1639"/>
                    <a:pt x="820" y="1639"/>
                  </a:cubicBezTo>
                  <a:cubicBezTo>
                    <a:pt x="1292" y="1639"/>
                    <a:pt x="1671" y="1293"/>
                    <a:pt x="1671" y="820"/>
                  </a:cubicBezTo>
                  <a:cubicBezTo>
                    <a:pt x="1671" y="379"/>
                    <a:pt x="1292" y="1"/>
                    <a:pt x="820" y="1"/>
                  </a:cubicBezTo>
                  <a:close/>
                </a:path>
              </a:pathLst>
            </a:custGeom>
            <a:grpFill/>
            <a:ln>
              <a:noFill/>
            </a:ln>
          </p:spPr>
          <p:txBody>
            <a:bodyPr spcFirstLastPara="1" wrap="square" lIns="62728" tIns="62728" rIns="62728" bIns="62728" anchor="ctr" anchorCtr="0">
              <a:noAutofit/>
            </a:bodyPr>
            <a:lstStyle/>
            <a:p>
              <a:endParaRPr sz="764"/>
            </a:p>
          </p:txBody>
        </p:sp>
        <p:sp>
          <p:nvSpPr>
            <p:cNvPr id="1287" name="Google Shape;7928;p66">
              <a:extLst>
                <a:ext uri="{FF2B5EF4-FFF2-40B4-BE49-F238E27FC236}">
                  <a16:creationId xmlns:a16="http://schemas.microsoft.com/office/drawing/2014/main" id="{0FBF44DB-3FB5-4C0C-9856-41BE3D716AD0}"/>
                </a:ext>
              </a:extLst>
            </p:cNvPr>
            <p:cNvSpPr/>
            <p:nvPr/>
          </p:nvSpPr>
          <p:spPr>
            <a:xfrm>
              <a:off x="-11278525" y="1734725"/>
              <a:ext cx="40975" cy="41000"/>
            </a:xfrm>
            <a:custGeom>
              <a:avLst/>
              <a:gdLst/>
              <a:ahLst/>
              <a:cxnLst/>
              <a:rect l="l" t="t" r="r" b="b"/>
              <a:pathLst>
                <a:path w="1639" h="1640" extrusionOk="0">
                  <a:moveTo>
                    <a:pt x="820" y="1"/>
                  </a:moveTo>
                  <a:cubicBezTo>
                    <a:pt x="347" y="1"/>
                    <a:pt x="0" y="379"/>
                    <a:pt x="0" y="820"/>
                  </a:cubicBezTo>
                  <a:cubicBezTo>
                    <a:pt x="0" y="1293"/>
                    <a:pt x="347" y="1639"/>
                    <a:pt x="820" y="1639"/>
                  </a:cubicBezTo>
                  <a:cubicBezTo>
                    <a:pt x="1261" y="1639"/>
                    <a:pt x="1639" y="1293"/>
                    <a:pt x="1639" y="820"/>
                  </a:cubicBezTo>
                  <a:cubicBezTo>
                    <a:pt x="1639" y="379"/>
                    <a:pt x="1261" y="1"/>
                    <a:pt x="820" y="1"/>
                  </a:cubicBezTo>
                  <a:close/>
                </a:path>
              </a:pathLst>
            </a:custGeom>
            <a:grpFill/>
            <a:ln>
              <a:noFill/>
            </a:ln>
          </p:spPr>
          <p:txBody>
            <a:bodyPr spcFirstLastPara="1" wrap="square" lIns="62728" tIns="62728" rIns="62728" bIns="62728" anchor="ctr" anchorCtr="0">
              <a:noAutofit/>
            </a:bodyPr>
            <a:lstStyle/>
            <a:p>
              <a:endParaRPr sz="764"/>
            </a:p>
          </p:txBody>
        </p:sp>
        <p:sp>
          <p:nvSpPr>
            <p:cNvPr id="1288" name="Google Shape;7929;p66">
              <a:extLst>
                <a:ext uri="{FF2B5EF4-FFF2-40B4-BE49-F238E27FC236}">
                  <a16:creationId xmlns:a16="http://schemas.microsoft.com/office/drawing/2014/main" id="{DCE3F451-973F-4AAF-A007-88D97FF8ADAA}"/>
                </a:ext>
              </a:extLst>
            </p:cNvPr>
            <p:cNvSpPr/>
            <p:nvPr/>
          </p:nvSpPr>
          <p:spPr>
            <a:xfrm>
              <a:off x="-11175350" y="1714250"/>
              <a:ext cx="40975" cy="41000"/>
            </a:xfrm>
            <a:custGeom>
              <a:avLst/>
              <a:gdLst/>
              <a:ahLst/>
              <a:cxnLst/>
              <a:rect l="l" t="t" r="r" b="b"/>
              <a:pathLst>
                <a:path w="1639" h="1640" extrusionOk="0">
                  <a:moveTo>
                    <a:pt x="820" y="1"/>
                  </a:moveTo>
                  <a:cubicBezTo>
                    <a:pt x="379" y="1"/>
                    <a:pt x="1" y="379"/>
                    <a:pt x="1" y="820"/>
                  </a:cubicBezTo>
                  <a:cubicBezTo>
                    <a:pt x="1" y="1261"/>
                    <a:pt x="379" y="1639"/>
                    <a:pt x="820" y="1639"/>
                  </a:cubicBezTo>
                  <a:cubicBezTo>
                    <a:pt x="1261" y="1639"/>
                    <a:pt x="1639" y="1261"/>
                    <a:pt x="1639" y="820"/>
                  </a:cubicBezTo>
                  <a:cubicBezTo>
                    <a:pt x="1639" y="379"/>
                    <a:pt x="1261" y="1"/>
                    <a:pt x="820" y="1"/>
                  </a:cubicBezTo>
                  <a:close/>
                </a:path>
              </a:pathLst>
            </a:custGeom>
            <a:grpFill/>
            <a:ln>
              <a:noFill/>
            </a:ln>
          </p:spPr>
          <p:txBody>
            <a:bodyPr spcFirstLastPara="1" wrap="square" lIns="62728" tIns="62728" rIns="62728" bIns="62728" anchor="ctr" anchorCtr="0">
              <a:noAutofit/>
            </a:bodyPr>
            <a:lstStyle/>
            <a:p>
              <a:endParaRPr sz="764"/>
            </a:p>
          </p:txBody>
        </p:sp>
      </p:grpSp>
      <p:sp>
        <p:nvSpPr>
          <p:cNvPr id="1237" name="Google Shape;7930;p66">
            <a:extLst>
              <a:ext uri="{FF2B5EF4-FFF2-40B4-BE49-F238E27FC236}">
                <a16:creationId xmlns:a16="http://schemas.microsoft.com/office/drawing/2014/main" id="{C1DE5D31-C673-47FA-89C4-353CDF991613}"/>
              </a:ext>
            </a:extLst>
          </p:cNvPr>
          <p:cNvSpPr/>
          <p:nvPr/>
        </p:nvSpPr>
        <p:spPr>
          <a:xfrm>
            <a:off x="7836418" y="5640409"/>
            <a:ext cx="236962" cy="232788"/>
          </a:xfrm>
          <a:custGeom>
            <a:avLst/>
            <a:gdLst/>
            <a:ahLst/>
            <a:cxnLst/>
            <a:rect l="l" t="t" r="r" b="b"/>
            <a:pathLst>
              <a:path w="14304" h="14052" extrusionOk="0">
                <a:moveTo>
                  <a:pt x="12886" y="2489"/>
                </a:moveTo>
                <a:cubicBezTo>
                  <a:pt x="13106" y="2521"/>
                  <a:pt x="13295" y="2710"/>
                  <a:pt x="13295" y="2899"/>
                </a:cubicBezTo>
                <a:lnTo>
                  <a:pt x="13295" y="3875"/>
                </a:lnTo>
                <a:cubicBezTo>
                  <a:pt x="12933" y="3592"/>
                  <a:pt x="12500" y="3450"/>
                  <a:pt x="12067" y="3450"/>
                </a:cubicBezTo>
                <a:cubicBezTo>
                  <a:pt x="11633" y="3450"/>
                  <a:pt x="11200" y="3592"/>
                  <a:pt x="10838" y="3875"/>
                </a:cubicBezTo>
                <a:lnTo>
                  <a:pt x="10838" y="2899"/>
                </a:lnTo>
                <a:cubicBezTo>
                  <a:pt x="10838" y="2678"/>
                  <a:pt x="11027" y="2489"/>
                  <a:pt x="11216" y="2489"/>
                </a:cubicBezTo>
                <a:close/>
                <a:moveTo>
                  <a:pt x="2899" y="2521"/>
                </a:moveTo>
                <a:cubicBezTo>
                  <a:pt x="3151" y="2521"/>
                  <a:pt x="3308" y="2710"/>
                  <a:pt x="3308" y="2962"/>
                </a:cubicBezTo>
                <a:lnTo>
                  <a:pt x="3308" y="3907"/>
                </a:lnTo>
                <a:cubicBezTo>
                  <a:pt x="2962" y="3623"/>
                  <a:pt x="2521" y="3497"/>
                  <a:pt x="2048" y="3497"/>
                </a:cubicBezTo>
                <a:cubicBezTo>
                  <a:pt x="1575" y="3497"/>
                  <a:pt x="1166" y="3655"/>
                  <a:pt x="819" y="3907"/>
                </a:cubicBezTo>
                <a:lnTo>
                  <a:pt x="819" y="2962"/>
                </a:lnTo>
                <a:cubicBezTo>
                  <a:pt x="851" y="2710"/>
                  <a:pt x="1040" y="2521"/>
                  <a:pt x="1260" y="2521"/>
                </a:cubicBezTo>
                <a:close/>
                <a:moveTo>
                  <a:pt x="2079" y="4285"/>
                </a:moveTo>
                <a:cubicBezTo>
                  <a:pt x="2395" y="4285"/>
                  <a:pt x="2710" y="4411"/>
                  <a:pt x="2962" y="4663"/>
                </a:cubicBezTo>
                <a:lnTo>
                  <a:pt x="4411" y="6112"/>
                </a:lnTo>
                <a:cubicBezTo>
                  <a:pt x="4285" y="6301"/>
                  <a:pt x="2836" y="7719"/>
                  <a:pt x="2678" y="7876"/>
                </a:cubicBezTo>
                <a:lnTo>
                  <a:pt x="1229" y="6427"/>
                </a:lnTo>
                <a:cubicBezTo>
                  <a:pt x="756" y="5955"/>
                  <a:pt x="756" y="5167"/>
                  <a:pt x="1229" y="4663"/>
                </a:cubicBezTo>
                <a:cubicBezTo>
                  <a:pt x="1449" y="4411"/>
                  <a:pt x="1764" y="4285"/>
                  <a:pt x="2079" y="4285"/>
                </a:cubicBezTo>
                <a:close/>
                <a:moveTo>
                  <a:pt x="12055" y="4308"/>
                </a:moveTo>
                <a:cubicBezTo>
                  <a:pt x="12374" y="4308"/>
                  <a:pt x="12697" y="4427"/>
                  <a:pt x="12949" y="4663"/>
                </a:cubicBezTo>
                <a:cubicBezTo>
                  <a:pt x="13421" y="5167"/>
                  <a:pt x="13421" y="5955"/>
                  <a:pt x="12949" y="6427"/>
                </a:cubicBezTo>
                <a:lnTo>
                  <a:pt x="11499" y="7876"/>
                </a:lnTo>
                <a:lnTo>
                  <a:pt x="9735" y="6112"/>
                </a:lnTo>
                <a:lnTo>
                  <a:pt x="11184" y="4663"/>
                </a:lnTo>
                <a:cubicBezTo>
                  <a:pt x="11421" y="4427"/>
                  <a:pt x="11736" y="4308"/>
                  <a:pt x="12055" y="4308"/>
                </a:cubicBezTo>
                <a:close/>
                <a:moveTo>
                  <a:pt x="11657" y="819"/>
                </a:moveTo>
                <a:lnTo>
                  <a:pt x="11657" y="1701"/>
                </a:lnTo>
                <a:lnTo>
                  <a:pt x="11216" y="1701"/>
                </a:lnTo>
                <a:cubicBezTo>
                  <a:pt x="10554" y="1701"/>
                  <a:pt x="10019" y="2237"/>
                  <a:pt x="10019" y="2899"/>
                </a:cubicBezTo>
                <a:lnTo>
                  <a:pt x="10019" y="4663"/>
                </a:lnTo>
                <a:lnTo>
                  <a:pt x="8853" y="5797"/>
                </a:lnTo>
                <a:cubicBezTo>
                  <a:pt x="8696" y="5955"/>
                  <a:pt x="8696" y="6238"/>
                  <a:pt x="8853" y="6396"/>
                </a:cubicBezTo>
                <a:lnTo>
                  <a:pt x="9231" y="6742"/>
                </a:lnTo>
                <a:lnTo>
                  <a:pt x="7089" y="8443"/>
                </a:lnTo>
                <a:lnTo>
                  <a:pt x="4978" y="6742"/>
                </a:lnTo>
                <a:lnTo>
                  <a:pt x="5324" y="6396"/>
                </a:lnTo>
                <a:cubicBezTo>
                  <a:pt x="5482" y="6238"/>
                  <a:pt x="5482" y="5955"/>
                  <a:pt x="5324" y="5797"/>
                </a:cubicBezTo>
                <a:lnTo>
                  <a:pt x="4190" y="4663"/>
                </a:lnTo>
                <a:lnTo>
                  <a:pt x="4190" y="2899"/>
                </a:lnTo>
                <a:cubicBezTo>
                  <a:pt x="4190" y="2237"/>
                  <a:pt x="3623" y="1701"/>
                  <a:pt x="2962" y="1701"/>
                </a:cubicBezTo>
                <a:lnTo>
                  <a:pt x="2521" y="1701"/>
                </a:lnTo>
                <a:lnTo>
                  <a:pt x="2521" y="819"/>
                </a:lnTo>
                <a:close/>
                <a:moveTo>
                  <a:pt x="9767" y="7341"/>
                </a:moveTo>
                <a:lnTo>
                  <a:pt x="10176" y="7719"/>
                </a:lnTo>
                <a:lnTo>
                  <a:pt x="8506" y="9609"/>
                </a:lnTo>
                <a:lnTo>
                  <a:pt x="7719" y="8979"/>
                </a:lnTo>
                <a:lnTo>
                  <a:pt x="9767" y="7341"/>
                </a:lnTo>
                <a:close/>
                <a:moveTo>
                  <a:pt x="5545" y="10743"/>
                </a:moveTo>
                <a:lnTo>
                  <a:pt x="6553" y="11846"/>
                </a:lnTo>
                <a:lnTo>
                  <a:pt x="5230" y="13264"/>
                </a:lnTo>
                <a:lnTo>
                  <a:pt x="2426" y="13264"/>
                </a:lnTo>
                <a:lnTo>
                  <a:pt x="5545" y="10743"/>
                </a:lnTo>
                <a:close/>
                <a:moveTo>
                  <a:pt x="4379" y="7372"/>
                </a:moveTo>
                <a:lnTo>
                  <a:pt x="11751" y="13327"/>
                </a:lnTo>
                <a:lnTo>
                  <a:pt x="8948" y="13327"/>
                </a:lnTo>
                <a:lnTo>
                  <a:pt x="8948" y="13264"/>
                </a:lnTo>
                <a:lnTo>
                  <a:pt x="3970" y="7750"/>
                </a:lnTo>
                <a:lnTo>
                  <a:pt x="4379" y="7372"/>
                </a:lnTo>
                <a:close/>
                <a:moveTo>
                  <a:pt x="473" y="0"/>
                </a:moveTo>
                <a:cubicBezTo>
                  <a:pt x="252" y="0"/>
                  <a:pt x="32" y="189"/>
                  <a:pt x="32" y="441"/>
                </a:cubicBezTo>
                <a:cubicBezTo>
                  <a:pt x="32" y="662"/>
                  <a:pt x="252" y="819"/>
                  <a:pt x="473" y="819"/>
                </a:cubicBezTo>
                <a:lnTo>
                  <a:pt x="1733" y="819"/>
                </a:lnTo>
                <a:lnTo>
                  <a:pt x="1733" y="1701"/>
                </a:lnTo>
                <a:lnTo>
                  <a:pt x="1292" y="1701"/>
                </a:lnTo>
                <a:cubicBezTo>
                  <a:pt x="630" y="1701"/>
                  <a:pt x="32" y="2237"/>
                  <a:pt x="32" y="2899"/>
                </a:cubicBezTo>
                <a:lnTo>
                  <a:pt x="32" y="5387"/>
                </a:lnTo>
                <a:lnTo>
                  <a:pt x="32" y="5450"/>
                </a:lnTo>
                <a:cubicBezTo>
                  <a:pt x="0" y="5986"/>
                  <a:pt x="252" y="6553"/>
                  <a:pt x="630" y="6963"/>
                </a:cubicBezTo>
                <a:lnTo>
                  <a:pt x="2395" y="8758"/>
                </a:lnTo>
                <a:cubicBezTo>
                  <a:pt x="2473" y="8837"/>
                  <a:pt x="2584" y="8877"/>
                  <a:pt x="2694" y="8877"/>
                </a:cubicBezTo>
                <a:cubicBezTo>
                  <a:pt x="2804" y="8877"/>
                  <a:pt x="2914" y="8837"/>
                  <a:pt x="2993" y="8758"/>
                </a:cubicBezTo>
                <a:lnTo>
                  <a:pt x="3434" y="8317"/>
                </a:lnTo>
                <a:lnTo>
                  <a:pt x="5041" y="10082"/>
                </a:lnTo>
                <a:lnTo>
                  <a:pt x="1008" y="13327"/>
                </a:lnTo>
                <a:cubicBezTo>
                  <a:pt x="914" y="13421"/>
                  <a:pt x="819" y="13579"/>
                  <a:pt x="914" y="13768"/>
                </a:cubicBezTo>
                <a:cubicBezTo>
                  <a:pt x="945" y="13925"/>
                  <a:pt x="1103" y="14051"/>
                  <a:pt x="1292" y="14051"/>
                </a:cubicBezTo>
                <a:lnTo>
                  <a:pt x="5419" y="14051"/>
                </a:lnTo>
                <a:cubicBezTo>
                  <a:pt x="5545" y="14051"/>
                  <a:pt x="5671" y="14020"/>
                  <a:pt x="5734" y="13925"/>
                </a:cubicBezTo>
                <a:lnTo>
                  <a:pt x="7120" y="12413"/>
                </a:lnTo>
                <a:lnTo>
                  <a:pt x="8506" y="13925"/>
                </a:lnTo>
                <a:cubicBezTo>
                  <a:pt x="8569" y="14020"/>
                  <a:pt x="8696" y="14051"/>
                  <a:pt x="8822" y="14051"/>
                </a:cubicBezTo>
                <a:lnTo>
                  <a:pt x="12949" y="14051"/>
                </a:lnTo>
                <a:cubicBezTo>
                  <a:pt x="13106" y="14051"/>
                  <a:pt x="13264" y="13925"/>
                  <a:pt x="13358" y="13768"/>
                </a:cubicBezTo>
                <a:cubicBezTo>
                  <a:pt x="13390" y="13610"/>
                  <a:pt x="13358" y="13421"/>
                  <a:pt x="13232" y="13327"/>
                </a:cubicBezTo>
                <a:lnTo>
                  <a:pt x="9263" y="10082"/>
                </a:lnTo>
                <a:lnTo>
                  <a:pt x="10869" y="8286"/>
                </a:lnTo>
                <a:lnTo>
                  <a:pt x="11310" y="8695"/>
                </a:lnTo>
                <a:cubicBezTo>
                  <a:pt x="11389" y="8774"/>
                  <a:pt x="11492" y="8814"/>
                  <a:pt x="11594" y="8814"/>
                </a:cubicBezTo>
                <a:cubicBezTo>
                  <a:pt x="11696" y="8814"/>
                  <a:pt x="11799" y="8774"/>
                  <a:pt x="11878" y="8695"/>
                </a:cubicBezTo>
                <a:lnTo>
                  <a:pt x="13673" y="6931"/>
                </a:lnTo>
                <a:cubicBezTo>
                  <a:pt x="14083" y="6490"/>
                  <a:pt x="14303" y="5955"/>
                  <a:pt x="14240" y="5387"/>
                </a:cubicBezTo>
                <a:lnTo>
                  <a:pt x="14240" y="5356"/>
                </a:lnTo>
                <a:lnTo>
                  <a:pt x="14240" y="2867"/>
                </a:lnTo>
                <a:cubicBezTo>
                  <a:pt x="14240" y="2205"/>
                  <a:pt x="13705" y="1670"/>
                  <a:pt x="12980" y="1670"/>
                </a:cubicBezTo>
                <a:lnTo>
                  <a:pt x="12571" y="1670"/>
                </a:lnTo>
                <a:lnTo>
                  <a:pt x="12571" y="788"/>
                </a:lnTo>
                <a:lnTo>
                  <a:pt x="13736" y="788"/>
                </a:lnTo>
                <a:lnTo>
                  <a:pt x="13736" y="819"/>
                </a:lnTo>
                <a:cubicBezTo>
                  <a:pt x="13988" y="819"/>
                  <a:pt x="14177" y="630"/>
                  <a:pt x="14177" y="441"/>
                </a:cubicBezTo>
                <a:cubicBezTo>
                  <a:pt x="14177" y="189"/>
                  <a:pt x="13988" y="0"/>
                  <a:pt x="13736"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238" name="Google Shape;7931;p66">
            <a:extLst>
              <a:ext uri="{FF2B5EF4-FFF2-40B4-BE49-F238E27FC236}">
                <a16:creationId xmlns:a16="http://schemas.microsoft.com/office/drawing/2014/main" id="{3A0F29A8-7606-4262-A8B9-F0D5F37A6EC5}"/>
              </a:ext>
            </a:extLst>
          </p:cNvPr>
          <p:cNvSpPr/>
          <p:nvPr/>
        </p:nvSpPr>
        <p:spPr>
          <a:xfrm>
            <a:off x="10204474" y="5633088"/>
            <a:ext cx="235919" cy="205139"/>
          </a:xfrm>
          <a:custGeom>
            <a:avLst/>
            <a:gdLst/>
            <a:ahLst/>
            <a:cxnLst/>
            <a:rect l="l" t="t" r="r" b="b"/>
            <a:pathLst>
              <a:path w="14241" h="12383" extrusionOk="0">
                <a:moveTo>
                  <a:pt x="9610" y="4128"/>
                </a:moveTo>
                <a:cubicBezTo>
                  <a:pt x="10271" y="4128"/>
                  <a:pt x="10870" y="4664"/>
                  <a:pt x="10870" y="5388"/>
                </a:cubicBezTo>
                <a:cubicBezTo>
                  <a:pt x="10870" y="6050"/>
                  <a:pt x="10303" y="6617"/>
                  <a:pt x="9610" y="6617"/>
                </a:cubicBezTo>
                <a:lnTo>
                  <a:pt x="8444" y="6617"/>
                </a:lnTo>
                <a:cubicBezTo>
                  <a:pt x="8412" y="6207"/>
                  <a:pt x="8381" y="5829"/>
                  <a:pt x="8381" y="5388"/>
                </a:cubicBezTo>
                <a:cubicBezTo>
                  <a:pt x="8381" y="4947"/>
                  <a:pt x="8412" y="4569"/>
                  <a:pt x="8444" y="4128"/>
                </a:cubicBezTo>
                <a:close/>
                <a:moveTo>
                  <a:pt x="3183" y="3309"/>
                </a:moveTo>
                <a:cubicBezTo>
                  <a:pt x="2773" y="3876"/>
                  <a:pt x="2553" y="4632"/>
                  <a:pt x="2553" y="5388"/>
                </a:cubicBezTo>
                <a:cubicBezTo>
                  <a:pt x="2553" y="6144"/>
                  <a:pt x="2773" y="6837"/>
                  <a:pt x="3183" y="7468"/>
                </a:cubicBezTo>
                <a:lnTo>
                  <a:pt x="2994" y="7468"/>
                </a:lnTo>
                <a:cubicBezTo>
                  <a:pt x="1765" y="7436"/>
                  <a:pt x="820" y="6459"/>
                  <a:pt x="883" y="5262"/>
                </a:cubicBezTo>
                <a:cubicBezTo>
                  <a:pt x="946" y="4191"/>
                  <a:pt x="1954" y="3309"/>
                  <a:pt x="3088" y="3309"/>
                </a:cubicBezTo>
                <a:close/>
                <a:moveTo>
                  <a:pt x="8129" y="2175"/>
                </a:moveTo>
                <a:lnTo>
                  <a:pt x="8129" y="2175"/>
                </a:lnTo>
                <a:cubicBezTo>
                  <a:pt x="7751" y="3088"/>
                  <a:pt x="7562" y="4160"/>
                  <a:pt x="7562" y="5294"/>
                </a:cubicBezTo>
                <a:cubicBezTo>
                  <a:pt x="7562" y="6428"/>
                  <a:pt x="7751" y="7499"/>
                  <a:pt x="8129" y="8413"/>
                </a:cubicBezTo>
                <a:lnTo>
                  <a:pt x="7908" y="8255"/>
                </a:lnTo>
                <a:cubicBezTo>
                  <a:pt x="6995" y="7783"/>
                  <a:pt x="5861" y="7436"/>
                  <a:pt x="4600" y="7436"/>
                </a:cubicBezTo>
                <a:lnTo>
                  <a:pt x="4254" y="7436"/>
                </a:lnTo>
                <a:cubicBezTo>
                  <a:pt x="3687" y="6869"/>
                  <a:pt x="3372" y="6144"/>
                  <a:pt x="3372" y="5357"/>
                </a:cubicBezTo>
                <a:cubicBezTo>
                  <a:pt x="3372" y="4569"/>
                  <a:pt x="3687" y="3813"/>
                  <a:pt x="4254" y="3246"/>
                </a:cubicBezTo>
                <a:lnTo>
                  <a:pt x="4632" y="3246"/>
                </a:lnTo>
                <a:cubicBezTo>
                  <a:pt x="5798" y="3246"/>
                  <a:pt x="6963" y="2931"/>
                  <a:pt x="7908" y="2332"/>
                </a:cubicBezTo>
                <a:lnTo>
                  <a:pt x="8129" y="2175"/>
                </a:lnTo>
                <a:close/>
                <a:moveTo>
                  <a:pt x="5041" y="8287"/>
                </a:moveTo>
                <a:cubicBezTo>
                  <a:pt x="5293" y="8287"/>
                  <a:pt x="5577" y="8350"/>
                  <a:pt x="5861" y="8413"/>
                </a:cubicBezTo>
                <a:lnTo>
                  <a:pt x="5861" y="8696"/>
                </a:lnTo>
                <a:cubicBezTo>
                  <a:pt x="5861" y="8917"/>
                  <a:pt x="5672" y="9137"/>
                  <a:pt x="5419" y="9137"/>
                </a:cubicBezTo>
                <a:lnTo>
                  <a:pt x="5041" y="9137"/>
                </a:lnTo>
                <a:lnTo>
                  <a:pt x="5041" y="8287"/>
                </a:lnTo>
                <a:close/>
                <a:moveTo>
                  <a:pt x="10870" y="757"/>
                </a:moveTo>
                <a:cubicBezTo>
                  <a:pt x="12193" y="757"/>
                  <a:pt x="13327" y="2868"/>
                  <a:pt x="13327" y="5325"/>
                </a:cubicBezTo>
                <a:cubicBezTo>
                  <a:pt x="13327" y="7814"/>
                  <a:pt x="12193" y="9925"/>
                  <a:pt x="10870" y="9925"/>
                </a:cubicBezTo>
                <a:cubicBezTo>
                  <a:pt x="10712" y="9925"/>
                  <a:pt x="10492" y="9862"/>
                  <a:pt x="10334" y="9799"/>
                </a:cubicBezTo>
                <a:lnTo>
                  <a:pt x="9862" y="9515"/>
                </a:lnTo>
                <a:cubicBezTo>
                  <a:pt x="9358" y="9074"/>
                  <a:pt x="8917" y="8350"/>
                  <a:pt x="8664" y="7436"/>
                </a:cubicBezTo>
                <a:lnTo>
                  <a:pt x="9610" y="7436"/>
                </a:lnTo>
                <a:cubicBezTo>
                  <a:pt x="10744" y="7436"/>
                  <a:pt x="11689" y="6491"/>
                  <a:pt x="11689" y="5325"/>
                </a:cubicBezTo>
                <a:cubicBezTo>
                  <a:pt x="11689" y="4191"/>
                  <a:pt x="10744" y="3246"/>
                  <a:pt x="9610" y="3246"/>
                </a:cubicBezTo>
                <a:lnTo>
                  <a:pt x="8664" y="3246"/>
                </a:lnTo>
                <a:cubicBezTo>
                  <a:pt x="8948" y="2332"/>
                  <a:pt x="9326" y="1608"/>
                  <a:pt x="9862" y="1167"/>
                </a:cubicBezTo>
                <a:lnTo>
                  <a:pt x="10334" y="883"/>
                </a:lnTo>
                <a:cubicBezTo>
                  <a:pt x="10523" y="820"/>
                  <a:pt x="10712" y="757"/>
                  <a:pt x="10870" y="757"/>
                </a:cubicBezTo>
                <a:close/>
                <a:moveTo>
                  <a:pt x="4222" y="8255"/>
                </a:moveTo>
                <a:lnTo>
                  <a:pt x="4222" y="11185"/>
                </a:lnTo>
                <a:cubicBezTo>
                  <a:pt x="4222" y="11406"/>
                  <a:pt x="4002" y="11595"/>
                  <a:pt x="3813" y="11595"/>
                </a:cubicBezTo>
                <a:cubicBezTo>
                  <a:pt x="3624" y="11595"/>
                  <a:pt x="3372" y="11406"/>
                  <a:pt x="3372" y="11185"/>
                </a:cubicBezTo>
                <a:lnTo>
                  <a:pt x="3372" y="8255"/>
                </a:lnTo>
                <a:close/>
                <a:moveTo>
                  <a:pt x="10870" y="1"/>
                </a:moveTo>
                <a:cubicBezTo>
                  <a:pt x="10303" y="1"/>
                  <a:pt x="9830" y="190"/>
                  <a:pt x="9389" y="536"/>
                </a:cubicBezTo>
                <a:lnTo>
                  <a:pt x="7467" y="1671"/>
                </a:lnTo>
                <a:cubicBezTo>
                  <a:pt x="6648" y="2206"/>
                  <a:pt x="5609" y="2458"/>
                  <a:pt x="4632" y="2458"/>
                </a:cubicBezTo>
                <a:lnTo>
                  <a:pt x="3088" y="2458"/>
                </a:lnTo>
                <a:cubicBezTo>
                  <a:pt x="1513" y="2458"/>
                  <a:pt x="158" y="3655"/>
                  <a:pt x="64" y="5231"/>
                </a:cubicBezTo>
                <a:cubicBezTo>
                  <a:pt x="1" y="6806"/>
                  <a:pt x="1135" y="8066"/>
                  <a:pt x="2553" y="8255"/>
                </a:cubicBezTo>
                <a:lnTo>
                  <a:pt x="2553" y="11185"/>
                </a:lnTo>
                <a:cubicBezTo>
                  <a:pt x="2553" y="11847"/>
                  <a:pt x="3088" y="12382"/>
                  <a:pt x="3813" y="12382"/>
                </a:cubicBezTo>
                <a:cubicBezTo>
                  <a:pt x="4474" y="12382"/>
                  <a:pt x="5073" y="11847"/>
                  <a:pt x="5073" y="11185"/>
                </a:cubicBezTo>
                <a:lnTo>
                  <a:pt x="5073" y="9925"/>
                </a:lnTo>
                <a:lnTo>
                  <a:pt x="5451" y="9925"/>
                </a:lnTo>
                <a:cubicBezTo>
                  <a:pt x="6144" y="9925"/>
                  <a:pt x="6711" y="9358"/>
                  <a:pt x="6711" y="8696"/>
                </a:cubicBezTo>
                <a:lnTo>
                  <a:pt x="6711" y="8665"/>
                </a:lnTo>
                <a:cubicBezTo>
                  <a:pt x="6995" y="8759"/>
                  <a:pt x="7278" y="8885"/>
                  <a:pt x="7562" y="9043"/>
                </a:cubicBezTo>
                <a:lnTo>
                  <a:pt x="9484" y="10177"/>
                </a:lnTo>
                <a:cubicBezTo>
                  <a:pt x="9925" y="10555"/>
                  <a:pt x="10397" y="10744"/>
                  <a:pt x="10933" y="10744"/>
                </a:cubicBezTo>
                <a:cubicBezTo>
                  <a:pt x="11878" y="10744"/>
                  <a:pt x="12697" y="10145"/>
                  <a:pt x="13327" y="9074"/>
                </a:cubicBezTo>
                <a:cubicBezTo>
                  <a:pt x="13926" y="8098"/>
                  <a:pt x="14241" y="6774"/>
                  <a:pt x="14241" y="5388"/>
                </a:cubicBezTo>
                <a:cubicBezTo>
                  <a:pt x="14178" y="2458"/>
                  <a:pt x="12792" y="1"/>
                  <a:pt x="10870"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239" name="Google Shape;7932;p66">
            <a:extLst>
              <a:ext uri="{FF2B5EF4-FFF2-40B4-BE49-F238E27FC236}">
                <a16:creationId xmlns:a16="http://schemas.microsoft.com/office/drawing/2014/main" id="{459F45D7-42CF-4A14-92A3-A02CBFB196DD}"/>
              </a:ext>
            </a:extLst>
          </p:cNvPr>
          <p:cNvGrpSpPr/>
          <p:nvPr/>
        </p:nvGrpSpPr>
        <p:grpSpPr>
          <a:xfrm>
            <a:off x="9022075" y="5359030"/>
            <a:ext cx="205652" cy="235919"/>
            <a:chOff x="-9570950" y="1622100"/>
            <a:chExt cx="310350" cy="356025"/>
          </a:xfrm>
          <a:solidFill>
            <a:schemeClr val="tx1"/>
          </a:solidFill>
        </p:grpSpPr>
        <p:sp>
          <p:nvSpPr>
            <p:cNvPr id="1283" name="Google Shape;7933;p66">
              <a:extLst>
                <a:ext uri="{FF2B5EF4-FFF2-40B4-BE49-F238E27FC236}">
                  <a16:creationId xmlns:a16="http://schemas.microsoft.com/office/drawing/2014/main" id="{8EE11812-AB2D-4198-8491-9BF1C373EA32}"/>
                </a:ext>
              </a:extLst>
            </p:cNvPr>
            <p:cNvSpPr/>
            <p:nvPr/>
          </p:nvSpPr>
          <p:spPr>
            <a:xfrm>
              <a:off x="-9570950" y="1622100"/>
              <a:ext cx="310350" cy="356025"/>
            </a:xfrm>
            <a:custGeom>
              <a:avLst/>
              <a:gdLst/>
              <a:ahLst/>
              <a:cxnLst/>
              <a:rect l="l" t="t" r="r" b="b"/>
              <a:pathLst>
                <a:path w="12414" h="14241" extrusionOk="0">
                  <a:moveTo>
                    <a:pt x="7026" y="851"/>
                  </a:moveTo>
                  <a:cubicBezTo>
                    <a:pt x="7246" y="851"/>
                    <a:pt x="7404" y="1040"/>
                    <a:pt x="7404" y="1229"/>
                  </a:cubicBezTo>
                  <a:lnTo>
                    <a:pt x="7404" y="1670"/>
                  </a:lnTo>
                  <a:lnTo>
                    <a:pt x="4915" y="1670"/>
                  </a:lnTo>
                  <a:lnTo>
                    <a:pt x="4915" y="1229"/>
                  </a:lnTo>
                  <a:lnTo>
                    <a:pt x="4978" y="1229"/>
                  </a:lnTo>
                  <a:cubicBezTo>
                    <a:pt x="4978" y="1009"/>
                    <a:pt x="5167" y="851"/>
                    <a:pt x="5356" y="851"/>
                  </a:cubicBezTo>
                  <a:close/>
                  <a:moveTo>
                    <a:pt x="9987" y="2490"/>
                  </a:moveTo>
                  <a:lnTo>
                    <a:pt x="9987" y="7688"/>
                  </a:lnTo>
                  <a:lnTo>
                    <a:pt x="9924" y="7688"/>
                  </a:lnTo>
                  <a:lnTo>
                    <a:pt x="8160" y="5924"/>
                  </a:lnTo>
                  <a:cubicBezTo>
                    <a:pt x="8081" y="5845"/>
                    <a:pt x="7971" y="5805"/>
                    <a:pt x="7861" y="5805"/>
                  </a:cubicBezTo>
                  <a:cubicBezTo>
                    <a:pt x="7750" y="5805"/>
                    <a:pt x="7640" y="5845"/>
                    <a:pt x="7561" y="5924"/>
                  </a:cubicBezTo>
                  <a:lnTo>
                    <a:pt x="6396" y="7121"/>
                  </a:lnTo>
                  <a:lnTo>
                    <a:pt x="4883" y="5136"/>
                  </a:lnTo>
                  <a:cubicBezTo>
                    <a:pt x="4820" y="5010"/>
                    <a:pt x="4694" y="4978"/>
                    <a:pt x="4568" y="4978"/>
                  </a:cubicBezTo>
                  <a:cubicBezTo>
                    <a:pt x="4474" y="4978"/>
                    <a:pt x="4348" y="5073"/>
                    <a:pt x="4253" y="5136"/>
                  </a:cubicBezTo>
                  <a:lnTo>
                    <a:pt x="2521" y="7467"/>
                  </a:lnTo>
                  <a:lnTo>
                    <a:pt x="2521" y="2490"/>
                  </a:lnTo>
                  <a:close/>
                  <a:moveTo>
                    <a:pt x="4537" y="6081"/>
                  </a:moveTo>
                  <a:lnTo>
                    <a:pt x="6175" y="8286"/>
                  </a:lnTo>
                  <a:lnTo>
                    <a:pt x="2867" y="8286"/>
                  </a:lnTo>
                  <a:lnTo>
                    <a:pt x="4537" y="6081"/>
                  </a:lnTo>
                  <a:close/>
                  <a:moveTo>
                    <a:pt x="7845" y="6806"/>
                  </a:moveTo>
                  <a:lnTo>
                    <a:pt x="9326" y="8286"/>
                  </a:lnTo>
                  <a:lnTo>
                    <a:pt x="7215" y="8286"/>
                  </a:lnTo>
                  <a:lnTo>
                    <a:pt x="6868" y="7782"/>
                  </a:lnTo>
                  <a:lnTo>
                    <a:pt x="7845" y="6806"/>
                  </a:lnTo>
                  <a:close/>
                  <a:moveTo>
                    <a:pt x="1670" y="2458"/>
                  </a:moveTo>
                  <a:lnTo>
                    <a:pt x="1670" y="8696"/>
                  </a:lnTo>
                  <a:cubicBezTo>
                    <a:pt x="1670" y="8917"/>
                    <a:pt x="1859" y="9106"/>
                    <a:pt x="2080" y="9106"/>
                  </a:cubicBezTo>
                  <a:lnTo>
                    <a:pt x="10365" y="9106"/>
                  </a:lnTo>
                  <a:cubicBezTo>
                    <a:pt x="10586" y="9106"/>
                    <a:pt x="10806" y="8917"/>
                    <a:pt x="10743" y="8696"/>
                  </a:cubicBezTo>
                  <a:lnTo>
                    <a:pt x="10743" y="2490"/>
                  </a:lnTo>
                  <a:lnTo>
                    <a:pt x="11153" y="2490"/>
                  </a:lnTo>
                  <a:cubicBezTo>
                    <a:pt x="11374" y="2490"/>
                    <a:pt x="11594" y="2647"/>
                    <a:pt x="11594" y="2899"/>
                  </a:cubicBezTo>
                  <a:lnTo>
                    <a:pt x="11594" y="9515"/>
                  </a:lnTo>
                  <a:cubicBezTo>
                    <a:pt x="11594" y="9736"/>
                    <a:pt x="11374" y="9956"/>
                    <a:pt x="11184" y="9956"/>
                  </a:cubicBezTo>
                  <a:lnTo>
                    <a:pt x="1260" y="9956"/>
                  </a:lnTo>
                  <a:cubicBezTo>
                    <a:pt x="1040" y="9956"/>
                    <a:pt x="882" y="9736"/>
                    <a:pt x="882" y="9515"/>
                  </a:cubicBezTo>
                  <a:lnTo>
                    <a:pt x="882" y="2899"/>
                  </a:lnTo>
                  <a:cubicBezTo>
                    <a:pt x="882" y="2647"/>
                    <a:pt x="1071" y="2458"/>
                    <a:pt x="1260" y="2458"/>
                  </a:cubicBezTo>
                  <a:close/>
                  <a:moveTo>
                    <a:pt x="8286" y="10775"/>
                  </a:moveTo>
                  <a:lnTo>
                    <a:pt x="8286" y="11626"/>
                  </a:lnTo>
                  <a:lnTo>
                    <a:pt x="4127" y="11626"/>
                  </a:lnTo>
                  <a:lnTo>
                    <a:pt x="4127" y="10775"/>
                  </a:lnTo>
                  <a:close/>
                  <a:moveTo>
                    <a:pt x="3340" y="10775"/>
                  </a:moveTo>
                  <a:lnTo>
                    <a:pt x="3340" y="12886"/>
                  </a:lnTo>
                  <a:lnTo>
                    <a:pt x="3308" y="12886"/>
                  </a:lnTo>
                  <a:cubicBezTo>
                    <a:pt x="3308" y="13138"/>
                    <a:pt x="3119" y="13327"/>
                    <a:pt x="2930" y="13327"/>
                  </a:cubicBezTo>
                  <a:cubicBezTo>
                    <a:pt x="2710" y="13327"/>
                    <a:pt x="2521" y="13138"/>
                    <a:pt x="2521" y="12886"/>
                  </a:cubicBezTo>
                  <a:lnTo>
                    <a:pt x="2521" y="10775"/>
                  </a:lnTo>
                  <a:close/>
                  <a:moveTo>
                    <a:pt x="9956" y="10775"/>
                  </a:moveTo>
                  <a:lnTo>
                    <a:pt x="9956" y="12886"/>
                  </a:lnTo>
                  <a:lnTo>
                    <a:pt x="9924" y="12886"/>
                  </a:lnTo>
                  <a:cubicBezTo>
                    <a:pt x="9924" y="13138"/>
                    <a:pt x="9735" y="13327"/>
                    <a:pt x="9546" y="13327"/>
                  </a:cubicBezTo>
                  <a:cubicBezTo>
                    <a:pt x="9326" y="13327"/>
                    <a:pt x="9137" y="13138"/>
                    <a:pt x="9137" y="12886"/>
                  </a:cubicBezTo>
                  <a:lnTo>
                    <a:pt x="9137" y="10775"/>
                  </a:lnTo>
                  <a:close/>
                  <a:moveTo>
                    <a:pt x="5356" y="1"/>
                  </a:moveTo>
                  <a:cubicBezTo>
                    <a:pt x="4694" y="1"/>
                    <a:pt x="4127" y="568"/>
                    <a:pt x="4127" y="1292"/>
                  </a:cubicBezTo>
                  <a:lnTo>
                    <a:pt x="4127" y="1702"/>
                  </a:lnTo>
                  <a:lnTo>
                    <a:pt x="1229" y="1702"/>
                  </a:lnTo>
                  <a:cubicBezTo>
                    <a:pt x="567" y="1702"/>
                    <a:pt x="0" y="2269"/>
                    <a:pt x="0" y="2962"/>
                  </a:cubicBezTo>
                  <a:lnTo>
                    <a:pt x="0" y="9578"/>
                  </a:lnTo>
                  <a:cubicBezTo>
                    <a:pt x="0" y="10271"/>
                    <a:pt x="567" y="10838"/>
                    <a:pt x="1229" y="10838"/>
                  </a:cubicBezTo>
                  <a:lnTo>
                    <a:pt x="1607" y="10838"/>
                  </a:lnTo>
                  <a:lnTo>
                    <a:pt x="1607" y="12981"/>
                  </a:lnTo>
                  <a:cubicBezTo>
                    <a:pt x="1607" y="13642"/>
                    <a:pt x="2174" y="14241"/>
                    <a:pt x="2867" y="14241"/>
                  </a:cubicBezTo>
                  <a:cubicBezTo>
                    <a:pt x="3592" y="14241"/>
                    <a:pt x="4127" y="13674"/>
                    <a:pt x="4127" y="12981"/>
                  </a:cubicBezTo>
                  <a:lnTo>
                    <a:pt x="4127" y="12540"/>
                  </a:lnTo>
                  <a:lnTo>
                    <a:pt x="8286" y="12540"/>
                  </a:lnTo>
                  <a:lnTo>
                    <a:pt x="8286" y="12981"/>
                  </a:lnTo>
                  <a:cubicBezTo>
                    <a:pt x="8286" y="13642"/>
                    <a:pt x="8822" y="14241"/>
                    <a:pt x="9483" y="14241"/>
                  </a:cubicBezTo>
                  <a:cubicBezTo>
                    <a:pt x="10176" y="14241"/>
                    <a:pt x="10775" y="13674"/>
                    <a:pt x="10775" y="12981"/>
                  </a:cubicBezTo>
                  <a:lnTo>
                    <a:pt x="10775" y="10838"/>
                  </a:lnTo>
                  <a:lnTo>
                    <a:pt x="11153" y="10838"/>
                  </a:lnTo>
                  <a:cubicBezTo>
                    <a:pt x="11815" y="10838"/>
                    <a:pt x="12413" y="10303"/>
                    <a:pt x="12413" y="9578"/>
                  </a:cubicBezTo>
                  <a:lnTo>
                    <a:pt x="12413" y="2899"/>
                  </a:lnTo>
                  <a:cubicBezTo>
                    <a:pt x="12413" y="2238"/>
                    <a:pt x="11878" y="1639"/>
                    <a:pt x="11153" y="1639"/>
                  </a:cubicBezTo>
                  <a:lnTo>
                    <a:pt x="8286" y="1639"/>
                  </a:lnTo>
                  <a:lnTo>
                    <a:pt x="8286" y="1198"/>
                  </a:lnTo>
                  <a:cubicBezTo>
                    <a:pt x="8286" y="568"/>
                    <a:pt x="7687" y="1"/>
                    <a:pt x="7026" y="1"/>
                  </a:cubicBezTo>
                  <a:close/>
                </a:path>
              </a:pathLst>
            </a:custGeom>
            <a:grpFill/>
            <a:ln>
              <a:noFill/>
            </a:ln>
          </p:spPr>
          <p:txBody>
            <a:bodyPr spcFirstLastPara="1" wrap="square" lIns="62728" tIns="62728" rIns="62728" bIns="62728" anchor="ctr" anchorCtr="0">
              <a:noAutofit/>
            </a:bodyPr>
            <a:lstStyle/>
            <a:p>
              <a:endParaRPr sz="764"/>
            </a:p>
          </p:txBody>
        </p:sp>
        <p:sp>
          <p:nvSpPr>
            <p:cNvPr id="1284" name="Google Shape;7934;p66">
              <a:extLst>
                <a:ext uri="{FF2B5EF4-FFF2-40B4-BE49-F238E27FC236}">
                  <a16:creationId xmlns:a16="http://schemas.microsoft.com/office/drawing/2014/main" id="{82555D33-B42E-4B98-988D-0BC0FD30CE30}"/>
                </a:ext>
              </a:extLst>
            </p:cNvPr>
            <p:cNvSpPr/>
            <p:nvPr/>
          </p:nvSpPr>
          <p:spPr>
            <a:xfrm>
              <a:off x="-9426025" y="1695350"/>
              <a:ext cx="63025" cy="62250"/>
            </a:xfrm>
            <a:custGeom>
              <a:avLst/>
              <a:gdLst/>
              <a:ahLst/>
              <a:cxnLst/>
              <a:rect l="l" t="t" r="r" b="b"/>
              <a:pathLst>
                <a:path w="2521" h="2490" extrusionOk="0">
                  <a:moveTo>
                    <a:pt x="1260" y="820"/>
                  </a:moveTo>
                  <a:cubicBezTo>
                    <a:pt x="1449" y="820"/>
                    <a:pt x="1638" y="977"/>
                    <a:pt x="1638" y="1229"/>
                  </a:cubicBezTo>
                  <a:cubicBezTo>
                    <a:pt x="1638" y="1450"/>
                    <a:pt x="1449" y="1639"/>
                    <a:pt x="1260" y="1639"/>
                  </a:cubicBezTo>
                  <a:cubicBezTo>
                    <a:pt x="1071" y="1639"/>
                    <a:pt x="851" y="1450"/>
                    <a:pt x="851" y="1229"/>
                  </a:cubicBezTo>
                  <a:cubicBezTo>
                    <a:pt x="851" y="977"/>
                    <a:pt x="1071" y="820"/>
                    <a:pt x="1260" y="820"/>
                  </a:cubicBezTo>
                  <a:close/>
                  <a:moveTo>
                    <a:pt x="1260" y="1"/>
                  </a:moveTo>
                  <a:cubicBezTo>
                    <a:pt x="536" y="1"/>
                    <a:pt x="0" y="505"/>
                    <a:pt x="0" y="1229"/>
                  </a:cubicBezTo>
                  <a:cubicBezTo>
                    <a:pt x="0" y="1891"/>
                    <a:pt x="536" y="2490"/>
                    <a:pt x="1260" y="2490"/>
                  </a:cubicBezTo>
                  <a:cubicBezTo>
                    <a:pt x="1985" y="2490"/>
                    <a:pt x="2521" y="1922"/>
                    <a:pt x="2521" y="1229"/>
                  </a:cubicBezTo>
                  <a:cubicBezTo>
                    <a:pt x="2521" y="505"/>
                    <a:pt x="1985" y="1"/>
                    <a:pt x="1260"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40" name="Google Shape;7935;p66">
            <a:extLst>
              <a:ext uri="{FF2B5EF4-FFF2-40B4-BE49-F238E27FC236}">
                <a16:creationId xmlns:a16="http://schemas.microsoft.com/office/drawing/2014/main" id="{641AF5C8-C040-4CFD-96AD-FE3312AE9BE5}"/>
              </a:ext>
            </a:extLst>
          </p:cNvPr>
          <p:cNvGrpSpPr/>
          <p:nvPr/>
        </p:nvGrpSpPr>
        <p:grpSpPr>
          <a:xfrm>
            <a:off x="9007464" y="5639620"/>
            <a:ext cx="234875" cy="234361"/>
            <a:chOff x="-9594575" y="2056875"/>
            <a:chExt cx="354450" cy="353675"/>
          </a:xfrm>
          <a:solidFill>
            <a:schemeClr val="tx1"/>
          </a:solidFill>
        </p:grpSpPr>
        <p:sp>
          <p:nvSpPr>
            <p:cNvPr id="1280" name="Google Shape;7936;p66">
              <a:extLst>
                <a:ext uri="{FF2B5EF4-FFF2-40B4-BE49-F238E27FC236}">
                  <a16:creationId xmlns:a16="http://schemas.microsoft.com/office/drawing/2014/main" id="{D42C2D5F-2267-4298-BDFE-B59E9B31D4F2}"/>
                </a:ext>
              </a:extLst>
            </p:cNvPr>
            <p:cNvSpPr/>
            <p:nvPr/>
          </p:nvSpPr>
          <p:spPr>
            <a:xfrm>
              <a:off x="-9594575" y="2056875"/>
              <a:ext cx="354450" cy="353675"/>
            </a:xfrm>
            <a:custGeom>
              <a:avLst/>
              <a:gdLst/>
              <a:ahLst/>
              <a:cxnLst/>
              <a:rect l="l" t="t" r="r" b="b"/>
              <a:pathLst>
                <a:path w="14178" h="14147" extrusionOk="0">
                  <a:moveTo>
                    <a:pt x="3781" y="819"/>
                  </a:moveTo>
                  <a:cubicBezTo>
                    <a:pt x="4442" y="819"/>
                    <a:pt x="5041" y="1387"/>
                    <a:pt x="5041" y="2080"/>
                  </a:cubicBezTo>
                  <a:cubicBezTo>
                    <a:pt x="4694" y="1796"/>
                    <a:pt x="4253" y="1639"/>
                    <a:pt x="3812" y="1639"/>
                  </a:cubicBezTo>
                  <a:cubicBezTo>
                    <a:pt x="3340" y="1639"/>
                    <a:pt x="2930" y="1796"/>
                    <a:pt x="2552" y="2048"/>
                  </a:cubicBezTo>
                  <a:cubicBezTo>
                    <a:pt x="2552" y="1387"/>
                    <a:pt x="3119" y="819"/>
                    <a:pt x="3781" y="819"/>
                  </a:cubicBezTo>
                  <a:close/>
                  <a:moveTo>
                    <a:pt x="10491" y="819"/>
                  </a:moveTo>
                  <a:cubicBezTo>
                    <a:pt x="11153" y="819"/>
                    <a:pt x="11688" y="1387"/>
                    <a:pt x="11751" y="2048"/>
                  </a:cubicBezTo>
                  <a:cubicBezTo>
                    <a:pt x="11373" y="1765"/>
                    <a:pt x="10964" y="1639"/>
                    <a:pt x="10491" y="1639"/>
                  </a:cubicBezTo>
                  <a:cubicBezTo>
                    <a:pt x="10019" y="1639"/>
                    <a:pt x="9578" y="1796"/>
                    <a:pt x="9263" y="2080"/>
                  </a:cubicBezTo>
                  <a:cubicBezTo>
                    <a:pt x="9231" y="1387"/>
                    <a:pt x="9767" y="819"/>
                    <a:pt x="10491" y="819"/>
                  </a:cubicBezTo>
                  <a:close/>
                  <a:moveTo>
                    <a:pt x="6742" y="5797"/>
                  </a:moveTo>
                  <a:lnTo>
                    <a:pt x="6742" y="7467"/>
                  </a:lnTo>
                  <a:lnTo>
                    <a:pt x="5860" y="7467"/>
                  </a:lnTo>
                  <a:lnTo>
                    <a:pt x="5860" y="5797"/>
                  </a:lnTo>
                  <a:close/>
                  <a:moveTo>
                    <a:pt x="8380" y="5766"/>
                  </a:moveTo>
                  <a:lnTo>
                    <a:pt x="8380" y="7467"/>
                  </a:lnTo>
                  <a:lnTo>
                    <a:pt x="7530" y="7467"/>
                  </a:lnTo>
                  <a:lnTo>
                    <a:pt x="7530" y="5766"/>
                  </a:lnTo>
                  <a:close/>
                  <a:moveTo>
                    <a:pt x="8380" y="8318"/>
                  </a:moveTo>
                  <a:lnTo>
                    <a:pt x="8380" y="9137"/>
                  </a:lnTo>
                  <a:lnTo>
                    <a:pt x="5860" y="9137"/>
                  </a:lnTo>
                  <a:lnTo>
                    <a:pt x="5860" y="8318"/>
                  </a:lnTo>
                  <a:close/>
                  <a:moveTo>
                    <a:pt x="3781" y="2489"/>
                  </a:moveTo>
                  <a:cubicBezTo>
                    <a:pt x="4442" y="2489"/>
                    <a:pt x="5041" y="3025"/>
                    <a:pt x="5041" y="3686"/>
                  </a:cubicBezTo>
                  <a:lnTo>
                    <a:pt x="5041" y="9168"/>
                  </a:lnTo>
                  <a:cubicBezTo>
                    <a:pt x="4537" y="8633"/>
                    <a:pt x="3781" y="8318"/>
                    <a:pt x="2962" y="8318"/>
                  </a:cubicBezTo>
                  <a:cubicBezTo>
                    <a:pt x="2363" y="8318"/>
                    <a:pt x="1859" y="8475"/>
                    <a:pt x="1386" y="8790"/>
                  </a:cubicBezTo>
                  <a:lnTo>
                    <a:pt x="2552" y="3497"/>
                  </a:lnTo>
                  <a:cubicBezTo>
                    <a:pt x="2678" y="2899"/>
                    <a:pt x="3182" y="2489"/>
                    <a:pt x="3781" y="2489"/>
                  </a:cubicBezTo>
                  <a:close/>
                  <a:moveTo>
                    <a:pt x="10491" y="2489"/>
                  </a:moveTo>
                  <a:cubicBezTo>
                    <a:pt x="11090" y="2489"/>
                    <a:pt x="11594" y="2899"/>
                    <a:pt x="11720" y="3497"/>
                  </a:cubicBezTo>
                  <a:lnTo>
                    <a:pt x="12886" y="8790"/>
                  </a:lnTo>
                  <a:cubicBezTo>
                    <a:pt x="12413" y="8444"/>
                    <a:pt x="11909" y="8318"/>
                    <a:pt x="11310" y="8318"/>
                  </a:cubicBezTo>
                  <a:cubicBezTo>
                    <a:pt x="10491" y="8318"/>
                    <a:pt x="9767" y="8633"/>
                    <a:pt x="9231" y="9168"/>
                  </a:cubicBezTo>
                  <a:lnTo>
                    <a:pt x="9231" y="3686"/>
                  </a:lnTo>
                  <a:cubicBezTo>
                    <a:pt x="9231" y="3025"/>
                    <a:pt x="9767" y="2489"/>
                    <a:pt x="10491" y="2489"/>
                  </a:cubicBezTo>
                  <a:close/>
                  <a:moveTo>
                    <a:pt x="2962" y="9074"/>
                  </a:moveTo>
                  <a:cubicBezTo>
                    <a:pt x="4096" y="9074"/>
                    <a:pt x="5041" y="10019"/>
                    <a:pt x="5041" y="11185"/>
                  </a:cubicBezTo>
                  <a:cubicBezTo>
                    <a:pt x="5041" y="12350"/>
                    <a:pt x="4096" y="13264"/>
                    <a:pt x="2962" y="13264"/>
                  </a:cubicBezTo>
                  <a:cubicBezTo>
                    <a:pt x="1827" y="13264"/>
                    <a:pt x="882" y="12319"/>
                    <a:pt x="882" y="11185"/>
                  </a:cubicBezTo>
                  <a:cubicBezTo>
                    <a:pt x="882" y="10019"/>
                    <a:pt x="1764" y="9074"/>
                    <a:pt x="2962" y="9074"/>
                  </a:cubicBezTo>
                  <a:close/>
                  <a:moveTo>
                    <a:pt x="11310" y="9074"/>
                  </a:moveTo>
                  <a:cubicBezTo>
                    <a:pt x="12445" y="9074"/>
                    <a:pt x="13390" y="9987"/>
                    <a:pt x="13390" y="11185"/>
                  </a:cubicBezTo>
                  <a:cubicBezTo>
                    <a:pt x="13358" y="12350"/>
                    <a:pt x="12445" y="13264"/>
                    <a:pt x="11310" y="13264"/>
                  </a:cubicBezTo>
                  <a:cubicBezTo>
                    <a:pt x="10176" y="13264"/>
                    <a:pt x="9231" y="12319"/>
                    <a:pt x="9231" y="11185"/>
                  </a:cubicBezTo>
                  <a:cubicBezTo>
                    <a:pt x="9231" y="10019"/>
                    <a:pt x="10176" y="9074"/>
                    <a:pt x="11310" y="9074"/>
                  </a:cubicBezTo>
                  <a:close/>
                  <a:moveTo>
                    <a:pt x="3749" y="0"/>
                  </a:moveTo>
                  <a:cubicBezTo>
                    <a:pt x="2615" y="0"/>
                    <a:pt x="1670" y="946"/>
                    <a:pt x="1670" y="2080"/>
                  </a:cubicBezTo>
                  <a:cubicBezTo>
                    <a:pt x="1670" y="2363"/>
                    <a:pt x="1733" y="2647"/>
                    <a:pt x="1827" y="2899"/>
                  </a:cubicBezTo>
                  <a:cubicBezTo>
                    <a:pt x="1733" y="3056"/>
                    <a:pt x="1701" y="3182"/>
                    <a:pt x="1701" y="3340"/>
                  </a:cubicBezTo>
                  <a:lnTo>
                    <a:pt x="63" y="10680"/>
                  </a:lnTo>
                  <a:cubicBezTo>
                    <a:pt x="0" y="10870"/>
                    <a:pt x="0" y="11027"/>
                    <a:pt x="0" y="11216"/>
                  </a:cubicBezTo>
                  <a:cubicBezTo>
                    <a:pt x="0" y="12823"/>
                    <a:pt x="1323" y="14146"/>
                    <a:pt x="2930" y="14146"/>
                  </a:cubicBezTo>
                  <a:cubicBezTo>
                    <a:pt x="4537" y="14146"/>
                    <a:pt x="5797" y="12823"/>
                    <a:pt x="5797" y="11216"/>
                  </a:cubicBezTo>
                  <a:lnTo>
                    <a:pt x="5797" y="9956"/>
                  </a:lnTo>
                  <a:lnTo>
                    <a:pt x="8317" y="9956"/>
                  </a:lnTo>
                  <a:lnTo>
                    <a:pt x="8317" y="11185"/>
                  </a:lnTo>
                  <a:cubicBezTo>
                    <a:pt x="8317" y="12791"/>
                    <a:pt x="9609" y="14083"/>
                    <a:pt x="11184" y="14083"/>
                  </a:cubicBezTo>
                  <a:cubicBezTo>
                    <a:pt x="12760" y="14083"/>
                    <a:pt x="14114" y="12791"/>
                    <a:pt x="14114" y="11185"/>
                  </a:cubicBezTo>
                  <a:cubicBezTo>
                    <a:pt x="14177" y="11027"/>
                    <a:pt x="14177" y="10870"/>
                    <a:pt x="14146" y="10680"/>
                  </a:cubicBezTo>
                  <a:cubicBezTo>
                    <a:pt x="14146" y="10680"/>
                    <a:pt x="12539" y="3466"/>
                    <a:pt x="12476" y="3340"/>
                  </a:cubicBezTo>
                  <a:cubicBezTo>
                    <a:pt x="12445" y="3182"/>
                    <a:pt x="12413" y="3025"/>
                    <a:pt x="12382" y="2899"/>
                  </a:cubicBezTo>
                  <a:cubicBezTo>
                    <a:pt x="12476" y="2647"/>
                    <a:pt x="12539" y="2363"/>
                    <a:pt x="12539" y="2080"/>
                  </a:cubicBezTo>
                  <a:cubicBezTo>
                    <a:pt x="12539" y="946"/>
                    <a:pt x="11594" y="0"/>
                    <a:pt x="10428" y="0"/>
                  </a:cubicBezTo>
                  <a:cubicBezTo>
                    <a:pt x="9294" y="0"/>
                    <a:pt x="8349" y="946"/>
                    <a:pt x="8349" y="2080"/>
                  </a:cubicBezTo>
                  <a:cubicBezTo>
                    <a:pt x="8349" y="2363"/>
                    <a:pt x="8443" y="2647"/>
                    <a:pt x="8506" y="2899"/>
                  </a:cubicBezTo>
                  <a:cubicBezTo>
                    <a:pt x="8412" y="3151"/>
                    <a:pt x="8349" y="3466"/>
                    <a:pt x="8349" y="3749"/>
                  </a:cubicBezTo>
                  <a:lnTo>
                    <a:pt x="8349" y="5010"/>
                  </a:lnTo>
                  <a:lnTo>
                    <a:pt x="5828" y="5010"/>
                  </a:lnTo>
                  <a:lnTo>
                    <a:pt x="5828" y="3749"/>
                  </a:lnTo>
                  <a:cubicBezTo>
                    <a:pt x="5828" y="3466"/>
                    <a:pt x="5765" y="3151"/>
                    <a:pt x="5671" y="2899"/>
                  </a:cubicBezTo>
                  <a:cubicBezTo>
                    <a:pt x="5797" y="2647"/>
                    <a:pt x="5828" y="2363"/>
                    <a:pt x="5828" y="2080"/>
                  </a:cubicBezTo>
                  <a:cubicBezTo>
                    <a:pt x="5828" y="946"/>
                    <a:pt x="4883" y="0"/>
                    <a:pt x="3749" y="0"/>
                  </a:cubicBezTo>
                  <a:close/>
                </a:path>
              </a:pathLst>
            </a:custGeom>
            <a:grpFill/>
            <a:ln>
              <a:noFill/>
            </a:ln>
          </p:spPr>
          <p:txBody>
            <a:bodyPr spcFirstLastPara="1" wrap="square" lIns="62728" tIns="62728" rIns="62728" bIns="62728" anchor="ctr" anchorCtr="0">
              <a:noAutofit/>
            </a:bodyPr>
            <a:lstStyle/>
            <a:p>
              <a:endParaRPr sz="764"/>
            </a:p>
          </p:txBody>
        </p:sp>
        <p:sp>
          <p:nvSpPr>
            <p:cNvPr id="1281" name="Google Shape;7937;p66">
              <a:extLst>
                <a:ext uri="{FF2B5EF4-FFF2-40B4-BE49-F238E27FC236}">
                  <a16:creationId xmlns:a16="http://schemas.microsoft.com/office/drawing/2014/main" id="{753BF7F3-D5D7-4F76-AB50-5FCC1938C91F}"/>
                </a:ext>
              </a:extLst>
            </p:cNvPr>
            <p:cNvSpPr/>
            <p:nvPr/>
          </p:nvSpPr>
          <p:spPr>
            <a:xfrm>
              <a:off x="-9342550" y="2305750"/>
              <a:ext cx="62250" cy="62250"/>
            </a:xfrm>
            <a:custGeom>
              <a:avLst/>
              <a:gdLst/>
              <a:ahLst/>
              <a:cxnLst/>
              <a:rect l="l" t="t" r="r" b="b"/>
              <a:pathLst>
                <a:path w="2490" h="2490" extrusionOk="0">
                  <a:moveTo>
                    <a:pt x="1229" y="820"/>
                  </a:moveTo>
                  <a:cubicBezTo>
                    <a:pt x="1450" y="820"/>
                    <a:pt x="1670" y="1041"/>
                    <a:pt x="1670" y="1230"/>
                  </a:cubicBezTo>
                  <a:cubicBezTo>
                    <a:pt x="1607" y="1450"/>
                    <a:pt x="1418" y="1639"/>
                    <a:pt x="1229" y="1639"/>
                  </a:cubicBezTo>
                  <a:cubicBezTo>
                    <a:pt x="977" y="1639"/>
                    <a:pt x="820" y="1450"/>
                    <a:pt x="820" y="1230"/>
                  </a:cubicBezTo>
                  <a:cubicBezTo>
                    <a:pt x="820" y="978"/>
                    <a:pt x="1040" y="820"/>
                    <a:pt x="1229" y="820"/>
                  </a:cubicBezTo>
                  <a:close/>
                  <a:moveTo>
                    <a:pt x="1229" y="1"/>
                  </a:moveTo>
                  <a:cubicBezTo>
                    <a:pt x="568" y="1"/>
                    <a:pt x="1" y="568"/>
                    <a:pt x="1" y="1230"/>
                  </a:cubicBezTo>
                  <a:cubicBezTo>
                    <a:pt x="1" y="1891"/>
                    <a:pt x="568" y="2490"/>
                    <a:pt x="1229" y="2490"/>
                  </a:cubicBezTo>
                  <a:cubicBezTo>
                    <a:pt x="1891" y="2490"/>
                    <a:pt x="2490" y="1923"/>
                    <a:pt x="2490" y="1230"/>
                  </a:cubicBezTo>
                  <a:cubicBezTo>
                    <a:pt x="2458" y="568"/>
                    <a:pt x="1891" y="1"/>
                    <a:pt x="1229" y="1"/>
                  </a:cubicBezTo>
                  <a:close/>
                </a:path>
              </a:pathLst>
            </a:custGeom>
            <a:grpFill/>
            <a:ln>
              <a:noFill/>
            </a:ln>
          </p:spPr>
          <p:txBody>
            <a:bodyPr spcFirstLastPara="1" wrap="square" lIns="62728" tIns="62728" rIns="62728" bIns="62728" anchor="ctr" anchorCtr="0">
              <a:noAutofit/>
            </a:bodyPr>
            <a:lstStyle/>
            <a:p>
              <a:endParaRPr sz="764"/>
            </a:p>
          </p:txBody>
        </p:sp>
        <p:sp>
          <p:nvSpPr>
            <p:cNvPr id="1282" name="Google Shape;7938;p66">
              <a:extLst>
                <a:ext uri="{FF2B5EF4-FFF2-40B4-BE49-F238E27FC236}">
                  <a16:creationId xmlns:a16="http://schemas.microsoft.com/office/drawing/2014/main" id="{0E625570-030D-45E7-8E5C-75351A2A30BE}"/>
                </a:ext>
              </a:extLst>
            </p:cNvPr>
            <p:cNvSpPr/>
            <p:nvPr/>
          </p:nvSpPr>
          <p:spPr>
            <a:xfrm>
              <a:off x="-9552050" y="2305750"/>
              <a:ext cx="63025" cy="62250"/>
            </a:xfrm>
            <a:custGeom>
              <a:avLst/>
              <a:gdLst/>
              <a:ahLst/>
              <a:cxnLst/>
              <a:rect l="l" t="t" r="r" b="b"/>
              <a:pathLst>
                <a:path w="2521" h="2490" extrusionOk="0">
                  <a:moveTo>
                    <a:pt x="1261" y="820"/>
                  </a:moveTo>
                  <a:cubicBezTo>
                    <a:pt x="1481" y="820"/>
                    <a:pt x="1639" y="1041"/>
                    <a:pt x="1639" y="1230"/>
                  </a:cubicBezTo>
                  <a:cubicBezTo>
                    <a:pt x="1702" y="1450"/>
                    <a:pt x="1481" y="1639"/>
                    <a:pt x="1261" y="1639"/>
                  </a:cubicBezTo>
                  <a:cubicBezTo>
                    <a:pt x="1009" y="1639"/>
                    <a:pt x="819" y="1450"/>
                    <a:pt x="819" y="1230"/>
                  </a:cubicBezTo>
                  <a:cubicBezTo>
                    <a:pt x="819" y="978"/>
                    <a:pt x="1009" y="820"/>
                    <a:pt x="1261" y="820"/>
                  </a:cubicBezTo>
                  <a:close/>
                  <a:moveTo>
                    <a:pt x="1261" y="1"/>
                  </a:moveTo>
                  <a:cubicBezTo>
                    <a:pt x="599" y="1"/>
                    <a:pt x="0" y="568"/>
                    <a:pt x="0" y="1230"/>
                  </a:cubicBezTo>
                  <a:cubicBezTo>
                    <a:pt x="0" y="1891"/>
                    <a:pt x="536" y="2490"/>
                    <a:pt x="1261" y="2490"/>
                  </a:cubicBezTo>
                  <a:cubicBezTo>
                    <a:pt x="1922" y="2490"/>
                    <a:pt x="2489" y="1923"/>
                    <a:pt x="2489" y="1230"/>
                  </a:cubicBezTo>
                  <a:cubicBezTo>
                    <a:pt x="2521" y="568"/>
                    <a:pt x="1954" y="1"/>
                    <a:pt x="126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42" name="Google Shape;7940;p66">
            <a:extLst>
              <a:ext uri="{FF2B5EF4-FFF2-40B4-BE49-F238E27FC236}">
                <a16:creationId xmlns:a16="http://schemas.microsoft.com/office/drawing/2014/main" id="{E3539142-D63C-47DE-A909-BC488747123D}"/>
              </a:ext>
            </a:extLst>
          </p:cNvPr>
          <p:cNvGrpSpPr/>
          <p:nvPr/>
        </p:nvGrpSpPr>
        <p:grpSpPr>
          <a:xfrm>
            <a:off x="6954028" y="5360074"/>
            <a:ext cx="234875" cy="233831"/>
            <a:chOff x="-12661600" y="1640225"/>
            <a:chExt cx="354450" cy="352875"/>
          </a:xfrm>
          <a:solidFill>
            <a:schemeClr val="tx1"/>
          </a:solidFill>
        </p:grpSpPr>
        <p:sp>
          <p:nvSpPr>
            <p:cNvPr id="1277" name="Google Shape;7941;p66">
              <a:extLst>
                <a:ext uri="{FF2B5EF4-FFF2-40B4-BE49-F238E27FC236}">
                  <a16:creationId xmlns:a16="http://schemas.microsoft.com/office/drawing/2014/main" id="{C58FDB1F-82F5-4EA4-836B-3A8F57C9273B}"/>
                </a:ext>
              </a:extLst>
            </p:cNvPr>
            <p:cNvSpPr/>
            <p:nvPr/>
          </p:nvSpPr>
          <p:spPr>
            <a:xfrm>
              <a:off x="-12661600" y="1764675"/>
              <a:ext cx="188275" cy="228425"/>
            </a:xfrm>
            <a:custGeom>
              <a:avLst/>
              <a:gdLst/>
              <a:ahLst/>
              <a:cxnLst/>
              <a:rect l="l" t="t" r="r" b="b"/>
              <a:pathLst>
                <a:path w="7531" h="9137" extrusionOk="0">
                  <a:moveTo>
                    <a:pt x="5451" y="819"/>
                  </a:moveTo>
                  <a:cubicBezTo>
                    <a:pt x="5672" y="819"/>
                    <a:pt x="5829" y="1008"/>
                    <a:pt x="5829" y="1229"/>
                  </a:cubicBezTo>
                  <a:cubicBezTo>
                    <a:pt x="5829" y="1481"/>
                    <a:pt x="5640" y="1670"/>
                    <a:pt x="5451" y="1670"/>
                  </a:cubicBezTo>
                  <a:lnTo>
                    <a:pt x="2112" y="1670"/>
                  </a:lnTo>
                  <a:cubicBezTo>
                    <a:pt x="1860" y="1670"/>
                    <a:pt x="1671" y="1481"/>
                    <a:pt x="1671" y="1229"/>
                  </a:cubicBezTo>
                  <a:cubicBezTo>
                    <a:pt x="1671" y="1008"/>
                    <a:pt x="1860" y="819"/>
                    <a:pt x="2112" y="819"/>
                  </a:cubicBezTo>
                  <a:close/>
                  <a:moveTo>
                    <a:pt x="5010" y="2457"/>
                  </a:moveTo>
                  <a:lnTo>
                    <a:pt x="5010" y="3308"/>
                  </a:lnTo>
                  <a:lnTo>
                    <a:pt x="2490" y="3308"/>
                  </a:lnTo>
                  <a:lnTo>
                    <a:pt x="2490" y="2457"/>
                  </a:lnTo>
                  <a:close/>
                  <a:moveTo>
                    <a:pt x="5325" y="4159"/>
                  </a:moveTo>
                  <a:lnTo>
                    <a:pt x="6428" y="4726"/>
                  </a:lnTo>
                  <a:cubicBezTo>
                    <a:pt x="6585" y="4789"/>
                    <a:pt x="6680" y="4915"/>
                    <a:pt x="6680" y="5072"/>
                  </a:cubicBezTo>
                  <a:lnTo>
                    <a:pt x="6680" y="7876"/>
                  </a:lnTo>
                  <a:cubicBezTo>
                    <a:pt x="6680" y="8097"/>
                    <a:pt x="6459" y="8286"/>
                    <a:pt x="6239" y="8286"/>
                  </a:cubicBezTo>
                  <a:lnTo>
                    <a:pt x="1229" y="8286"/>
                  </a:lnTo>
                  <a:cubicBezTo>
                    <a:pt x="1009" y="8286"/>
                    <a:pt x="788" y="8097"/>
                    <a:pt x="788" y="7876"/>
                  </a:cubicBezTo>
                  <a:lnTo>
                    <a:pt x="788" y="5072"/>
                  </a:lnTo>
                  <a:lnTo>
                    <a:pt x="851" y="5072"/>
                  </a:lnTo>
                  <a:cubicBezTo>
                    <a:pt x="851" y="4915"/>
                    <a:pt x="914" y="4757"/>
                    <a:pt x="1072" y="4726"/>
                  </a:cubicBezTo>
                  <a:lnTo>
                    <a:pt x="2175" y="4159"/>
                  </a:lnTo>
                  <a:close/>
                  <a:moveTo>
                    <a:pt x="2112" y="0"/>
                  </a:moveTo>
                  <a:cubicBezTo>
                    <a:pt x="1418" y="0"/>
                    <a:pt x="851" y="536"/>
                    <a:pt x="851" y="1260"/>
                  </a:cubicBezTo>
                  <a:cubicBezTo>
                    <a:pt x="851" y="1796"/>
                    <a:pt x="1198" y="2237"/>
                    <a:pt x="1671" y="2426"/>
                  </a:cubicBezTo>
                  <a:lnTo>
                    <a:pt x="1671" y="3497"/>
                  </a:lnTo>
                  <a:lnTo>
                    <a:pt x="694" y="3970"/>
                  </a:lnTo>
                  <a:cubicBezTo>
                    <a:pt x="253" y="4159"/>
                    <a:pt x="1" y="4600"/>
                    <a:pt x="1" y="5072"/>
                  </a:cubicBezTo>
                  <a:lnTo>
                    <a:pt x="1" y="7876"/>
                  </a:lnTo>
                  <a:cubicBezTo>
                    <a:pt x="1" y="8538"/>
                    <a:pt x="568" y="9136"/>
                    <a:pt x="1261" y="9136"/>
                  </a:cubicBezTo>
                  <a:lnTo>
                    <a:pt x="6270" y="9136"/>
                  </a:lnTo>
                  <a:cubicBezTo>
                    <a:pt x="6963" y="9136"/>
                    <a:pt x="7530" y="8538"/>
                    <a:pt x="7530" y="7876"/>
                  </a:cubicBezTo>
                  <a:lnTo>
                    <a:pt x="7530" y="5072"/>
                  </a:lnTo>
                  <a:cubicBezTo>
                    <a:pt x="7530" y="4600"/>
                    <a:pt x="7247" y="4159"/>
                    <a:pt x="6869" y="3970"/>
                  </a:cubicBezTo>
                  <a:lnTo>
                    <a:pt x="5892" y="3497"/>
                  </a:lnTo>
                  <a:lnTo>
                    <a:pt x="5892" y="2426"/>
                  </a:lnTo>
                  <a:cubicBezTo>
                    <a:pt x="6365" y="2268"/>
                    <a:pt x="6711" y="1796"/>
                    <a:pt x="6711" y="1260"/>
                  </a:cubicBezTo>
                  <a:cubicBezTo>
                    <a:pt x="6711" y="567"/>
                    <a:pt x="6144" y="0"/>
                    <a:pt x="5451" y="0"/>
                  </a:cubicBezTo>
                  <a:close/>
                </a:path>
              </a:pathLst>
            </a:custGeom>
            <a:grpFill/>
            <a:ln>
              <a:noFill/>
            </a:ln>
          </p:spPr>
          <p:txBody>
            <a:bodyPr spcFirstLastPara="1" wrap="square" lIns="62728" tIns="62728" rIns="62728" bIns="62728" anchor="ctr" anchorCtr="0">
              <a:noAutofit/>
            </a:bodyPr>
            <a:lstStyle/>
            <a:p>
              <a:endParaRPr sz="764"/>
            </a:p>
          </p:txBody>
        </p:sp>
        <p:sp>
          <p:nvSpPr>
            <p:cNvPr id="1278" name="Google Shape;7942;p66">
              <a:extLst>
                <a:ext uri="{FF2B5EF4-FFF2-40B4-BE49-F238E27FC236}">
                  <a16:creationId xmlns:a16="http://schemas.microsoft.com/office/drawing/2014/main" id="{411666C5-AF74-4456-9FFE-E7A32A5FDF4F}"/>
                </a:ext>
              </a:extLst>
            </p:cNvPr>
            <p:cNvSpPr/>
            <p:nvPr/>
          </p:nvSpPr>
          <p:spPr>
            <a:xfrm>
              <a:off x="-12451300" y="1640225"/>
              <a:ext cx="144150" cy="350500"/>
            </a:xfrm>
            <a:custGeom>
              <a:avLst/>
              <a:gdLst/>
              <a:ahLst/>
              <a:cxnLst/>
              <a:rect l="l" t="t" r="r" b="b"/>
              <a:pathLst>
                <a:path w="5766" h="14020" extrusionOk="0">
                  <a:moveTo>
                    <a:pt x="2836" y="788"/>
                  </a:moveTo>
                  <a:cubicBezTo>
                    <a:pt x="3970" y="788"/>
                    <a:pt x="4915" y="1733"/>
                    <a:pt x="4915" y="2867"/>
                  </a:cubicBezTo>
                  <a:lnTo>
                    <a:pt x="4915" y="4285"/>
                  </a:lnTo>
                  <a:lnTo>
                    <a:pt x="3246" y="5388"/>
                  </a:lnTo>
                  <a:lnTo>
                    <a:pt x="3246" y="4569"/>
                  </a:lnTo>
                  <a:lnTo>
                    <a:pt x="3246" y="2048"/>
                  </a:lnTo>
                  <a:cubicBezTo>
                    <a:pt x="3246" y="1828"/>
                    <a:pt x="3057" y="1607"/>
                    <a:pt x="2836" y="1607"/>
                  </a:cubicBezTo>
                  <a:cubicBezTo>
                    <a:pt x="2584" y="1607"/>
                    <a:pt x="2426" y="1828"/>
                    <a:pt x="2426" y="2048"/>
                  </a:cubicBezTo>
                  <a:lnTo>
                    <a:pt x="2426" y="3781"/>
                  </a:lnTo>
                  <a:lnTo>
                    <a:pt x="788" y="2678"/>
                  </a:lnTo>
                  <a:cubicBezTo>
                    <a:pt x="914" y="1607"/>
                    <a:pt x="1765" y="788"/>
                    <a:pt x="2836" y="788"/>
                  </a:cubicBezTo>
                  <a:close/>
                  <a:moveTo>
                    <a:pt x="788" y="3655"/>
                  </a:moveTo>
                  <a:lnTo>
                    <a:pt x="2426" y="4758"/>
                  </a:lnTo>
                  <a:lnTo>
                    <a:pt x="2426" y="7089"/>
                  </a:lnTo>
                  <a:lnTo>
                    <a:pt x="788" y="5986"/>
                  </a:lnTo>
                  <a:lnTo>
                    <a:pt x="788" y="3655"/>
                  </a:lnTo>
                  <a:close/>
                  <a:moveTo>
                    <a:pt x="4915" y="5325"/>
                  </a:moveTo>
                  <a:lnTo>
                    <a:pt x="4915" y="7656"/>
                  </a:lnTo>
                  <a:lnTo>
                    <a:pt x="3277" y="8759"/>
                  </a:lnTo>
                  <a:lnTo>
                    <a:pt x="3277" y="6427"/>
                  </a:lnTo>
                  <a:lnTo>
                    <a:pt x="4915" y="5325"/>
                  </a:lnTo>
                  <a:close/>
                  <a:moveTo>
                    <a:pt x="788" y="7026"/>
                  </a:moveTo>
                  <a:lnTo>
                    <a:pt x="2426" y="8129"/>
                  </a:lnTo>
                  <a:lnTo>
                    <a:pt x="2426" y="11027"/>
                  </a:lnTo>
                  <a:lnTo>
                    <a:pt x="1355" y="9956"/>
                  </a:lnTo>
                  <a:cubicBezTo>
                    <a:pt x="977" y="9578"/>
                    <a:pt x="788" y="9074"/>
                    <a:pt x="788" y="8507"/>
                  </a:cubicBezTo>
                  <a:lnTo>
                    <a:pt x="788" y="7026"/>
                  </a:lnTo>
                  <a:close/>
                  <a:moveTo>
                    <a:pt x="4884" y="8664"/>
                  </a:moveTo>
                  <a:cubicBezTo>
                    <a:pt x="4884" y="9137"/>
                    <a:pt x="4632" y="9609"/>
                    <a:pt x="4285" y="9956"/>
                  </a:cubicBezTo>
                  <a:lnTo>
                    <a:pt x="3214" y="11027"/>
                  </a:lnTo>
                  <a:lnTo>
                    <a:pt x="3214" y="9767"/>
                  </a:lnTo>
                  <a:lnTo>
                    <a:pt x="4884" y="8664"/>
                  </a:lnTo>
                  <a:close/>
                  <a:moveTo>
                    <a:pt x="2868" y="0"/>
                  </a:moveTo>
                  <a:cubicBezTo>
                    <a:pt x="1292" y="0"/>
                    <a:pt x="1" y="1292"/>
                    <a:pt x="1" y="2930"/>
                  </a:cubicBezTo>
                  <a:lnTo>
                    <a:pt x="1" y="2962"/>
                  </a:lnTo>
                  <a:lnTo>
                    <a:pt x="1" y="8475"/>
                  </a:lnTo>
                  <a:cubicBezTo>
                    <a:pt x="1" y="9263"/>
                    <a:pt x="316" y="9956"/>
                    <a:pt x="851" y="10523"/>
                  </a:cubicBezTo>
                  <a:lnTo>
                    <a:pt x="2489" y="12130"/>
                  </a:lnTo>
                  <a:lnTo>
                    <a:pt x="2489" y="13642"/>
                  </a:lnTo>
                  <a:cubicBezTo>
                    <a:pt x="2489" y="13862"/>
                    <a:pt x="2679" y="14020"/>
                    <a:pt x="2868" y="14020"/>
                  </a:cubicBezTo>
                  <a:cubicBezTo>
                    <a:pt x="3057" y="14020"/>
                    <a:pt x="3309" y="13831"/>
                    <a:pt x="3309" y="13642"/>
                  </a:cubicBezTo>
                  <a:lnTo>
                    <a:pt x="3309" y="12130"/>
                  </a:lnTo>
                  <a:lnTo>
                    <a:pt x="4915" y="10523"/>
                  </a:lnTo>
                  <a:cubicBezTo>
                    <a:pt x="5451" y="9956"/>
                    <a:pt x="5766" y="9263"/>
                    <a:pt x="5766" y="8475"/>
                  </a:cubicBezTo>
                  <a:cubicBezTo>
                    <a:pt x="5734" y="8223"/>
                    <a:pt x="5734" y="3119"/>
                    <a:pt x="5734" y="2930"/>
                  </a:cubicBezTo>
                  <a:cubicBezTo>
                    <a:pt x="5734" y="1292"/>
                    <a:pt x="4443" y="0"/>
                    <a:pt x="2868" y="0"/>
                  </a:cubicBezTo>
                  <a:close/>
                </a:path>
              </a:pathLst>
            </a:custGeom>
            <a:grpFill/>
            <a:ln>
              <a:noFill/>
            </a:ln>
          </p:spPr>
          <p:txBody>
            <a:bodyPr spcFirstLastPara="1" wrap="square" lIns="62728" tIns="62728" rIns="62728" bIns="62728" anchor="ctr" anchorCtr="0">
              <a:noAutofit/>
            </a:bodyPr>
            <a:lstStyle/>
            <a:p>
              <a:endParaRPr sz="764"/>
            </a:p>
          </p:txBody>
        </p:sp>
        <p:sp>
          <p:nvSpPr>
            <p:cNvPr id="1279" name="Google Shape;7943;p66">
              <a:extLst>
                <a:ext uri="{FF2B5EF4-FFF2-40B4-BE49-F238E27FC236}">
                  <a16:creationId xmlns:a16="http://schemas.microsoft.com/office/drawing/2014/main" id="{E4EC62CE-9F90-4EA5-87A9-A46C0B33DA37}"/>
                </a:ext>
              </a:extLst>
            </p:cNvPr>
            <p:cNvSpPr/>
            <p:nvPr/>
          </p:nvSpPr>
          <p:spPr>
            <a:xfrm>
              <a:off x="-12619850" y="1887525"/>
              <a:ext cx="104000" cy="63050"/>
            </a:xfrm>
            <a:custGeom>
              <a:avLst/>
              <a:gdLst/>
              <a:ahLst/>
              <a:cxnLst/>
              <a:rect l="l" t="t" r="r" b="b"/>
              <a:pathLst>
                <a:path w="4160" h="2522" extrusionOk="0">
                  <a:moveTo>
                    <a:pt x="3340" y="851"/>
                  </a:moveTo>
                  <a:lnTo>
                    <a:pt x="3340" y="1702"/>
                  </a:lnTo>
                  <a:lnTo>
                    <a:pt x="820" y="1702"/>
                  </a:lnTo>
                  <a:lnTo>
                    <a:pt x="820" y="851"/>
                  </a:lnTo>
                  <a:close/>
                  <a:moveTo>
                    <a:pt x="442" y="1"/>
                  </a:moveTo>
                  <a:cubicBezTo>
                    <a:pt x="190" y="1"/>
                    <a:pt x="1" y="190"/>
                    <a:pt x="1" y="442"/>
                  </a:cubicBezTo>
                  <a:lnTo>
                    <a:pt x="1" y="2080"/>
                  </a:lnTo>
                  <a:cubicBezTo>
                    <a:pt x="1" y="2332"/>
                    <a:pt x="190" y="2521"/>
                    <a:pt x="442" y="2521"/>
                  </a:cubicBezTo>
                  <a:lnTo>
                    <a:pt x="3781" y="2521"/>
                  </a:lnTo>
                  <a:cubicBezTo>
                    <a:pt x="4002" y="2521"/>
                    <a:pt x="4159" y="2332"/>
                    <a:pt x="4159" y="2080"/>
                  </a:cubicBezTo>
                  <a:lnTo>
                    <a:pt x="4159" y="442"/>
                  </a:lnTo>
                  <a:cubicBezTo>
                    <a:pt x="4159" y="190"/>
                    <a:pt x="3970" y="1"/>
                    <a:pt x="3781"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43" name="Google Shape;7944;p66">
            <a:extLst>
              <a:ext uri="{FF2B5EF4-FFF2-40B4-BE49-F238E27FC236}">
                <a16:creationId xmlns:a16="http://schemas.microsoft.com/office/drawing/2014/main" id="{CBCFE32B-1462-47C8-85B8-407A3C7F4ED9}"/>
              </a:ext>
            </a:extLst>
          </p:cNvPr>
          <p:cNvGrpSpPr/>
          <p:nvPr/>
        </p:nvGrpSpPr>
        <p:grpSpPr>
          <a:xfrm>
            <a:off x="6954285" y="5654098"/>
            <a:ext cx="234361" cy="205404"/>
            <a:chOff x="-12660025" y="2096250"/>
            <a:chExt cx="353675" cy="309975"/>
          </a:xfrm>
          <a:solidFill>
            <a:schemeClr val="tx1"/>
          </a:solidFill>
        </p:grpSpPr>
        <p:sp>
          <p:nvSpPr>
            <p:cNvPr id="1271" name="Google Shape;7945;p66">
              <a:extLst>
                <a:ext uri="{FF2B5EF4-FFF2-40B4-BE49-F238E27FC236}">
                  <a16:creationId xmlns:a16="http://schemas.microsoft.com/office/drawing/2014/main" id="{EF30C060-0D6C-48CD-ACE0-879A13C8C5A8}"/>
                </a:ext>
              </a:extLst>
            </p:cNvPr>
            <p:cNvSpPr/>
            <p:nvPr/>
          </p:nvSpPr>
          <p:spPr>
            <a:xfrm>
              <a:off x="-12619850" y="2136425"/>
              <a:ext cx="63025" cy="62250"/>
            </a:xfrm>
            <a:custGeom>
              <a:avLst/>
              <a:gdLst/>
              <a:ahLst/>
              <a:cxnLst/>
              <a:rect l="l" t="t" r="r" b="b"/>
              <a:pathLst>
                <a:path w="2521" h="2490" extrusionOk="0">
                  <a:moveTo>
                    <a:pt x="1261" y="819"/>
                  </a:moveTo>
                  <a:cubicBezTo>
                    <a:pt x="1481" y="819"/>
                    <a:pt x="1702" y="1040"/>
                    <a:pt x="1702" y="1261"/>
                  </a:cubicBezTo>
                  <a:cubicBezTo>
                    <a:pt x="1702" y="1513"/>
                    <a:pt x="1481" y="1702"/>
                    <a:pt x="1261" y="1702"/>
                  </a:cubicBezTo>
                  <a:cubicBezTo>
                    <a:pt x="1040" y="1702"/>
                    <a:pt x="851" y="1513"/>
                    <a:pt x="851" y="1261"/>
                  </a:cubicBezTo>
                  <a:cubicBezTo>
                    <a:pt x="820" y="1040"/>
                    <a:pt x="1009" y="819"/>
                    <a:pt x="1261" y="819"/>
                  </a:cubicBezTo>
                  <a:close/>
                  <a:moveTo>
                    <a:pt x="1261" y="0"/>
                  </a:moveTo>
                  <a:cubicBezTo>
                    <a:pt x="568" y="0"/>
                    <a:pt x="1" y="567"/>
                    <a:pt x="1" y="1229"/>
                  </a:cubicBezTo>
                  <a:cubicBezTo>
                    <a:pt x="1" y="1922"/>
                    <a:pt x="568" y="2489"/>
                    <a:pt x="1261" y="2489"/>
                  </a:cubicBezTo>
                  <a:cubicBezTo>
                    <a:pt x="1922" y="2489"/>
                    <a:pt x="2521" y="1922"/>
                    <a:pt x="2521" y="1229"/>
                  </a:cubicBezTo>
                  <a:cubicBezTo>
                    <a:pt x="2521" y="567"/>
                    <a:pt x="1954" y="0"/>
                    <a:pt x="1261" y="0"/>
                  </a:cubicBezTo>
                  <a:close/>
                </a:path>
              </a:pathLst>
            </a:custGeom>
            <a:grpFill/>
            <a:ln>
              <a:noFill/>
            </a:ln>
          </p:spPr>
          <p:txBody>
            <a:bodyPr spcFirstLastPara="1" wrap="square" lIns="62728" tIns="62728" rIns="62728" bIns="62728" anchor="ctr" anchorCtr="0">
              <a:noAutofit/>
            </a:bodyPr>
            <a:lstStyle/>
            <a:p>
              <a:endParaRPr sz="764"/>
            </a:p>
          </p:txBody>
        </p:sp>
        <p:sp>
          <p:nvSpPr>
            <p:cNvPr id="1272" name="Google Shape;7946;p66">
              <a:extLst>
                <a:ext uri="{FF2B5EF4-FFF2-40B4-BE49-F238E27FC236}">
                  <a16:creationId xmlns:a16="http://schemas.microsoft.com/office/drawing/2014/main" id="{AD82173C-84EC-40F3-8B5D-56B3E7C96177}"/>
                </a:ext>
              </a:extLst>
            </p:cNvPr>
            <p:cNvSpPr/>
            <p:nvPr/>
          </p:nvSpPr>
          <p:spPr>
            <a:xfrm>
              <a:off x="-12496200" y="2136425"/>
              <a:ext cx="63050" cy="62250"/>
            </a:xfrm>
            <a:custGeom>
              <a:avLst/>
              <a:gdLst/>
              <a:ahLst/>
              <a:cxnLst/>
              <a:rect l="l" t="t" r="r" b="b"/>
              <a:pathLst>
                <a:path w="2522" h="2490" extrusionOk="0">
                  <a:moveTo>
                    <a:pt x="1261" y="819"/>
                  </a:moveTo>
                  <a:cubicBezTo>
                    <a:pt x="1513" y="819"/>
                    <a:pt x="1702" y="1040"/>
                    <a:pt x="1702" y="1261"/>
                  </a:cubicBezTo>
                  <a:cubicBezTo>
                    <a:pt x="1702" y="1513"/>
                    <a:pt x="1513" y="1702"/>
                    <a:pt x="1261" y="1702"/>
                  </a:cubicBezTo>
                  <a:cubicBezTo>
                    <a:pt x="1040" y="1702"/>
                    <a:pt x="883" y="1513"/>
                    <a:pt x="883" y="1261"/>
                  </a:cubicBezTo>
                  <a:cubicBezTo>
                    <a:pt x="851" y="1040"/>
                    <a:pt x="1040" y="819"/>
                    <a:pt x="1261" y="819"/>
                  </a:cubicBezTo>
                  <a:close/>
                  <a:moveTo>
                    <a:pt x="1261" y="0"/>
                  </a:moveTo>
                  <a:cubicBezTo>
                    <a:pt x="568" y="0"/>
                    <a:pt x="64" y="567"/>
                    <a:pt x="64" y="1229"/>
                  </a:cubicBezTo>
                  <a:cubicBezTo>
                    <a:pt x="1" y="1922"/>
                    <a:pt x="568" y="2489"/>
                    <a:pt x="1261" y="2489"/>
                  </a:cubicBezTo>
                  <a:cubicBezTo>
                    <a:pt x="1954" y="2489"/>
                    <a:pt x="2521" y="1922"/>
                    <a:pt x="2521" y="1229"/>
                  </a:cubicBezTo>
                  <a:cubicBezTo>
                    <a:pt x="2521" y="567"/>
                    <a:pt x="1986" y="0"/>
                    <a:pt x="1261" y="0"/>
                  </a:cubicBezTo>
                  <a:close/>
                </a:path>
              </a:pathLst>
            </a:custGeom>
            <a:grpFill/>
            <a:ln>
              <a:noFill/>
            </a:ln>
          </p:spPr>
          <p:txBody>
            <a:bodyPr spcFirstLastPara="1" wrap="square" lIns="62728" tIns="62728" rIns="62728" bIns="62728" anchor="ctr" anchorCtr="0">
              <a:noAutofit/>
            </a:bodyPr>
            <a:lstStyle/>
            <a:p>
              <a:endParaRPr sz="764"/>
            </a:p>
          </p:txBody>
        </p:sp>
        <p:sp>
          <p:nvSpPr>
            <p:cNvPr id="1273" name="Google Shape;7947;p66">
              <a:extLst>
                <a:ext uri="{FF2B5EF4-FFF2-40B4-BE49-F238E27FC236}">
                  <a16:creationId xmlns:a16="http://schemas.microsoft.com/office/drawing/2014/main" id="{4270761B-FFA9-4DB0-8C42-44E0B277F3C0}"/>
                </a:ext>
              </a:extLst>
            </p:cNvPr>
            <p:cNvSpPr/>
            <p:nvPr/>
          </p:nvSpPr>
          <p:spPr>
            <a:xfrm>
              <a:off x="-12453650" y="2261650"/>
              <a:ext cx="19700" cy="19725"/>
            </a:xfrm>
            <a:custGeom>
              <a:avLst/>
              <a:gdLst/>
              <a:ahLst/>
              <a:cxnLst/>
              <a:rect l="l" t="t" r="r" b="b"/>
              <a:pathLst>
                <a:path w="788" h="789" extrusionOk="0">
                  <a:moveTo>
                    <a:pt x="410" y="1"/>
                  </a:moveTo>
                  <a:cubicBezTo>
                    <a:pt x="189" y="1"/>
                    <a:pt x="0" y="158"/>
                    <a:pt x="0" y="379"/>
                  </a:cubicBezTo>
                  <a:cubicBezTo>
                    <a:pt x="0" y="599"/>
                    <a:pt x="189" y="788"/>
                    <a:pt x="410" y="788"/>
                  </a:cubicBezTo>
                  <a:cubicBezTo>
                    <a:pt x="630" y="788"/>
                    <a:pt x="788" y="599"/>
                    <a:pt x="788" y="379"/>
                  </a:cubicBezTo>
                  <a:cubicBezTo>
                    <a:pt x="788" y="158"/>
                    <a:pt x="630" y="1"/>
                    <a:pt x="410" y="1"/>
                  </a:cubicBezTo>
                  <a:close/>
                </a:path>
              </a:pathLst>
            </a:custGeom>
            <a:grpFill/>
            <a:ln>
              <a:noFill/>
            </a:ln>
          </p:spPr>
          <p:txBody>
            <a:bodyPr spcFirstLastPara="1" wrap="square" lIns="62728" tIns="62728" rIns="62728" bIns="62728" anchor="ctr" anchorCtr="0">
              <a:noAutofit/>
            </a:bodyPr>
            <a:lstStyle/>
            <a:p>
              <a:endParaRPr sz="764"/>
            </a:p>
          </p:txBody>
        </p:sp>
        <p:sp>
          <p:nvSpPr>
            <p:cNvPr id="1274" name="Google Shape;7948;p66">
              <a:extLst>
                <a:ext uri="{FF2B5EF4-FFF2-40B4-BE49-F238E27FC236}">
                  <a16:creationId xmlns:a16="http://schemas.microsoft.com/office/drawing/2014/main" id="{4AC24296-E66F-4927-9191-26C6C02CC903}"/>
                </a:ext>
              </a:extLst>
            </p:cNvPr>
            <p:cNvSpPr/>
            <p:nvPr/>
          </p:nvSpPr>
          <p:spPr>
            <a:xfrm>
              <a:off x="-12494625" y="2261650"/>
              <a:ext cx="19725" cy="19725"/>
            </a:xfrm>
            <a:custGeom>
              <a:avLst/>
              <a:gdLst/>
              <a:ahLst/>
              <a:cxnLst/>
              <a:rect l="l" t="t" r="r" b="b"/>
              <a:pathLst>
                <a:path w="789" h="789" extrusionOk="0">
                  <a:moveTo>
                    <a:pt x="379" y="1"/>
                  </a:moveTo>
                  <a:cubicBezTo>
                    <a:pt x="158" y="1"/>
                    <a:pt x="1" y="158"/>
                    <a:pt x="1" y="379"/>
                  </a:cubicBezTo>
                  <a:cubicBezTo>
                    <a:pt x="1" y="599"/>
                    <a:pt x="158" y="788"/>
                    <a:pt x="379" y="788"/>
                  </a:cubicBezTo>
                  <a:cubicBezTo>
                    <a:pt x="599" y="788"/>
                    <a:pt x="788" y="599"/>
                    <a:pt x="788" y="379"/>
                  </a:cubicBezTo>
                  <a:cubicBezTo>
                    <a:pt x="788" y="158"/>
                    <a:pt x="599" y="1"/>
                    <a:pt x="379" y="1"/>
                  </a:cubicBezTo>
                  <a:close/>
                </a:path>
              </a:pathLst>
            </a:custGeom>
            <a:grpFill/>
            <a:ln>
              <a:noFill/>
            </a:ln>
          </p:spPr>
          <p:txBody>
            <a:bodyPr spcFirstLastPara="1" wrap="square" lIns="62728" tIns="62728" rIns="62728" bIns="62728" anchor="ctr" anchorCtr="0">
              <a:noAutofit/>
            </a:bodyPr>
            <a:lstStyle/>
            <a:p>
              <a:endParaRPr sz="764"/>
            </a:p>
          </p:txBody>
        </p:sp>
        <p:sp>
          <p:nvSpPr>
            <p:cNvPr id="1275" name="Google Shape;7949;p66">
              <a:extLst>
                <a:ext uri="{FF2B5EF4-FFF2-40B4-BE49-F238E27FC236}">
                  <a16:creationId xmlns:a16="http://schemas.microsoft.com/office/drawing/2014/main" id="{DE5A3241-F0F0-448D-8F7B-FC4C566443F9}"/>
                </a:ext>
              </a:extLst>
            </p:cNvPr>
            <p:cNvSpPr/>
            <p:nvPr/>
          </p:nvSpPr>
          <p:spPr>
            <a:xfrm>
              <a:off x="-12619850" y="2301825"/>
              <a:ext cx="103200" cy="60675"/>
            </a:xfrm>
            <a:custGeom>
              <a:avLst/>
              <a:gdLst/>
              <a:ahLst/>
              <a:cxnLst/>
              <a:rect l="l" t="t" r="r" b="b"/>
              <a:pathLst>
                <a:path w="4128" h="2427" extrusionOk="0">
                  <a:moveTo>
                    <a:pt x="3309" y="819"/>
                  </a:moveTo>
                  <a:lnTo>
                    <a:pt x="3309" y="1670"/>
                  </a:lnTo>
                  <a:lnTo>
                    <a:pt x="820" y="1670"/>
                  </a:lnTo>
                  <a:lnTo>
                    <a:pt x="820" y="819"/>
                  </a:lnTo>
                  <a:close/>
                  <a:moveTo>
                    <a:pt x="442" y="0"/>
                  </a:moveTo>
                  <a:cubicBezTo>
                    <a:pt x="190" y="0"/>
                    <a:pt x="1" y="189"/>
                    <a:pt x="1" y="410"/>
                  </a:cubicBezTo>
                  <a:lnTo>
                    <a:pt x="1" y="2048"/>
                  </a:lnTo>
                  <a:cubicBezTo>
                    <a:pt x="1" y="2269"/>
                    <a:pt x="190" y="2426"/>
                    <a:pt x="442" y="2426"/>
                  </a:cubicBezTo>
                  <a:lnTo>
                    <a:pt x="3750" y="2426"/>
                  </a:lnTo>
                  <a:cubicBezTo>
                    <a:pt x="3970" y="2426"/>
                    <a:pt x="4128" y="2237"/>
                    <a:pt x="4128" y="2048"/>
                  </a:cubicBezTo>
                  <a:lnTo>
                    <a:pt x="4128" y="410"/>
                  </a:lnTo>
                  <a:cubicBezTo>
                    <a:pt x="4128" y="189"/>
                    <a:pt x="3970" y="0"/>
                    <a:pt x="3750" y="0"/>
                  </a:cubicBezTo>
                  <a:close/>
                </a:path>
              </a:pathLst>
            </a:custGeom>
            <a:grpFill/>
            <a:ln>
              <a:noFill/>
            </a:ln>
          </p:spPr>
          <p:txBody>
            <a:bodyPr spcFirstLastPara="1" wrap="square" lIns="62728" tIns="62728" rIns="62728" bIns="62728" anchor="ctr" anchorCtr="0">
              <a:noAutofit/>
            </a:bodyPr>
            <a:lstStyle/>
            <a:p>
              <a:endParaRPr sz="764"/>
            </a:p>
          </p:txBody>
        </p:sp>
        <p:sp>
          <p:nvSpPr>
            <p:cNvPr id="1276" name="Google Shape;7950;p66">
              <a:extLst>
                <a:ext uri="{FF2B5EF4-FFF2-40B4-BE49-F238E27FC236}">
                  <a16:creationId xmlns:a16="http://schemas.microsoft.com/office/drawing/2014/main" id="{FF2C30E9-DC68-4426-9B5D-BB198E024D4F}"/>
                </a:ext>
              </a:extLst>
            </p:cNvPr>
            <p:cNvSpPr/>
            <p:nvPr/>
          </p:nvSpPr>
          <p:spPr>
            <a:xfrm>
              <a:off x="-12660025" y="2096250"/>
              <a:ext cx="353675" cy="309975"/>
            </a:xfrm>
            <a:custGeom>
              <a:avLst/>
              <a:gdLst/>
              <a:ahLst/>
              <a:cxnLst/>
              <a:rect l="l" t="t" r="r" b="b"/>
              <a:pathLst>
                <a:path w="14147" h="12399" extrusionOk="0">
                  <a:moveTo>
                    <a:pt x="5357" y="4317"/>
                  </a:moveTo>
                  <a:cubicBezTo>
                    <a:pt x="5451" y="4569"/>
                    <a:pt x="5609" y="4758"/>
                    <a:pt x="5766" y="4915"/>
                  </a:cubicBezTo>
                  <a:lnTo>
                    <a:pt x="4884" y="4915"/>
                  </a:lnTo>
                  <a:cubicBezTo>
                    <a:pt x="5042" y="4758"/>
                    <a:pt x="5199" y="4569"/>
                    <a:pt x="5357" y="4317"/>
                  </a:cubicBezTo>
                  <a:close/>
                  <a:moveTo>
                    <a:pt x="2868" y="788"/>
                  </a:moveTo>
                  <a:cubicBezTo>
                    <a:pt x="4002" y="788"/>
                    <a:pt x="4947" y="1733"/>
                    <a:pt x="4947" y="2868"/>
                  </a:cubicBezTo>
                  <a:cubicBezTo>
                    <a:pt x="4947" y="4002"/>
                    <a:pt x="4002" y="4947"/>
                    <a:pt x="2868" y="4947"/>
                  </a:cubicBezTo>
                  <a:cubicBezTo>
                    <a:pt x="1734" y="4915"/>
                    <a:pt x="788" y="4002"/>
                    <a:pt x="788" y="2868"/>
                  </a:cubicBezTo>
                  <a:cubicBezTo>
                    <a:pt x="788" y="1733"/>
                    <a:pt x="1734" y="788"/>
                    <a:pt x="2868" y="788"/>
                  </a:cubicBezTo>
                  <a:close/>
                  <a:moveTo>
                    <a:pt x="7814" y="788"/>
                  </a:moveTo>
                  <a:cubicBezTo>
                    <a:pt x="8980" y="788"/>
                    <a:pt x="9925" y="1733"/>
                    <a:pt x="9925" y="2868"/>
                  </a:cubicBezTo>
                  <a:cubicBezTo>
                    <a:pt x="9925" y="4002"/>
                    <a:pt x="8980" y="4947"/>
                    <a:pt x="7814" y="4947"/>
                  </a:cubicBezTo>
                  <a:cubicBezTo>
                    <a:pt x="6680" y="4947"/>
                    <a:pt x="5735" y="4002"/>
                    <a:pt x="5735" y="2868"/>
                  </a:cubicBezTo>
                  <a:cubicBezTo>
                    <a:pt x="5735" y="1733"/>
                    <a:pt x="6680" y="788"/>
                    <a:pt x="7814" y="788"/>
                  </a:cubicBezTo>
                  <a:close/>
                  <a:moveTo>
                    <a:pt x="13264" y="5987"/>
                  </a:moveTo>
                  <a:lnTo>
                    <a:pt x="13264" y="11311"/>
                  </a:lnTo>
                  <a:lnTo>
                    <a:pt x="10744" y="10051"/>
                  </a:lnTo>
                  <a:lnTo>
                    <a:pt x="10744" y="7247"/>
                  </a:lnTo>
                  <a:lnTo>
                    <a:pt x="13264" y="5987"/>
                  </a:lnTo>
                  <a:close/>
                  <a:moveTo>
                    <a:pt x="9484" y="5734"/>
                  </a:moveTo>
                  <a:cubicBezTo>
                    <a:pt x="9704" y="5734"/>
                    <a:pt x="9862" y="5955"/>
                    <a:pt x="9862" y="6176"/>
                  </a:cubicBezTo>
                  <a:lnTo>
                    <a:pt x="9862" y="11153"/>
                  </a:lnTo>
                  <a:cubicBezTo>
                    <a:pt x="9862" y="11374"/>
                    <a:pt x="9673" y="11563"/>
                    <a:pt x="9484" y="11563"/>
                  </a:cubicBezTo>
                  <a:lnTo>
                    <a:pt x="1198" y="11563"/>
                  </a:lnTo>
                  <a:cubicBezTo>
                    <a:pt x="977" y="11563"/>
                    <a:pt x="788" y="11374"/>
                    <a:pt x="788" y="11153"/>
                  </a:cubicBezTo>
                  <a:lnTo>
                    <a:pt x="788" y="6176"/>
                  </a:lnTo>
                  <a:cubicBezTo>
                    <a:pt x="788" y="5955"/>
                    <a:pt x="977" y="5734"/>
                    <a:pt x="1198" y="5734"/>
                  </a:cubicBezTo>
                  <a:close/>
                  <a:moveTo>
                    <a:pt x="2868" y="1"/>
                  </a:moveTo>
                  <a:cubicBezTo>
                    <a:pt x="1261" y="1"/>
                    <a:pt x="1" y="1292"/>
                    <a:pt x="1" y="2868"/>
                  </a:cubicBezTo>
                  <a:cubicBezTo>
                    <a:pt x="1" y="3687"/>
                    <a:pt x="347" y="4443"/>
                    <a:pt x="883" y="5010"/>
                  </a:cubicBezTo>
                  <a:cubicBezTo>
                    <a:pt x="379" y="5167"/>
                    <a:pt x="1" y="5640"/>
                    <a:pt x="1" y="6176"/>
                  </a:cubicBezTo>
                  <a:lnTo>
                    <a:pt x="1" y="11153"/>
                  </a:lnTo>
                  <a:cubicBezTo>
                    <a:pt x="1" y="11815"/>
                    <a:pt x="536" y="12382"/>
                    <a:pt x="1261" y="12382"/>
                  </a:cubicBezTo>
                  <a:lnTo>
                    <a:pt x="9515" y="12382"/>
                  </a:lnTo>
                  <a:cubicBezTo>
                    <a:pt x="10208" y="12382"/>
                    <a:pt x="10775" y="11846"/>
                    <a:pt x="10775" y="11153"/>
                  </a:cubicBezTo>
                  <a:lnTo>
                    <a:pt x="10775" y="10996"/>
                  </a:lnTo>
                  <a:lnTo>
                    <a:pt x="13548" y="12350"/>
                  </a:lnTo>
                  <a:cubicBezTo>
                    <a:pt x="13594" y="12385"/>
                    <a:pt x="13645" y="12399"/>
                    <a:pt x="13695" y="12399"/>
                  </a:cubicBezTo>
                  <a:cubicBezTo>
                    <a:pt x="13781" y="12399"/>
                    <a:pt x="13866" y="12359"/>
                    <a:pt x="13926" y="12319"/>
                  </a:cubicBezTo>
                  <a:cubicBezTo>
                    <a:pt x="14052" y="12256"/>
                    <a:pt x="14146" y="12130"/>
                    <a:pt x="14146" y="11972"/>
                  </a:cubicBezTo>
                  <a:lnTo>
                    <a:pt x="14146" y="5356"/>
                  </a:lnTo>
                  <a:cubicBezTo>
                    <a:pt x="14083" y="5199"/>
                    <a:pt x="14020" y="5073"/>
                    <a:pt x="13894" y="5010"/>
                  </a:cubicBezTo>
                  <a:cubicBezTo>
                    <a:pt x="13815" y="4950"/>
                    <a:pt x="13722" y="4928"/>
                    <a:pt x="13633" y="4928"/>
                  </a:cubicBezTo>
                  <a:cubicBezTo>
                    <a:pt x="13581" y="4928"/>
                    <a:pt x="13531" y="4935"/>
                    <a:pt x="13485" y="4947"/>
                  </a:cubicBezTo>
                  <a:lnTo>
                    <a:pt x="10744" y="6333"/>
                  </a:lnTo>
                  <a:lnTo>
                    <a:pt x="10744" y="6176"/>
                  </a:lnTo>
                  <a:cubicBezTo>
                    <a:pt x="10744" y="5577"/>
                    <a:pt x="10334" y="5104"/>
                    <a:pt x="9830" y="5010"/>
                  </a:cubicBezTo>
                  <a:cubicBezTo>
                    <a:pt x="10397" y="4474"/>
                    <a:pt x="10744" y="3750"/>
                    <a:pt x="10744" y="2868"/>
                  </a:cubicBezTo>
                  <a:cubicBezTo>
                    <a:pt x="10744" y="1261"/>
                    <a:pt x="9452" y="1"/>
                    <a:pt x="7814" y="1"/>
                  </a:cubicBezTo>
                  <a:cubicBezTo>
                    <a:pt x="6774" y="1"/>
                    <a:pt x="5861" y="536"/>
                    <a:pt x="5357" y="1418"/>
                  </a:cubicBezTo>
                  <a:cubicBezTo>
                    <a:pt x="4821" y="599"/>
                    <a:pt x="3939" y="1"/>
                    <a:pt x="2868" y="1"/>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44" name="Google Shape;7951;p66">
            <a:extLst>
              <a:ext uri="{FF2B5EF4-FFF2-40B4-BE49-F238E27FC236}">
                <a16:creationId xmlns:a16="http://schemas.microsoft.com/office/drawing/2014/main" id="{C4E522B8-71A3-4CE4-A983-3AC3B2C9409A}"/>
              </a:ext>
            </a:extLst>
          </p:cNvPr>
          <p:cNvGrpSpPr/>
          <p:nvPr/>
        </p:nvGrpSpPr>
        <p:grpSpPr>
          <a:xfrm>
            <a:off x="6676150" y="5957177"/>
            <a:ext cx="236449" cy="234610"/>
            <a:chOff x="-12663175" y="2506800"/>
            <a:chExt cx="356825" cy="354050"/>
          </a:xfrm>
          <a:solidFill>
            <a:schemeClr val="tx1"/>
          </a:solidFill>
        </p:grpSpPr>
        <p:sp>
          <p:nvSpPr>
            <p:cNvPr id="1267" name="Google Shape;7952;p66">
              <a:extLst>
                <a:ext uri="{FF2B5EF4-FFF2-40B4-BE49-F238E27FC236}">
                  <a16:creationId xmlns:a16="http://schemas.microsoft.com/office/drawing/2014/main" id="{9A34EF03-2FA2-4D2C-9962-1587C10B2F4F}"/>
                </a:ext>
              </a:extLst>
            </p:cNvPr>
            <p:cNvSpPr/>
            <p:nvPr/>
          </p:nvSpPr>
          <p:spPr>
            <a:xfrm>
              <a:off x="-12663175" y="2506800"/>
              <a:ext cx="356825" cy="354050"/>
            </a:xfrm>
            <a:custGeom>
              <a:avLst/>
              <a:gdLst/>
              <a:ahLst/>
              <a:cxnLst/>
              <a:rect l="l" t="t" r="r" b="b"/>
              <a:pathLst>
                <a:path w="14273" h="14162" extrusionOk="0">
                  <a:moveTo>
                    <a:pt x="9074" y="969"/>
                  </a:moveTo>
                  <a:lnTo>
                    <a:pt x="9169" y="1095"/>
                  </a:lnTo>
                  <a:cubicBezTo>
                    <a:pt x="8980" y="1536"/>
                    <a:pt x="9011" y="2135"/>
                    <a:pt x="9421" y="2513"/>
                  </a:cubicBezTo>
                  <a:cubicBezTo>
                    <a:pt x="9658" y="2770"/>
                    <a:pt x="9969" y="2890"/>
                    <a:pt x="10284" y="2890"/>
                  </a:cubicBezTo>
                  <a:cubicBezTo>
                    <a:pt x="10472" y="2890"/>
                    <a:pt x="10662" y="2847"/>
                    <a:pt x="10838" y="2765"/>
                  </a:cubicBezTo>
                  <a:lnTo>
                    <a:pt x="11500" y="3427"/>
                  </a:lnTo>
                  <a:cubicBezTo>
                    <a:pt x="11280" y="3899"/>
                    <a:pt x="11343" y="4435"/>
                    <a:pt x="11752" y="4844"/>
                  </a:cubicBezTo>
                  <a:cubicBezTo>
                    <a:pt x="11988" y="5080"/>
                    <a:pt x="12297" y="5206"/>
                    <a:pt x="12603" y="5206"/>
                  </a:cubicBezTo>
                  <a:cubicBezTo>
                    <a:pt x="12788" y="5206"/>
                    <a:pt x="12972" y="5160"/>
                    <a:pt x="13138" y="5065"/>
                  </a:cubicBezTo>
                  <a:lnTo>
                    <a:pt x="13264" y="5191"/>
                  </a:lnTo>
                  <a:cubicBezTo>
                    <a:pt x="13107" y="5537"/>
                    <a:pt x="13107" y="5947"/>
                    <a:pt x="13264" y="6262"/>
                  </a:cubicBezTo>
                  <a:lnTo>
                    <a:pt x="12445" y="7081"/>
                  </a:lnTo>
                  <a:lnTo>
                    <a:pt x="12162" y="6798"/>
                  </a:lnTo>
                  <a:cubicBezTo>
                    <a:pt x="12083" y="6719"/>
                    <a:pt x="11981" y="6680"/>
                    <a:pt x="11874" y="6680"/>
                  </a:cubicBezTo>
                  <a:cubicBezTo>
                    <a:pt x="11768" y="6680"/>
                    <a:pt x="11658" y="6719"/>
                    <a:pt x="11563" y="6798"/>
                  </a:cubicBezTo>
                  <a:cubicBezTo>
                    <a:pt x="11406" y="6955"/>
                    <a:pt x="11406" y="7239"/>
                    <a:pt x="11563" y="7396"/>
                  </a:cubicBezTo>
                  <a:lnTo>
                    <a:pt x="11847" y="7680"/>
                  </a:lnTo>
                  <a:lnTo>
                    <a:pt x="6333" y="13193"/>
                  </a:lnTo>
                  <a:cubicBezTo>
                    <a:pt x="6160" y="13114"/>
                    <a:pt x="5971" y="13075"/>
                    <a:pt x="5786" y="13075"/>
                  </a:cubicBezTo>
                  <a:cubicBezTo>
                    <a:pt x="5601" y="13075"/>
                    <a:pt x="5420" y="13114"/>
                    <a:pt x="5262" y="13193"/>
                  </a:cubicBezTo>
                  <a:lnTo>
                    <a:pt x="5168" y="13067"/>
                  </a:lnTo>
                  <a:cubicBezTo>
                    <a:pt x="5357" y="12626"/>
                    <a:pt x="5325" y="12059"/>
                    <a:pt x="4916" y="11649"/>
                  </a:cubicBezTo>
                  <a:cubicBezTo>
                    <a:pt x="4680" y="11414"/>
                    <a:pt x="4371" y="11288"/>
                    <a:pt x="4057" y="11288"/>
                  </a:cubicBezTo>
                  <a:cubicBezTo>
                    <a:pt x="3867" y="11288"/>
                    <a:pt x="3676" y="11334"/>
                    <a:pt x="3498" y="11429"/>
                  </a:cubicBezTo>
                  <a:lnTo>
                    <a:pt x="2836" y="10736"/>
                  </a:lnTo>
                  <a:cubicBezTo>
                    <a:pt x="3088" y="10263"/>
                    <a:pt x="2994" y="9728"/>
                    <a:pt x="2616" y="9318"/>
                  </a:cubicBezTo>
                  <a:cubicBezTo>
                    <a:pt x="2360" y="9082"/>
                    <a:pt x="2056" y="8957"/>
                    <a:pt x="1748" y="8957"/>
                  </a:cubicBezTo>
                  <a:cubicBezTo>
                    <a:pt x="1563" y="8957"/>
                    <a:pt x="1376" y="9003"/>
                    <a:pt x="1198" y="9098"/>
                  </a:cubicBezTo>
                  <a:lnTo>
                    <a:pt x="1072" y="8971"/>
                  </a:lnTo>
                  <a:cubicBezTo>
                    <a:pt x="1229" y="8625"/>
                    <a:pt x="1229" y="8215"/>
                    <a:pt x="1072" y="7900"/>
                  </a:cubicBezTo>
                  <a:lnTo>
                    <a:pt x="6585" y="2387"/>
                  </a:lnTo>
                  <a:lnTo>
                    <a:pt x="6869" y="2671"/>
                  </a:lnTo>
                  <a:cubicBezTo>
                    <a:pt x="6948" y="2749"/>
                    <a:pt x="7050" y="2789"/>
                    <a:pt x="7152" y="2789"/>
                  </a:cubicBezTo>
                  <a:cubicBezTo>
                    <a:pt x="7255" y="2789"/>
                    <a:pt x="7357" y="2749"/>
                    <a:pt x="7436" y="2671"/>
                  </a:cubicBezTo>
                  <a:cubicBezTo>
                    <a:pt x="7593" y="2513"/>
                    <a:pt x="7593" y="2229"/>
                    <a:pt x="7436" y="2072"/>
                  </a:cubicBezTo>
                  <a:lnTo>
                    <a:pt x="7184" y="1820"/>
                  </a:lnTo>
                  <a:lnTo>
                    <a:pt x="8003" y="969"/>
                  </a:lnTo>
                  <a:cubicBezTo>
                    <a:pt x="8176" y="1048"/>
                    <a:pt x="8365" y="1087"/>
                    <a:pt x="8550" y="1087"/>
                  </a:cubicBezTo>
                  <a:cubicBezTo>
                    <a:pt x="8735" y="1087"/>
                    <a:pt x="8917" y="1048"/>
                    <a:pt x="9074" y="969"/>
                  </a:cubicBezTo>
                  <a:close/>
                  <a:moveTo>
                    <a:pt x="7893" y="0"/>
                  </a:moveTo>
                  <a:cubicBezTo>
                    <a:pt x="7782" y="0"/>
                    <a:pt x="7672" y="40"/>
                    <a:pt x="7593" y="119"/>
                  </a:cubicBezTo>
                  <a:lnTo>
                    <a:pt x="158" y="7554"/>
                  </a:lnTo>
                  <a:cubicBezTo>
                    <a:pt x="1" y="7711"/>
                    <a:pt x="1" y="7995"/>
                    <a:pt x="158" y="8152"/>
                  </a:cubicBezTo>
                  <a:cubicBezTo>
                    <a:pt x="316" y="8310"/>
                    <a:pt x="316" y="8593"/>
                    <a:pt x="158" y="8751"/>
                  </a:cubicBezTo>
                  <a:cubicBezTo>
                    <a:pt x="1" y="8908"/>
                    <a:pt x="1" y="9161"/>
                    <a:pt x="158" y="9318"/>
                  </a:cubicBezTo>
                  <a:lnTo>
                    <a:pt x="757" y="9917"/>
                  </a:lnTo>
                  <a:cubicBezTo>
                    <a:pt x="836" y="9995"/>
                    <a:pt x="938" y="10035"/>
                    <a:pt x="1040" y="10035"/>
                  </a:cubicBezTo>
                  <a:cubicBezTo>
                    <a:pt x="1143" y="10035"/>
                    <a:pt x="1245" y="9995"/>
                    <a:pt x="1324" y="9917"/>
                  </a:cubicBezTo>
                  <a:cubicBezTo>
                    <a:pt x="1418" y="9838"/>
                    <a:pt x="1529" y="9798"/>
                    <a:pt x="1635" y="9798"/>
                  </a:cubicBezTo>
                  <a:cubicBezTo>
                    <a:pt x="1741" y="9798"/>
                    <a:pt x="1844" y="9838"/>
                    <a:pt x="1923" y="9917"/>
                  </a:cubicBezTo>
                  <a:cubicBezTo>
                    <a:pt x="2080" y="10074"/>
                    <a:pt x="2080" y="10358"/>
                    <a:pt x="1923" y="10515"/>
                  </a:cubicBezTo>
                  <a:cubicBezTo>
                    <a:pt x="1765" y="10673"/>
                    <a:pt x="1765" y="10956"/>
                    <a:pt x="1923" y="11114"/>
                  </a:cubicBezTo>
                  <a:lnTo>
                    <a:pt x="3120" y="12279"/>
                  </a:lnTo>
                  <a:cubicBezTo>
                    <a:pt x="3199" y="12358"/>
                    <a:pt x="3301" y="12398"/>
                    <a:pt x="3403" y="12398"/>
                  </a:cubicBezTo>
                  <a:cubicBezTo>
                    <a:pt x="3506" y="12398"/>
                    <a:pt x="3608" y="12358"/>
                    <a:pt x="3687" y="12279"/>
                  </a:cubicBezTo>
                  <a:cubicBezTo>
                    <a:pt x="3781" y="12201"/>
                    <a:pt x="3892" y="12161"/>
                    <a:pt x="3998" y="12161"/>
                  </a:cubicBezTo>
                  <a:cubicBezTo>
                    <a:pt x="4104" y="12161"/>
                    <a:pt x="4207" y="12201"/>
                    <a:pt x="4285" y="12279"/>
                  </a:cubicBezTo>
                  <a:cubicBezTo>
                    <a:pt x="4443" y="12437"/>
                    <a:pt x="4443" y="12721"/>
                    <a:pt x="4285" y="12878"/>
                  </a:cubicBezTo>
                  <a:cubicBezTo>
                    <a:pt x="4128" y="13036"/>
                    <a:pt x="4128" y="13319"/>
                    <a:pt x="4285" y="13477"/>
                  </a:cubicBezTo>
                  <a:lnTo>
                    <a:pt x="4884" y="14044"/>
                  </a:lnTo>
                  <a:cubicBezTo>
                    <a:pt x="4963" y="14123"/>
                    <a:pt x="5073" y="14162"/>
                    <a:pt x="5183" y="14162"/>
                  </a:cubicBezTo>
                  <a:cubicBezTo>
                    <a:pt x="5294" y="14162"/>
                    <a:pt x="5404" y="14123"/>
                    <a:pt x="5483" y="14044"/>
                  </a:cubicBezTo>
                  <a:cubicBezTo>
                    <a:pt x="5561" y="13965"/>
                    <a:pt x="5664" y="13926"/>
                    <a:pt x="5766" y="13926"/>
                  </a:cubicBezTo>
                  <a:cubicBezTo>
                    <a:pt x="5869" y="13926"/>
                    <a:pt x="5971" y="13965"/>
                    <a:pt x="6050" y="14044"/>
                  </a:cubicBezTo>
                  <a:cubicBezTo>
                    <a:pt x="6144" y="14123"/>
                    <a:pt x="6254" y="14162"/>
                    <a:pt x="6361" y="14162"/>
                  </a:cubicBezTo>
                  <a:cubicBezTo>
                    <a:pt x="6467" y="14162"/>
                    <a:pt x="6570" y="14123"/>
                    <a:pt x="6648" y="14044"/>
                  </a:cubicBezTo>
                  <a:lnTo>
                    <a:pt x="14115" y="6609"/>
                  </a:lnTo>
                  <a:cubicBezTo>
                    <a:pt x="14272" y="6451"/>
                    <a:pt x="14272" y="6168"/>
                    <a:pt x="14115" y="6010"/>
                  </a:cubicBezTo>
                  <a:cubicBezTo>
                    <a:pt x="13926" y="5853"/>
                    <a:pt x="13926" y="5600"/>
                    <a:pt x="14115" y="5443"/>
                  </a:cubicBezTo>
                  <a:cubicBezTo>
                    <a:pt x="14241" y="5285"/>
                    <a:pt x="14241" y="5002"/>
                    <a:pt x="14115" y="4844"/>
                  </a:cubicBezTo>
                  <a:lnTo>
                    <a:pt x="13516" y="4246"/>
                  </a:lnTo>
                  <a:cubicBezTo>
                    <a:pt x="13438" y="4167"/>
                    <a:pt x="13327" y="4128"/>
                    <a:pt x="13217" y="4128"/>
                  </a:cubicBezTo>
                  <a:cubicBezTo>
                    <a:pt x="13107" y="4128"/>
                    <a:pt x="12997" y="4167"/>
                    <a:pt x="12918" y="4246"/>
                  </a:cubicBezTo>
                  <a:cubicBezTo>
                    <a:pt x="12839" y="4325"/>
                    <a:pt x="12729" y="4364"/>
                    <a:pt x="12618" y="4364"/>
                  </a:cubicBezTo>
                  <a:cubicBezTo>
                    <a:pt x="12508" y="4364"/>
                    <a:pt x="12398" y="4325"/>
                    <a:pt x="12319" y="4246"/>
                  </a:cubicBezTo>
                  <a:cubicBezTo>
                    <a:pt x="12162" y="4088"/>
                    <a:pt x="12162" y="3805"/>
                    <a:pt x="12319" y="3647"/>
                  </a:cubicBezTo>
                  <a:cubicBezTo>
                    <a:pt x="12477" y="3490"/>
                    <a:pt x="12477" y="3238"/>
                    <a:pt x="12319" y="3080"/>
                  </a:cubicBezTo>
                  <a:lnTo>
                    <a:pt x="11154" y="1883"/>
                  </a:lnTo>
                  <a:cubicBezTo>
                    <a:pt x="11075" y="1804"/>
                    <a:pt x="10964" y="1765"/>
                    <a:pt x="10854" y="1765"/>
                  </a:cubicBezTo>
                  <a:cubicBezTo>
                    <a:pt x="10744" y="1765"/>
                    <a:pt x="10634" y="1804"/>
                    <a:pt x="10555" y="1883"/>
                  </a:cubicBezTo>
                  <a:cubicBezTo>
                    <a:pt x="10476" y="1962"/>
                    <a:pt x="10366" y="2001"/>
                    <a:pt x="10256" y="2001"/>
                  </a:cubicBezTo>
                  <a:cubicBezTo>
                    <a:pt x="10145" y="2001"/>
                    <a:pt x="10035" y="1962"/>
                    <a:pt x="9956" y="1883"/>
                  </a:cubicBezTo>
                  <a:cubicBezTo>
                    <a:pt x="9799" y="1725"/>
                    <a:pt x="9799" y="1442"/>
                    <a:pt x="9956" y="1284"/>
                  </a:cubicBezTo>
                  <a:cubicBezTo>
                    <a:pt x="10114" y="1127"/>
                    <a:pt x="10114" y="875"/>
                    <a:pt x="9956" y="717"/>
                  </a:cubicBezTo>
                  <a:lnTo>
                    <a:pt x="9389" y="119"/>
                  </a:lnTo>
                  <a:cubicBezTo>
                    <a:pt x="9295" y="40"/>
                    <a:pt x="9184" y="0"/>
                    <a:pt x="9078" y="0"/>
                  </a:cubicBezTo>
                  <a:cubicBezTo>
                    <a:pt x="8972" y="0"/>
                    <a:pt x="8869" y="40"/>
                    <a:pt x="8791" y="119"/>
                  </a:cubicBezTo>
                  <a:cubicBezTo>
                    <a:pt x="8712" y="197"/>
                    <a:pt x="8602" y="237"/>
                    <a:pt x="8491" y="237"/>
                  </a:cubicBezTo>
                  <a:cubicBezTo>
                    <a:pt x="8381" y="237"/>
                    <a:pt x="8271" y="197"/>
                    <a:pt x="8192" y="119"/>
                  </a:cubicBezTo>
                  <a:cubicBezTo>
                    <a:pt x="8113" y="40"/>
                    <a:pt x="8003" y="0"/>
                    <a:pt x="7893" y="0"/>
                  </a:cubicBezTo>
                  <a:close/>
                </a:path>
              </a:pathLst>
            </a:custGeom>
            <a:grpFill/>
            <a:ln>
              <a:noFill/>
            </a:ln>
          </p:spPr>
          <p:txBody>
            <a:bodyPr spcFirstLastPara="1" wrap="square" lIns="62728" tIns="62728" rIns="62728" bIns="62728" anchor="ctr" anchorCtr="0">
              <a:noAutofit/>
            </a:bodyPr>
            <a:lstStyle/>
            <a:p>
              <a:endParaRPr sz="764"/>
            </a:p>
          </p:txBody>
        </p:sp>
        <p:sp>
          <p:nvSpPr>
            <p:cNvPr id="1268" name="Google Shape;7953;p66">
              <a:extLst>
                <a:ext uri="{FF2B5EF4-FFF2-40B4-BE49-F238E27FC236}">
                  <a16:creationId xmlns:a16="http://schemas.microsoft.com/office/drawing/2014/main" id="{6DF72D7C-D5FF-425E-A7E0-593D275E4F9D}"/>
                </a:ext>
              </a:extLst>
            </p:cNvPr>
            <p:cNvSpPr/>
            <p:nvPr/>
          </p:nvSpPr>
          <p:spPr>
            <a:xfrm>
              <a:off x="-12466275" y="2586350"/>
              <a:ext cx="37850" cy="35850"/>
            </a:xfrm>
            <a:custGeom>
              <a:avLst/>
              <a:gdLst/>
              <a:ahLst/>
              <a:cxnLst/>
              <a:rect l="l" t="t" r="r" b="b"/>
              <a:pathLst>
                <a:path w="1514" h="1434" extrusionOk="0">
                  <a:moveTo>
                    <a:pt x="458" y="0"/>
                  </a:moveTo>
                  <a:cubicBezTo>
                    <a:pt x="348" y="0"/>
                    <a:pt x="237" y="40"/>
                    <a:pt x="159" y="119"/>
                  </a:cubicBezTo>
                  <a:cubicBezTo>
                    <a:pt x="1" y="276"/>
                    <a:pt x="1" y="560"/>
                    <a:pt x="159" y="717"/>
                  </a:cubicBezTo>
                  <a:lnTo>
                    <a:pt x="757" y="1316"/>
                  </a:lnTo>
                  <a:cubicBezTo>
                    <a:pt x="836" y="1395"/>
                    <a:pt x="938" y="1434"/>
                    <a:pt x="1041" y="1434"/>
                  </a:cubicBezTo>
                  <a:cubicBezTo>
                    <a:pt x="1143" y="1434"/>
                    <a:pt x="1245" y="1395"/>
                    <a:pt x="1324" y="1316"/>
                  </a:cubicBezTo>
                  <a:cubicBezTo>
                    <a:pt x="1513" y="1158"/>
                    <a:pt x="1513" y="875"/>
                    <a:pt x="1324" y="717"/>
                  </a:cubicBezTo>
                  <a:lnTo>
                    <a:pt x="757" y="119"/>
                  </a:lnTo>
                  <a:cubicBezTo>
                    <a:pt x="678" y="40"/>
                    <a:pt x="568" y="0"/>
                    <a:pt x="458" y="0"/>
                  </a:cubicBezTo>
                  <a:close/>
                </a:path>
              </a:pathLst>
            </a:custGeom>
            <a:grpFill/>
            <a:ln>
              <a:noFill/>
            </a:ln>
          </p:spPr>
          <p:txBody>
            <a:bodyPr spcFirstLastPara="1" wrap="square" lIns="62728" tIns="62728" rIns="62728" bIns="62728" anchor="ctr" anchorCtr="0">
              <a:noAutofit/>
            </a:bodyPr>
            <a:lstStyle/>
            <a:p>
              <a:endParaRPr sz="764"/>
            </a:p>
          </p:txBody>
        </p:sp>
        <p:sp>
          <p:nvSpPr>
            <p:cNvPr id="1269" name="Google Shape;7954;p66">
              <a:extLst>
                <a:ext uri="{FF2B5EF4-FFF2-40B4-BE49-F238E27FC236}">
                  <a16:creationId xmlns:a16="http://schemas.microsoft.com/office/drawing/2014/main" id="{0F7B199C-C54B-473F-95AD-EB2E06F04339}"/>
                </a:ext>
              </a:extLst>
            </p:cNvPr>
            <p:cNvSpPr/>
            <p:nvPr/>
          </p:nvSpPr>
          <p:spPr>
            <a:xfrm>
              <a:off x="-12422950" y="2630450"/>
              <a:ext cx="37825" cy="35875"/>
            </a:xfrm>
            <a:custGeom>
              <a:avLst/>
              <a:gdLst/>
              <a:ahLst/>
              <a:cxnLst/>
              <a:rect l="l" t="t" r="r" b="b"/>
              <a:pathLst>
                <a:path w="1513" h="1435" extrusionOk="0">
                  <a:moveTo>
                    <a:pt x="458" y="1"/>
                  </a:moveTo>
                  <a:cubicBezTo>
                    <a:pt x="347" y="1"/>
                    <a:pt x="237" y="40"/>
                    <a:pt x="158" y="119"/>
                  </a:cubicBezTo>
                  <a:cubicBezTo>
                    <a:pt x="1" y="276"/>
                    <a:pt x="1" y="560"/>
                    <a:pt x="158" y="717"/>
                  </a:cubicBezTo>
                  <a:lnTo>
                    <a:pt x="757" y="1316"/>
                  </a:lnTo>
                  <a:cubicBezTo>
                    <a:pt x="836" y="1395"/>
                    <a:pt x="938" y="1434"/>
                    <a:pt x="1044" y="1434"/>
                  </a:cubicBezTo>
                  <a:cubicBezTo>
                    <a:pt x="1151" y="1434"/>
                    <a:pt x="1261" y="1395"/>
                    <a:pt x="1355" y="1316"/>
                  </a:cubicBezTo>
                  <a:cubicBezTo>
                    <a:pt x="1513" y="1159"/>
                    <a:pt x="1513" y="875"/>
                    <a:pt x="1355" y="717"/>
                  </a:cubicBezTo>
                  <a:lnTo>
                    <a:pt x="757" y="119"/>
                  </a:lnTo>
                  <a:cubicBezTo>
                    <a:pt x="678" y="40"/>
                    <a:pt x="568" y="1"/>
                    <a:pt x="458" y="1"/>
                  </a:cubicBezTo>
                  <a:close/>
                </a:path>
              </a:pathLst>
            </a:custGeom>
            <a:grpFill/>
            <a:ln>
              <a:noFill/>
            </a:ln>
          </p:spPr>
          <p:txBody>
            <a:bodyPr spcFirstLastPara="1" wrap="square" lIns="62728" tIns="62728" rIns="62728" bIns="62728" anchor="ctr" anchorCtr="0">
              <a:noAutofit/>
            </a:bodyPr>
            <a:lstStyle/>
            <a:p>
              <a:endParaRPr sz="764"/>
            </a:p>
          </p:txBody>
        </p:sp>
        <p:sp>
          <p:nvSpPr>
            <p:cNvPr id="1270" name="Google Shape;7955;p66">
              <a:extLst>
                <a:ext uri="{FF2B5EF4-FFF2-40B4-BE49-F238E27FC236}">
                  <a16:creationId xmlns:a16="http://schemas.microsoft.com/office/drawing/2014/main" id="{58E5596D-1272-41AA-86BA-0E603EC7DC53}"/>
                </a:ext>
              </a:extLst>
            </p:cNvPr>
            <p:cNvSpPr/>
            <p:nvPr/>
          </p:nvSpPr>
          <p:spPr>
            <a:xfrm>
              <a:off x="-12591500" y="2644250"/>
              <a:ext cx="192200" cy="142975"/>
            </a:xfrm>
            <a:custGeom>
              <a:avLst/>
              <a:gdLst/>
              <a:ahLst/>
              <a:cxnLst/>
              <a:rect l="l" t="t" r="r" b="b"/>
              <a:pathLst>
                <a:path w="7688" h="5719" extrusionOk="0">
                  <a:moveTo>
                    <a:pt x="1371" y="1780"/>
                  </a:moveTo>
                  <a:cubicBezTo>
                    <a:pt x="1481" y="1780"/>
                    <a:pt x="1592" y="1819"/>
                    <a:pt x="1670" y="1898"/>
                  </a:cubicBezTo>
                  <a:cubicBezTo>
                    <a:pt x="1828" y="2056"/>
                    <a:pt x="1828" y="2339"/>
                    <a:pt x="1670" y="2497"/>
                  </a:cubicBezTo>
                  <a:cubicBezTo>
                    <a:pt x="1592" y="2576"/>
                    <a:pt x="1481" y="2615"/>
                    <a:pt x="1371" y="2615"/>
                  </a:cubicBezTo>
                  <a:cubicBezTo>
                    <a:pt x="1261" y="2615"/>
                    <a:pt x="1151" y="2576"/>
                    <a:pt x="1072" y="2497"/>
                  </a:cubicBezTo>
                  <a:cubicBezTo>
                    <a:pt x="914" y="2339"/>
                    <a:pt x="914" y="2056"/>
                    <a:pt x="1072" y="1898"/>
                  </a:cubicBezTo>
                  <a:cubicBezTo>
                    <a:pt x="1151" y="1819"/>
                    <a:pt x="1261" y="1780"/>
                    <a:pt x="1371" y="1780"/>
                  </a:cubicBezTo>
                  <a:close/>
                  <a:moveTo>
                    <a:pt x="4317" y="985"/>
                  </a:moveTo>
                  <a:lnTo>
                    <a:pt x="6522" y="2308"/>
                  </a:lnTo>
                  <a:lnTo>
                    <a:pt x="5955" y="2843"/>
                  </a:lnTo>
                  <a:lnTo>
                    <a:pt x="3750" y="1552"/>
                  </a:lnTo>
                  <a:lnTo>
                    <a:pt x="4317" y="985"/>
                  </a:lnTo>
                  <a:close/>
                  <a:moveTo>
                    <a:pt x="3687" y="4111"/>
                  </a:moveTo>
                  <a:cubicBezTo>
                    <a:pt x="3789" y="4111"/>
                    <a:pt x="3892" y="4151"/>
                    <a:pt x="3970" y="4230"/>
                  </a:cubicBezTo>
                  <a:cubicBezTo>
                    <a:pt x="4159" y="4387"/>
                    <a:pt x="4159" y="4671"/>
                    <a:pt x="3970" y="4828"/>
                  </a:cubicBezTo>
                  <a:cubicBezTo>
                    <a:pt x="3892" y="4907"/>
                    <a:pt x="3789" y="4946"/>
                    <a:pt x="3687" y="4946"/>
                  </a:cubicBezTo>
                  <a:cubicBezTo>
                    <a:pt x="3584" y="4946"/>
                    <a:pt x="3482" y="4907"/>
                    <a:pt x="3403" y="4828"/>
                  </a:cubicBezTo>
                  <a:cubicBezTo>
                    <a:pt x="3246" y="4671"/>
                    <a:pt x="3246" y="4387"/>
                    <a:pt x="3403" y="4230"/>
                  </a:cubicBezTo>
                  <a:cubicBezTo>
                    <a:pt x="3482" y="4151"/>
                    <a:pt x="3584" y="4111"/>
                    <a:pt x="3687" y="4111"/>
                  </a:cubicBezTo>
                  <a:close/>
                  <a:moveTo>
                    <a:pt x="4302" y="0"/>
                  </a:moveTo>
                  <a:cubicBezTo>
                    <a:pt x="4187" y="0"/>
                    <a:pt x="4067" y="37"/>
                    <a:pt x="3970" y="134"/>
                  </a:cubicBezTo>
                  <a:lnTo>
                    <a:pt x="2490" y="1615"/>
                  </a:lnTo>
                  <a:lnTo>
                    <a:pt x="2269" y="1268"/>
                  </a:lnTo>
                  <a:cubicBezTo>
                    <a:pt x="2033" y="1032"/>
                    <a:pt x="1718" y="914"/>
                    <a:pt x="1395" y="914"/>
                  </a:cubicBezTo>
                  <a:cubicBezTo>
                    <a:pt x="1072" y="914"/>
                    <a:pt x="741" y="1032"/>
                    <a:pt x="473" y="1268"/>
                  </a:cubicBezTo>
                  <a:cubicBezTo>
                    <a:pt x="1" y="1741"/>
                    <a:pt x="1" y="2528"/>
                    <a:pt x="473" y="3032"/>
                  </a:cubicBezTo>
                  <a:cubicBezTo>
                    <a:pt x="710" y="3269"/>
                    <a:pt x="1025" y="3387"/>
                    <a:pt x="1348" y="3387"/>
                  </a:cubicBezTo>
                  <a:cubicBezTo>
                    <a:pt x="1670" y="3387"/>
                    <a:pt x="2001" y="3269"/>
                    <a:pt x="2269" y="3032"/>
                  </a:cubicBezTo>
                  <a:lnTo>
                    <a:pt x="3214" y="2087"/>
                  </a:lnTo>
                  <a:lnTo>
                    <a:pt x="5420" y="3410"/>
                  </a:lnTo>
                  <a:lnTo>
                    <a:pt x="4852" y="3946"/>
                  </a:lnTo>
                  <a:lnTo>
                    <a:pt x="4632" y="3600"/>
                  </a:lnTo>
                  <a:cubicBezTo>
                    <a:pt x="4396" y="3363"/>
                    <a:pt x="4081" y="3245"/>
                    <a:pt x="3758" y="3245"/>
                  </a:cubicBezTo>
                  <a:cubicBezTo>
                    <a:pt x="3435" y="3245"/>
                    <a:pt x="3104" y="3363"/>
                    <a:pt x="2836" y="3600"/>
                  </a:cubicBezTo>
                  <a:cubicBezTo>
                    <a:pt x="2364" y="4072"/>
                    <a:pt x="2364" y="4860"/>
                    <a:pt x="2836" y="5364"/>
                  </a:cubicBezTo>
                  <a:cubicBezTo>
                    <a:pt x="3072" y="5600"/>
                    <a:pt x="3387" y="5718"/>
                    <a:pt x="3710" y="5718"/>
                  </a:cubicBezTo>
                  <a:cubicBezTo>
                    <a:pt x="4033" y="5718"/>
                    <a:pt x="4364" y="5600"/>
                    <a:pt x="4632" y="5364"/>
                  </a:cubicBezTo>
                  <a:lnTo>
                    <a:pt x="7530" y="2465"/>
                  </a:lnTo>
                  <a:cubicBezTo>
                    <a:pt x="7688" y="2308"/>
                    <a:pt x="7656" y="1993"/>
                    <a:pt x="7404" y="1835"/>
                  </a:cubicBezTo>
                  <a:lnTo>
                    <a:pt x="4506" y="39"/>
                  </a:lnTo>
                  <a:cubicBezTo>
                    <a:pt x="4445" y="15"/>
                    <a:pt x="4374" y="0"/>
                    <a:pt x="430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45" name="Google Shape;7956;p66">
            <a:extLst>
              <a:ext uri="{FF2B5EF4-FFF2-40B4-BE49-F238E27FC236}">
                <a16:creationId xmlns:a16="http://schemas.microsoft.com/office/drawing/2014/main" id="{5E9B54FB-0D2B-43C2-892C-F8F5F69D7813}"/>
              </a:ext>
            </a:extLst>
          </p:cNvPr>
          <p:cNvGrpSpPr/>
          <p:nvPr/>
        </p:nvGrpSpPr>
        <p:grpSpPr>
          <a:xfrm>
            <a:off x="8127339" y="5359809"/>
            <a:ext cx="233831" cy="234361"/>
            <a:chOff x="-10896525" y="1663050"/>
            <a:chExt cx="352875" cy="353675"/>
          </a:xfrm>
          <a:solidFill>
            <a:schemeClr val="tx1"/>
          </a:solidFill>
        </p:grpSpPr>
        <p:sp>
          <p:nvSpPr>
            <p:cNvPr id="1265" name="Google Shape;7957;p66">
              <a:extLst>
                <a:ext uri="{FF2B5EF4-FFF2-40B4-BE49-F238E27FC236}">
                  <a16:creationId xmlns:a16="http://schemas.microsoft.com/office/drawing/2014/main" id="{8D4500F5-EAAD-4484-A234-A0F3B44E4AF4}"/>
                </a:ext>
              </a:extLst>
            </p:cNvPr>
            <p:cNvSpPr/>
            <p:nvPr/>
          </p:nvSpPr>
          <p:spPr>
            <a:xfrm>
              <a:off x="-10896525" y="1663050"/>
              <a:ext cx="166200" cy="311925"/>
            </a:xfrm>
            <a:custGeom>
              <a:avLst/>
              <a:gdLst/>
              <a:ahLst/>
              <a:cxnLst/>
              <a:rect l="l" t="t" r="r" b="b"/>
              <a:pathLst>
                <a:path w="6648" h="12477" extrusionOk="0">
                  <a:moveTo>
                    <a:pt x="3308" y="820"/>
                  </a:moveTo>
                  <a:cubicBezTo>
                    <a:pt x="3781" y="820"/>
                    <a:pt x="4285" y="1230"/>
                    <a:pt x="4663" y="1923"/>
                  </a:cubicBezTo>
                  <a:lnTo>
                    <a:pt x="3308" y="2931"/>
                  </a:lnTo>
                  <a:lnTo>
                    <a:pt x="1922" y="1923"/>
                  </a:lnTo>
                  <a:cubicBezTo>
                    <a:pt x="2300" y="1230"/>
                    <a:pt x="2804" y="820"/>
                    <a:pt x="3308" y="820"/>
                  </a:cubicBezTo>
                  <a:close/>
                  <a:moveTo>
                    <a:pt x="1513" y="2679"/>
                  </a:moveTo>
                  <a:lnTo>
                    <a:pt x="2584" y="3466"/>
                  </a:lnTo>
                  <a:lnTo>
                    <a:pt x="977" y="4695"/>
                  </a:lnTo>
                  <a:cubicBezTo>
                    <a:pt x="1072" y="3939"/>
                    <a:pt x="1292" y="3277"/>
                    <a:pt x="1513" y="2679"/>
                  </a:cubicBezTo>
                  <a:close/>
                  <a:moveTo>
                    <a:pt x="5010" y="2679"/>
                  </a:moveTo>
                  <a:cubicBezTo>
                    <a:pt x="5262" y="3277"/>
                    <a:pt x="5451" y="3939"/>
                    <a:pt x="5577" y="4695"/>
                  </a:cubicBezTo>
                  <a:lnTo>
                    <a:pt x="3970" y="3466"/>
                  </a:lnTo>
                  <a:lnTo>
                    <a:pt x="5010" y="2679"/>
                  </a:lnTo>
                  <a:close/>
                  <a:moveTo>
                    <a:pt x="3308" y="4002"/>
                  </a:moveTo>
                  <a:lnTo>
                    <a:pt x="5734" y="5829"/>
                  </a:lnTo>
                  <a:lnTo>
                    <a:pt x="5734" y="5861"/>
                  </a:lnTo>
                  <a:cubicBezTo>
                    <a:pt x="5608" y="6302"/>
                    <a:pt x="5230" y="6617"/>
                    <a:pt x="4758" y="6617"/>
                  </a:cubicBezTo>
                  <a:lnTo>
                    <a:pt x="1891" y="6617"/>
                  </a:lnTo>
                  <a:cubicBezTo>
                    <a:pt x="1355" y="6617"/>
                    <a:pt x="977" y="6302"/>
                    <a:pt x="851" y="5829"/>
                  </a:cubicBezTo>
                  <a:lnTo>
                    <a:pt x="3308" y="4002"/>
                  </a:lnTo>
                  <a:close/>
                  <a:moveTo>
                    <a:pt x="756" y="7121"/>
                  </a:moveTo>
                  <a:lnTo>
                    <a:pt x="756" y="7121"/>
                  </a:lnTo>
                  <a:cubicBezTo>
                    <a:pt x="1072" y="7310"/>
                    <a:pt x="1450" y="7436"/>
                    <a:pt x="1796" y="7436"/>
                  </a:cubicBezTo>
                  <a:lnTo>
                    <a:pt x="4663" y="7436"/>
                  </a:lnTo>
                  <a:cubicBezTo>
                    <a:pt x="5073" y="7436"/>
                    <a:pt x="5419" y="7310"/>
                    <a:pt x="5703" y="7121"/>
                  </a:cubicBezTo>
                  <a:lnTo>
                    <a:pt x="5703" y="7121"/>
                  </a:lnTo>
                  <a:cubicBezTo>
                    <a:pt x="5734" y="8507"/>
                    <a:pt x="5545" y="9830"/>
                    <a:pt x="5136" y="10902"/>
                  </a:cubicBezTo>
                  <a:cubicBezTo>
                    <a:pt x="4978" y="11374"/>
                    <a:pt x="4537" y="11626"/>
                    <a:pt x="3970" y="11626"/>
                  </a:cubicBezTo>
                  <a:lnTo>
                    <a:pt x="2395" y="11626"/>
                  </a:lnTo>
                  <a:cubicBezTo>
                    <a:pt x="1954" y="11626"/>
                    <a:pt x="1544" y="11343"/>
                    <a:pt x="1387" y="10902"/>
                  </a:cubicBezTo>
                  <a:cubicBezTo>
                    <a:pt x="1009" y="9830"/>
                    <a:pt x="820" y="8507"/>
                    <a:pt x="756" y="7121"/>
                  </a:cubicBezTo>
                  <a:close/>
                  <a:moveTo>
                    <a:pt x="3308" y="1"/>
                  </a:moveTo>
                  <a:cubicBezTo>
                    <a:pt x="2269" y="1"/>
                    <a:pt x="1450" y="946"/>
                    <a:pt x="1009" y="1891"/>
                  </a:cubicBezTo>
                  <a:cubicBezTo>
                    <a:pt x="252" y="3372"/>
                    <a:pt x="0" y="5262"/>
                    <a:pt x="0" y="6932"/>
                  </a:cubicBezTo>
                  <a:cubicBezTo>
                    <a:pt x="0" y="8507"/>
                    <a:pt x="221" y="9988"/>
                    <a:pt x="662" y="11217"/>
                  </a:cubicBezTo>
                  <a:cubicBezTo>
                    <a:pt x="946" y="11973"/>
                    <a:pt x="1639" y="12477"/>
                    <a:pt x="2426" y="12477"/>
                  </a:cubicBezTo>
                  <a:lnTo>
                    <a:pt x="4002" y="12477"/>
                  </a:lnTo>
                  <a:cubicBezTo>
                    <a:pt x="4947" y="12477"/>
                    <a:pt x="5703" y="12004"/>
                    <a:pt x="5986" y="11217"/>
                  </a:cubicBezTo>
                  <a:cubicBezTo>
                    <a:pt x="6396" y="10051"/>
                    <a:pt x="6648" y="8507"/>
                    <a:pt x="6648" y="6932"/>
                  </a:cubicBezTo>
                  <a:cubicBezTo>
                    <a:pt x="6585" y="3183"/>
                    <a:pt x="5230" y="1"/>
                    <a:pt x="3308" y="1"/>
                  </a:cubicBezTo>
                  <a:close/>
                </a:path>
              </a:pathLst>
            </a:custGeom>
            <a:grpFill/>
            <a:ln>
              <a:noFill/>
            </a:ln>
          </p:spPr>
          <p:txBody>
            <a:bodyPr spcFirstLastPara="1" wrap="square" lIns="62728" tIns="62728" rIns="62728" bIns="62728" anchor="ctr" anchorCtr="0">
              <a:noAutofit/>
            </a:bodyPr>
            <a:lstStyle/>
            <a:p>
              <a:endParaRPr sz="764"/>
            </a:p>
          </p:txBody>
        </p:sp>
        <p:sp>
          <p:nvSpPr>
            <p:cNvPr id="1266" name="Google Shape;7958;p66">
              <a:extLst>
                <a:ext uri="{FF2B5EF4-FFF2-40B4-BE49-F238E27FC236}">
                  <a16:creationId xmlns:a16="http://schemas.microsoft.com/office/drawing/2014/main" id="{D3A06F23-FACF-47AC-B606-DB46D13761EF}"/>
                </a:ext>
              </a:extLst>
            </p:cNvPr>
            <p:cNvSpPr/>
            <p:nvPr/>
          </p:nvSpPr>
          <p:spPr>
            <a:xfrm>
              <a:off x="-10709850" y="1704025"/>
              <a:ext cx="166200" cy="312700"/>
            </a:xfrm>
            <a:custGeom>
              <a:avLst/>
              <a:gdLst/>
              <a:ahLst/>
              <a:cxnLst/>
              <a:rect l="l" t="t" r="r" b="b"/>
              <a:pathLst>
                <a:path w="6648" h="12508" extrusionOk="0">
                  <a:moveTo>
                    <a:pt x="3308" y="851"/>
                  </a:moveTo>
                  <a:cubicBezTo>
                    <a:pt x="3781" y="851"/>
                    <a:pt x="4285" y="1229"/>
                    <a:pt x="4694" y="1954"/>
                  </a:cubicBezTo>
                  <a:lnTo>
                    <a:pt x="3308" y="2962"/>
                  </a:lnTo>
                  <a:lnTo>
                    <a:pt x="1922" y="1954"/>
                  </a:lnTo>
                  <a:cubicBezTo>
                    <a:pt x="2363" y="1229"/>
                    <a:pt x="2835" y="851"/>
                    <a:pt x="3308" y="851"/>
                  </a:cubicBezTo>
                  <a:close/>
                  <a:moveTo>
                    <a:pt x="1575" y="2678"/>
                  </a:moveTo>
                  <a:lnTo>
                    <a:pt x="2646" y="3466"/>
                  </a:lnTo>
                  <a:lnTo>
                    <a:pt x="1040" y="4694"/>
                  </a:lnTo>
                  <a:cubicBezTo>
                    <a:pt x="1134" y="3938"/>
                    <a:pt x="1355" y="3277"/>
                    <a:pt x="1575" y="2678"/>
                  </a:cubicBezTo>
                  <a:close/>
                  <a:moveTo>
                    <a:pt x="5072" y="2678"/>
                  </a:moveTo>
                  <a:cubicBezTo>
                    <a:pt x="5324" y="3277"/>
                    <a:pt x="5513" y="3938"/>
                    <a:pt x="5639" y="4694"/>
                  </a:cubicBezTo>
                  <a:lnTo>
                    <a:pt x="4001" y="3466"/>
                  </a:lnTo>
                  <a:lnTo>
                    <a:pt x="5072" y="2678"/>
                  </a:lnTo>
                  <a:close/>
                  <a:moveTo>
                    <a:pt x="3308" y="4033"/>
                  </a:moveTo>
                  <a:lnTo>
                    <a:pt x="5765" y="5829"/>
                  </a:lnTo>
                  <a:lnTo>
                    <a:pt x="5765" y="5892"/>
                  </a:lnTo>
                  <a:cubicBezTo>
                    <a:pt x="5639" y="6301"/>
                    <a:pt x="5230" y="6616"/>
                    <a:pt x="4757" y="6616"/>
                  </a:cubicBezTo>
                  <a:lnTo>
                    <a:pt x="1859" y="6616"/>
                  </a:lnTo>
                  <a:cubicBezTo>
                    <a:pt x="1418" y="6616"/>
                    <a:pt x="977" y="6301"/>
                    <a:pt x="851" y="5829"/>
                  </a:cubicBezTo>
                  <a:lnTo>
                    <a:pt x="3308" y="4033"/>
                  </a:lnTo>
                  <a:close/>
                  <a:moveTo>
                    <a:pt x="819" y="7152"/>
                  </a:moveTo>
                  <a:lnTo>
                    <a:pt x="819" y="7152"/>
                  </a:lnTo>
                  <a:cubicBezTo>
                    <a:pt x="1134" y="7341"/>
                    <a:pt x="1512" y="7467"/>
                    <a:pt x="1859" y="7467"/>
                  </a:cubicBezTo>
                  <a:lnTo>
                    <a:pt x="4757" y="7467"/>
                  </a:lnTo>
                  <a:cubicBezTo>
                    <a:pt x="5167" y="7467"/>
                    <a:pt x="5513" y="7341"/>
                    <a:pt x="5797" y="7152"/>
                  </a:cubicBezTo>
                  <a:lnTo>
                    <a:pt x="5797" y="7152"/>
                  </a:lnTo>
                  <a:cubicBezTo>
                    <a:pt x="5797" y="8507"/>
                    <a:pt x="5545" y="9861"/>
                    <a:pt x="5198" y="10932"/>
                  </a:cubicBezTo>
                  <a:cubicBezTo>
                    <a:pt x="5041" y="11405"/>
                    <a:pt x="4600" y="11625"/>
                    <a:pt x="4001" y="11625"/>
                  </a:cubicBezTo>
                  <a:lnTo>
                    <a:pt x="2426" y="11625"/>
                  </a:lnTo>
                  <a:cubicBezTo>
                    <a:pt x="2016" y="11625"/>
                    <a:pt x="1607" y="11342"/>
                    <a:pt x="1449" y="10932"/>
                  </a:cubicBezTo>
                  <a:cubicBezTo>
                    <a:pt x="1071" y="9861"/>
                    <a:pt x="851" y="8507"/>
                    <a:pt x="819" y="7152"/>
                  </a:cubicBezTo>
                  <a:close/>
                  <a:moveTo>
                    <a:pt x="3308" y="0"/>
                  </a:moveTo>
                  <a:cubicBezTo>
                    <a:pt x="2174" y="0"/>
                    <a:pt x="1355" y="1103"/>
                    <a:pt x="851" y="2174"/>
                  </a:cubicBezTo>
                  <a:cubicBezTo>
                    <a:pt x="315" y="3466"/>
                    <a:pt x="0" y="5167"/>
                    <a:pt x="0" y="6931"/>
                  </a:cubicBezTo>
                  <a:cubicBezTo>
                    <a:pt x="0" y="8507"/>
                    <a:pt x="221" y="10019"/>
                    <a:pt x="662" y="11247"/>
                  </a:cubicBezTo>
                  <a:cubicBezTo>
                    <a:pt x="945" y="11972"/>
                    <a:pt x="1638" y="12508"/>
                    <a:pt x="2426" y="12508"/>
                  </a:cubicBezTo>
                  <a:lnTo>
                    <a:pt x="4001" y="12508"/>
                  </a:lnTo>
                  <a:cubicBezTo>
                    <a:pt x="4978" y="12508"/>
                    <a:pt x="5702" y="12035"/>
                    <a:pt x="5986" y="11247"/>
                  </a:cubicBezTo>
                  <a:cubicBezTo>
                    <a:pt x="6427" y="10050"/>
                    <a:pt x="6648" y="8507"/>
                    <a:pt x="6648" y="6931"/>
                  </a:cubicBezTo>
                  <a:cubicBezTo>
                    <a:pt x="6616" y="3214"/>
                    <a:pt x="5293" y="0"/>
                    <a:pt x="3308" y="0"/>
                  </a:cubicBezTo>
                  <a:close/>
                </a:path>
              </a:pathLst>
            </a:custGeom>
            <a:grpFill/>
            <a:ln>
              <a:noFill/>
            </a:ln>
          </p:spPr>
          <p:txBody>
            <a:bodyPr spcFirstLastPara="1" wrap="square" lIns="62728" tIns="62728" rIns="62728" bIns="62728" anchor="ctr" anchorCtr="0">
              <a:noAutofit/>
            </a:bodyPr>
            <a:lstStyle/>
            <a:p>
              <a:endParaRPr sz="764"/>
            </a:p>
          </p:txBody>
        </p:sp>
      </p:grpSp>
      <p:sp>
        <p:nvSpPr>
          <p:cNvPr id="1246" name="Google Shape;7959;p66">
            <a:extLst>
              <a:ext uri="{FF2B5EF4-FFF2-40B4-BE49-F238E27FC236}">
                <a16:creationId xmlns:a16="http://schemas.microsoft.com/office/drawing/2014/main" id="{609EC677-0C18-4C69-8445-742A4528E34F}"/>
              </a:ext>
            </a:extLst>
          </p:cNvPr>
          <p:cNvSpPr/>
          <p:nvPr/>
        </p:nvSpPr>
        <p:spPr>
          <a:xfrm>
            <a:off x="8154227" y="5639572"/>
            <a:ext cx="180074" cy="234461"/>
          </a:xfrm>
          <a:custGeom>
            <a:avLst/>
            <a:gdLst/>
            <a:ahLst/>
            <a:cxnLst/>
            <a:rect l="l" t="t" r="r" b="b"/>
            <a:pathLst>
              <a:path w="10870" h="14153" extrusionOk="0">
                <a:moveTo>
                  <a:pt x="8286" y="1702"/>
                </a:moveTo>
                <a:lnTo>
                  <a:pt x="8286" y="4222"/>
                </a:lnTo>
                <a:lnTo>
                  <a:pt x="2521" y="4222"/>
                </a:lnTo>
                <a:lnTo>
                  <a:pt x="2521" y="1702"/>
                </a:lnTo>
                <a:close/>
                <a:moveTo>
                  <a:pt x="8286" y="5041"/>
                </a:moveTo>
                <a:lnTo>
                  <a:pt x="8286" y="6680"/>
                </a:lnTo>
                <a:lnTo>
                  <a:pt x="2521" y="6680"/>
                </a:lnTo>
                <a:lnTo>
                  <a:pt x="2521" y="5041"/>
                </a:lnTo>
                <a:close/>
                <a:moveTo>
                  <a:pt x="1733" y="5262"/>
                </a:moveTo>
                <a:lnTo>
                  <a:pt x="1733" y="6680"/>
                </a:lnTo>
                <a:lnTo>
                  <a:pt x="1292" y="6680"/>
                </a:lnTo>
                <a:cubicBezTo>
                  <a:pt x="1134" y="6680"/>
                  <a:pt x="1008" y="6711"/>
                  <a:pt x="914" y="6774"/>
                </a:cubicBezTo>
                <a:lnTo>
                  <a:pt x="914" y="5703"/>
                </a:lnTo>
                <a:lnTo>
                  <a:pt x="1733" y="5262"/>
                </a:lnTo>
                <a:close/>
                <a:moveTo>
                  <a:pt x="9137" y="5262"/>
                </a:moveTo>
                <a:lnTo>
                  <a:pt x="9956" y="5703"/>
                </a:lnTo>
                <a:lnTo>
                  <a:pt x="9956" y="6774"/>
                </a:lnTo>
                <a:cubicBezTo>
                  <a:pt x="9830" y="6743"/>
                  <a:pt x="9672" y="6680"/>
                  <a:pt x="9515" y="6680"/>
                </a:cubicBezTo>
                <a:lnTo>
                  <a:pt x="9137" y="6680"/>
                </a:lnTo>
                <a:lnTo>
                  <a:pt x="9137" y="5262"/>
                </a:lnTo>
                <a:close/>
                <a:moveTo>
                  <a:pt x="9578" y="7467"/>
                </a:moveTo>
                <a:cubicBezTo>
                  <a:pt x="9798" y="7467"/>
                  <a:pt x="9987" y="7688"/>
                  <a:pt x="9987" y="7908"/>
                </a:cubicBezTo>
                <a:cubicBezTo>
                  <a:pt x="9956" y="8160"/>
                  <a:pt x="9798" y="8349"/>
                  <a:pt x="9578" y="8349"/>
                </a:cubicBezTo>
                <a:lnTo>
                  <a:pt x="1292" y="8349"/>
                </a:lnTo>
                <a:cubicBezTo>
                  <a:pt x="1071" y="8349"/>
                  <a:pt x="914" y="8160"/>
                  <a:pt x="914" y="7908"/>
                </a:cubicBezTo>
                <a:cubicBezTo>
                  <a:pt x="914" y="7688"/>
                  <a:pt x="1103" y="7467"/>
                  <a:pt x="1292" y="7467"/>
                </a:cubicBezTo>
                <a:close/>
                <a:moveTo>
                  <a:pt x="7467" y="9169"/>
                </a:moveTo>
                <a:lnTo>
                  <a:pt x="5419" y="10712"/>
                </a:lnTo>
                <a:lnTo>
                  <a:pt x="3340" y="9169"/>
                </a:lnTo>
                <a:close/>
                <a:moveTo>
                  <a:pt x="2048" y="1"/>
                </a:moveTo>
                <a:cubicBezTo>
                  <a:pt x="1796" y="1"/>
                  <a:pt x="1638" y="190"/>
                  <a:pt x="1638" y="442"/>
                </a:cubicBezTo>
                <a:lnTo>
                  <a:pt x="1638" y="4380"/>
                </a:lnTo>
                <a:lnTo>
                  <a:pt x="221" y="5073"/>
                </a:lnTo>
                <a:cubicBezTo>
                  <a:pt x="63" y="5167"/>
                  <a:pt x="0" y="5325"/>
                  <a:pt x="0" y="5419"/>
                </a:cubicBezTo>
                <a:lnTo>
                  <a:pt x="0" y="7908"/>
                </a:lnTo>
                <a:cubicBezTo>
                  <a:pt x="0" y="8570"/>
                  <a:pt x="536" y="9137"/>
                  <a:pt x="1260" y="9137"/>
                </a:cubicBezTo>
                <a:lnTo>
                  <a:pt x="1953" y="9137"/>
                </a:lnTo>
                <a:lnTo>
                  <a:pt x="4726" y="11216"/>
                </a:lnTo>
                <a:lnTo>
                  <a:pt x="1859" y="13390"/>
                </a:lnTo>
                <a:cubicBezTo>
                  <a:pt x="1638" y="13516"/>
                  <a:pt x="1607" y="13768"/>
                  <a:pt x="1764" y="13989"/>
                </a:cubicBezTo>
                <a:cubicBezTo>
                  <a:pt x="1836" y="14096"/>
                  <a:pt x="1958" y="14153"/>
                  <a:pt x="2085" y="14153"/>
                </a:cubicBezTo>
                <a:cubicBezTo>
                  <a:pt x="2182" y="14153"/>
                  <a:pt x="2281" y="14120"/>
                  <a:pt x="2363" y="14052"/>
                </a:cubicBezTo>
                <a:lnTo>
                  <a:pt x="5419" y="11783"/>
                </a:lnTo>
                <a:lnTo>
                  <a:pt x="8506" y="14052"/>
                </a:lnTo>
                <a:cubicBezTo>
                  <a:pt x="8591" y="14108"/>
                  <a:pt x="8689" y="14140"/>
                  <a:pt x="8785" y="14140"/>
                </a:cubicBezTo>
                <a:cubicBezTo>
                  <a:pt x="8903" y="14140"/>
                  <a:pt x="9018" y="14093"/>
                  <a:pt x="9105" y="13989"/>
                </a:cubicBezTo>
                <a:cubicBezTo>
                  <a:pt x="9200" y="13768"/>
                  <a:pt x="9200" y="13548"/>
                  <a:pt x="9011" y="13390"/>
                </a:cubicBezTo>
                <a:lnTo>
                  <a:pt x="6144" y="11216"/>
                </a:lnTo>
                <a:lnTo>
                  <a:pt x="8885" y="9137"/>
                </a:lnTo>
                <a:lnTo>
                  <a:pt x="9609" y="9137"/>
                </a:lnTo>
                <a:cubicBezTo>
                  <a:pt x="10271" y="9137"/>
                  <a:pt x="10869" y="8570"/>
                  <a:pt x="10869" y="7908"/>
                </a:cubicBezTo>
                <a:lnTo>
                  <a:pt x="10869" y="5419"/>
                </a:lnTo>
                <a:cubicBezTo>
                  <a:pt x="10869" y="5262"/>
                  <a:pt x="10775" y="5104"/>
                  <a:pt x="10617" y="5073"/>
                </a:cubicBezTo>
                <a:lnTo>
                  <a:pt x="9200" y="4380"/>
                </a:lnTo>
                <a:lnTo>
                  <a:pt x="9200" y="442"/>
                </a:lnTo>
                <a:lnTo>
                  <a:pt x="9137" y="442"/>
                </a:lnTo>
                <a:cubicBezTo>
                  <a:pt x="9137" y="190"/>
                  <a:pt x="8916" y="1"/>
                  <a:pt x="8695" y="1"/>
                </a:cubicBezTo>
                <a:cubicBezTo>
                  <a:pt x="8475" y="1"/>
                  <a:pt x="8254" y="190"/>
                  <a:pt x="8254" y="442"/>
                </a:cubicBezTo>
                <a:lnTo>
                  <a:pt x="8254" y="820"/>
                </a:lnTo>
                <a:lnTo>
                  <a:pt x="2489" y="820"/>
                </a:lnTo>
                <a:lnTo>
                  <a:pt x="2489" y="442"/>
                </a:lnTo>
                <a:cubicBezTo>
                  <a:pt x="2489" y="190"/>
                  <a:pt x="2268" y="1"/>
                  <a:pt x="2048"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247" name="Google Shape;7960;p66">
            <a:extLst>
              <a:ext uri="{FF2B5EF4-FFF2-40B4-BE49-F238E27FC236}">
                <a16:creationId xmlns:a16="http://schemas.microsoft.com/office/drawing/2014/main" id="{2C9127A6-F184-4C39-ABB2-7E317ECA4CB7}"/>
              </a:ext>
            </a:extLst>
          </p:cNvPr>
          <p:cNvGrpSpPr/>
          <p:nvPr/>
        </p:nvGrpSpPr>
        <p:grpSpPr>
          <a:xfrm>
            <a:off x="10494608" y="5626045"/>
            <a:ext cx="234361" cy="219220"/>
            <a:chOff x="-10898100" y="2542050"/>
            <a:chExt cx="353675" cy="330825"/>
          </a:xfrm>
          <a:solidFill>
            <a:schemeClr val="tx1"/>
          </a:solidFill>
        </p:grpSpPr>
        <p:sp>
          <p:nvSpPr>
            <p:cNvPr id="1259" name="Google Shape;7961;p66">
              <a:extLst>
                <a:ext uri="{FF2B5EF4-FFF2-40B4-BE49-F238E27FC236}">
                  <a16:creationId xmlns:a16="http://schemas.microsoft.com/office/drawing/2014/main" id="{DC94663D-38FB-48E3-9BD7-73CD8C02A812}"/>
                </a:ext>
              </a:extLst>
            </p:cNvPr>
            <p:cNvSpPr/>
            <p:nvPr/>
          </p:nvSpPr>
          <p:spPr>
            <a:xfrm>
              <a:off x="-10772875" y="2583800"/>
              <a:ext cx="82725" cy="82725"/>
            </a:xfrm>
            <a:custGeom>
              <a:avLst/>
              <a:gdLst/>
              <a:ahLst/>
              <a:cxnLst/>
              <a:rect l="l" t="t" r="r" b="b"/>
              <a:pathLst>
                <a:path w="3309" h="3309" extrusionOk="0">
                  <a:moveTo>
                    <a:pt x="1639" y="819"/>
                  </a:moveTo>
                  <a:cubicBezTo>
                    <a:pt x="2111" y="819"/>
                    <a:pt x="2490" y="1166"/>
                    <a:pt x="2490" y="1638"/>
                  </a:cubicBezTo>
                  <a:cubicBezTo>
                    <a:pt x="2490" y="2111"/>
                    <a:pt x="2111" y="2457"/>
                    <a:pt x="1639" y="2457"/>
                  </a:cubicBezTo>
                  <a:cubicBezTo>
                    <a:pt x="1166" y="2457"/>
                    <a:pt x="820" y="2111"/>
                    <a:pt x="820" y="1638"/>
                  </a:cubicBezTo>
                  <a:cubicBezTo>
                    <a:pt x="820" y="1166"/>
                    <a:pt x="1229" y="819"/>
                    <a:pt x="1639" y="819"/>
                  </a:cubicBezTo>
                  <a:close/>
                  <a:moveTo>
                    <a:pt x="1639" y="0"/>
                  </a:moveTo>
                  <a:cubicBezTo>
                    <a:pt x="757" y="0"/>
                    <a:pt x="1" y="725"/>
                    <a:pt x="1" y="1638"/>
                  </a:cubicBezTo>
                  <a:cubicBezTo>
                    <a:pt x="1" y="2552"/>
                    <a:pt x="757" y="3308"/>
                    <a:pt x="1639" y="3308"/>
                  </a:cubicBezTo>
                  <a:cubicBezTo>
                    <a:pt x="2553" y="3308"/>
                    <a:pt x="3309" y="2552"/>
                    <a:pt x="3309" y="1638"/>
                  </a:cubicBezTo>
                  <a:cubicBezTo>
                    <a:pt x="3309" y="725"/>
                    <a:pt x="2553" y="0"/>
                    <a:pt x="1639" y="0"/>
                  </a:cubicBezTo>
                  <a:close/>
                </a:path>
              </a:pathLst>
            </a:custGeom>
            <a:grpFill/>
            <a:ln>
              <a:noFill/>
            </a:ln>
          </p:spPr>
          <p:txBody>
            <a:bodyPr spcFirstLastPara="1" wrap="square" lIns="62728" tIns="62728" rIns="62728" bIns="62728" anchor="ctr" anchorCtr="0">
              <a:noAutofit/>
            </a:bodyPr>
            <a:lstStyle/>
            <a:p>
              <a:endParaRPr sz="764"/>
            </a:p>
          </p:txBody>
        </p:sp>
        <p:sp>
          <p:nvSpPr>
            <p:cNvPr id="1260" name="Google Shape;7962;p66">
              <a:extLst>
                <a:ext uri="{FF2B5EF4-FFF2-40B4-BE49-F238E27FC236}">
                  <a16:creationId xmlns:a16="http://schemas.microsoft.com/office/drawing/2014/main" id="{A9D29DFB-2673-4222-9EE8-5F2AA1A2DE9F}"/>
                </a:ext>
              </a:extLst>
            </p:cNvPr>
            <p:cNvSpPr/>
            <p:nvPr/>
          </p:nvSpPr>
          <p:spPr>
            <a:xfrm>
              <a:off x="-10772875" y="2749200"/>
              <a:ext cx="82725" cy="81950"/>
            </a:xfrm>
            <a:custGeom>
              <a:avLst/>
              <a:gdLst/>
              <a:ahLst/>
              <a:cxnLst/>
              <a:rect l="l" t="t" r="r" b="b"/>
              <a:pathLst>
                <a:path w="3309" h="3278" extrusionOk="0">
                  <a:moveTo>
                    <a:pt x="1639" y="819"/>
                  </a:moveTo>
                  <a:cubicBezTo>
                    <a:pt x="2111" y="819"/>
                    <a:pt x="2490" y="1166"/>
                    <a:pt x="2490" y="1638"/>
                  </a:cubicBezTo>
                  <a:cubicBezTo>
                    <a:pt x="2490" y="2111"/>
                    <a:pt x="2111" y="2457"/>
                    <a:pt x="1639" y="2457"/>
                  </a:cubicBezTo>
                  <a:cubicBezTo>
                    <a:pt x="1229" y="2457"/>
                    <a:pt x="820" y="2079"/>
                    <a:pt x="820" y="1638"/>
                  </a:cubicBezTo>
                  <a:cubicBezTo>
                    <a:pt x="820" y="1166"/>
                    <a:pt x="1198" y="819"/>
                    <a:pt x="1639" y="819"/>
                  </a:cubicBezTo>
                  <a:close/>
                  <a:moveTo>
                    <a:pt x="1639" y="0"/>
                  </a:moveTo>
                  <a:cubicBezTo>
                    <a:pt x="757" y="0"/>
                    <a:pt x="1" y="725"/>
                    <a:pt x="1" y="1638"/>
                  </a:cubicBezTo>
                  <a:cubicBezTo>
                    <a:pt x="1" y="2552"/>
                    <a:pt x="757" y="3277"/>
                    <a:pt x="1639" y="3277"/>
                  </a:cubicBezTo>
                  <a:cubicBezTo>
                    <a:pt x="1658" y="3277"/>
                    <a:pt x="1677" y="3278"/>
                    <a:pt x="1696" y="3278"/>
                  </a:cubicBezTo>
                  <a:cubicBezTo>
                    <a:pt x="2613" y="3278"/>
                    <a:pt x="3309" y="2534"/>
                    <a:pt x="3309" y="1638"/>
                  </a:cubicBezTo>
                  <a:cubicBezTo>
                    <a:pt x="3309" y="725"/>
                    <a:pt x="2553" y="0"/>
                    <a:pt x="1639" y="0"/>
                  </a:cubicBezTo>
                  <a:close/>
                </a:path>
              </a:pathLst>
            </a:custGeom>
            <a:grpFill/>
            <a:ln>
              <a:noFill/>
            </a:ln>
          </p:spPr>
          <p:txBody>
            <a:bodyPr spcFirstLastPara="1" wrap="square" lIns="62728" tIns="62728" rIns="62728" bIns="62728" anchor="ctr" anchorCtr="0">
              <a:noAutofit/>
            </a:bodyPr>
            <a:lstStyle/>
            <a:p>
              <a:endParaRPr sz="764"/>
            </a:p>
          </p:txBody>
        </p:sp>
        <p:sp>
          <p:nvSpPr>
            <p:cNvPr id="1261" name="Google Shape;7963;p66">
              <a:extLst>
                <a:ext uri="{FF2B5EF4-FFF2-40B4-BE49-F238E27FC236}">
                  <a16:creationId xmlns:a16="http://schemas.microsoft.com/office/drawing/2014/main" id="{22BBAB53-4E39-4339-A2A1-C3447737565D}"/>
                </a:ext>
              </a:extLst>
            </p:cNvPr>
            <p:cNvSpPr/>
            <p:nvPr/>
          </p:nvSpPr>
          <p:spPr>
            <a:xfrm>
              <a:off x="-10855575" y="2666500"/>
              <a:ext cx="82725" cy="81925"/>
            </a:xfrm>
            <a:custGeom>
              <a:avLst/>
              <a:gdLst/>
              <a:ahLst/>
              <a:cxnLst/>
              <a:rect l="l" t="t" r="r" b="b"/>
              <a:pathLst>
                <a:path w="3309" h="3277" extrusionOk="0">
                  <a:moveTo>
                    <a:pt x="1670" y="819"/>
                  </a:moveTo>
                  <a:cubicBezTo>
                    <a:pt x="2143" y="819"/>
                    <a:pt x="2490" y="1166"/>
                    <a:pt x="2490" y="1638"/>
                  </a:cubicBezTo>
                  <a:cubicBezTo>
                    <a:pt x="2490" y="2079"/>
                    <a:pt x="2111" y="2457"/>
                    <a:pt x="1670" y="2457"/>
                  </a:cubicBezTo>
                  <a:cubicBezTo>
                    <a:pt x="1166" y="2457"/>
                    <a:pt x="820" y="2111"/>
                    <a:pt x="820" y="1638"/>
                  </a:cubicBezTo>
                  <a:cubicBezTo>
                    <a:pt x="820" y="1166"/>
                    <a:pt x="1198" y="819"/>
                    <a:pt x="1670" y="819"/>
                  </a:cubicBezTo>
                  <a:close/>
                  <a:moveTo>
                    <a:pt x="1670" y="0"/>
                  </a:moveTo>
                  <a:cubicBezTo>
                    <a:pt x="757" y="0"/>
                    <a:pt x="1" y="725"/>
                    <a:pt x="1" y="1638"/>
                  </a:cubicBezTo>
                  <a:cubicBezTo>
                    <a:pt x="1" y="2552"/>
                    <a:pt x="757" y="3277"/>
                    <a:pt x="1670" y="3277"/>
                  </a:cubicBezTo>
                  <a:cubicBezTo>
                    <a:pt x="2553" y="3277"/>
                    <a:pt x="3309" y="2552"/>
                    <a:pt x="3309" y="1638"/>
                  </a:cubicBezTo>
                  <a:cubicBezTo>
                    <a:pt x="3309" y="725"/>
                    <a:pt x="2584" y="0"/>
                    <a:pt x="1670" y="0"/>
                  </a:cubicBezTo>
                  <a:close/>
                </a:path>
              </a:pathLst>
            </a:custGeom>
            <a:grpFill/>
            <a:ln>
              <a:noFill/>
            </a:ln>
          </p:spPr>
          <p:txBody>
            <a:bodyPr spcFirstLastPara="1" wrap="square" lIns="62728" tIns="62728" rIns="62728" bIns="62728" anchor="ctr" anchorCtr="0">
              <a:noAutofit/>
            </a:bodyPr>
            <a:lstStyle/>
            <a:p>
              <a:endParaRPr sz="764"/>
            </a:p>
          </p:txBody>
        </p:sp>
        <p:sp>
          <p:nvSpPr>
            <p:cNvPr id="1262" name="Google Shape;7964;p66">
              <a:extLst>
                <a:ext uri="{FF2B5EF4-FFF2-40B4-BE49-F238E27FC236}">
                  <a16:creationId xmlns:a16="http://schemas.microsoft.com/office/drawing/2014/main" id="{B85650DF-2ABF-4C72-8FC9-44FFC725E206}"/>
                </a:ext>
              </a:extLst>
            </p:cNvPr>
            <p:cNvSpPr/>
            <p:nvPr/>
          </p:nvSpPr>
          <p:spPr>
            <a:xfrm>
              <a:off x="-10690175" y="2666500"/>
              <a:ext cx="82725" cy="82725"/>
            </a:xfrm>
            <a:custGeom>
              <a:avLst/>
              <a:gdLst/>
              <a:ahLst/>
              <a:cxnLst/>
              <a:rect l="l" t="t" r="r" b="b"/>
              <a:pathLst>
                <a:path w="3309" h="3309" extrusionOk="0">
                  <a:moveTo>
                    <a:pt x="1639" y="819"/>
                  </a:moveTo>
                  <a:cubicBezTo>
                    <a:pt x="2143" y="819"/>
                    <a:pt x="2490" y="1166"/>
                    <a:pt x="2490" y="1638"/>
                  </a:cubicBezTo>
                  <a:cubicBezTo>
                    <a:pt x="2490" y="2111"/>
                    <a:pt x="2112" y="2457"/>
                    <a:pt x="1639" y="2457"/>
                  </a:cubicBezTo>
                  <a:cubicBezTo>
                    <a:pt x="1198" y="2457"/>
                    <a:pt x="820" y="2111"/>
                    <a:pt x="820" y="1638"/>
                  </a:cubicBezTo>
                  <a:cubicBezTo>
                    <a:pt x="820" y="1166"/>
                    <a:pt x="1229" y="819"/>
                    <a:pt x="1639" y="819"/>
                  </a:cubicBezTo>
                  <a:close/>
                  <a:moveTo>
                    <a:pt x="1639" y="0"/>
                  </a:moveTo>
                  <a:cubicBezTo>
                    <a:pt x="757" y="0"/>
                    <a:pt x="1" y="725"/>
                    <a:pt x="1" y="1638"/>
                  </a:cubicBezTo>
                  <a:cubicBezTo>
                    <a:pt x="1" y="2552"/>
                    <a:pt x="757" y="3308"/>
                    <a:pt x="1639" y="3308"/>
                  </a:cubicBezTo>
                  <a:cubicBezTo>
                    <a:pt x="2553" y="3308"/>
                    <a:pt x="3309" y="2552"/>
                    <a:pt x="3309" y="1638"/>
                  </a:cubicBezTo>
                  <a:cubicBezTo>
                    <a:pt x="3309" y="725"/>
                    <a:pt x="2553" y="0"/>
                    <a:pt x="1639" y="0"/>
                  </a:cubicBezTo>
                  <a:close/>
                </a:path>
              </a:pathLst>
            </a:custGeom>
            <a:grpFill/>
            <a:ln>
              <a:noFill/>
            </a:ln>
          </p:spPr>
          <p:txBody>
            <a:bodyPr spcFirstLastPara="1" wrap="square" lIns="62728" tIns="62728" rIns="62728" bIns="62728" anchor="ctr" anchorCtr="0">
              <a:noAutofit/>
            </a:bodyPr>
            <a:lstStyle/>
            <a:p>
              <a:endParaRPr sz="764"/>
            </a:p>
          </p:txBody>
        </p:sp>
        <p:sp>
          <p:nvSpPr>
            <p:cNvPr id="1263" name="Google Shape;7965;p66">
              <a:extLst>
                <a:ext uri="{FF2B5EF4-FFF2-40B4-BE49-F238E27FC236}">
                  <a16:creationId xmlns:a16="http://schemas.microsoft.com/office/drawing/2014/main" id="{94A192F6-158B-4570-A64F-F7523918BB34}"/>
                </a:ext>
              </a:extLst>
            </p:cNvPr>
            <p:cNvSpPr/>
            <p:nvPr/>
          </p:nvSpPr>
          <p:spPr>
            <a:xfrm>
              <a:off x="-10752400" y="2686975"/>
              <a:ext cx="41775" cy="40975"/>
            </a:xfrm>
            <a:custGeom>
              <a:avLst/>
              <a:gdLst/>
              <a:ahLst/>
              <a:cxnLst/>
              <a:rect l="l" t="t" r="r" b="b"/>
              <a:pathLst>
                <a:path w="1671" h="1639" extrusionOk="0">
                  <a:moveTo>
                    <a:pt x="851" y="0"/>
                  </a:moveTo>
                  <a:cubicBezTo>
                    <a:pt x="379" y="0"/>
                    <a:pt x="1" y="378"/>
                    <a:pt x="1" y="819"/>
                  </a:cubicBezTo>
                  <a:cubicBezTo>
                    <a:pt x="1" y="1260"/>
                    <a:pt x="379" y="1638"/>
                    <a:pt x="851" y="1638"/>
                  </a:cubicBezTo>
                  <a:cubicBezTo>
                    <a:pt x="1292" y="1638"/>
                    <a:pt x="1671" y="1260"/>
                    <a:pt x="1671" y="819"/>
                  </a:cubicBezTo>
                  <a:cubicBezTo>
                    <a:pt x="1671" y="378"/>
                    <a:pt x="1292" y="0"/>
                    <a:pt x="851" y="0"/>
                  </a:cubicBezTo>
                  <a:close/>
                </a:path>
              </a:pathLst>
            </a:custGeom>
            <a:grpFill/>
            <a:ln>
              <a:noFill/>
            </a:ln>
          </p:spPr>
          <p:txBody>
            <a:bodyPr spcFirstLastPara="1" wrap="square" lIns="62728" tIns="62728" rIns="62728" bIns="62728" anchor="ctr" anchorCtr="0">
              <a:noAutofit/>
            </a:bodyPr>
            <a:lstStyle/>
            <a:p>
              <a:endParaRPr sz="764"/>
            </a:p>
          </p:txBody>
        </p:sp>
        <p:sp>
          <p:nvSpPr>
            <p:cNvPr id="1264" name="Google Shape;7966;p66">
              <a:extLst>
                <a:ext uri="{FF2B5EF4-FFF2-40B4-BE49-F238E27FC236}">
                  <a16:creationId xmlns:a16="http://schemas.microsoft.com/office/drawing/2014/main" id="{894B56E3-F2EE-40DE-B6FC-B80B97D87D3E}"/>
                </a:ext>
              </a:extLst>
            </p:cNvPr>
            <p:cNvSpPr/>
            <p:nvPr/>
          </p:nvSpPr>
          <p:spPr>
            <a:xfrm>
              <a:off x="-10898100" y="2542050"/>
              <a:ext cx="353675" cy="330825"/>
            </a:xfrm>
            <a:custGeom>
              <a:avLst/>
              <a:gdLst/>
              <a:ahLst/>
              <a:cxnLst/>
              <a:rect l="l" t="t" r="r" b="b"/>
              <a:pathLst>
                <a:path w="14147" h="13233" extrusionOk="0">
                  <a:moveTo>
                    <a:pt x="6711" y="819"/>
                  </a:moveTo>
                  <a:cubicBezTo>
                    <a:pt x="9893" y="819"/>
                    <a:pt x="12476" y="3434"/>
                    <a:pt x="12476" y="6616"/>
                  </a:cubicBezTo>
                  <a:cubicBezTo>
                    <a:pt x="12476" y="9798"/>
                    <a:pt x="9893" y="12413"/>
                    <a:pt x="6711" y="12413"/>
                  </a:cubicBezTo>
                  <a:cubicBezTo>
                    <a:pt x="3466" y="12413"/>
                    <a:pt x="883" y="9798"/>
                    <a:pt x="883" y="6616"/>
                  </a:cubicBezTo>
                  <a:cubicBezTo>
                    <a:pt x="883" y="3434"/>
                    <a:pt x="3466" y="819"/>
                    <a:pt x="6711" y="819"/>
                  </a:cubicBezTo>
                  <a:close/>
                  <a:moveTo>
                    <a:pt x="13358" y="10743"/>
                  </a:moveTo>
                  <a:lnTo>
                    <a:pt x="13358" y="12413"/>
                  </a:lnTo>
                  <a:lnTo>
                    <a:pt x="9893" y="12413"/>
                  </a:lnTo>
                  <a:cubicBezTo>
                    <a:pt x="10649" y="12004"/>
                    <a:pt x="11311" y="11468"/>
                    <a:pt x="11846" y="10743"/>
                  </a:cubicBezTo>
                  <a:close/>
                  <a:moveTo>
                    <a:pt x="6648" y="0"/>
                  </a:moveTo>
                  <a:cubicBezTo>
                    <a:pt x="2993" y="0"/>
                    <a:pt x="0" y="2962"/>
                    <a:pt x="0" y="6616"/>
                  </a:cubicBezTo>
                  <a:cubicBezTo>
                    <a:pt x="0" y="10082"/>
                    <a:pt x="2678" y="12917"/>
                    <a:pt x="6112" y="13201"/>
                  </a:cubicBezTo>
                  <a:cubicBezTo>
                    <a:pt x="6144" y="13201"/>
                    <a:pt x="6175" y="13232"/>
                    <a:pt x="6238" y="13232"/>
                  </a:cubicBezTo>
                  <a:lnTo>
                    <a:pt x="13705" y="13232"/>
                  </a:lnTo>
                  <a:cubicBezTo>
                    <a:pt x="13957" y="13232"/>
                    <a:pt x="14146" y="13043"/>
                    <a:pt x="14146" y="12791"/>
                  </a:cubicBezTo>
                  <a:lnTo>
                    <a:pt x="14146" y="10302"/>
                  </a:lnTo>
                  <a:cubicBezTo>
                    <a:pt x="14146" y="10082"/>
                    <a:pt x="13957" y="9924"/>
                    <a:pt x="13737" y="9924"/>
                  </a:cubicBezTo>
                  <a:lnTo>
                    <a:pt x="12413" y="9924"/>
                  </a:lnTo>
                  <a:cubicBezTo>
                    <a:pt x="13012" y="8948"/>
                    <a:pt x="13264" y="7814"/>
                    <a:pt x="13264" y="6616"/>
                  </a:cubicBezTo>
                  <a:cubicBezTo>
                    <a:pt x="13264" y="2962"/>
                    <a:pt x="10334" y="0"/>
                    <a:pt x="6648"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48" name="Google Shape;7967;p66">
            <a:extLst>
              <a:ext uri="{FF2B5EF4-FFF2-40B4-BE49-F238E27FC236}">
                <a16:creationId xmlns:a16="http://schemas.microsoft.com/office/drawing/2014/main" id="{CF706FDF-10BC-4F89-8D68-22B353D1A8FF}"/>
              </a:ext>
            </a:extLst>
          </p:cNvPr>
          <p:cNvGrpSpPr/>
          <p:nvPr/>
        </p:nvGrpSpPr>
        <p:grpSpPr>
          <a:xfrm>
            <a:off x="9300208" y="5360546"/>
            <a:ext cx="233318" cy="232887"/>
            <a:chOff x="-9157450" y="1622750"/>
            <a:chExt cx="352100" cy="351450"/>
          </a:xfrm>
          <a:solidFill>
            <a:schemeClr val="tx1"/>
          </a:solidFill>
        </p:grpSpPr>
        <p:sp>
          <p:nvSpPr>
            <p:cNvPr id="1257" name="Google Shape;7968;p66">
              <a:extLst>
                <a:ext uri="{FF2B5EF4-FFF2-40B4-BE49-F238E27FC236}">
                  <a16:creationId xmlns:a16="http://schemas.microsoft.com/office/drawing/2014/main" id="{9DE3D0A3-00D7-498C-82D2-E3D1E3B76383}"/>
                </a:ext>
              </a:extLst>
            </p:cNvPr>
            <p:cNvSpPr/>
            <p:nvPr/>
          </p:nvSpPr>
          <p:spPr>
            <a:xfrm>
              <a:off x="-9034575" y="1706075"/>
              <a:ext cx="229225" cy="268125"/>
            </a:xfrm>
            <a:custGeom>
              <a:avLst/>
              <a:gdLst/>
              <a:ahLst/>
              <a:cxnLst/>
              <a:rect l="l" t="t" r="r" b="b"/>
              <a:pathLst>
                <a:path w="9169" h="10725" extrusionOk="0">
                  <a:moveTo>
                    <a:pt x="8317" y="989"/>
                  </a:moveTo>
                  <a:lnTo>
                    <a:pt x="8317" y="1777"/>
                  </a:lnTo>
                  <a:lnTo>
                    <a:pt x="3308" y="3195"/>
                  </a:lnTo>
                  <a:lnTo>
                    <a:pt x="3308" y="2407"/>
                  </a:lnTo>
                  <a:lnTo>
                    <a:pt x="8317" y="989"/>
                  </a:lnTo>
                  <a:close/>
                  <a:moveTo>
                    <a:pt x="7498" y="6629"/>
                  </a:moveTo>
                  <a:cubicBezTo>
                    <a:pt x="7971" y="6629"/>
                    <a:pt x="8317" y="6975"/>
                    <a:pt x="8317" y="7448"/>
                  </a:cubicBezTo>
                  <a:cubicBezTo>
                    <a:pt x="8317" y="7920"/>
                    <a:pt x="7971" y="8267"/>
                    <a:pt x="7498" y="8267"/>
                  </a:cubicBezTo>
                  <a:cubicBezTo>
                    <a:pt x="7026" y="8267"/>
                    <a:pt x="6679" y="7920"/>
                    <a:pt x="6679" y="7448"/>
                  </a:cubicBezTo>
                  <a:cubicBezTo>
                    <a:pt x="6679" y="6975"/>
                    <a:pt x="7026" y="6629"/>
                    <a:pt x="7498" y="6629"/>
                  </a:cubicBezTo>
                  <a:close/>
                  <a:moveTo>
                    <a:pt x="1670" y="8267"/>
                  </a:moveTo>
                  <a:cubicBezTo>
                    <a:pt x="2142" y="8267"/>
                    <a:pt x="2489" y="8645"/>
                    <a:pt x="2489" y="9118"/>
                  </a:cubicBezTo>
                  <a:cubicBezTo>
                    <a:pt x="2489" y="9590"/>
                    <a:pt x="2111" y="9937"/>
                    <a:pt x="1670" y="9937"/>
                  </a:cubicBezTo>
                  <a:cubicBezTo>
                    <a:pt x="1197" y="9937"/>
                    <a:pt x="851" y="9590"/>
                    <a:pt x="851" y="9118"/>
                  </a:cubicBezTo>
                  <a:cubicBezTo>
                    <a:pt x="851" y="8645"/>
                    <a:pt x="1197" y="8267"/>
                    <a:pt x="1670" y="8267"/>
                  </a:cubicBezTo>
                  <a:close/>
                  <a:moveTo>
                    <a:pt x="8733" y="0"/>
                  </a:moveTo>
                  <a:cubicBezTo>
                    <a:pt x="8700" y="0"/>
                    <a:pt x="8666" y="4"/>
                    <a:pt x="8632" y="13"/>
                  </a:cubicBezTo>
                  <a:lnTo>
                    <a:pt x="2804" y="1651"/>
                  </a:lnTo>
                  <a:cubicBezTo>
                    <a:pt x="2615" y="1714"/>
                    <a:pt x="2489" y="1872"/>
                    <a:pt x="2489" y="2061"/>
                  </a:cubicBezTo>
                  <a:lnTo>
                    <a:pt x="2489" y="7637"/>
                  </a:lnTo>
                  <a:cubicBezTo>
                    <a:pt x="2268" y="7479"/>
                    <a:pt x="1985" y="7416"/>
                    <a:pt x="1670" y="7416"/>
                  </a:cubicBezTo>
                  <a:cubicBezTo>
                    <a:pt x="756" y="7416"/>
                    <a:pt x="0" y="8172"/>
                    <a:pt x="0" y="9055"/>
                  </a:cubicBezTo>
                  <a:cubicBezTo>
                    <a:pt x="0" y="9968"/>
                    <a:pt x="756" y="10724"/>
                    <a:pt x="1670" y="10724"/>
                  </a:cubicBezTo>
                  <a:cubicBezTo>
                    <a:pt x="2584" y="10724"/>
                    <a:pt x="3340" y="9968"/>
                    <a:pt x="3340" y="9055"/>
                  </a:cubicBezTo>
                  <a:lnTo>
                    <a:pt x="3340" y="3982"/>
                  </a:lnTo>
                  <a:lnTo>
                    <a:pt x="8317" y="2565"/>
                  </a:lnTo>
                  <a:lnTo>
                    <a:pt x="8317" y="5967"/>
                  </a:lnTo>
                  <a:cubicBezTo>
                    <a:pt x="8097" y="5810"/>
                    <a:pt x="7813" y="5715"/>
                    <a:pt x="7498" y="5715"/>
                  </a:cubicBezTo>
                  <a:cubicBezTo>
                    <a:pt x="6585" y="5715"/>
                    <a:pt x="5860" y="6471"/>
                    <a:pt x="5860" y="7385"/>
                  </a:cubicBezTo>
                  <a:cubicBezTo>
                    <a:pt x="5860" y="8267"/>
                    <a:pt x="6585" y="9023"/>
                    <a:pt x="7498" y="9023"/>
                  </a:cubicBezTo>
                  <a:cubicBezTo>
                    <a:pt x="8412" y="9023"/>
                    <a:pt x="9168" y="8267"/>
                    <a:pt x="9168" y="7385"/>
                  </a:cubicBezTo>
                  <a:lnTo>
                    <a:pt x="9168" y="359"/>
                  </a:lnTo>
                  <a:cubicBezTo>
                    <a:pt x="9137" y="296"/>
                    <a:pt x="9105" y="170"/>
                    <a:pt x="8979" y="76"/>
                  </a:cubicBezTo>
                  <a:cubicBezTo>
                    <a:pt x="8910" y="30"/>
                    <a:pt x="8824" y="0"/>
                    <a:pt x="8733" y="0"/>
                  </a:cubicBezTo>
                  <a:close/>
                </a:path>
              </a:pathLst>
            </a:custGeom>
            <a:grpFill/>
            <a:ln>
              <a:noFill/>
            </a:ln>
          </p:spPr>
          <p:txBody>
            <a:bodyPr spcFirstLastPara="1" wrap="square" lIns="62728" tIns="62728" rIns="62728" bIns="62728" anchor="ctr" anchorCtr="0">
              <a:noAutofit/>
            </a:bodyPr>
            <a:lstStyle/>
            <a:p>
              <a:endParaRPr sz="764"/>
            </a:p>
          </p:txBody>
        </p:sp>
        <p:sp>
          <p:nvSpPr>
            <p:cNvPr id="1258" name="Google Shape;7969;p66">
              <a:extLst>
                <a:ext uri="{FF2B5EF4-FFF2-40B4-BE49-F238E27FC236}">
                  <a16:creationId xmlns:a16="http://schemas.microsoft.com/office/drawing/2014/main" id="{7292C542-66D3-46EF-AD59-760B19795013}"/>
                </a:ext>
              </a:extLst>
            </p:cNvPr>
            <p:cNvSpPr/>
            <p:nvPr/>
          </p:nvSpPr>
          <p:spPr>
            <a:xfrm>
              <a:off x="-9157450" y="1622750"/>
              <a:ext cx="164625" cy="249850"/>
            </a:xfrm>
            <a:custGeom>
              <a:avLst/>
              <a:gdLst/>
              <a:ahLst/>
              <a:cxnLst/>
              <a:rect l="l" t="t" r="r" b="b"/>
              <a:pathLst>
                <a:path w="6585" h="9994" extrusionOk="0">
                  <a:moveTo>
                    <a:pt x="1607" y="7473"/>
                  </a:moveTo>
                  <a:cubicBezTo>
                    <a:pt x="2080" y="7473"/>
                    <a:pt x="2458" y="7819"/>
                    <a:pt x="2458" y="8292"/>
                  </a:cubicBezTo>
                  <a:cubicBezTo>
                    <a:pt x="2458" y="8765"/>
                    <a:pt x="2048" y="9143"/>
                    <a:pt x="1607" y="9143"/>
                  </a:cubicBezTo>
                  <a:cubicBezTo>
                    <a:pt x="1135" y="9143"/>
                    <a:pt x="788" y="8765"/>
                    <a:pt x="788" y="8292"/>
                  </a:cubicBezTo>
                  <a:cubicBezTo>
                    <a:pt x="788" y="7819"/>
                    <a:pt x="1135" y="7473"/>
                    <a:pt x="1607" y="7473"/>
                  </a:cubicBezTo>
                  <a:close/>
                  <a:moveTo>
                    <a:pt x="2922" y="0"/>
                  </a:moveTo>
                  <a:cubicBezTo>
                    <a:pt x="2874" y="0"/>
                    <a:pt x="2825" y="12"/>
                    <a:pt x="2773" y="38"/>
                  </a:cubicBezTo>
                  <a:cubicBezTo>
                    <a:pt x="2615" y="69"/>
                    <a:pt x="2489" y="227"/>
                    <a:pt x="2489" y="416"/>
                  </a:cubicBezTo>
                  <a:lnTo>
                    <a:pt x="2489" y="6906"/>
                  </a:lnTo>
                  <a:cubicBezTo>
                    <a:pt x="2237" y="6748"/>
                    <a:pt x="1985" y="6685"/>
                    <a:pt x="1670" y="6685"/>
                  </a:cubicBezTo>
                  <a:cubicBezTo>
                    <a:pt x="756" y="6685"/>
                    <a:pt x="0" y="7441"/>
                    <a:pt x="0" y="8355"/>
                  </a:cubicBezTo>
                  <a:cubicBezTo>
                    <a:pt x="0" y="9237"/>
                    <a:pt x="756" y="9993"/>
                    <a:pt x="1670" y="9993"/>
                  </a:cubicBezTo>
                  <a:cubicBezTo>
                    <a:pt x="2552" y="9993"/>
                    <a:pt x="3308" y="9237"/>
                    <a:pt x="3308" y="8355"/>
                  </a:cubicBezTo>
                  <a:lnTo>
                    <a:pt x="3308" y="1739"/>
                  </a:lnTo>
                  <a:cubicBezTo>
                    <a:pt x="3812" y="2369"/>
                    <a:pt x="4443" y="2999"/>
                    <a:pt x="5293" y="3566"/>
                  </a:cubicBezTo>
                  <a:cubicBezTo>
                    <a:pt x="5608" y="3818"/>
                    <a:pt x="5797" y="4165"/>
                    <a:pt x="5797" y="4574"/>
                  </a:cubicBezTo>
                  <a:cubicBezTo>
                    <a:pt x="5797" y="5236"/>
                    <a:pt x="5230" y="5835"/>
                    <a:pt x="4569" y="5835"/>
                  </a:cubicBezTo>
                  <a:cubicBezTo>
                    <a:pt x="4348" y="5835"/>
                    <a:pt x="4190" y="6024"/>
                    <a:pt x="4190" y="6244"/>
                  </a:cubicBezTo>
                  <a:cubicBezTo>
                    <a:pt x="4190" y="6496"/>
                    <a:pt x="4380" y="6654"/>
                    <a:pt x="4569" y="6654"/>
                  </a:cubicBezTo>
                  <a:cubicBezTo>
                    <a:pt x="5640" y="6654"/>
                    <a:pt x="6585" y="5740"/>
                    <a:pt x="6585" y="4606"/>
                  </a:cubicBezTo>
                  <a:cubicBezTo>
                    <a:pt x="6585" y="3944"/>
                    <a:pt x="6270" y="3314"/>
                    <a:pt x="5766" y="2936"/>
                  </a:cubicBezTo>
                  <a:cubicBezTo>
                    <a:pt x="4852" y="2275"/>
                    <a:pt x="4190" y="1613"/>
                    <a:pt x="3718" y="888"/>
                  </a:cubicBezTo>
                  <a:lnTo>
                    <a:pt x="3245" y="195"/>
                  </a:lnTo>
                  <a:cubicBezTo>
                    <a:pt x="3154" y="81"/>
                    <a:pt x="3046" y="0"/>
                    <a:pt x="2922" y="0"/>
                  </a:cubicBezTo>
                  <a:close/>
                </a:path>
              </a:pathLst>
            </a:custGeom>
            <a:grpFill/>
            <a:ln>
              <a:noFill/>
            </a:ln>
          </p:spPr>
          <p:txBody>
            <a:bodyPr spcFirstLastPara="1" wrap="square" lIns="62728" tIns="62728" rIns="62728" bIns="62728" anchor="ctr" anchorCtr="0">
              <a:noAutofit/>
            </a:bodyPr>
            <a:lstStyle/>
            <a:p>
              <a:endParaRPr sz="764"/>
            </a:p>
          </p:txBody>
        </p:sp>
      </p:grpSp>
      <p:grpSp>
        <p:nvGrpSpPr>
          <p:cNvPr id="1249" name="Google Shape;7970;p66">
            <a:extLst>
              <a:ext uri="{FF2B5EF4-FFF2-40B4-BE49-F238E27FC236}">
                <a16:creationId xmlns:a16="http://schemas.microsoft.com/office/drawing/2014/main" id="{DAC99007-5641-47A3-AE3F-4998B46D6C45}"/>
              </a:ext>
            </a:extLst>
          </p:cNvPr>
          <p:cNvGrpSpPr/>
          <p:nvPr/>
        </p:nvGrpSpPr>
        <p:grpSpPr>
          <a:xfrm>
            <a:off x="9326308" y="5640663"/>
            <a:ext cx="181118" cy="232274"/>
            <a:chOff x="-9119650" y="2056875"/>
            <a:chExt cx="273325" cy="350525"/>
          </a:xfrm>
          <a:solidFill>
            <a:schemeClr val="tx1"/>
          </a:solidFill>
        </p:grpSpPr>
        <p:sp>
          <p:nvSpPr>
            <p:cNvPr id="1255" name="Google Shape;7971;p66">
              <a:extLst>
                <a:ext uri="{FF2B5EF4-FFF2-40B4-BE49-F238E27FC236}">
                  <a16:creationId xmlns:a16="http://schemas.microsoft.com/office/drawing/2014/main" id="{70B1D2F0-2CD6-4436-8735-328E2D9CB551}"/>
                </a:ext>
              </a:extLst>
            </p:cNvPr>
            <p:cNvSpPr/>
            <p:nvPr/>
          </p:nvSpPr>
          <p:spPr>
            <a:xfrm>
              <a:off x="-9023550" y="2056875"/>
              <a:ext cx="82725" cy="82725"/>
            </a:xfrm>
            <a:custGeom>
              <a:avLst/>
              <a:gdLst/>
              <a:ahLst/>
              <a:cxnLst/>
              <a:rect l="l" t="t" r="r" b="b"/>
              <a:pathLst>
                <a:path w="3309" h="3309" extrusionOk="0">
                  <a:moveTo>
                    <a:pt x="1670" y="819"/>
                  </a:moveTo>
                  <a:cubicBezTo>
                    <a:pt x="2143" y="819"/>
                    <a:pt x="2489" y="1166"/>
                    <a:pt x="2489" y="1639"/>
                  </a:cubicBezTo>
                  <a:cubicBezTo>
                    <a:pt x="2489" y="2080"/>
                    <a:pt x="2143" y="2489"/>
                    <a:pt x="1670" y="2489"/>
                  </a:cubicBezTo>
                  <a:cubicBezTo>
                    <a:pt x="1197" y="2489"/>
                    <a:pt x="819" y="2111"/>
                    <a:pt x="819" y="1639"/>
                  </a:cubicBezTo>
                  <a:cubicBezTo>
                    <a:pt x="819" y="1166"/>
                    <a:pt x="1197" y="819"/>
                    <a:pt x="1670" y="819"/>
                  </a:cubicBezTo>
                  <a:close/>
                  <a:moveTo>
                    <a:pt x="1670" y="0"/>
                  </a:moveTo>
                  <a:cubicBezTo>
                    <a:pt x="756" y="0"/>
                    <a:pt x="0" y="756"/>
                    <a:pt x="0" y="1639"/>
                  </a:cubicBezTo>
                  <a:cubicBezTo>
                    <a:pt x="0" y="2552"/>
                    <a:pt x="756" y="3308"/>
                    <a:pt x="1670" y="3308"/>
                  </a:cubicBezTo>
                  <a:cubicBezTo>
                    <a:pt x="2552" y="3308"/>
                    <a:pt x="3308" y="2552"/>
                    <a:pt x="3308" y="1639"/>
                  </a:cubicBezTo>
                  <a:cubicBezTo>
                    <a:pt x="3308" y="756"/>
                    <a:pt x="2552" y="0"/>
                    <a:pt x="1670" y="0"/>
                  </a:cubicBezTo>
                  <a:close/>
                </a:path>
              </a:pathLst>
            </a:custGeom>
            <a:grpFill/>
            <a:ln>
              <a:noFill/>
            </a:ln>
          </p:spPr>
          <p:txBody>
            <a:bodyPr spcFirstLastPara="1" wrap="square" lIns="62728" tIns="62728" rIns="62728" bIns="62728" anchor="ctr" anchorCtr="0">
              <a:noAutofit/>
            </a:bodyPr>
            <a:lstStyle/>
            <a:p>
              <a:endParaRPr sz="764"/>
            </a:p>
          </p:txBody>
        </p:sp>
        <p:sp>
          <p:nvSpPr>
            <p:cNvPr id="1256" name="Google Shape;7972;p66">
              <a:extLst>
                <a:ext uri="{FF2B5EF4-FFF2-40B4-BE49-F238E27FC236}">
                  <a16:creationId xmlns:a16="http://schemas.microsoft.com/office/drawing/2014/main" id="{5452F69A-0222-487B-A198-D5AEFF71A89D}"/>
                </a:ext>
              </a:extLst>
            </p:cNvPr>
            <p:cNvSpPr/>
            <p:nvPr/>
          </p:nvSpPr>
          <p:spPr>
            <a:xfrm>
              <a:off x="-9119650" y="2137200"/>
              <a:ext cx="273325" cy="270200"/>
            </a:xfrm>
            <a:custGeom>
              <a:avLst/>
              <a:gdLst/>
              <a:ahLst/>
              <a:cxnLst/>
              <a:rect l="l" t="t" r="r" b="b"/>
              <a:pathLst>
                <a:path w="10933" h="10808" extrusionOk="0">
                  <a:moveTo>
                    <a:pt x="9641" y="915"/>
                  </a:moveTo>
                  <a:cubicBezTo>
                    <a:pt x="9862" y="915"/>
                    <a:pt x="10082" y="1104"/>
                    <a:pt x="10082" y="1356"/>
                  </a:cubicBezTo>
                  <a:cubicBezTo>
                    <a:pt x="10082" y="1576"/>
                    <a:pt x="9862" y="1734"/>
                    <a:pt x="9641" y="1734"/>
                  </a:cubicBezTo>
                  <a:lnTo>
                    <a:pt x="6333" y="1734"/>
                  </a:lnTo>
                  <a:cubicBezTo>
                    <a:pt x="6081" y="1734"/>
                    <a:pt x="5924" y="1923"/>
                    <a:pt x="5924" y="2175"/>
                  </a:cubicBezTo>
                  <a:lnTo>
                    <a:pt x="5924" y="9641"/>
                  </a:lnTo>
                  <a:cubicBezTo>
                    <a:pt x="5924" y="9893"/>
                    <a:pt x="5734" y="10051"/>
                    <a:pt x="5514" y="10051"/>
                  </a:cubicBezTo>
                  <a:cubicBezTo>
                    <a:pt x="5262" y="10051"/>
                    <a:pt x="5104" y="9862"/>
                    <a:pt x="5104" y="9641"/>
                  </a:cubicBezTo>
                  <a:lnTo>
                    <a:pt x="5104" y="5703"/>
                  </a:lnTo>
                  <a:cubicBezTo>
                    <a:pt x="5104" y="5459"/>
                    <a:pt x="4917" y="5293"/>
                    <a:pt x="4707" y="5293"/>
                  </a:cubicBezTo>
                  <a:cubicBezTo>
                    <a:pt x="4619" y="5293"/>
                    <a:pt x="4527" y="5323"/>
                    <a:pt x="4443" y="5388"/>
                  </a:cubicBezTo>
                  <a:lnTo>
                    <a:pt x="1639" y="7531"/>
                  </a:lnTo>
                  <a:cubicBezTo>
                    <a:pt x="1557" y="7585"/>
                    <a:pt x="1464" y="7616"/>
                    <a:pt x="1372" y="7616"/>
                  </a:cubicBezTo>
                  <a:cubicBezTo>
                    <a:pt x="1250" y="7616"/>
                    <a:pt x="1130" y="7562"/>
                    <a:pt x="1040" y="7436"/>
                  </a:cubicBezTo>
                  <a:cubicBezTo>
                    <a:pt x="946" y="7247"/>
                    <a:pt x="946" y="7026"/>
                    <a:pt x="1135" y="6869"/>
                  </a:cubicBezTo>
                  <a:lnTo>
                    <a:pt x="4947" y="4033"/>
                  </a:lnTo>
                  <a:cubicBezTo>
                    <a:pt x="5073" y="3939"/>
                    <a:pt x="5104" y="3844"/>
                    <a:pt x="5104" y="3718"/>
                  </a:cubicBezTo>
                  <a:lnTo>
                    <a:pt x="5104" y="2206"/>
                  </a:lnTo>
                  <a:cubicBezTo>
                    <a:pt x="5104" y="1986"/>
                    <a:pt x="4915" y="1765"/>
                    <a:pt x="4726" y="1765"/>
                  </a:cubicBezTo>
                  <a:lnTo>
                    <a:pt x="1418" y="1765"/>
                  </a:lnTo>
                  <a:cubicBezTo>
                    <a:pt x="1166" y="1765"/>
                    <a:pt x="1009" y="1576"/>
                    <a:pt x="1009" y="1387"/>
                  </a:cubicBezTo>
                  <a:cubicBezTo>
                    <a:pt x="1009" y="1135"/>
                    <a:pt x="1198" y="946"/>
                    <a:pt x="1418" y="946"/>
                  </a:cubicBezTo>
                  <a:lnTo>
                    <a:pt x="9641" y="946"/>
                  </a:lnTo>
                  <a:lnTo>
                    <a:pt x="9641" y="915"/>
                  </a:lnTo>
                  <a:close/>
                  <a:moveTo>
                    <a:pt x="1355" y="1"/>
                  </a:moveTo>
                  <a:cubicBezTo>
                    <a:pt x="694" y="95"/>
                    <a:pt x="158" y="631"/>
                    <a:pt x="158" y="1293"/>
                  </a:cubicBezTo>
                  <a:cubicBezTo>
                    <a:pt x="158" y="1986"/>
                    <a:pt x="694" y="2521"/>
                    <a:pt x="1355" y="2521"/>
                  </a:cubicBezTo>
                  <a:lnTo>
                    <a:pt x="4285" y="2521"/>
                  </a:lnTo>
                  <a:lnTo>
                    <a:pt x="4285" y="3403"/>
                  </a:lnTo>
                  <a:lnTo>
                    <a:pt x="662" y="6113"/>
                  </a:lnTo>
                  <a:cubicBezTo>
                    <a:pt x="95" y="6491"/>
                    <a:pt x="1" y="7278"/>
                    <a:pt x="410" y="7846"/>
                  </a:cubicBezTo>
                  <a:cubicBezTo>
                    <a:pt x="651" y="8160"/>
                    <a:pt x="1022" y="8333"/>
                    <a:pt x="1396" y="8333"/>
                  </a:cubicBezTo>
                  <a:cubicBezTo>
                    <a:pt x="1658" y="8333"/>
                    <a:pt x="1922" y="8248"/>
                    <a:pt x="2143" y="8066"/>
                  </a:cubicBezTo>
                  <a:lnTo>
                    <a:pt x="4317" y="6459"/>
                  </a:lnTo>
                  <a:lnTo>
                    <a:pt x="4317" y="9578"/>
                  </a:lnTo>
                  <a:cubicBezTo>
                    <a:pt x="4317" y="10240"/>
                    <a:pt x="4884" y="10807"/>
                    <a:pt x="5545" y="10807"/>
                  </a:cubicBezTo>
                  <a:cubicBezTo>
                    <a:pt x="6207" y="10807"/>
                    <a:pt x="6806" y="10240"/>
                    <a:pt x="6806" y="9578"/>
                  </a:cubicBezTo>
                  <a:lnTo>
                    <a:pt x="6806" y="2490"/>
                  </a:lnTo>
                  <a:lnTo>
                    <a:pt x="9673" y="2490"/>
                  </a:lnTo>
                  <a:cubicBezTo>
                    <a:pt x="10334" y="2490"/>
                    <a:pt x="10933" y="1923"/>
                    <a:pt x="10933" y="1261"/>
                  </a:cubicBezTo>
                  <a:cubicBezTo>
                    <a:pt x="10933" y="599"/>
                    <a:pt x="10397" y="1"/>
                    <a:pt x="9673" y="1"/>
                  </a:cubicBezTo>
                  <a:close/>
                </a:path>
              </a:pathLst>
            </a:custGeom>
            <a:grpFill/>
            <a:ln>
              <a:noFill/>
            </a:ln>
          </p:spPr>
          <p:txBody>
            <a:bodyPr spcFirstLastPara="1" wrap="square" lIns="62728" tIns="62728" rIns="62728" bIns="62728" anchor="ctr" anchorCtr="0">
              <a:noAutofit/>
            </a:bodyPr>
            <a:lstStyle/>
            <a:p>
              <a:endParaRPr sz="764"/>
            </a:p>
          </p:txBody>
        </p:sp>
      </p:grpSp>
      <p:sp>
        <p:nvSpPr>
          <p:cNvPr id="1250" name="Google Shape;7973;p66">
            <a:extLst>
              <a:ext uri="{FF2B5EF4-FFF2-40B4-BE49-F238E27FC236}">
                <a16:creationId xmlns:a16="http://schemas.microsoft.com/office/drawing/2014/main" id="{F46C9B41-4091-444E-9572-1682EB5C3C46}"/>
              </a:ext>
            </a:extLst>
          </p:cNvPr>
          <p:cNvSpPr/>
          <p:nvPr/>
        </p:nvSpPr>
        <p:spPr>
          <a:xfrm>
            <a:off x="8712036" y="5643407"/>
            <a:ext cx="233318" cy="234345"/>
          </a:xfrm>
          <a:custGeom>
            <a:avLst/>
            <a:gdLst/>
            <a:ahLst/>
            <a:cxnLst/>
            <a:rect l="l" t="t" r="r" b="b"/>
            <a:pathLst>
              <a:path w="14084" h="14146" extrusionOk="0">
                <a:moveTo>
                  <a:pt x="5829" y="5261"/>
                </a:moveTo>
                <a:lnTo>
                  <a:pt x="6963" y="6585"/>
                </a:lnTo>
                <a:lnTo>
                  <a:pt x="5829" y="6585"/>
                </a:lnTo>
                <a:lnTo>
                  <a:pt x="5829" y="5261"/>
                </a:lnTo>
                <a:close/>
                <a:moveTo>
                  <a:pt x="6333" y="788"/>
                </a:moveTo>
                <a:cubicBezTo>
                  <a:pt x="6648" y="788"/>
                  <a:pt x="6963" y="914"/>
                  <a:pt x="7215" y="1166"/>
                </a:cubicBezTo>
                <a:lnTo>
                  <a:pt x="7877" y="1827"/>
                </a:lnTo>
                <a:cubicBezTo>
                  <a:pt x="8287" y="2205"/>
                  <a:pt x="8791" y="2426"/>
                  <a:pt x="9326" y="2426"/>
                </a:cubicBezTo>
                <a:lnTo>
                  <a:pt x="10334" y="2426"/>
                </a:lnTo>
                <a:cubicBezTo>
                  <a:pt x="11469" y="2426"/>
                  <a:pt x="12414" y="3371"/>
                  <a:pt x="12414" y="4505"/>
                </a:cubicBezTo>
                <a:cubicBezTo>
                  <a:pt x="12414" y="5639"/>
                  <a:pt x="11469" y="6585"/>
                  <a:pt x="10334" y="6585"/>
                </a:cubicBezTo>
                <a:lnTo>
                  <a:pt x="8003" y="6585"/>
                </a:lnTo>
                <a:lnTo>
                  <a:pt x="5766" y="4033"/>
                </a:lnTo>
                <a:lnTo>
                  <a:pt x="5766" y="2048"/>
                </a:lnTo>
                <a:cubicBezTo>
                  <a:pt x="5766" y="1827"/>
                  <a:pt x="5546" y="1670"/>
                  <a:pt x="5357" y="1670"/>
                </a:cubicBezTo>
                <a:cubicBezTo>
                  <a:pt x="5168" y="1670"/>
                  <a:pt x="4979" y="1859"/>
                  <a:pt x="4979" y="2048"/>
                </a:cubicBezTo>
                <a:lnTo>
                  <a:pt x="4979" y="3087"/>
                </a:lnTo>
                <a:lnTo>
                  <a:pt x="2994" y="788"/>
                </a:lnTo>
                <a:close/>
                <a:moveTo>
                  <a:pt x="13233" y="7341"/>
                </a:moveTo>
                <a:lnTo>
                  <a:pt x="13233" y="9451"/>
                </a:lnTo>
                <a:lnTo>
                  <a:pt x="13264" y="9451"/>
                </a:lnTo>
                <a:cubicBezTo>
                  <a:pt x="13264" y="9704"/>
                  <a:pt x="13075" y="9893"/>
                  <a:pt x="12886" y="9893"/>
                </a:cubicBezTo>
                <a:lnTo>
                  <a:pt x="820" y="9893"/>
                </a:lnTo>
                <a:lnTo>
                  <a:pt x="820" y="9451"/>
                </a:lnTo>
                <a:cubicBezTo>
                  <a:pt x="820" y="9231"/>
                  <a:pt x="1009" y="9042"/>
                  <a:pt x="1230" y="9042"/>
                </a:cubicBezTo>
                <a:lnTo>
                  <a:pt x="2049" y="9042"/>
                </a:lnTo>
                <a:cubicBezTo>
                  <a:pt x="2269" y="9042"/>
                  <a:pt x="2427" y="8821"/>
                  <a:pt x="2427" y="8601"/>
                </a:cubicBezTo>
                <a:lnTo>
                  <a:pt x="2427" y="7782"/>
                </a:lnTo>
                <a:cubicBezTo>
                  <a:pt x="2427" y="7530"/>
                  <a:pt x="2647" y="7341"/>
                  <a:pt x="2836" y="7341"/>
                </a:cubicBezTo>
                <a:close/>
                <a:moveTo>
                  <a:pt x="2427" y="10712"/>
                </a:moveTo>
                <a:lnTo>
                  <a:pt x="2112" y="13232"/>
                </a:lnTo>
                <a:lnTo>
                  <a:pt x="2049" y="13232"/>
                </a:lnTo>
                <a:lnTo>
                  <a:pt x="1734" y="10712"/>
                </a:lnTo>
                <a:close/>
                <a:moveTo>
                  <a:pt x="9043" y="10712"/>
                </a:moveTo>
                <a:lnTo>
                  <a:pt x="8728" y="13232"/>
                </a:lnTo>
                <a:lnTo>
                  <a:pt x="8665" y="13232"/>
                </a:lnTo>
                <a:lnTo>
                  <a:pt x="8350" y="10712"/>
                </a:lnTo>
                <a:close/>
                <a:moveTo>
                  <a:pt x="12414" y="10712"/>
                </a:moveTo>
                <a:lnTo>
                  <a:pt x="12099" y="13232"/>
                </a:lnTo>
                <a:lnTo>
                  <a:pt x="12004" y="13232"/>
                </a:lnTo>
                <a:lnTo>
                  <a:pt x="11689" y="10712"/>
                </a:lnTo>
                <a:close/>
                <a:moveTo>
                  <a:pt x="2080" y="0"/>
                </a:moveTo>
                <a:cubicBezTo>
                  <a:pt x="1923" y="0"/>
                  <a:pt x="1765" y="95"/>
                  <a:pt x="1702" y="252"/>
                </a:cubicBezTo>
                <a:cubicBezTo>
                  <a:pt x="1608" y="410"/>
                  <a:pt x="1639" y="567"/>
                  <a:pt x="1765" y="662"/>
                </a:cubicBezTo>
                <a:lnTo>
                  <a:pt x="4947" y="4348"/>
                </a:lnTo>
                <a:lnTo>
                  <a:pt x="4947" y="6616"/>
                </a:lnTo>
                <a:lnTo>
                  <a:pt x="2868" y="6616"/>
                </a:lnTo>
                <a:cubicBezTo>
                  <a:pt x="2206" y="6616"/>
                  <a:pt x="1608" y="7183"/>
                  <a:pt x="1608" y="7876"/>
                </a:cubicBezTo>
                <a:lnTo>
                  <a:pt x="1608" y="8286"/>
                </a:lnTo>
                <a:lnTo>
                  <a:pt x="1230" y="8286"/>
                </a:lnTo>
                <a:cubicBezTo>
                  <a:pt x="536" y="8286"/>
                  <a:pt x="1" y="8821"/>
                  <a:pt x="1" y="9546"/>
                </a:cubicBezTo>
                <a:lnTo>
                  <a:pt x="1" y="10365"/>
                </a:lnTo>
                <a:cubicBezTo>
                  <a:pt x="1" y="10586"/>
                  <a:pt x="190" y="10806"/>
                  <a:pt x="379" y="10806"/>
                </a:cubicBezTo>
                <a:lnTo>
                  <a:pt x="851" y="10806"/>
                </a:lnTo>
                <a:lnTo>
                  <a:pt x="1230" y="13799"/>
                </a:lnTo>
                <a:cubicBezTo>
                  <a:pt x="1261" y="13988"/>
                  <a:pt x="1419" y="14146"/>
                  <a:pt x="1608" y="14146"/>
                </a:cubicBezTo>
                <a:lnTo>
                  <a:pt x="2427" y="14146"/>
                </a:lnTo>
                <a:cubicBezTo>
                  <a:pt x="2647" y="14146"/>
                  <a:pt x="2836" y="13988"/>
                  <a:pt x="2836" y="13799"/>
                </a:cubicBezTo>
                <a:lnTo>
                  <a:pt x="3183" y="10806"/>
                </a:lnTo>
                <a:lnTo>
                  <a:pt x="7436" y="10806"/>
                </a:lnTo>
                <a:lnTo>
                  <a:pt x="7783" y="13799"/>
                </a:lnTo>
                <a:cubicBezTo>
                  <a:pt x="7846" y="13988"/>
                  <a:pt x="8003" y="14146"/>
                  <a:pt x="8192" y="14146"/>
                </a:cubicBezTo>
                <a:lnTo>
                  <a:pt x="9011" y="14146"/>
                </a:lnTo>
                <a:cubicBezTo>
                  <a:pt x="9200" y="14146"/>
                  <a:pt x="9421" y="13988"/>
                  <a:pt x="9421" y="13799"/>
                </a:cubicBezTo>
                <a:lnTo>
                  <a:pt x="9767" y="10806"/>
                </a:lnTo>
                <a:lnTo>
                  <a:pt x="10713" y="10806"/>
                </a:lnTo>
                <a:lnTo>
                  <a:pt x="11059" y="13799"/>
                </a:lnTo>
                <a:cubicBezTo>
                  <a:pt x="11091" y="13988"/>
                  <a:pt x="11248" y="14146"/>
                  <a:pt x="11469" y="14146"/>
                </a:cubicBezTo>
                <a:lnTo>
                  <a:pt x="12288" y="14146"/>
                </a:lnTo>
                <a:cubicBezTo>
                  <a:pt x="12477" y="14146"/>
                  <a:pt x="12666" y="13988"/>
                  <a:pt x="12666" y="13799"/>
                </a:cubicBezTo>
                <a:lnTo>
                  <a:pt x="13075" y="10712"/>
                </a:lnTo>
                <a:cubicBezTo>
                  <a:pt x="13579" y="10554"/>
                  <a:pt x="13926" y="10082"/>
                  <a:pt x="13926" y="9546"/>
                </a:cubicBezTo>
                <a:lnTo>
                  <a:pt x="13926" y="7057"/>
                </a:lnTo>
                <a:cubicBezTo>
                  <a:pt x="14084" y="6742"/>
                  <a:pt x="13926" y="6585"/>
                  <a:pt x="13705" y="6585"/>
                </a:cubicBezTo>
                <a:lnTo>
                  <a:pt x="12414" y="6585"/>
                </a:lnTo>
                <a:cubicBezTo>
                  <a:pt x="12949" y="6080"/>
                  <a:pt x="13264" y="5324"/>
                  <a:pt x="13264" y="4505"/>
                </a:cubicBezTo>
                <a:cubicBezTo>
                  <a:pt x="13264" y="2898"/>
                  <a:pt x="11973" y="1607"/>
                  <a:pt x="10366" y="1607"/>
                </a:cubicBezTo>
                <a:lnTo>
                  <a:pt x="9389" y="1607"/>
                </a:lnTo>
                <a:cubicBezTo>
                  <a:pt x="9074" y="1607"/>
                  <a:pt x="8728" y="1512"/>
                  <a:pt x="8507" y="1260"/>
                </a:cubicBezTo>
                <a:lnTo>
                  <a:pt x="7846" y="599"/>
                </a:lnTo>
                <a:cubicBezTo>
                  <a:pt x="7436" y="189"/>
                  <a:pt x="6932" y="0"/>
                  <a:pt x="6365"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251" name="Google Shape;7974;p66">
            <a:extLst>
              <a:ext uri="{FF2B5EF4-FFF2-40B4-BE49-F238E27FC236}">
                <a16:creationId xmlns:a16="http://schemas.microsoft.com/office/drawing/2014/main" id="{9D9181EC-272C-4011-ABDA-02314BBDF34B}"/>
              </a:ext>
            </a:extLst>
          </p:cNvPr>
          <p:cNvSpPr/>
          <p:nvPr/>
        </p:nvSpPr>
        <p:spPr>
          <a:xfrm>
            <a:off x="9904126" y="5359819"/>
            <a:ext cx="206679" cy="234345"/>
          </a:xfrm>
          <a:custGeom>
            <a:avLst/>
            <a:gdLst/>
            <a:ahLst/>
            <a:cxnLst/>
            <a:rect l="l" t="t" r="r" b="b"/>
            <a:pathLst>
              <a:path w="12476" h="14146" extrusionOk="0">
                <a:moveTo>
                  <a:pt x="2552" y="819"/>
                </a:moveTo>
                <a:cubicBezTo>
                  <a:pt x="3056" y="819"/>
                  <a:pt x="3403" y="1198"/>
                  <a:pt x="3403" y="1670"/>
                </a:cubicBezTo>
                <a:lnTo>
                  <a:pt x="1733" y="1670"/>
                </a:lnTo>
                <a:cubicBezTo>
                  <a:pt x="1733" y="1198"/>
                  <a:pt x="2079" y="819"/>
                  <a:pt x="2552" y="819"/>
                </a:cubicBezTo>
                <a:close/>
                <a:moveTo>
                  <a:pt x="10019" y="819"/>
                </a:moveTo>
                <a:cubicBezTo>
                  <a:pt x="10491" y="819"/>
                  <a:pt x="10838" y="1198"/>
                  <a:pt x="10838" y="1670"/>
                </a:cubicBezTo>
                <a:lnTo>
                  <a:pt x="9168" y="1670"/>
                </a:lnTo>
                <a:cubicBezTo>
                  <a:pt x="9168" y="1198"/>
                  <a:pt x="9578" y="819"/>
                  <a:pt x="10019" y="819"/>
                </a:cubicBezTo>
                <a:close/>
                <a:moveTo>
                  <a:pt x="8286" y="2489"/>
                </a:moveTo>
                <a:lnTo>
                  <a:pt x="7593" y="5829"/>
                </a:lnTo>
                <a:lnTo>
                  <a:pt x="4978" y="5829"/>
                </a:lnTo>
                <a:lnTo>
                  <a:pt x="4285" y="2489"/>
                </a:lnTo>
                <a:cubicBezTo>
                  <a:pt x="4978" y="2489"/>
                  <a:pt x="5545" y="2710"/>
                  <a:pt x="5986" y="3182"/>
                </a:cubicBezTo>
                <a:cubicBezTo>
                  <a:pt x="6065" y="3261"/>
                  <a:pt x="6175" y="3300"/>
                  <a:pt x="6285" y="3300"/>
                </a:cubicBezTo>
                <a:cubicBezTo>
                  <a:pt x="6396" y="3300"/>
                  <a:pt x="6506" y="3261"/>
                  <a:pt x="6585" y="3182"/>
                </a:cubicBezTo>
                <a:cubicBezTo>
                  <a:pt x="7026" y="2773"/>
                  <a:pt x="7656" y="2489"/>
                  <a:pt x="8286" y="2489"/>
                </a:cubicBezTo>
                <a:close/>
                <a:moveTo>
                  <a:pt x="7120" y="6648"/>
                </a:moveTo>
                <a:cubicBezTo>
                  <a:pt x="7341" y="6648"/>
                  <a:pt x="7530" y="6648"/>
                  <a:pt x="7719" y="6711"/>
                </a:cubicBezTo>
                <a:lnTo>
                  <a:pt x="8443" y="8066"/>
                </a:lnTo>
                <a:cubicBezTo>
                  <a:pt x="8506" y="8223"/>
                  <a:pt x="8664" y="8318"/>
                  <a:pt x="8790" y="8318"/>
                </a:cubicBezTo>
                <a:cubicBezTo>
                  <a:pt x="8853" y="8318"/>
                  <a:pt x="8916" y="8318"/>
                  <a:pt x="8979" y="8286"/>
                </a:cubicBezTo>
                <a:cubicBezTo>
                  <a:pt x="9168" y="8160"/>
                  <a:pt x="9262" y="7908"/>
                  <a:pt x="9168" y="7719"/>
                </a:cubicBezTo>
                <a:lnTo>
                  <a:pt x="8821" y="6963"/>
                </a:lnTo>
                <a:lnTo>
                  <a:pt x="8821" y="6963"/>
                </a:lnTo>
                <a:cubicBezTo>
                  <a:pt x="10523" y="7656"/>
                  <a:pt x="11751" y="9294"/>
                  <a:pt x="11751" y="11216"/>
                </a:cubicBezTo>
                <a:lnTo>
                  <a:pt x="11751" y="11626"/>
                </a:lnTo>
                <a:lnTo>
                  <a:pt x="977" y="11626"/>
                </a:lnTo>
                <a:lnTo>
                  <a:pt x="977" y="11216"/>
                </a:lnTo>
                <a:cubicBezTo>
                  <a:pt x="914" y="9294"/>
                  <a:pt x="2142" y="7593"/>
                  <a:pt x="3812" y="6963"/>
                </a:cubicBezTo>
                <a:lnTo>
                  <a:pt x="3812" y="6963"/>
                </a:lnTo>
                <a:lnTo>
                  <a:pt x="3466" y="7719"/>
                </a:lnTo>
                <a:cubicBezTo>
                  <a:pt x="3340" y="7908"/>
                  <a:pt x="3466" y="8160"/>
                  <a:pt x="3655" y="8286"/>
                </a:cubicBezTo>
                <a:cubicBezTo>
                  <a:pt x="3749" y="8318"/>
                  <a:pt x="3781" y="8318"/>
                  <a:pt x="3875" y="8318"/>
                </a:cubicBezTo>
                <a:cubicBezTo>
                  <a:pt x="4033" y="8318"/>
                  <a:pt x="4190" y="8223"/>
                  <a:pt x="4222" y="8066"/>
                </a:cubicBezTo>
                <a:lnTo>
                  <a:pt x="4915" y="6711"/>
                </a:lnTo>
                <a:cubicBezTo>
                  <a:pt x="5135" y="6648"/>
                  <a:pt x="5324" y="6648"/>
                  <a:pt x="5513" y="6648"/>
                </a:cubicBezTo>
                <a:lnTo>
                  <a:pt x="5923" y="6648"/>
                </a:lnTo>
                <a:lnTo>
                  <a:pt x="5923" y="8759"/>
                </a:lnTo>
                <a:cubicBezTo>
                  <a:pt x="5923" y="8979"/>
                  <a:pt x="6112" y="9168"/>
                  <a:pt x="6333" y="9168"/>
                </a:cubicBezTo>
                <a:cubicBezTo>
                  <a:pt x="6585" y="9168"/>
                  <a:pt x="6742" y="8979"/>
                  <a:pt x="6742" y="8759"/>
                </a:cubicBezTo>
                <a:lnTo>
                  <a:pt x="6742" y="6648"/>
                </a:lnTo>
                <a:close/>
                <a:moveTo>
                  <a:pt x="11657" y="12445"/>
                </a:moveTo>
                <a:lnTo>
                  <a:pt x="11657" y="13264"/>
                </a:lnTo>
                <a:lnTo>
                  <a:pt x="914" y="13264"/>
                </a:lnTo>
                <a:lnTo>
                  <a:pt x="914" y="12445"/>
                </a:lnTo>
                <a:close/>
                <a:moveTo>
                  <a:pt x="2520" y="0"/>
                </a:moveTo>
                <a:cubicBezTo>
                  <a:pt x="1607" y="0"/>
                  <a:pt x="882" y="756"/>
                  <a:pt x="882" y="1670"/>
                </a:cubicBezTo>
                <a:lnTo>
                  <a:pt x="882" y="2048"/>
                </a:lnTo>
                <a:cubicBezTo>
                  <a:pt x="882" y="2269"/>
                  <a:pt x="1071" y="2489"/>
                  <a:pt x="1260" y="2489"/>
                </a:cubicBezTo>
                <a:lnTo>
                  <a:pt x="3403" y="2489"/>
                </a:lnTo>
                <a:lnTo>
                  <a:pt x="4096" y="5986"/>
                </a:lnTo>
                <a:cubicBezTo>
                  <a:pt x="1764" y="6585"/>
                  <a:pt x="0" y="8696"/>
                  <a:pt x="0" y="11216"/>
                </a:cubicBezTo>
                <a:lnTo>
                  <a:pt x="0" y="13705"/>
                </a:lnTo>
                <a:cubicBezTo>
                  <a:pt x="0" y="13925"/>
                  <a:pt x="189" y="14146"/>
                  <a:pt x="410" y="14146"/>
                </a:cubicBezTo>
                <a:lnTo>
                  <a:pt x="11972" y="14146"/>
                </a:lnTo>
                <a:cubicBezTo>
                  <a:pt x="12224" y="14146"/>
                  <a:pt x="12413" y="13925"/>
                  <a:pt x="12413" y="13705"/>
                </a:cubicBezTo>
                <a:lnTo>
                  <a:pt x="12413" y="11216"/>
                </a:lnTo>
                <a:cubicBezTo>
                  <a:pt x="12476" y="8696"/>
                  <a:pt x="10743" y="6585"/>
                  <a:pt x="8443" y="5986"/>
                </a:cubicBezTo>
                <a:lnTo>
                  <a:pt x="9136" y="2489"/>
                </a:lnTo>
                <a:lnTo>
                  <a:pt x="11279" y="2489"/>
                </a:lnTo>
                <a:cubicBezTo>
                  <a:pt x="11499" y="2489"/>
                  <a:pt x="11657" y="2269"/>
                  <a:pt x="11657" y="2048"/>
                </a:cubicBezTo>
                <a:lnTo>
                  <a:pt x="11657" y="1670"/>
                </a:lnTo>
                <a:cubicBezTo>
                  <a:pt x="11657" y="756"/>
                  <a:pt x="10901" y="0"/>
                  <a:pt x="10019" y="0"/>
                </a:cubicBezTo>
                <a:cubicBezTo>
                  <a:pt x="9105" y="0"/>
                  <a:pt x="8349" y="756"/>
                  <a:pt x="8349" y="1670"/>
                </a:cubicBezTo>
                <a:lnTo>
                  <a:pt x="8286" y="1670"/>
                </a:lnTo>
                <a:cubicBezTo>
                  <a:pt x="7530" y="1670"/>
                  <a:pt x="6868" y="1891"/>
                  <a:pt x="6269" y="2332"/>
                </a:cubicBezTo>
                <a:cubicBezTo>
                  <a:pt x="5702" y="1891"/>
                  <a:pt x="5009" y="1670"/>
                  <a:pt x="4253" y="1670"/>
                </a:cubicBezTo>
                <a:lnTo>
                  <a:pt x="4190" y="1670"/>
                </a:lnTo>
                <a:cubicBezTo>
                  <a:pt x="4190" y="756"/>
                  <a:pt x="3434" y="0"/>
                  <a:pt x="2520"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grpSp>
        <p:nvGrpSpPr>
          <p:cNvPr id="1252" name="Google Shape;8236;p66">
            <a:extLst>
              <a:ext uri="{FF2B5EF4-FFF2-40B4-BE49-F238E27FC236}">
                <a16:creationId xmlns:a16="http://schemas.microsoft.com/office/drawing/2014/main" id="{187A7B3F-1B51-4778-BD7E-B34FFE05AF0A}"/>
              </a:ext>
            </a:extLst>
          </p:cNvPr>
          <p:cNvGrpSpPr/>
          <p:nvPr/>
        </p:nvGrpSpPr>
        <p:grpSpPr>
          <a:xfrm>
            <a:off x="10480609" y="5338493"/>
            <a:ext cx="235401" cy="234354"/>
            <a:chOff x="6001575" y="3119050"/>
            <a:chExt cx="315025" cy="313625"/>
          </a:xfrm>
          <a:solidFill>
            <a:schemeClr val="tx1"/>
          </a:solidFill>
        </p:grpSpPr>
        <p:sp>
          <p:nvSpPr>
            <p:cNvPr id="1253" name="Google Shape;8237;p66">
              <a:extLst>
                <a:ext uri="{FF2B5EF4-FFF2-40B4-BE49-F238E27FC236}">
                  <a16:creationId xmlns:a16="http://schemas.microsoft.com/office/drawing/2014/main" id="{F8ED1799-C9AD-4429-8AF1-142FE79FF797}"/>
                </a:ext>
              </a:extLst>
            </p:cNvPr>
            <p:cNvSpPr/>
            <p:nvPr/>
          </p:nvSpPr>
          <p:spPr>
            <a:xfrm>
              <a:off x="6001575" y="3119050"/>
              <a:ext cx="315025" cy="313625"/>
            </a:xfrm>
            <a:custGeom>
              <a:avLst/>
              <a:gdLst/>
              <a:ahLst/>
              <a:cxnLst/>
              <a:rect l="l" t="t" r="r" b="b"/>
              <a:pathLst>
                <a:path w="12601" h="12545" extrusionOk="0">
                  <a:moveTo>
                    <a:pt x="1952" y="726"/>
                  </a:moveTo>
                  <a:cubicBezTo>
                    <a:pt x="2565" y="726"/>
                    <a:pt x="3039" y="1227"/>
                    <a:pt x="3039" y="1841"/>
                  </a:cubicBezTo>
                  <a:cubicBezTo>
                    <a:pt x="3039" y="2454"/>
                    <a:pt x="2565" y="2928"/>
                    <a:pt x="1952" y="2928"/>
                  </a:cubicBezTo>
                  <a:cubicBezTo>
                    <a:pt x="1366" y="2928"/>
                    <a:pt x="837" y="2454"/>
                    <a:pt x="837" y="1841"/>
                  </a:cubicBezTo>
                  <a:cubicBezTo>
                    <a:pt x="837" y="1227"/>
                    <a:pt x="1339" y="726"/>
                    <a:pt x="1952" y="726"/>
                  </a:cubicBezTo>
                  <a:close/>
                  <a:moveTo>
                    <a:pt x="10788" y="726"/>
                  </a:moveTo>
                  <a:cubicBezTo>
                    <a:pt x="11374" y="726"/>
                    <a:pt x="11903" y="1227"/>
                    <a:pt x="11903" y="1841"/>
                  </a:cubicBezTo>
                  <a:cubicBezTo>
                    <a:pt x="11903" y="2454"/>
                    <a:pt x="11402" y="2928"/>
                    <a:pt x="10788" y="2928"/>
                  </a:cubicBezTo>
                  <a:cubicBezTo>
                    <a:pt x="10175" y="2928"/>
                    <a:pt x="9701" y="2454"/>
                    <a:pt x="9701" y="1841"/>
                  </a:cubicBezTo>
                  <a:cubicBezTo>
                    <a:pt x="9673" y="1227"/>
                    <a:pt x="10175" y="726"/>
                    <a:pt x="10788" y="726"/>
                  </a:cubicBezTo>
                  <a:close/>
                  <a:moveTo>
                    <a:pt x="9673" y="4015"/>
                  </a:moveTo>
                  <a:lnTo>
                    <a:pt x="9673" y="7639"/>
                  </a:lnTo>
                  <a:lnTo>
                    <a:pt x="8893" y="6078"/>
                  </a:lnTo>
                  <a:cubicBezTo>
                    <a:pt x="8837" y="5938"/>
                    <a:pt x="8726" y="5855"/>
                    <a:pt x="8586" y="5855"/>
                  </a:cubicBezTo>
                  <a:lnTo>
                    <a:pt x="4126" y="5855"/>
                  </a:lnTo>
                  <a:cubicBezTo>
                    <a:pt x="3987" y="5855"/>
                    <a:pt x="3847" y="5938"/>
                    <a:pt x="3819" y="6078"/>
                  </a:cubicBezTo>
                  <a:lnTo>
                    <a:pt x="3039" y="7639"/>
                  </a:lnTo>
                  <a:lnTo>
                    <a:pt x="3039" y="4015"/>
                  </a:lnTo>
                  <a:cubicBezTo>
                    <a:pt x="4126" y="4266"/>
                    <a:pt x="5241" y="4405"/>
                    <a:pt x="6356" y="4405"/>
                  </a:cubicBezTo>
                  <a:cubicBezTo>
                    <a:pt x="7471" y="4405"/>
                    <a:pt x="8586" y="4266"/>
                    <a:pt x="9673" y="4015"/>
                  </a:cubicBezTo>
                  <a:close/>
                  <a:moveTo>
                    <a:pt x="6746" y="6579"/>
                  </a:moveTo>
                  <a:lnTo>
                    <a:pt x="8001" y="9562"/>
                  </a:lnTo>
                  <a:lnTo>
                    <a:pt x="4712" y="9562"/>
                  </a:lnTo>
                  <a:lnTo>
                    <a:pt x="5966" y="6579"/>
                  </a:lnTo>
                  <a:close/>
                  <a:moveTo>
                    <a:pt x="1617" y="3633"/>
                  </a:moveTo>
                  <a:lnTo>
                    <a:pt x="1617" y="3633"/>
                  </a:lnTo>
                  <a:cubicBezTo>
                    <a:pt x="1697" y="3652"/>
                    <a:pt x="1797" y="3652"/>
                    <a:pt x="1896" y="3652"/>
                  </a:cubicBezTo>
                  <a:cubicBezTo>
                    <a:pt x="2035" y="3708"/>
                    <a:pt x="2175" y="3764"/>
                    <a:pt x="2314" y="3792"/>
                  </a:cubicBezTo>
                  <a:lnTo>
                    <a:pt x="2314" y="10343"/>
                  </a:lnTo>
                  <a:cubicBezTo>
                    <a:pt x="2203" y="10315"/>
                    <a:pt x="2063" y="10315"/>
                    <a:pt x="1952" y="10315"/>
                  </a:cubicBezTo>
                  <a:cubicBezTo>
                    <a:pt x="1868" y="10315"/>
                    <a:pt x="1729" y="10315"/>
                    <a:pt x="1617" y="10343"/>
                  </a:cubicBezTo>
                  <a:lnTo>
                    <a:pt x="1617" y="3633"/>
                  </a:lnTo>
                  <a:close/>
                  <a:moveTo>
                    <a:pt x="11123" y="3625"/>
                  </a:moveTo>
                  <a:lnTo>
                    <a:pt x="11123" y="10343"/>
                  </a:lnTo>
                  <a:cubicBezTo>
                    <a:pt x="11011" y="10315"/>
                    <a:pt x="10872" y="10315"/>
                    <a:pt x="10733" y="10315"/>
                  </a:cubicBezTo>
                  <a:cubicBezTo>
                    <a:pt x="10593" y="10315"/>
                    <a:pt x="10482" y="10315"/>
                    <a:pt x="10398" y="10343"/>
                  </a:cubicBezTo>
                  <a:lnTo>
                    <a:pt x="10398" y="3792"/>
                  </a:lnTo>
                  <a:cubicBezTo>
                    <a:pt x="10537" y="3764"/>
                    <a:pt x="10677" y="3736"/>
                    <a:pt x="10816" y="3652"/>
                  </a:cubicBezTo>
                  <a:cubicBezTo>
                    <a:pt x="10928" y="3652"/>
                    <a:pt x="11011" y="3652"/>
                    <a:pt x="11123" y="3625"/>
                  </a:cubicBezTo>
                  <a:close/>
                  <a:moveTo>
                    <a:pt x="8363" y="6579"/>
                  </a:moveTo>
                  <a:lnTo>
                    <a:pt x="9701" y="9283"/>
                  </a:lnTo>
                  <a:lnTo>
                    <a:pt x="9701" y="10677"/>
                  </a:lnTo>
                  <a:cubicBezTo>
                    <a:pt x="9534" y="10761"/>
                    <a:pt x="9422" y="10900"/>
                    <a:pt x="9311" y="11012"/>
                  </a:cubicBezTo>
                  <a:lnTo>
                    <a:pt x="3429" y="11012"/>
                  </a:lnTo>
                  <a:cubicBezTo>
                    <a:pt x="3318" y="10872"/>
                    <a:pt x="3178" y="10761"/>
                    <a:pt x="3067" y="10677"/>
                  </a:cubicBezTo>
                  <a:lnTo>
                    <a:pt x="3067" y="9283"/>
                  </a:lnTo>
                  <a:lnTo>
                    <a:pt x="4405" y="6579"/>
                  </a:lnTo>
                  <a:lnTo>
                    <a:pt x="5213" y="6579"/>
                  </a:lnTo>
                  <a:lnTo>
                    <a:pt x="3847" y="9785"/>
                  </a:lnTo>
                  <a:cubicBezTo>
                    <a:pt x="3819" y="9897"/>
                    <a:pt x="3819" y="10036"/>
                    <a:pt x="3875" y="10147"/>
                  </a:cubicBezTo>
                  <a:cubicBezTo>
                    <a:pt x="3959" y="10259"/>
                    <a:pt x="4042" y="10315"/>
                    <a:pt x="4182" y="10315"/>
                  </a:cubicBezTo>
                  <a:lnTo>
                    <a:pt x="8586" y="10315"/>
                  </a:lnTo>
                  <a:cubicBezTo>
                    <a:pt x="8726" y="10315"/>
                    <a:pt x="8837" y="10259"/>
                    <a:pt x="8893" y="10147"/>
                  </a:cubicBezTo>
                  <a:cubicBezTo>
                    <a:pt x="8976" y="10036"/>
                    <a:pt x="8976" y="9897"/>
                    <a:pt x="8921" y="9785"/>
                  </a:cubicBezTo>
                  <a:lnTo>
                    <a:pt x="7583" y="6579"/>
                  </a:lnTo>
                  <a:close/>
                  <a:moveTo>
                    <a:pt x="1952" y="11012"/>
                  </a:moveTo>
                  <a:cubicBezTo>
                    <a:pt x="2454" y="11012"/>
                    <a:pt x="2844" y="11318"/>
                    <a:pt x="3011" y="11736"/>
                  </a:cubicBezTo>
                  <a:lnTo>
                    <a:pt x="920" y="11736"/>
                  </a:lnTo>
                  <a:cubicBezTo>
                    <a:pt x="1060" y="11318"/>
                    <a:pt x="1478" y="11012"/>
                    <a:pt x="1952" y="11012"/>
                  </a:cubicBezTo>
                  <a:close/>
                  <a:moveTo>
                    <a:pt x="10788" y="11012"/>
                  </a:moveTo>
                  <a:cubicBezTo>
                    <a:pt x="11262" y="11012"/>
                    <a:pt x="11652" y="11318"/>
                    <a:pt x="11820" y="11736"/>
                  </a:cubicBezTo>
                  <a:lnTo>
                    <a:pt x="9729" y="11736"/>
                  </a:lnTo>
                  <a:cubicBezTo>
                    <a:pt x="9868" y="11318"/>
                    <a:pt x="10287" y="11012"/>
                    <a:pt x="10788" y="11012"/>
                  </a:cubicBezTo>
                  <a:close/>
                  <a:moveTo>
                    <a:pt x="1868" y="1"/>
                  </a:moveTo>
                  <a:cubicBezTo>
                    <a:pt x="837" y="1"/>
                    <a:pt x="1" y="837"/>
                    <a:pt x="1" y="1841"/>
                  </a:cubicBezTo>
                  <a:cubicBezTo>
                    <a:pt x="1" y="2454"/>
                    <a:pt x="279" y="2956"/>
                    <a:pt x="753" y="3318"/>
                  </a:cubicBezTo>
                  <a:lnTo>
                    <a:pt x="753" y="10677"/>
                  </a:lnTo>
                  <a:cubicBezTo>
                    <a:pt x="279" y="11012"/>
                    <a:pt x="1" y="11541"/>
                    <a:pt x="1" y="12127"/>
                  </a:cubicBezTo>
                  <a:cubicBezTo>
                    <a:pt x="1" y="12322"/>
                    <a:pt x="196" y="12517"/>
                    <a:pt x="363" y="12517"/>
                  </a:cubicBezTo>
                  <a:lnTo>
                    <a:pt x="3290" y="12517"/>
                  </a:lnTo>
                  <a:cubicBezTo>
                    <a:pt x="3485" y="12517"/>
                    <a:pt x="3624" y="12322"/>
                    <a:pt x="3624" y="12127"/>
                  </a:cubicBezTo>
                  <a:cubicBezTo>
                    <a:pt x="3624" y="11987"/>
                    <a:pt x="3624" y="11876"/>
                    <a:pt x="3596" y="11764"/>
                  </a:cubicBezTo>
                  <a:lnTo>
                    <a:pt x="8865" y="11764"/>
                  </a:lnTo>
                  <a:cubicBezTo>
                    <a:pt x="8837" y="11876"/>
                    <a:pt x="8837" y="12015"/>
                    <a:pt x="8837" y="12154"/>
                  </a:cubicBezTo>
                  <a:cubicBezTo>
                    <a:pt x="8837" y="12377"/>
                    <a:pt x="9004" y="12545"/>
                    <a:pt x="9199" y="12545"/>
                  </a:cubicBezTo>
                  <a:lnTo>
                    <a:pt x="12126" y="12545"/>
                  </a:lnTo>
                  <a:cubicBezTo>
                    <a:pt x="12349" y="12545"/>
                    <a:pt x="12489" y="12377"/>
                    <a:pt x="12489" y="12154"/>
                  </a:cubicBezTo>
                  <a:cubicBezTo>
                    <a:pt x="12489" y="11569"/>
                    <a:pt x="12210" y="11039"/>
                    <a:pt x="11764" y="10705"/>
                  </a:cubicBezTo>
                  <a:lnTo>
                    <a:pt x="11764" y="3346"/>
                  </a:lnTo>
                  <a:cubicBezTo>
                    <a:pt x="12321" y="2956"/>
                    <a:pt x="12600" y="2454"/>
                    <a:pt x="12600" y="1841"/>
                  </a:cubicBezTo>
                  <a:cubicBezTo>
                    <a:pt x="12600" y="837"/>
                    <a:pt x="11764" y="1"/>
                    <a:pt x="10733" y="1"/>
                  </a:cubicBezTo>
                  <a:cubicBezTo>
                    <a:pt x="9729" y="1"/>
                    <a:pt x="8893" y="837"/>
                    <a:pt x="8893" y="1841"/>
                  </a:cubicBezTo>
                  <a:cubicBezTo>
                    <a:pt x="8893" y="2398"/>
                    <a:pt x="9172" y="2928"/>
                    <a:pt x="9562" y="3290"/>
                  </a:cubicBezTo>
                  <a:cubicBezTo>
                    <a:pt x="8503" y="3541"/>
                    <a:pt x="7401" y="3666"/>
                    <a:pt x="6300" y="3666"/>
                  </a:cubicBezTo>
                  <a:cubicBezTo>
                    <a:pt x="5199" y="3666"/>
                    <a:pt x="4098" y="3541"/>
                    <a:pt x="3039" y="3290"/>
                  </a:cubicBezTo>
                  <a:cubicBezTo>
                    <a:pt x="3457" y="2928"/>
                    <a:pt x="3708" y="2454"/>
                    <a:pt x="3708" y="1841"/>
                  </a:cubicBezTo>
                  <a:cubicBezTo>
                    <a:pt x="3708" y="837"/>
                    <a:pt x="2872" y="1"/>
                    <a:pt x="1868" y="1"/>
                  </a:cubicBezTo>
                  <a:close/>
                </a:path>
              </a:pathLst>
            </a:custGeom>
            <a:grpFill/>
            <a:ln>
              <a:noFill/>
            </a:ln>
          </p:spPr>
          <p:txBody>
            <a:bodyPr spcFirstLastPara="1" wrap="square" lIns="62728" tIns="62728" rIns="62728" bIns="62728" anchor="ctr" anchorCtr="0">
              <a:noAutofit/>
            </a:bodyPr>
            <a:lstStyle/>
            <a:p>
              <a:endParaRPr sz="764"/>
            </a:p>
          </p:txBody>
        </p:sp>
        <p:sp>
          <p:nvSpPr>
            <p:cNvPr id="1254" name="Google Shape;8238;p66">
              <a:extLst>
                <a:ext uri="{FF2B5EF4-FFF2-40B4-BE49-F238E27FC236}">
                  <a16:creationId xmlns:a16="http://schemas.microsoft.com/office/drawing/2014/main" id="{F8B98F20-E0BF-469B-9259-233E7E4C4DBC}"/>
                </a:ext>
              </a:extLst>
            </p:cNvPr>
            <p:cNvSpPr/>
            <p:nvPr/>
          </p:nvSpPr>
          <p:spPr>
            <a:xfrm flipH="1">
              <a:off x="6001575" y="3119050"/>
              <a:ext cx="315025" cy="313625"/>
            </a:xfrm>
            <a:custGeom>
              <a:avLst/>
              <a:gdLst/>
              <a:ahLst/>
              <a:cxnLst/>
              <a:rect l="l" t="t" r="r" b="b"/>
              <a:pathLst>
                <a:path w="12601" h="12545" extrusionOk="0">
                  <a:moveTo>
                    <a:pt x="1952" y="726"/>
                  </a:moveTo>
                  <a:cubicBezTo>
                    <a:pt x="2565" y="726"/>
                    <a:pt x="3039" y="1227"/>
                    <a:pt x="3039" y="1841"/>
                  </a:cubicBezTo>
                  <a:cubicBezTo>
                    <a:pt x="3039" y="2454"/>
                    <a:pt x="2565" y="2928"/>
                    <a:pt x="1952" y="2928"/>
                  </a:cubicBezTo>
                  <a:cubicBezTo>
                    <a:pt x="1366" y="2928"/>
                    <a:pt x="837" y="2454"/>
                    <a:pt x="837" y="1841"/>
                  </a:cubicBezTo>
                  <a:cubicBezTo>
                    <a:pt x="837" y="1227"/>
                    <a:pt x="1339" y="726"/>
                    <a:pt x="1952" y="726"/>
                  </a:cubicBezTo>
                  <a:close/>
                  <a:moveTo>
                    <a:pt x="10788" y="726"/>
                  </a:moveTo>
                  <a:cubicBezTo>
                    <a:pt x="11374" y="726"/>
                    <a:pt x="11903" y="1227"/>
                    <a:pt x="11903" y="1841"/>
                  </a:cubicBezTo>
                  <a:cubicBezTo>
                    <a:pt x="11903" y="2454"/>
                    <a:pt x="11402" y="2928"/>
                    <a:pt x="10788" y="2928"/>
                  </a:cubicBezTo>
                  <a:cubicBezTo>
                    <a:pt x="10175" y="2928"/>
                    <a:pt x="9701" y="2454"/>
                    <a:pt x="9701" y="1841"/>
                  </a:cubicBezTo>
                  <a:cubicBezTo>
                    <a:pt x="9673" y="1227"/>
                    <a:pt x="10175" y="726"/>
                    <a:pt x="10788" y="726"/>
                  </a:cubicBezTo>
                  <a:close/>
                  <a:moveTo>
                    <a:pt x="9673" y="4015"/>
                  </a:moveTo>
                  <a:lnTo>
                    <a:pt x="9673" y="7639"/>
                  </a:lnTo>
                  <a:lnTo>
                    <a:pt x="8893" y="6078"/>
                  </a:lnTo>
                  <a:cubicBezTo>
                    <a:pt x="8837" y="5938"/>
                    <a:pt x="8726" y="5855"/>
                    <a:pt x="8586" y="5855"/>
                  </a:cubicBezTo>
                  <a:lnTo>
                    <a:pt x="4126" y="5855"/>
                  </a:lnTo>
                  <a:cubicBezTo>
                    <a:pt x="3987" y="5855"/>
                    <a:pt x="3847" y="5938"/>
                    <a:pt x="3819" y="6078"/>
                  </a:cubicBezTo>
                  <a:lnTo>
                    <a:pt x="3039" y="7639"/>
                  </a:lnTo>
                  <a:lnTo>
                    <a:pt x="3039" y="4015"/>
                  </a:lnTo>
                  <a:cubicBezTo>
                    <a:pt x="4126" y="4266"/>
                    <a:pt x="5241" y="4405"/>
                    <a:pt x="6356" y="4405"/>
                  </a:cubicBezTo>
                  <a:cubicBezTo>
                    <a:pt x="7471" y="4405"/>
                    <a:pt x="8586" y="4266"/>
                    <a:pt x="9673" y="4015"/>
                  </a:cubicBezTo>
                  <a:close/>
                  <a:moveTo>
                    <a:pt x="6746" y="6579"/>
                  </a:moveTo>
                  <a:lnTo>
                    <a:pt x="8001" y="9562"/>
                  </a:lnTo>
                  <a:lnTo>
                    <a:pt x="4712" y="9562"/>
                  </a:lnTo>
                  <a:lnTo>
                    <a:pt x="5966" y="6579"/>
                  </a:lnTo>
                  <a:close/>
                  <a:moveTo>
                    <a:pt x="1617" y="3633"/>
                  </a:moveTo>
                  <a:lnTo>
                    <a:pt x="1617" y="3633"/>
                  </a:lnTo>
                  <a:cubicBezTo>
                    <a:pt x="1697" y="3652"/>
                    <a:pt x="1797" y="3652"/>
                    <a:pt x="1896" y="3652"/>
                  </a:cubicBezTo>
                  <a:cubicBezTo>
                    <a:pt x="2035" y="3708"/>
                    <a:pt x="2175" y="3764"/>
                    <a:pt x="2314" y="3792"/>
                  </a:cubicBezTo>
                  <a:lnTo>
                    <a:pt x="2314" y="10343"/>
                  </a:lnTo>
                  <a:cubicBezTo>
                    <a:pt x="2203" y="10315"/>
                    <a:pt x="2063" y="10315"/>
                    <a:pt x="1952" y="10315"/>
                  </a:cubicBezTo>
                  <a:cubicBezTo>
                    <a:pt x="1868" y="10315"/>
                    <a:pt x="1729" y="10315"/>
                    <a:pt x="1617" y="10343"/>
                  </a:cubicBezTo>
                  <a:lnTo>
                    <a:pt x="1617" y="3633"/>
                  </a:lnTo>
                  <a:close/>
                  <a:moveTo>
                    <a:pt x="11123" y="3625"/>
                  </a:moveTo>
                  <a:lnTo>
                    <a:pt x="11123" y="10343"/>
                  </a:lnTo>
                  <a:cubicBezTo>
                    <a:pt x="11011" y="10315"/>
                    <a:pt x="10872" y="10315"/>
                    <a:pt x="10733" y="10315"/>
                  </a:cubicBezTo>
                  <a:cubicBezTo>
                    <a:pt x="10593" y="10315"/>
                    <a:pt x="10482" y="10315"/>
                    <a:pt x="10398" y="10343"/>
                  </a:cubicBezTo>
                  <a:lnTo>
                    <a:pt x="10398" y="3792"/>
                  </a:lnTo>
                  <a:cubicBezTo>
                    <a:pt x="10537" y="3764"/>
                    <a:pt x="10677" y="3736"/>
                    <a:pt x="10816" y="3652"/>
                  </a:cubicBezTo>
                  <a:cubicBezTo>
                    <a:pt x="10928" y="3652"/>
                    <a:pt x="11011" y="3652"/>
                    <a:pt x="11123" y="3625"/>
                  </a:cubicBezTo>
                  <a:close/>
                  <a:moveTo>
                    <a:pt x="8363" y="6579"/>
                  </a:moveTo>
                  <a:lnTo>
                    <a:pt x="9701" y="9283"/>
                  </a:lnTo>
                  <a:lnTo>
                    <a:pt x="9701" y="10677"/>
                  </a:lnTo>
                  <a:cubicBezTo>
                    <a:pt x="9534" y="10761"/>
                    <a:pt x="9422" y="10900"/>
                    <a:pt x="9311" y="11012"/>
                  </a:cubicBezTo>
                  <a:lnTo>
                    <a:pt x="3429" y="11012"/>
                  </a:lnTo>
                  <a:cubicBezTo>
                    <a:pt x="3318" y="10872"/>
                    <a:pt x="3178" y="10761"/>
                    <a:pt x="3067" y="10677"/>
                  </a:cubicBezTo>
                  <a:lnTo>
                    <a:pt x="3067" y="9283"/>
                  </a:lnTo>
                  <a:lnTo>
                    <a:pt x="4405" y="6579"/>
                  </a:lnTo>
                  <a:lnTo>
                    <a:pt x="5213" y="6579"/>
                  </a:lnTo>
                  <a:lnTo>
                    <a:pt x="3847" y="9785"/>
                  </a:lnTo>
                  <a:cubicBezTo>
                    <a:pt x="3819" y="9897"/>
                    <a:pt x="3819" y="10036"/>
                    <a:pt x="3875" y="10147"/>
                  </a:cubicBezTo>
                  <a:cubicBezTo>
                    <a:pt x="3959" y="10259"/>
                    <a:pt x="4042" y="10315"/>
                    <a:pt x="4182" y="10315"/>
                  </a:cubicBezTo>
                  <a:lnTo>
                    <a:pt x="8586" y="10315"/>
                  </a:lnTo>
                  <a:cubicBezTo>
                    <a:pt x="8726" y="10315"/>
                    <a:pt x="8837" y="10259"/>
                    <a:pt x="8893" y="10147"/>
                  </a:cubicBezTo>
                  <a:cubicBezTo>
                    <a:pt x="8976" y="10036"/>
                    <a:pt x="8976" y="9897"/>
                    <a:pt x="8921" y="9785"/>
                  </a:cubicBezTo>
                  <a:lnTo>
                    <a:pt x="7583" y="6579"/>
                  </a:lnTo>
                  <a:close/>
                  <a:moveTo>
                    <a:pt x="1952" y="11012"/>
                  </a:moveTo>
                  <a:cubicBezTo>
                    <a:pt x="2454" y="11012"/>
                    <a:pt x="2844" y="11318"/>
                    <a:pt x="3011" y="11736"/>
                  </a:cubicBezTo>
                  <a:lnTo>
                    <a:pt x="920" y="11736"/>
                  </a:lnTo>
                  <a:cubicBezTo>
                    <a:pt x="1060" y="11318"/>
                    <a:pt x="1478" y="11012"/>
                    <a:pt x="1952" y="11012"/>
                  </a:cubicBezTo>
                  <a:close/>
                  <a:moveTo>
                    <a:pt x="10788" y="11012"/>
                  </a:moveTo>
                  <a:cubicBezTo>
                    <a:pt x="11262" y="11012"/>
                    <a:pt x="11652" y="11318"/>
                    <a:pt x="11820" y="11736"/>
                  </a:cubicBezTo>
                  <a:lnTo>
                    <a:pt x="9729" y="11736"/>
                  </a:lnTo>
                  <a:cubicBezTo>
                    <a:pt x="9868" y="11318"/>
                    <a:pt x="10287" y="11012"/>
                    <a:pt x="10788" y="11012"/>
                  </a:cubicBezTo>
                  <a:close/>
                  <a:moveTo>
                    <a:pt x="1868" y="1"/>
                  </a:moveTo>
                  <a:cubicBezTo>
                    <a:pt x="837" y="1"/>
                    <a:pt x="1" y="837"/>
                    <a:pt x="1" y="1841"/>
                  </a:cubicBezTo>
                  <a:cubicBezTo>
                    <a:pt x="1" y="2454"/>
                    <a:pt x="279" y="2956"/>
                    <a:pt x="753" y="3318"/>
                  </a:cubicBezTo>
                  <a:lnTo>
                    <a:pt x="753" y="10677"/>
                  </a:lnTo>
                  <a:cubicBezTo>
                    <a:pt x="279" y="11012"/>
                    <a:pt x="1" y="11541"/>
                    <a:pt x="1" y="12127"/>
                  </a:cubicBezTo>
                  <a:cubicBezTo>
                    <a:pt x="1" y="12322"/>
                    <a:pt x="196" y="12517"/>
                    <a:pt x="363" y="12517"/>
                  </a:cubicBezTo>
                  <a:lnTo>
                    <a:pt x="3290" y="12517"/>
                  </a:lnTo>
                  <a:cubicBezTo>
                    <a:pt x="3485" y="12517"/>
                    <a:pt x="3624" y="12322"/>
                    <a:pt x="3624" y="12127"/>
                  </a:cubicBezTo>
                  <a:cubicBezTo>
                    <a:pt x="3624" y="11987"/>
                    <a:pt x="3624" y="11876"/>
                    <a:pt x="3596" y="11764"/>
                  </a:cubicBezTo>
                  <a:lnTo>
                    <a:pt x="8865" y="11764"/>
                  </a:lnTo>
                  <a:cubicBezTo>
                    <a:pt x="8837" y="11876"/>
                    <a:pt x="8837" y="12015"/>
                    <a:pt x="8837" y="12154"/>
                  </a:cubicBezTo>
                  <a:cubicBezTo>
                    <a:pt x="8837" y="12377"/>
                    <a:pt x="9004" y="12545"/>
                    <a:pt x="9199" y="12545"/>
                  </a:cubicBezTo>
                  <a:lnTo>
                    <a:pt x="12126" y="12545"/>
                  </a:lnTo>
                  <a:cubicBezTo>
                    <a:pt x="12349" y="12545"/>
                    <a:pt x="12489" y="12377"/>
                    <a:pt x="12489" y="12154"/>
                  </a:cubicBezTo>
                  <a:cubicBezTo>
                    <a:pt x="12489" y="11569"/>
                    <a:pt x="12210" y="11039"/>
                    <a:pt x="11764" y="10705"/>
                  </a:cubicBezTo>
                  <a:lnTo>
                    <a:pt x="11764" y="3346"/>
                  </a:lnTo>
                  <a:cubicBezTo>
                    <a:pt x="12321" y="2956"/>
                    <a:pt x="12600" y="2454"/>
                    <a:pt x="12600" y="1841"/>
                  </a:cubicBezTo>
                  <a:cubicBezTo>
                    <a:pt x="12600" y="837"/>
                    <a:pt x="11764" y="1"/>
                    <a:pt x="10733" y="1"/>
                  </a:cubicBezTo>
                  <a:cubicBezTo>
                    <a:pt x="9729" y="1"/>
                    <a:pt x="8893" y="837"/>
                    <a:pt x="8893" y="1841"/>
                  </a:cubicBezTo>
                  <a:cubicBezTo>
                    <a:pt x="8893" y="2398"/>
                    <a:pt x="9172" y="2928"/>
                    <a:pt x="9562" y="3290"/>
                  </a:cubicBezTo>
                  <a:cubicBezTo>
                    <a:pt x="8503" y="3541"/>
                    <a:pt x="7401" y="3666"/>
                    <a:pt x="6300" y="3666"/>
                  </a:cubicBezTo>
                  <a:cubicBezTo>
                    <a:pt x="5199" y="3666"/>
                    <a:pt x="4098" y="3541"/>
                    <a:pt x="3039" y="3290"/>
                  </a:cubicBezTo>
                  <a:cubicBezTo>
                    <a:pt x="3457" y="2928"/>
                    <a:pt x="3708" y="2454"/>
                    <a:pt x="3708" y="1841"/>
                  </a:cubicBezTo>
                  <a:cubicBezTo>
                    <a:pt x="3708" y="837"/>
                    <a:pt x="2872" y="1"/>
                    <a:pt x="1868" y="1"/>
                  </a:cubicBezTo>
                  <a:close/>
                </a:path>
              </a:pathLst>
            </a:custGeom>
            <a:grpFill/>
            <a:ln>
              <a:noFill/>
            </a:ln>
          </p:spPr>
          <p:txBody>
            <a:bodyPr spcFirstLastPara="1" wrap="square" lIns="62728" tIns="62728" rIns="62728" bIns="62728" anchor="ctr" anchorCtr="0">
              <a:noAutofit/>
            </a:bodyPr>
            <a:lstStyle/>
            <a:p>
              <a:endParaRPr sz="764"/>
            </a:p>
          </p:txBody>
        </p:sp>
      </p:grpSp>
      <p:sp>
        <p:nvSpPr>
          <p:cNvPr id="1347" name="Title 9">
            <a:extLst>
              <a:ext uri="{FF2B5EF4-FFF2-40B4-BE49-F238E27FC236}">
                <a16:creationId xmlns:a16="http://schemas.microsoft.com/office/drawing/2014/main" id="{855C4721-6364-412F-8405-8D8126126370}"/>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İkon setleri</a:t>
            </a:r>
            <a:endParaRPr lang="tr-TR" sz="2400" b="0" dirty="0">
              <a:solidFill>
                <a:srgbClr val="F7931D"/>
              </a:solidFill>
              <a:latin typeface="Segoe UI Black" panose="020B0A02040204020203" pitchFamily="34" charset="0"/>
              <a:ea typeface="Segoe UI Black" panose="020B0A02040204020203" pitchFamily="34" charset="0"/>
            </a:endParaRPr>
          </a:p>
        </p:txBody>
      </p:sp>
      <p:grpSp>
        <p:nvGrpSpPr>
          <p:cNvPr id="1325" name="Group 1324">
            <a:extLst>
              <a:ext uri="{FF2B5EF4-FFF2-40B4-BE49-F238E27FC236}">
                <a16:creationId xmlns:a16="http://schemas.microsoft.com/office/drawing/2014/main" id="{DEE8D987-D662-413A-B294-F578F312544E}"/>
              </a:ext>
            </a:extLst>
          </p:cNvPr>
          <p:cNvGrpSpPr/>
          <p:nvPr/>
        </p:nvGrpSpPr>
        <p:grpSpPr>
          <a:xfrm>
            <a:off x="7251210" y="5950860"/>
            <a:ext cx="239156" cy="239138"/>
            <a:chOff x="700550" y="891064"/>
            <a:chExt cx="239156" cy="239138"/>
          </a:xfrm>
        </p:grpSpPr>
        <p:sp>
          <p:nvSpPr>
            <p:cNvPr id="1326" name="Google Shape;4729;p59">
              <a:extLst>
                <a:ext uri="{FF2B5EF4-FFF2-40B4-BE49-F238E27FC236}">
                  <a16:creationId xmlns:a16="http://schemas.microsoft.com/office/drawing/2014/main" id="{06323758-F26D-43EC-A472-F9FC0B14E988}"/>
                </a:ext>
              </a:extLst>
            </p:cNvPr>
            <p:cNvSpPr/>
            <p:nvPr/>
          </p:nvSpPr>
          <p:spPr>
            <a:xfrm>
              <a:off x="700550" y="891064"/>
              <a:ext cx="239156" cy="239138"/>
            </a:xfrm>
            <a:custGeom>
              <a:avLst/>
              <a:gdLst/>
              <a:ahLst/>
              <a:cxnLst/>
              <a:rect l="l" t="t" r="r" b="b"/>
              <a:pathLst>
                <a:path w="12666" h="12665" extrusionOk="0">
                  <a:moveTo>
                    <a:pt x="6333" y="819"/>
                  </a:moveTo>
                  <a:cubicBezTo>
                    <a:pt x="9357" y="819"/>
                    <a:pt x="11846" y="3308"/>
                    <a:pt x="11846" y="6332"/>
                  </a:cubicBezTo>
                  <a:cubicBezTo>
                    <a:pt x="11846" y="9357"/>
                    <a:pt x="9357" y="11846"/>
                    <a:pt x="6333" y="11846"/>
                  </a:cubicBezTo>
                  <a:cubicBezTo>
                    <a:pt x="3308" y="11846"/>
                    <a:pt x="819" y="9357"/>
                    <a:pt x="819" y="6332"/>
                  </a:cubicBezTo>
                  <a:cubicBezTo>
                    <a:pt x="819" y="3308"/>
                    <a:pt x="3308" y="819"/>
                    <a:pt x="6333" y="819"/>
                  </a:cubicBezTo>
                  <a:close/>
                  <a:moveTo>
                    <a:pt x="6333" y="0"/>
                  </a:moveTo>
                  <a:cubicBezTo>
                    <a:pt x="2836" y="0"/>
                    <a:pt x="0" y="2835"/>
                    <a:pt x="0" y="6332"/>
                  </a:cubicBezTo>
                  <a:cubicBezTo>
                    <a:pt x="0" y="9830"/>
                    <a:pt x="2836" y="12665"/>
                    <a:pt x="6333" y="12665"/>
                  </a:cubicBezTo>
                  <a:cubicBezTo>
                    <a:pt x="9830" y="12665"/>
                    <a:pt x="12665" y="9830"/>
                    <a:pt x="12665" y="6332"/>
                  </a:cubicBezTo>
                  <a:cubicBezTo>
                    <a:pt x="12665" y="2835"/>
                    <a:pt x="9830" y="0"/>
                    <a:pt x="6333"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43" name="Graphic 1342">
              <a:extLst>
                <a:ext uri="{FF2B5EF4-FFF2-40B4-BE49-F238E27FC236}">
                  <a16:creationId xmlns:a16="http://schemas.microsoft.com/office/drawing/2014/main" id="{A298EB86-5B2D-42F4-B5B6-7B7F428998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700" y="948212"/>
              <a:ext cx="94640" cy="126695"/>
            </a:xfrm>
            <a:prstGeom prst="rect">
              <a:avLst/>
            </a:prstGeom>
          </p:spPr>
        </p:pic>
      </p:grpSp>
      <p:grpSp>
        <p:nvGrpSpPr>
          <p:cNvPr id="1344" name="Group 1343">
            <a:extLst>
              <a:ext uri="{FF2B5EF4-FFF2-40B4-BE49-F238E27FC236}">
                <a16:creationId xmlns:a16="http://schemas.microsoft.com/office/drawing/2014/main" id="{4678E3CC-E80A-43EB-B545-3D9ABDCC8C97}"/>
              </a:ext>
            </a:extLst>
          </p:cNvPr>
          <p:cNvGrpSpPr/>
          <p:nvPr/>
        </p:nvGrpSpPr>
        <p:grpSpPr>
          <a:xfrm>
            <a:off x="7575988" y="5951332"/>
            <a:ext cx="156455" cy="238666"/>
            <a:chOff x="1322242" y="1168985"/>
            <a:chExt cx="156455" cy="238666"/>
          </a:xfrm>
        </p:grpSpPr>
        <p:sp>
          <p:nvSpPr>
            <p:cNvPr id="1345" name="Google Shape;4803;p59">
              <a:extLst>
                <a:ext uri="{FF2B5EF4-FFF2-40B4-BE49-F238E27FC236}">
                  <a16:creationId xmlns:a16="http://schemas.microsoft.com/office/drawing/2014/main" id="{6EDE20CE-1B53-4C5D-852A-0017B1CF1978}"/>
                </a:ext>
              </a:extLst>
            </p:cNvPr>
            <p:cNvSpPr/>
            <p:nvPr/>
          </p:nvSpPr>
          <p:spPr>
            <a:xfrm>
              <a:off x="1322242" y="1168985"/>
              <a:ext cx="156455" cy="238666"/>
            </a:xfrm>
            <a:custGeom>
              <a:avLst/>
              <a:gdLst/>
              <a:ahLst/>
              <a:cxnLst/>
              <a:rect l="l" t="t" r="r" b="b"/>
              <a:pathLst>
                <a:path w="8286" h="12640" extrusionOk="0">
                  <a:moveTo>
                    <a:pt x="4159" y="788"/>
                  </a:moveTo>
                  <a:cubicBezTo>
                    <a:pt x="5986" y="788"/>
                    <a:pt x="7467" y="2301"/>
                    <a:pt x="7467" y="4096"/>
                  </a:cubicBezTo>
                  <a:cubicBezTo>
                    <a:pt x="7467" y="5924"/>
                    <a:pt x="5986" y="7404"/>
                    <a:pt x="4159" y="7404"/>
                  </a:cubicBezTo>
                  <a:cubicBezTo>
                    <a:pt x="2300" y="7404"/>
                    <a:pt x="851" y="5924"/>
                    <a:pt x="851" y="4096"/>
                  </a:cubicBezTo>
                  <a:cubicBezTo>
                    <a:pt x="851" y="2301"/>
                    <a:pt x="2363" y="788"/>
                    <a:pt x="4159" y="788"/>
                  </a:cubicBezTo>
                  <a:close/>
                  <a:moveTo>
                    <a:pt x="851" y="8917"/>
                  </a:moveTo>
                  <a:cubicBezTo>
                    <a:pt x="1513" y="8980"/>
                    <a:pt x="2206" y="9295"/>
                    <a:pt x="2773" y="9862"/>
                  </a:cubicBezTo>
                  <a:cubicBezTo>
                    <a:pt x="3340" y="10429"/>
                    <a:pt x="3655" y="11122"/>
                    <a:pt x="3718" y="11784"/>
                  </a:cubicBezTo>
                  <a:cubicBezTo>
                    <a:pt x="3056" y="11689"/>
                    <a:pt x="2395" y="11374"/>
                    <a:pt x="1796" y="10838"/>
                  </a:cubicBezTo>
                  <a:cubicBezTo>
                    <a:pt x="1261" y="10271"/>
                    <a:pt x="945" y="9578"/>
                    <a:pt x="851" y="8917"/>
                  </a:cubicBezTo>
                  <a:close/>
                  <a:moveTo>
                    <a:pt x="7467" y="8917"/>
                  </a:moveTo>
                  <a:lnTo>
                    <a:pt x="7467" y="8917"/>
                  </a:lnTo>
                  <a:cubicBezTo>
                    <a:pt x="7404" y="9578"/>
                    <a:pt x="7089" y="10240"/>
                    <a:pt x="6522" y="10838"/>
                  </a:cubicBezTo>
                  <a:cubicBezTo>
                    <a:pt x="5923" y="11374"/>
                    <a:pt x="5262" y="11689"/>
                    <a:pt x="4600" y="11784"/>
                  </a:cubicBezTo>
                  <a:cubicBezTo>
                    <a:pt x="4663" y="11122"/>
                    <a:pt x="4947" y="10429"/>
                    <a:pt x="5545" y="9862"/>
                  </a:cubicBezTo>
                  <a:cubicBezTo>
                    <a:pt x="6081" y="9295"/>
                    <a:pt x="6805" y="8980"/>
                    <a:pt x="7467" y="8917"/>
                  </a:cubicBezTo>
                  <a:close/>
                  <a:moveTo>
                    <a:pt x="4159" y="1"/>
                  </a:moveTo>
                  <a:cubicBezTo>
                    <a:pt x="1891" y="1"/>
                    <a:pt x="32" y="1860"/>
                    <a:pt x="32" y="4128"/>
                  </a:cubicBezTo>
                  <a:cubicBezTo>
                    <a:pt x="32" y="6270"/>
                    <a:pt x="1670" y="8034"/>
                    <a:pt x="3781" y="8223"/>
                  </a:cubicBezTo>
                  <a:lnTo>
                    <a:pt x="3781" y="9736"/>
                  </a:lnTo>
                  <a:cubicBezTo>
                    <a:pt x="3623" y="9578"/>
                    <a:pt x="3497" y="9421"/>
                    <a:pt x="3371" y="9295"/>
                  </a:cubicBezTo>
                  <a:cubicBezTo>
                    <a:pt x="2584" y="8507"/>
                    <a:pt x="1576" y="8066"/>
                    <a:pt x="410" y="8066"/>
                  </a:cubicBezTo>
                  <a:cubicBezTo>
                    <a:pt x="189" y="8066"/>
                    <a:pt x="32" y="8287"/>
                    <a:pt x="32" y="8476"/>
                  </a:cubicBezTo>
                  <a:cubicBezTo>
                    <a:pt x="0" y="9578"/>
                    <a:pt x="410" y="10649"/>
                    <a:pt x="1261" y="11437"/>
                  </a:cubicBezTo>
                  <a:cubicBezTo>
                    <a:pt x="2048" y="12225"/>
                    <a:pt x="3056" y="12634"/>
                    <a:pt x="4096" y="12634"/>
                  </a:cubicBezTo>
                  <a:lnTo>
                    <a:pt x="4159" y="12634"/>
                  </a:lnTo>
                  <a:cubicBezTo>
                    <a:pt x="4225" y="12638"/>
                    <a:pt x="4290" y="12640"/>
                    <a:pt x="4355" y="12640"/>
                  </a:cubicBezTo>
                  <a:cubicBezTo>
                    <a:pt x="5385" y="12640"/>
                    <a:pt x="6348" y="12178"/>
                    <a:pt x="7089" y="11437"/>
                  </a:cubicBezTo>
                  <a:cubicBezTo>
                    <a:pt x="7877" y="10649"/>
                    <a:pt x="8286" y="9610"/>
                    <a:pt x="8286" y="8476"/>
                  </a:cubicBezTo>
                  <a:cubicBezTo>
                    <a:pt x="8286" y="8223"/>
                    <a:pt x="8097" y="8066"/>
                    <a:pt x="7908" y="8066"/>
                  </a:cubicBezTo>
                  <a:cubicBezTo>
                    <a:pt x="7872" y="8065"/>
                    <a:pt x="7837" y="8064"/>
                    <a:pt x="7801" y="8064"/>
                  </a:cubicBezTo>
                  <a:cubicBezTo>
                    <a:pt x="6709" y="8064"/>
                    <a:pt x="5709" y="8532"/>
                    <a:pt x="4947" y="9295"/>
                  </a:cubicBezTo>
                  <a:cubicBezTo>
                    <a:pt x="4821" y="9452"/>
                    <a:pt x="4663" y="9578"/>
                    <a:pt x="4569" y="9736"/>
                  </a:cubicBezTo>
                  <a:lnTo>
                    <a:pt x="4569" y="8223"/>
                  </a:lnTo>
                  <a:cubicBezTo>
                    <a:pt x="6648" y="8034"/>
                    <a:pt x="8286" y="6270"/>
                    <a:pt x="8286" y="4128"/>
                  </a:cubicBezTo>
                  <a:cubicBezTo>
                    <a:pt x="8286" y="1860"/>
                    <a:pt x="6459" y="1"/>
                    <a:pt x="4159"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46" name="Graphic 1345">
              <a:extLst>
                <a:ext uri="{FF2B5EF4-FFF2-40B4-BE49-F238E27FC236}">
                  <a16:creationId xmlns:a16="http://schemas.microsoft.com/office/drawing/2014/main" id="{23440D49-8306-4428-B5A2-D270C09018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68058" y="1199291"/>
              <a:ext cx="64562" cy="86429"/>
            </a:xfrm>
            <a:prstGeom prst="rect">
              <a:avLst/>
            </a:prstGeom>
          </p:spPr>
        </p:pic>
      </p:grpSp>
      <p:grpSp>
        <p:nvGrpSpPr>
          <p:cNvPr id="1348" name="Group 1347">
            <a:extLst>
              <a:ext uri="{FF2B5EF4-FFF2-40B4-BE49-F238E27FC236}">
                <a16:creationId xmlns:a16="http://schemas.microsoft.com/office/drawing/2014/main" id="{8F762ACC-83A6-42BF-90BD-F220BB929448}"/>
              </a:ext>
            </a:extLst>
          </p:cNvPr>
          <p:cNvGrpSpPr/>
          <p:nvPr/>
        </p:nvGrpSpPr>
        <p:grpSpPr>
          <a:xfrm>
            <a:off x="7829231" y="5955178"/>
            <a:ext cx="205240" cy="225778"/>
            <a:chOff x="1650160" y="1173028"/>
            <a:chExt cx="205240" cy="225778"/>
          </a:xfrm>
        </p:grpSpPr>
        <p:sp>
          <p:nvSpPr>
            <p:cNvPr id="1349" name="Google Shape;8768;p68">
              <a:extLst>
                <a:ext uri="{FF2B5EF4-FFF2-40B4-BE49-F238E27FC236}">
                  <a16:creationId xmlns:a16="http://schemas.microsoft.com/office/drawing/2014/main" id="{51D904D9-589C-43B8-8142-EEE2D57C634D}"/>
                </a:ext>
              </a:extLst>
            </p:cNvPr>
            <p:cNvSpPr/>
            <p:nvPr/>
          </p:nvSpPr>
          <p:spPr>
            <a:xfrm>
              <a:off x="1650160" y="1173028"/>
              <a:ext cx="205240" cy="225778"/>
            </a:xfrm>
            <a:custGeom>
              <a:avLst/>
              <a:gdLst/>
              <a:ahLst/>
              <a:cxnLst/>
              <a:rect l="l" t="t" r="r" b="b"/>
              <a:pathLst>
                <a:path w="10712" h="11784" extrusionOk="0">
                  <a:moveTo>
                    <a:pt x="6427" y="662"/>
                  </a:moveTo>
                  <a:cubicBezTo>
                    <a:pt x="6837" y="662"/>
                    <a:pt x="7152" y="977"/>
                    <a:pt x="7152" y="1355"/>
                  </a:cubicBezTo>
                  <a:cubicBezTo>
                    <a:pt x="7152" y="1765"/>
                    <a:pt x="6837" y="2080"/>
                    <a:pt x="6427" y="2080"/>
                  </a:cubicBezTo>
                  <a:lnTo>
                    <a:pt x="6427" y="1702"/>
                  </a:lnTo>
                  <a:cubicBezTo>
                    <a:pt x="6427" y="1513"/>
                    <a:pt x="6270" y="1355"/>
                    <a:pt x="6081" y="1355"/>
                  </a:cubicBezTo>
                  <a:lnTo>
                    <a:pt x="4695" y="1355"/>
                  </a:lnTo>
                  <a:cubicBezTo>
                    <a:pt x="4505" y="1355"/>
                    <a:pt x="4348" y="1513"/>
                    <a:pt x="4348" y="1702"/>
                  </a:cubicBezTo>
                  <a:lnTo>
                    <a:pt x="4348" y="2080"/>
                  </a:lnTo>
                  <a:cubicBezTo>
                    <a:pt x="3938" y="2017"/>
                    <a:pt x="3623" y="1765"/>
                    <a:pt x="3623" y="1355"/>
                  </a:cubicBezTo>
                  <a:cubicBezTo>
                    <a:pt x="3623" y="977"/>
                    <a:pt x="3938" y="662"/>
                    <a:pt x="4348" y="662"/>
                  </a:cubicBezTo>
                  <a:close/>
                  <a:moveTo>
                    <a:pt x="5734" y="2017"/>
                  </a:moveTo>
                  <a:lnTo>
                    <a:pt x="5734" y="2741"/>
                  </a:lnTo>
                  <a:lnTo>
                    <a:pt x="5010" y="2741"/>
                  </a:lnTo>
                  <a:lnTo>
                    <a:pt x="5010" y="2017"/>
                  </a:lnTo>
                  <a:close/>
                  <a:moveTo>
                    <a:pt x="1418" y="1985"/>
                  </a:moveTo>
                  <a:lnTo>
                    <a:pt x="1859" y="2489"/>
                  </a:lnTo>
                  <a:lnTo>
                    <a:pt x="1355" y="2930"/>
                  </a:lnTo>
                  <a:lnTo>
                    <a:pt x="914" y="2426"/>
                  </a:lnTo>
                  <a:lnTo>
                    <a:pt x="1418" y="1985"/>
                  </a:lnTo>
                  <a:close/>
                  <a:moveTo>
                    <a:pt x="9357" y="1985"/>
                  </a:moveTo>
                  <a:lnTo>
                    <a:pt x="9861" y="2426"/>
                  </a:lnTo>
                  <a:lnTo>
                    <a:pt x="9420" y="2930"/>
                  </a:lnTo>
                  <a:lnTo>
                    <a:pt x="8916" y="2489"/>
                  </a:lnTo>
                  <a:lnTo>
                    <a:pt x="9357" y="1985"/>
                  </a:lnTo>
                  <a:close/>
                  <a:moveTo>
                    <a:pt x="5356" y="3434"/>
                  </a:moveTo>
                  <a:cubicBezTo>
                    <a:pt x="7467" y="3434"/>
                    <a:pt x="9200" y="5167"/>
                    <a:pt x="9200" y="7278"/>
                  </a:cubicBezTo>
                  <a:cubicBezTo>
                    <a:pt x="9200" y="9389"/>
                    <a:pt x="7498" y="11090"/>
                    <a:pt x="5356" y="11090"/>
                  </a:cubicBezTo>
                  <a:cubicBezTo>
                    <a:pt x="3277" y="11090"/>
                    <a:pt x="1544" y="9357"/>
                    <a:pt x="1544" y="7278"/>
                  </a:cubicBezTo>
                  <a:cubicBezTo>
                    <a:pt x="1576" y="5136"/>
                    <a:pt x="3277" y="3434"/>
                    <a:pt x="5356" y="3434"/>
                  </a:cubicBezTo>
                  <a:close/>
                  <a:moveTo>
                    <a:pt x="4316" y="0"/>
                  </a:moveTo>
                  <a:cubicBezTo>
                    <a:pt x="3560" y="0"/>
                    <a:pt x="2930" y="631"/>
                    <a:pt x="2930" y="1387"/>
                  </a:cubicBezTo>
                  <a:cubicBezTo>
                    <a:pt x="2930" y="2143"/>
                    <a:pt x="3560" y="2773"/>
                    <a:pt x="4316" y="2773"/>
                  </a:cubicBezTo>
                  <a:lnTo>
                    <a:pt x="4316" y="2899"/>
                  </a:lnTo>
                  <a:cubicBezTo>
                    <a:pt x="3749" y="3025"/>
                    <a:pt x="3214" y="3277"/>
                    <a:pt x="2741" y="3592"/>
                  </a:cubicBezTo>
                  <a:lnTo>
                    <a:pt x="2269" y="3056"/>
                  </a:lnTo>
                  <a:lnTo>
                    <a:pt x="2521" y="2804"/>
                  </a:lnTo>
                  <a:cubicBezTo>
                    <a:pt x="2741" y="2678"/>
                    <a:pt x="2741" y="2458"/>
                    <a:pt x="2615" y="2332"/>
                  </a:cubicBezTo>
                  <a:lnTo>
                    <a:pt x="1702" y="1292"/>
                  </a:lnTo>
                  <a:cubicBezTo>
                    <a:pt x="1631" y="1203"/>
                    <a:pt x="1530" y="1165"/>
                    <a:pt x="1432" y="1165"/>
                  </a:cubicBezTo>
                  <a:cubicBezTo>
                    <a:pt x="1357" y="1165"/>
                    <a:pt x="1284" y="1188"/>
                    <a:pt x="1229" y="1229"/>
                  </a:cubicBezTo>
                  <a:lnTo>
                    <a:pt x="158" y="2143"/>
                  </a:lnTo>
                  <a:cubicBezTo>
                    <a:pt x="0" y="2269"/>
                    <a:pt x="0" y="2489"/>
                    <a:pt x="126" y="2615"/>
                  </a:cubicBezTo>
                  <a:lnTo>
                    <a:pt x="1040" y="3687"/>
                  </a:lnTo>
                  <a:cubicBezTo>
                    <a:pt x="1106" y="3770"/>
                    <a:pt x="1199" y="3809"/>
                    <a:pt x="1291" y="3809"/>
                  </a:cubicBezTo>
                  <a:cubicBezTo>
                    <a:pt x="1372" y="3809"/>
                    <a:pt x="1453" y="3778"/>
                    <a:pt x="1513" y="3718"/>
                  </a:cubicBezTo>
                  <a:lnTo>
                    <a:pt x="1796" y="3498"/>
                  </a:lnTo>
                  <a:lnTo>
                    <a:pt x="2269" y="4033"/>
                  </a:lnTo>
                  <a:cubicBezTo>
                    <a:pt x="1387" y="4852"/>
                    <a:pt x="882" y="6018"/>
                    <a:pt x="882" y="7278"/>
                  </a:cubicBezTo>
                  <a:cubicBezTo>
                    <a:pt x="882" y="9735"/>
                    <a:pt x="2899" y="11783"/>
                    <a:pt x="5356" y="11783"/>
                  </a:cubicBezTo>
                  <a:cubicBezTo>
                    <a:pt x="7845" y="11783"/>
                    <a:pt x="9861" y="9735"/>
                    <a:pt x="9861" y="7278"/>
                  </a:cubicBezTo>
                  <a:cubicBezTo>
                    <a:pt x="9861" y="6081"/>
                    <a:pt x="9389" y="4915"/>
                    <a:pt x="8475" y="4033"/>
                  </a:cubicBezTo>
                  <a:lnTo>
                    <a:pt x="8948" y="3498"/>
                  </a:lnTo>
                  <a:lnTo>
                    <a:pt x="9231" y="3718"/>
                  </a:lnTo>
                  <a:cubicBezTo>
                    <a:pt x="9306" y="3778"/>
                    <a:pt x="9387" y="3809"/>
                    <a:pt x="9465" y="3809"/>
                  </a:cubicBezTo>
                  <a:cubicBezTo>
                    <a:pt x="9553" y="3809"/>
                    <a:pt x="9637" y="3770"/>
                    <a:pt x="9704" y="3687"/>
                  </a:cubicBezTo>
                  <a:lnTo>
                    <a:pt x="10617" y="2615"/>
                  </a:lnTo>
                  <a:cubicBezTo>
                    <a:pt x="10712" y="2458"/>
                    <a:pt x="10712" y="2269"/>
                    <a:pt x="10554" y="2143"/>
                  </a:cubicBezTo>
                  <a:lnTo>
                    <a:pt x="9515" y="1229"/>
                  </a:lnTo>
                  <a:cubicBezTo>
                    <a:pt x="9446" y="1188"/>
                    <a:pt x="9365" y="1165"/>
                    <a:pt x="9288" y="1165"/>
                  </a:cubicBezTo>
                  <a:cubicBezTo>
                    <a:pt x="9189" y="1165"/>
                    <a:pt x="9095" y="1203"/>
                    <a:pt x="9042" y="1292"/>
                  </a:cubicBezTo>
                  <a:lnTo>
                    <a:pt x="8129" y="2332"/>
                  </a:lnTo>
                  <a:cubicBezTo>
                    <a:pt x="8003" y="2489"/>
                    <a:pt x="8003" y="2710"/>
                    <a:pt x="8160" y="2804"/>
                  </a:cubicBezTo>
                  <a:lnTo>
                    <a:pt x="8444" y="3056"/>
                  </a:lnTo>
                  <a:lnTo>
                    <a:pt x="7971" y="3592"/>
                  </a:lnTo>
                  <a:cubicBezTo>
                    <a:pt x="7498" y="3245"/>
                    <a:pt x="6931" y="3025"/>
                    <a:pt x="6396" y="2899"/>
                  </a:cubicBezTo>
                  <a:lnTo>
                    <a:pt x="6396" y="2773"/>
                  </a:lnTo>
                  <a:cubicBezTo>
                    <a:pt x="7152" y="2773"/>
                    <a:pt x="7782" y="2143"/>
                    <a:pt x="7782" y="1387"/>
                  </a:cubicBezTo>
                  <a:cubicBezTo>
                    <a:pt x="7782" y="631"/>
                    <a:pt x="7152" y="0"/>
                    <a:pt x="6396" y="0"/>
                  </a:cubicBezTo>
                  <a:close/>
                </a:path>
              </a:pathLst>
            </a:custGeom>
            <a:solidFill>
              <a:schemeClr val="tx1"/>
            </a:solidFill>
            <a:ln>
              <a:noFill/>
            </a:ln>
          </p:spPr>
          <p:txBody>
            <a:bodyPr spcFirstLastPara="1" wrap="square" lIns="62728" tIns="62728" rIns="62728" bIns="62728" anchor="ctr" anchorCtr="0">
              <a:noAutofit/>
            </a:bodyPr>
            <a:lstStyle/>
            <a:p>
              <a:endParaRPr sz="764" dirty="0"/>
            </a:p>
          </p:txBody>
        </p:sp>
        <p:pic>
          <p:nvPicPr>
            <p:cNvPr id="1350" name="Graphic 1349">
              <a:extLst>
                <a:ext uri="{FF2B5EF4-FFF2-40B4-BE49-F238E27FC236}">
                  <a16:creationId xmlns:a16="http://schemas.microsoft.com/office/drawing/2014/main" id="{09B7E642-F9FE-4935-9080-D74CED43BF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6000" y="1258651"/>
              <a:ext cx="76470" cy="102370"/>
            </a:xfrm>
            <a:prstGeom prst="rect">
              <a:avLst/>
            </a:prstGeom>
          </p:spPr>
        </p:pic>
      </p:grpSp>
      <p:grpSp>
        <p:nvGrpSpPr>
          <p:cNvPr id="1351" name="Group 1350">
            <a:extLst>
              <a:ext uri="{FF2B5EF4-FFF2-40B4-BE49-F238E27FC236}">
                <a16:creationId xmlns:a16="http://schemas.microsoft.com/office/drawing/2014/main" id="{954D5DD2-E66A-4470-93D9-EC6A59617602}"/>
              </a:ext>
            </a:extLst>
          </p:cNvPr>
          <p:cNvGrpSpPr/>
          <p:nvPr/>
        </p:nvGrpSpPr>
        <p:grpSpPr>
          <a:xfrm>
            <a:off x="8406630" y="5946023"/>
            <a:ext cx="241536" cy="240648"/>
            <a:chOff x="1857871" y="1167993"/>
            <a:chExt cx="241536" cy="240648"/>
          </a:xfrm>
        </p:grpSpPr>
        <p:sp>
          <p:nvSpPr>
            <p:cNvPr id="1352" name="Google Shape;4885;p59">
              <a:extLst>
                <a:ext uri="{FF2B5EF4-FFF2-40B4-BE49-F238E27FC236}">
                  <a16:creationId xmlns:a16="http://schemas.microsoft.com/office/drawing/2014/main" id="{C733702B-C062-4CEC-81F9-B6D52997FF87}"/>
                </a:ext>
              </a:extLst>
            </p:cNvPr>
            <p:cNvSpPr/>
            <p:nvPr/>
          </p:nvSpPr>
          <p:spPr>
            <a:xfrm>
              <a:off x="1857871" y="1167993"/>
              <a:ext cx="241536" cy="240648"/>
            </a:xfrm>
            <a:custGeom>
              <a:avLst/>
              <a:gdLst/>
              <a:ahLst/>
              <a:cxnLst/>
              <a:rect l="l" t="t" r="r" b="b"/>
              <a:pathLst>
                <a:path w="12792" h="12745" extrusionOk="0">
                  <a:moveTo>
                    <a:pt x="8601" y="914"/>
                  </a:moveTo>
                  <a:cubicBezTo>
                    <a:pt x="10429" y="914"/>
                    <a:pt x="11909" y="2427"/>
                    <a:pt x="11909" y="4222"/>
                  </a:cubicBezTo>
                  <a:cubicBezTo>
                    <a:pt x="11909" y="6050"/>
                    <a:pt x="10429" y="7530"/>
                    <a:pt x="8601" y="7530"/>
                  </a:cubicBezTo>
                  <a:cubicBezTo>
                    <a:pt x="7971" y="7530"/>
                    <a:pt x="7404" y="7373"/>
                    <a:pt x="6869" y="7026"/>
                  </a:cubicBezTo>
                  <a:lnTo>
                    <a:pt x="7089" y="6270"/>
                  </a:lnTo>
                  <a:cubicBezTo>
                    <a:pt x="7144" y="5997"/>
                    <a:pt x="6938" y="5748"/>
                    <a:pt x="6677" y="5748"/>
                  </a:cubicBezTo>
                  <a:cubicBezTo>
                    <a:pt x="6637" y="5748"/>
                    <a:pt x="6596" y="5754"/>
                    <a:pt x="6554" y="5766"/>
                  </a:cubicBezTo>
                  <a:lnTo>
                    <a:pt x="5829" y="5955"/>
                  </a:lnTo>
                  <a:cubicBezTo>
                    <a:pt x="5514" y="5451"/>
                    <a:pt x="5293" y="4852"/>
                    <a:pt x="5293" y="4222"/>
                  </a:cubicBezTo>
                  <a:cubicBezTo>
                    <a:pt x="5293" y="2364"/>
                    <a:pt x="6774" y="914"/>
                    <a:pt x="8601" y="914"/>
                  </a:cubicBezTo>
                  <a:close/>
                  <a:moveTo>
                    <a:pt x="6050" y="6711"/>
                  </a:moveTo>
                  <a:lnTo>
                    <a:pt x="5041" y="10303"/>
                  </a:lnTo>
                  <a:lnTo>
                    <a:pt x="4789" y="9421"/>
                  </a:lnTo>
                  <a:cubicBezTo>
                    <a:pt x="4749" y="9221"/>
                    <a:pt x="4571" y="9098"/>
                    <a:pt x="4389" y="9098"/>
                  </a:cubicBezTo>
                  <a:cubicBezTo>
                    <a:pt x="4284" y="9098"/>
                    <a:pt x="4177" y="9139"/>
                    <a:pt x="4096" y="9232"/>
                  </a:cubicBezTo>
                  <a:lnTo>
                    <a:pt x="1418" y="11910"/>
                  </a:lnTo>
                  <a:lnTo>
                    <a:pt x="820" y="11311"/>
                  </a:lnTo>
                  <a:lnTo>
                    <a:pt x="3529" y="8665"/>
                  </a:lnTo>
                  <a:cubicBezTo>
                    <a:pt x="3781" y="8444"/>
                    <a:pt x="3655" y="8034"/>
                    <a:pt x="3340" y="7971"/>
                  </a:cubicBezTo>
                  <a:lnTo>
                    <a:pt x="2458" y="7719"/>
                  </a:lnTo>
                  <a:lnTo>
                    <a:pt x="6050" y="6711"/>
                  </a:lnTo>
                  <a:close/>
                  <a:moveTo>
                    <a:pt x="8664" y="1"/>
                  </a:moveTo>
                  <a:cubicBezTo>
                    <a:pt x="6365" y="1"/>
                    <a:pt x="4506" y="1860"/>
                    <a:pt x="4506" y="4159"/>
                  </a:cubicBezTo>
                  <a:cubicBezTo>
                    <a:pt x="4506" y="4852"/>
                    <a:pt x="4663" y="5514"/>
                    <a:pt x="5041" y="6113"/>
                  </a:cubicBezTo>
                  <a:lnTo>
                    <a:pt x="820" y="7341"/>
                  </a:lnTo>
                  <a:cubicBezTo>
                    <a:pt x="631" y="7373"/>
                    <a:pt x="505" y="7562"/>
                    <a:pt x="505" y="7719"/>
                  </a:cubicBezTo>
                  <a:cubicBezTo>
                    <a:pt x="505" y="7940"/>
                    <a:pt x="631" y="8097"/>
                    <a:pt x="820" y="8129"/>
                  </a:cubicBezTo>
                  <a:lnTo>
                    <a:pt x="2458" y="8570"/>
                  </a:lnTo>
                  <a:lnTo>
                    <a:pt x="316" y="10712"/>
                  </a:lnTo>
                  <a:cubicBezTo>
                    <a:pt x="1" y="11027"/>
                    <a:pt x="1" y="11563"/>
                    <a:pt x="316" y="11910"/>
                  </a:cubicBezTo>
                  <a:lnTo>
                    <a:pt x="883" y="12508"/>
                  </a:lnTo>
                  <a:cubicBezTo>
                    <a:pt x="1040" y="12666"/>
                    <a:pt x="1253" y="12744"/>
                    <a:pt x="1469" y="12744"/>
                  </a:cubicBezTo>
                  <a:cubicBezTo>
                    <a:pt x="1686" y="12744"/>
                    <a:pt x="1907" y="12666"/>
                    <a:pt x="2080" y="12508"/>
                  </a:cubicBezTo>
                  <a:lnTo>
                    <a:pt x="4254" y="10334"/>
                  </a:lnTo>
                  <a:lnTo>
                    <a:pt x="4663" y="11973"/>
                  </a:lnTo>
                  <a:cubicBezTo>
                    <a:pt x="4727" y="12181"/>
                    <a:pt x="4906" y="12292"/>
                    <a:pt x="5078" y="12292"/>
                  </a:cubicBezTo>
                  <a:cubicBezTo>
                    <a:pt x="5244" y="12292"/>
                    <a:pt x="5405" y="12189"/>
                    <a:pt x="5451" y="11973"/>
                  </a:cubicBezTo>
                  <a:lnTo>
                    <a:pt x="6680" y="7782"/>
                  </a:lnTo>
                  <a:cubicBezTo>
                    <a:pt x="7278" y="8097"/>
                    <a:pt x="7940" y="8286"/>
                    <a:pt x="8664" y="8286"/>
                  </a:cubicBezTo>
                  <a:cubicBezTo>
                    <a:pt x="10933" y="8286"/>
                    <a:pt x="12792" y="6428"/>
                    <a:pt x="12792" y="4159"/>
                  </a:cubicBezTo>
                  <a:cubicBezTo>
                    <a:pt x="12792" y="1860"/>
                    <a:pt x="10933" y="1"/>
                    <a:pt x="866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53" name="Graphic 1352">
              <a:extLst>
                <a:ext uri="{FF2B5EF4-FFF2-40B4-BE49-F238E27FC236}">
                  <a16:creationId xmlns:a16="http://schemas.microsoft.com/office/drawing/2014/main" id="{1B0A59F1-6D77-4080-AF06-D4D4081493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87533" y="1199290"/>
              <a:ext cx="69443" cy="92963"/>
            </a:xfrm>
            <a:prstGeom prst="rect">
              <a:avLst/>
            </a:prstGeom>
          </p:spPr>
        </p:pic>
      </p:grpSp>
      <p:grpSp>
        <p:nvGrpSpPr>
          <p:cNvPr id="1354" name="Group 1353">
            <a:extLst>
              <a:ext uri="{FF2B5EF4-FFF2-40B4-BE49-F238E27FC236}">
                <a16:creationId xmlns:a16="http://schemas.microsoft.com/office/drawing/2014/main" id="{6B8EEC46-D781-4AB8-BEEE-73F384A448A5}"/>
              </a:ext>
            </a:extLst>
          </p:cNvPr>
          <p:cNvGrpSpPr/>
          <p:nvPr/>
        </p:nvGrpSpPr>
        <p:grpSpPr>
          <a:xfrm>
            <a:off x="8104602" y="5954565"/>
            <a:ext cx="228192" cy="226391"/>
            <a:chOff x="2208997" y="1172716"/>
            <a:chExt cx="228192" cy="226391"/>
          </a:xfrm>
        </p:grpSpPr>
        <p:sp>
          <p:nvSpPr>
            <p:cNvPr id="1355" name="Google Shape;8695;p68">
              <a:extLst>
                <a:ext uri="{FF2B5EF4-FFF2-40B4-BE49-F238E27FC236}">
                  <a16:creationId xmlns:a16="http://schemas.microsoft.com/office/drawing/2014/main" id="{07348E0E-6236-47D6-83B3-160BD4004117}"/>
                </a:ext>
              </a:extLst>
            </p:cNvPr>
            <p:cNvSpPr/>
            <p:nvPr/>
          </p:nvSpPr>
          <p:spPr>
            <a:xfrm>
              <a:off x="2208997" y="1172716"/>
              <a:ext cx="228192" cy="226391"/>
            </a:xfrm>
            <a:custGeom>
              <a:avLst/>
              <a:gdLst/>
              <a:ahLst/>
              <a:cxnLst/>
              <a:rect l="l" t="t" r="r" b="b"/>
              <a:pathLst>
                <a:path w="11910" h="11816" extrusionOk="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56" name="Graphic 1355">
              <a:extLst>
                <a:ext uri="{FF2B5EF4-FFF2-40B4-BE49-F238E27FC236}">
                  <a16:creationId xmlns:a16="http://schemas.microsoft.com/office/drawing/2014/main" id="{F314C062-C230-4746-A33A-085EFE8E3B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90233" y="1204275"/>
              <a:ext cx="65719" cy="87978"/>
            </a:xfrm>
            <a:prstGeom prst="rect">
              <a:avLst/>
            </a:prstGeom>
          </p:spPr>
        </p:pic>
      </p:grpSp>
      <p:grpSp>
        <p:nvGrpSpPr>
          <p:cNvPr id="1357" name="Group 1356">
            <a:extLst>
              <a:ext uri="{FF2B5EF4-FFF2-40B4-BE49-F238E27FC236}">
                <a16:creationId xmlns:a16="http://schemas.microsoft.com/office/drawing/2014/main" id="{27036B4F-8ACF-4D59-9642-9D48AD7ECF0E}"/>
              </a:ext>
            </a:extLst>
          </p:cNvPr>
          <p:cNvGrpSpPr/>
          <p:nvPr/>
        </p:nvGrpSpPr>
        <p:grpSpPr>
          <a:xfrm>
            <a:off x="9064101" y="5946702"/>
            <a:ext cx="208210" cy="239289"/>
            <a:chOff x="2745744" y="890988"/>
            <a:chExt cx="208210" cy="239289"/>
          </a:xfrm>
        </p:grpSpPr>
        <p:sp>
          <p:nvSpPr>
            <p:cNvPr id="1358" name="Google Shape;4806;p59">
              <a:extLst>
                <a:ext uri="{FF2B5EF4-FFF2-40B4-BE49-F238E27FC236}">
                  <a16:creationId xmlns:a16="http://schemas.microsoft.com/office/drawing/2014/main" id="{462C9FA4-8B36-4ED1-8795-9440A2EB620A}"/>
                </a:ext>
              </a:extLst>
            </p:cNvPr>
            <p:cNvSpPr/>
            <p:nvPr/>
          </p:nvSpPr>
          <p:spPr>
            <a:xfrm>
              <a:off x="2745744" y="890988"/>
              <a:ext cx="208210" cy="239289"/>
            </a:xfrm>
            <a:custGeom>
              <a:avLst/>
              <a:gdLst/>
              <a:ahLst/>
              <a:cxnLst/>
              <a:rect l="l" t="t" r="r" b="b"/>
              <a:pathLst>
                <a:path w="11027" h="12673" extrusionOk="0">
                  <a:moveTo>
                    <a:pt x="5514" y="1047"/>
                  </a:moveTo>
                  <a:cubicBezTo>
                    <a:pt x="6238" y="1519"/>
                    <a:pt x="7215" y="1834"/>
                    <a:pt x="8003" y="1834"/>
                  </a:cubicBezTo>
                  <a:cubicBezTo>
                    <a:pt x="8538" y="1834"/>
                    <a:pt x="9294" y="1708"/>
                    <a:pt x="10208" y="1204"/>
                  </a:cubicBezTo>
                  <a:lnTo>
                    <a:pt x="10208" y="5237"/>
                  </a:lnTo>
                  <a:cubicBezTo>
                    <a:pt x="10177" y="8198"/>
                    <a:pt x="8349" y="10845"/>
                    <a:pt x="5514" y="11821"/>
                  </a:cubicBezTo>
                  <a:cubicBezTo>
                    <a:pt x="2710" y="10845"/>
                    <a:pt x="820" y="8198"/>
                    <a:pt x="820" y="5237"/>
                  </a:cubicBezTo>
                  <a:lnTo>
                    <a:pt x="820" y="1204"/>
                  </a:lnTo>
                  <a:cubicBezTo>
                    <a:pt x="1513" y="1582"/>
                    <a:pt x="2269" y="1834"/>
                    <a:pt x="3025" y="1834"/>
                  </a:cubicBezTo>
                  <a:cubicBezTo>
                    <a:pt x="3844" y="1834"/>
                    <a:pt x="4758" y="1551"/>
                    <a:pt x="5514" y="1047"/>
                  </a:cubicBezTo>
                  <a:close/>
                  <a:moveTo>
                    <a:pt x="10654" y="1"/>
                  </a:moveTo>
                  <a:cubicBezTo>
                    <a:pt x="10567" y="1"/>
                    <a:pt x="10476" y="33"/>
                    <a:pt x="10397" y="102"/>
                  </a:cubicBezTo>
                  <a:cubicBezTo>
                    <a:pt x="9389" y="826"/>
                    <a:pt x="8538" y="952"/>
                    <a:pt x="8034" y="952"/>
                  </a:cubicBezTo>
                  <a:cubicBezTo>
                    <a:pt x="7310" y="952"/>
                    <a:pt x="6396" y="637"/>
                    <a:pt x="5766" y="165"/>
                  </a:cubicBezTo>
                  <a:cubicBezTo>
                    <a:pt x="5703" y="102"/>
                    <a:pt x="5616" y="70"/>
                    <a:pt x="5526" y="70"/>
                  </a:cubicBezTo>
                  <a:cubicBezTo>
                    <a:pt x="5435" y="70"/>
                    <a:pt x="5341" y="102"/>
                    <a:pt x="5262" y="165"/>
                  </a:cubicBezTo>
                  <a:cubicBezTo>
                    <a:pt x="4632" y="637"/>
                    <a:pt x="3781" y="952"/>
                    <a:pt x="3025" y="952"/>
                  </a:cubicBezTo>
                  <a:cubicBezTo>
                    <a:pt x="2237" y="952"/>
                    <a:pt x="1450" y="637"/>
                    <a:pt x="662" y="102"/>
                  </a:cubicBezTo>
                  <a:cubicBezTo>
                    <a:pt x="582" y="40"/>
                    <a:pt x="495" y="13"/>
                    <a:pt x="411" y="13"/>
                  </a:cubicBezTo>
                  <a:cubicBezTo>
                    <a:pt x="196" y="13"/>
                    <a:pt x="0" y="190"/>
                    <a:pt x="0" y="417"/>
                  </a:cubicBezTo>
                  <a:lnTo>
                    <a:pt x="0" y="5237"/>
                  </a:lnTo>
                  <a:cubicBezTo>
                    <a:pt x="0" y="8608"/>
                    <a:pt x="2080" y="11601"/>
                    <a:pt x="5388" y="12641"/>
                  </a:cubicBezTo>
                  <a:cubicBezTo>
                    <a:pt x="5419" y="12641"/>
                    <a:pt x="5451" y="12672"/>
                    <a:pt x="5514" y="12672"/>
                  </a:cubicBezTo>
                  <a:cubicBezTo>
                    <a:pt x="5545" y="12672"/>
                    <a:pt x="5577" y="12672"/>
                    <a:pt x="5640" y="12641"/>
                  </a:cubicBezTo>
                  <a:cubicBezTo>
                    <a:pt x="8979" y="11538"/>
                    <a:pt x="11027" y="8513"/>
                    <a:pt x="11027" y="5237"/>
                  </a:cubicBezTo>
                  <a:lnTo>
                    <a:pt x="11027" y="417"/>
                  </a:lnTo>
                  <a:cubicBezTo>
                    <a:pt x="11027" y="157"/>
                    <a:pt x="10848" y="1"/>
                    <a:pt x="1065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59" name="Graphic 1358">
              <a:extLst>
                <a:ext uri="{FF2B5EF4-FFF2-40B4-BE49-F238E27FC236}">
                  <a16:creationId xmlns:a16="http://schemas.microsoft.com/office/drawing/2014/main" id="{E0D7FA90-6F5B-447F-8FDE-6FCC651FE0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1614" y="959447"/>
              <a:ext cx="76470" cy="102370"/>
            </a:xfrm>
            <a:prstGeom prst="rect">
              <a:avLst/>
            </a:prstGeom>
          </p:spPr>
        </p:pic>
      </p:grpSp>
      <p:grpSp>
        <p:nvGrpSpPr>
          <p:cNvPr id="1360" name="Group 1359">
            <a:extLst>
              <a:ext uri="{FF2B5EF4-FFF2-40B4-BE49-F238E27FC236}">
                <a16:creationId xmlns:a16="http://schemas.microsoft.com/office/drawing/2014/main" id="{F1FEDF41-629D-4379-BC57-2981578B1954}"/>
              </a:ext>
            </a:extLst>
          </p:cNvPr>
          <p:cNvGrpSpPr/>
          <p:nvPr/>
        </p:nvGrpSpPr>
        <p:grpSpPr>
          <a:xfrm>
            <a:off x="9628947" y="5946023"/>
            <a:ext cx="238571" cy="239912"/>
            <a:chOff x="2730790" y="1168361"/>
            <a:chExt cx="238571" cy="239912"/>
          </a:xfrm>
        </p:grpSpPr>
        <p:sp>
          <p:nvSpPr>
            <p:cNvPr id="1361" name="Google Shape;4809;p59">
              <a:extLst>
                <a:ext uri="{FF2B5EF4-FFF2-40B4-BE49-F238E27FC236}">
                  <a16:creationId xmlns:a16="http://schemas.microsoft.com/office/drawing/2014/main" id="{033AA628-BEEA-4C0C-98C2-9CB723443A61}"/>
                </a:ext>
              </a:extLst>
            </p:cNvPr>
            <p:cNvSpPr/>
            <p:nvPr/>
          </p:nvSpPr>
          <p:spPr>
            <a:xfrm>
              <a:off x="2730790" y="1168361"/>
              <a:ext cx="238571" cy="239912"/>
            </a:xfrm>
            <a:custGeom>
              <a:avLst/>
              <a:gdLst/>
              <a:ahLst/>
              <a:cxnLst/>
              <a:rect l="l" t="t" r="r" b="b"/>
              <a:pathLst>
                <a:path w="12635" h="12706" extrusionOk="0">
                  <a:moveTo>
                    <a:pt x="4632" y="3309"/>
                  </a:moveTo>
                  <a:cubicBezTo>
                    <a:pt x="5388" y="3309"/>
                    <a:pt x="6018" y="3939"/>
                    <a:pt x="6018" y="4695"/>
                  </a:cubicBezTo>
                  <a:cubicBezTo>
                    <a:pt x="6018" y="4916"/>
                    <a:pt x="5924" y="5168"/>
                    <a:pt x="5829" y="5388"/>
                  </a:cubicBezTo>
                  <a:lnTo>
                    <a:pt x="5357" y="5861"/>
                  </a:lnTo>
                  <a:cubicBezTo>
                    <a:pt x="5136" y="5987"/>
                    <a:pt x="4916" y="6081"/>
                    <a:pt x="4632" y="6081"/>
                  </a:cubicBezTo>
                  <a:cubicBezTo>
                    <a:pt x="3876" y="6081"/>
                    <a:pt x="3246" y="5451"/>
                    <a:pt x="3246" y="4695"/>
                  </a:cubicBezTo>
                  <a:cubicBezTo>
                    <a:pt x="3246" y="3939"/>
                    <a:pt x="3876" y="3309"/>
                    <a:pt x="4632" y="3309"/>
                  </a:cubicBezTo>
                  <a:close/>
                  <a:moveTo>
                    <a:pt x="4632" y="820"/>
                  </a:moveTo>
                  <a:cubicBezTo>
                    <a:pt x="6617" y="820"/>
                    <a:pt x="8287" y="2364"/>
                    <a:pt x="8444" y="4285"/>
                  </a:cubicBezTo>
                  <a:lnTo>
                    <a:pt x="8444" y="4412"/>
                  </a:lnTo>
                  <a:cubicBezTo>
                    <a:pt x="7877" y="4412"/>
                    <a:pt x="7310" y="4538"/>
                    <a:pt x="6806" y="4758"/>
                  </a:cubicBezTo>
                  <a:lnTo>
                    <a:pt x="6806" y="4695"/>
                  </a:lnTo>
                  <a:cubicBezTo>
                    <a:pt x="6806" y="3466"/>
                    <a:pt x="5829" y="2490"/>
                    <a:pt x="4601" y="2490"/>
                  </a:cubicBezTo>
                  <a:cubicBezTo>
                    <a:pt x="3372" y="2490"/>
                    <a:pt x="2395" y="3466"/>
                    <a:pt x="2395" y="4695"/>
                  </a:cubicBezTo>
                  <a:cubicBezTo>
                    <a:pt x="2395" y="5924"/>
                    <a:pt x="3372" y="6900"/>
                    <a:pt x="4601" y="6900"/>
                  </a:cubicBezTo>
                  <a:lnTo>
                    <a:pt x="4664" y="6900"/>
                  </a:lnTo>
                  <a:cubicBezTo>
                    <a:pt x="4443" y="7404"/>
                    <a:pt x="4317" y="7972"/>
                    <a:pt x="4317" y="8539"/>
                  </a:cubicBezTo>
                  <a:cubicBezTo>
                    <a:pt x="4317" y="9421"/>
                    <a:pt x="4601" y="10240"/>
                    <a:pt x="5073" y="10902"/>
                  </a:cubicBezTo>
                  <a:lnTo>
                    <a:pt x="4601" y="11532"/>
                  </a:lnTo>
                  <a:lnTo>
                    <a:pt x="1513" y="7026"/>
                  </a:lnTo>
                  <a:cubicBezTo>
                    <a:pt x="1009" y="6333"/>
                    <a:pt x="725" y="5546"/>
                    <a:pt x="725" y="4695"/>
                  </a:cubicBezTo>
                  <a:cubicBezTo>
                    <a:pt x="788" y="2553"/>
                    <a:pt x="2521" y="820"/>
                    <a:pt x="4632" y="820"/>
                  </a:cubicBezTo>
                  <a:close/>
                  <a:moveTo>
                    <a:pt x="8507" y="5231"/>
                  </a:moveTo>
                  <a:cubicBezTo>
                    <a:pt x="10334" y="5231"/>
                    <a:pt x="11815" y="6743"/>
                    <a:pt x="11815" y="8539"/>
                  </a:cubicBezTo>
                  <a:cubicBezTo>
                    <a:pt x="11815" y="10366"/>
                    <a:pt x="10303" y="11847"/>
                    <a:pt x="8507" y="11847"/>
                  </a:cubicBezTo>
                  <a:cubicBezTo>
                    <a:pt x="6680" y="11847"/>
                    <a:pt x="5199" y="10366"/>
                    <a:pt x="5199" y="8539"/>
                  </a:cubicBezTo>
                  <a:cubicBezTo>
                    <a:pt x="5199" y="6743"/>
                    <a:pt x="6680" y="5231"/>
                    <a:pt x="8507" y="5231"/>
                  </a:cubicBezTo>
                  <a:close/>
                  <a:moveTo>
                    <a:pt x="4664" y="1"/>
                  </a:moveTo>
                  <a:cubicBezTo>
                    <a:pt x="2080" y="1"/>
                    <a:pt x="1" y="2080"/>
                    <a:pt x="1" y="4695"/>
                  </a:cubicBezTo>
                  <a:cubicBezTo>
                    <a:pt x="1" y="5703"/>
                    <a:pt x="316" y="6711"/>
                    <a:pt x="946" y="7499"/>
                  </a:cubicBezTo>
                  <a:lnTo>
                    <a:pt x="4317" y="12540"/>
                  </a:lnTo>
                  <a:cubicBezTo>
                    <a:pt x="4396" y="12650"/>
                    <a:pt x="4522" y="12705"/>
                    <a:pt x="4648" y="12705"/>
                  </a:cubicBezTo>
                  <a:cubicBezTo>
                    <a:pt x="4774" y="12705"/>
                    <a:pt x="4900" y="12650"/>
                    <a:pt x="4979" y="12540"/>
                  </a:cubicBezTo>
                  <a:lnTo>
                    <a:pt x="5672" y="11532"/>
                  </a:lnTo>
                  <a:cubicBezTo>
                    <a:pt x="6396" y="12256"/>
                    <a:pt x="7404" y="12697"/>
                    <a:pt x="8507" y="12697"/>
                  </a:cubicBezTo>
                  <a:cubicBezTo>
                    <a:pt x="10776" y="12697"/>
                    <a:pt x="12634" y="10838"/>
                    <a:pt x="12634" y="8539"/>
                  </a:cubicBezTo>
                  <a:cubicBezTo>
                    <a:pt x="12634" y="6554"/>
                    <a:pt x="11217" y="4884"/>
                    <a:pt x="9326" y="4506"/>
                  </a:cubicBezTo>
                  <a:lnTo>
                    <a:pt x="9326" y="4222"/>
                  </a:lnTo>
                  <a:cubicBezTo>
                    <a:pt x="9074" y="1891"/>
                    <a:pt x="7121" y="1"/>
                    <a:pt x="4664"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62" name="Graphic 1361">
              <a:extLst>
                <a:ext uri="{FF2B5EF4-FFF2-40B4-BE49-F238E27FC236}">
                  <a16:creationId xmlns:a16="http://schemas.microsoft.com/office/drawing/2014/main" id="{D38A3A38-8322-494A-A1EB-D9ED828F44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5248" y="1285720"/>
              <a:ext cx="65671" cy="87913"/>
            </a:xfrm>
            <a:prstGeom prst="rect">
              <a:avLst/>
            </a:prstGeom>
          </p:spPr>
        </p:pic>
      </p:grpSp>
      <p:grpSp>
        <p:nvGrpSpPr>
          <p:cNvPr id="1363" name="Group 1362">
            <a:extLst>
              <a:ext uri="{FF2B5EF4-FFF2-40B4-BE49-F238E27FC236}">
                <a16:creationId xmlns:a16="http://schemas.microsoft.com/office/drawing/2014/main" id="{3A76B790-A84C-433D-A196-4BBC1FC0AE05}"/>
              </a:ext>
            </a:extLst>
          </p:cNvPr>
          <p:cNvGrpSpPr/>
          <p:nvPr/>
        </p:nvGrpSpPr>
        <p:grpSpPr>
          <a:xfrm>
            <a:off x="9341012" y="5946023"/>
            <a:ext cx="240346" cy="218349"/>
            <a:chOff x="2729902" y="1455751"/>
            <a:chExt cx="240346" cy="218349"/>
          </a:xfrm>
        </p:grpSpPr>
        <p:sp>
          <p:nvSpPr>
            <p:cNvPr id="1364" name="Google Shape;4812;p59">
              <a:extLst>
                <a:ext uri="{FF2B5EF4-FFF2-40B4-BE49-F238E27FC236}">
                  <a16:creationId xmlns:a16="http://schemas.microsoft.com/office/drawing/2014/main" id="{59D8B82D-5A26-4709-8D93-962EE99C7945}"/>
                </a:ext>
              </a:extLst>
            </p:cNvPr>
            <p:cNvSpPr/>
            <p:nvPr/>
          </p:nvSpPr>
          <p:spPr>
            <a:xfrm>
              <a:off x="2729902" y="1455751"/>
              <a:ext cx="240346" cy="218349"/>
            </a:xfrm>
            <a:custGeom>
              <a:avLst/>
              <a:gdLst/>
              <a:ahLst/>
              <a:cxnLst/>
              <a:rect l="l" t="t" r="r" b="b"/>
              <a:pathLst>
                <a:path w="12729" h="11564" extrusionOk="0">
                  <a:moveTo>
                    <a:pt x="3750" y="851"/>
                  </a:moveTo>
                  <a:cubicBezTo>
                    <a:pt x="5420" y="851"/>
                    <a:pt x="6617" y="1513"/>
                    <a:pt x="6617" y="2112"/>
                  </a:cubicBezTo>
                  <a:cubicBezTo>
                    <a:pt x="6617" y="2679"/>
                    <a:pt x="5420" y="3309"/>
                    <a:pt x="3750" y="3309"/>
                  </a:cubicBezTo>
                  <a:cubicBezTo>
                    <a:pt x="2206" y="3309"/>
                    <a:pt x="851" y="2679"/>
                    <a:pt x="851" y="2112"/>
                  </a:cubicBezTo>
                  <a:cubicBezTo>
                    <a:pt x="851" y="1481"/>
                    <a:pt x="2112" y="851"/>
                    <a:pt x="3750" y="851"/>
                  </a:cubicBezTo>
                  <a:close/>
                  <a:moveTo>
                    <a:pt x="6617" y="3403"/>
                  </a:moveTo>
                  <a:lnTo>
                    <a:pt x="6617" y="3781"/>
                  </a:lnTo>
                  <a:cubicBezTo>
                    <a:pt x="5829" y="4222"/>
                    <a:pt x="5199" y="4884"/>
                    <a:pt x="4821" y="5672"/>
                  </a:cubicBezTo>
                  <a:cubicBezTo>
                    <a:pt x="4475" y="5766"/>
                    <a:pt x="4096" y="5766"/>
                    <a:pt x="3750" y="5766"/>
                  </a:cubicBezTo>
                  <a:cubicBezTo>
                    <a:pt x="2206" y="5766"/>
                    <a:pt x="851" y="5136"/>
                    <a:pt x="851" y="4506"/>
                  </a:cubicBezTo>
                  <a:lnTo>
                    <a:pt x="851" y="3403"/>
                  </a:lnTo>
                  <a:cubicBezTo>
                    <a:pt x="1639" y="3939"/>
                    <a:pt x="2742" y="4159"/>
                    <a:pt x="3750" y="4159"/>
                  </a:cubicBezTo>
                  <a:cubicBezTo>
                    <a:pt x="4727" y="4159"/>
                    <a:pt x="5829" y="3939"/>
                    <a:pt x="6617" y="3403"/>
                  </a:cubicBezTo>
                  <a:close/>
                  <a:moveTo>
                    <a:pt x="883" y="5913"/>
                  </a:moveTo>
                  <a:cubicBezTo>
                    <a:pt x="1396" y="6254"/>
                    <a:pt x="2361" y="6617"/>
                    <a:pt x="3750" y="6617"/>
                  </a:cubicBezTo>
                  <a:cubicBezTo>
                    <a:pt x="4033" y="6617"/>
                    <a:pt x="4254" y="6617"/>
                    <a:pt x="4538" y="6585"/>
                  </a:cubicBezTo>
                  <a:lnTo>
                    <a:pt x="4538" y="6585"/>
                  </a:lnTo>
                  <a:cubicBezTo>
                    <a:pt x="4475" y="6869"/>
                    <a:pt x="4475" y="7184"/>
                    <a:pt x="4475" y="7467"/>
                  </a:cubicBezTo>
                  <a:cubicBezTo>
                    <a:pt x="4475" y="7719"/>
                    <a:pt x="4506" y="7971"/>
                    <a:pt x="4538" y="8255"/>
                  </a:cubicBezTo>
                  <a:cubicBezTo>
                    <a:pt x="4317" y="8287"/>
                    <a:pt x="4033" y="8287"/>
                    <a:pt x="3781" y="8287"/>
                  </a:cubicBezTo>
                  <a:cubicBezTo>
                    <a:pt x="2269" y="8287"/>
                    <a:pt x="883" y="7656"/>
                    <a:pt x="883" y="7026"/>
                  </a:cubicBezTo>
                  <a:lnTo>
                    <a:pt x="883" y="5913"/>
                  </a:lnTo>
                  <a:close/>
                  <a:moveTo>
                    <a:pt x="851" y="8350"/>
                  </a:moveTo>
                  <a:cubicBezTo>
                    <a:pt x="1639" y="8917"/>
                    <a:pt x="2773" y="9106"/>
                    <a:pt x="3750" y="9106"/>
                  </a:cubicBezTo>
                  <a:cubicBezTo>
                    <a:pt x="4096" y="9106"/>
                    <a:pt x="4412" y="9074"/>
                    <a:pt x="4727" y="9043"/>
                  </a:cubicBezTo>
                  <a:cubicBezTo>
                    <a:pt x="4979" y="9547"/>
                    <a:pt x="5294" y="10019"/>
                    <a:pt x="5672" y="10397"/>
                  </a:cubicBezTo>
                  <a:cubicBezTo>
                    <a:pt x="5136" y="10649"/>
                    <a:pt x="4475" y="10775"/>
                    <a:pt x="3750" y="10775"/>
                  </a:cubicBezTo>
                  <a:cubicBezTo>
                    <a:pt x="2112" y="10775"/>
                    <a:pt x="851" y="10082"/>
                    <a:pt x="851" y="9547"/>
                  </a:cubicBezTo>
                  <a:lnTo>
                    <a:pt x="851" y="8350"/>
                  </a:lnTo>
                  <a:close/>
                  <a:moveTo>
                    <a:pt x="8570" y="4159"/>
                  </a:moveTo>
                  <a:cubicBezTo>
                    <a:pt x="10366" y="4159"/>
                    <a:pt x="11878" y="5640"/>
                    <a:pt x="11878" y="7467"/>
                  </a:cubicBezTo>
                  <a:cubicBezTo>
                    <a:pt x="11878" y="9263"/>
                    <a:pt x="10366" y="10775"/>
                    <a:pt x="8570" y="10775"/>
                  </a:cubicBezTo>
                  <a:cubicBezTo>
                    <a:pt x="6743" y="10775"/>
                    <a:pt x="5262" y="9263"/>
                    <a:pt x="5262" y="7467"/>
                  </a:cubicBezTo>
                  <a:cubicBezTo>
                    <a:pt x="5262" y="5609"/>
                    <a:pt x="6743" y="4159"/>
                    <a:pt x="8570" y="4159"/>
                  </a:cubicBezTo>
                  <a:close/>
                  <a:moveTo>
                    <a:pt x="3781" y="1"/>
                  </a:moveTo>
                  <a:cubicBezTo>
                    <a:pt x="1797" y="1"/>
                    <a:pt x="64" y="851"/>
                    <a:pt x="64" y="2112"/>
                  </a:cubicBezTo>
                  <a:lnTo>
                    <a:pt x="64" y="9547"/>
                  </a:lnTo>
                  <a:cubicBezTo>
                    <a:pt x="1" y="10082"/>
                    <a:pt x="442" y="10649"/>
                    <a:pt x="1230" y="11027"/>
                  </a:cubicBezTo>
                  <a:cubicBezTo>
                    <a:pt x="1891" y="11405"/>
                    <a:pt x="2805" y="11563"/>
                    <a:pt x="3750" y="11563"/>
                  </a:cubicBezTo>
                  <a:cubicBezTo>
                    <a:pt x="4790" y="11563"/>
                    <a:pt x="5735" y="11311"/>
                    <a:pt x="6428" y="10964"/>
                  </a:cubicBezTo>
                  <a:cubicBezTo>
                    <a:pt x="7058" y="11342"/>
                    <a:pt x="7814" y="11563"/>
                    <a:pt x="8602" y="11563"/>
                  </a:cubicBezTo>
                  <a:cubicBezTo>
                    <a:pt x="10870" y="11563"/>
                    <a:pt x="12729" y="9704"/>
                    <a:pt x="12729" y="7404"/>
                  </a:cubicBezTo>
                  <a:cubicBezTo>
                    <a:pt x="12729" y="5136"/>
                    <a:pt x="10870" y="3277"/>
                    <a:pt x="8602" y="3277"/>
                  </a:cubicBezTo>
                  <a:cubicBezTo>
                    <a:pt x="8192" y="3277"/>
                    <a:pt x="7846" y="3309"/>
                    <a:pt x="7499" y="3435"/>
                  </a:cubicBezTo>
                  <a:lnTo>
                    <a:pt x="7499" y="2049"/>
                  </a:lnTo>
                  <a:cubicBezTo>
                    <a:pt x="7499" y="1481"/>
                    <a:pt x="7058" y="914"/>
                    <a:pt x="6302" y="536"/>
                  </a:cubicBezTo>
                  <a:cubicBezTo>
                    <a:pt x="5640" y="158"/>
                    <a:pt x="4727" y="1"/>
                    <a:pt x="3781"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65" name="Graphic 1364">
              <a:extLst>
                <a:ext uri="{FF2B5EF4-FFF2-40B4-BE49-F238E27FC236}">
                  <a16:creationId xmlns:a16="http://schemas.microsoft.com/office/drawing/2014/main" id="{380548CA-EF05-4EC7-A54E-86B2DBEB81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62963" y="1559289"/>
              <a:ext cx="57956" cy="77585"/>
            </a:xfrm>
            <a:prstGeom prst="rect">
              <a:avLst/>
            </a:prstGeom>
          </p:spPr>
        </p:pic>
      </p:grpSp>
      <p:grpSp>
        <p:nvGrpSpPr>
          <p:cNvPr id="1366" name="Group 1365">
            <a:extLst>
              <a:ext uri="{FF2B5EF4-FFF2-40B4-BE49-F238E27FC236}">
                <a16:creationId xmlns:a16="http://schemas.microsoft.com/office/drawing/2014/main" id="{26A234C6-5689-44CE-86AC-A9E8AD0EF21B}"/>
              </a:ext>
            </a:extLst>
          </p:cNvPr>
          <p:cNvGrpSpPr/>
          <p:nvPr/>
        </p:nvGrpSpPr>
        <p:grpSpPr>
          <a:xfrm>
            <a:off x="8739581" y="5957483"/>
            <a:ext cx="238553" cy="239742"/>
            <a:chOff x="2435873" y="1445055"/>
            <a:chExt cx="238553" cy="239742"/>
          </a:xfrm>
        </p:grpSpPr>
        <p:sp>
          <p:nvSpPr>
            <p:cNvPr id="1367" name="Google Shape;4777;p59">
              <a:extLst>
                <a:ext uri="{FF2B5EF4-FFF2-40B4-BE49-F238E27FC236}">
                  <a16:creationId xmlns:a16="http://schemas.microsoft.com/office/drawing/2014/main" id="{FA216E3B-7C20-426A-9DFD-9FBC7F4BA0F7}"/>
                </a:ext>
              </a:extLst>
            </p:cNvPr>
            <p:cNvSpPr/>
            <p:nvPr/>
          </p:nvSpPr>
          <p:spPr>
            <a:xfrm>
              <a:off x="2435873" y="1445055"/>
              <a:ext cx="238553" cy="239742"/>
            </a:xfrm>
            <a:custGeom>
              <a:avLst/>
              <a:gdLst/>
              <a:ahLst/>
              <a:cxnLst/>
              <a:rect l="l" t="t" r="r" b="b"/>
              <a:pathLst>
                <a:path w="12634" h="12697" extrusionOk="0">
                  <a:moveTo>
                    <a:pt x="11405" y="851"/>
                  </a:moveTo>
                  <a:cubicBezTo>
                    <a:pt x="11657" y="851"/>
                    <a:pt x="11814" y="1040"/>
                    <a:pt x="11814" y="1260"/>
                  </a:cubicBezTo>
                  <a:lnTo>
                    <a:pt x="11814" y="7719"/>
                  </a:lnTo>
                  <a:lnTo>
                    <a:pt x="788" y="7719"/>
                  </a:lnTo>
                  <a:lnTo>
                    <a:pt x="788" y="1260"/>
                  </a:lnTo>
                  <a:cubicBezTo>
                    <a:pt x="788" y="1040"/>
                    <a:pt x="977" y="851"/>
                    <a:pt x="1197" y="851"/>
                  </a:cubicBezTo>
                  <a:close/>
                  <a:moveTo>
                    <a:pt x="11814" y="8506"/>
                  </a:moveTo>
                  <a:lnTo>
                    <a:pt x="11814" y="8947"/>
                  </a:lnTo>
                  <a:cubicBezTo>
                    <a:pt x="11814" y="9199"/>
                    <a:pt x="11594" y="9389"/>
                    <a:pt x="11405" y="9389"/>
                  </a:cubicBezTo>
                  <a:lnTo>
                    <a:pt x="1197" y="9389"/>
                  </a:lnTo>
                  <a:cubicBezTo>
                    <a:pt x="977" y="9389"/>
                    <a:pt x="788" y="9199"/>
                    <a:pt x="788" y="8947"/>
                  </a:cubicBezTo>
                  <a:lnTo>
                    <a:pt x="788" y="8506"/>
                  </a:lnTo>
                  <a:close/>
                  <a:moveTo>
                    <a:pt x="7782" y="10208"/>
                  </a:moveTo>
                  <a:lnTo>
                    <a:pt x="8349" y="11877"/>
                  </a:lnTo>
                  <a:lnTo>
                    <a:pt x="4253" y="11877"/>
                  </a:lnTo>
                  <a:lnTo>
                    <a:pt x="4789" y="10208"/>
                  </a:lnTo>
                  <a:close/>
                  <a:moveTo>
                    <a:pt x="1197" y="0"/>
                  </a:moveTo>
                  <a:cubicBezTo>
                    <a:pt x="536" y="0"/>
                    <a:pt x="0" y="567"/>
                    <a:pt x="0" y="1229"/>
                  </a:cubicBezTo>
                  <a:lnTo>
                    <a:pt x="0" y="8947"/>
                  </a:lnTo>
                  <a:cubicBezTo>
                    <a:pt x="0" y="9609"/>
                    <a:pt x="536" y="10176"/>
                    <a:pt x="1197" y="10176"/>
                  </a:cubicBezTo>
                  <a:lnTo>
                    <a:pt x="3938" y="10176"/>
                  </a:lnTo>
                  <a:lnTo>
                    <a:pt x="3371" y="11814"/>
                  </a:lnTo>
                  <a:lnTo>
                    <a:pt x="2867" y="11814"/>
                  </a:lnTo>
                  <a:cubicBezTo>
                    <a:pt x="2615" y="11814"/>
                    <a:pt x="2457" y="12003"/>
                    <a:pt x="2457" y="12255"/>
                  </a:cubicBezTo>
                  <a:cubicBezTo>
                    <a:pt x="2457" y="12476"/>
                    <a:pt x="2678" y="12697"/>
                    <a:pt x="2867" y="12697"/>
                  </a:cubicBezTo>
                  <a:lnTo>
                    <a:pt x="9767" y="12697"/>
                  </a:lnTo>
                  <a:cubicBezTo>
                    <a:pt x="9987" y="12697"/>
                    <a:pt x="10176" y="12476"/>
                    <a:pt x="10176" y="12255"/>
                  </a:cubicBezTo>
                  <a:cubicBezTo>
                    <a:pt x="10176" y="12003"/>
                    <a:pt x="9987" y="11814"/>
                    <a:pt x="9767" y="11814"/>
                  </a:cubicBezTo>
                  <a:lnTo>
                    <a:pt x="9231" y="11814"/>
                  </a:lnTo>
                  <a:lnTo>
                    <a:pt x="8695" y="10176"/>
                  </a:lnTo>
                  <a:lnTo>
                    <a:pt x="11405" y="10176"/>
                  </a:lnTo>
                  <a:cubicBezTo>
                    <a:pt x="12066" y="10176"/>
                    <a:pt x="12634" y="9609"/>
                    <a:pt x="12634" y="8947"/>
                  </a:cubicBezTo>
                  <a:lnTo>
                    <a:pt x="12634" y="1229"/>
                  </a:lnTo>
                  <a:cubicBezTo>
                    <a:pt x="12634" y="567"/>
                    <a:pt x="12066" y="0"/>
                    <a:pt x="11405"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68" name="Graphic 1367">
              <a:extLst>
                <a:ext uri="{FF2B5EF4-FFF2-40B4-BE49-F238E27FC236}">
                  <a16:creationId xmlns:a16="http://schemas.microsoft.com/office/drawing/2014/main" id="{7F4D98D8-7F49-4173-AE72-C5E6021415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21840" y="1470781"/>
              <a:ext cx="76470" cy="102370"/>
            </a:xfrm>
            <a:prstGeom prst="rect">
              <a:avLst/>
            </a:prstGeom>
          </p:spPr>
        </p:pic>
      </p:grpSp>
      <p:grpSp>
        <p:nvGrpSpPr>
          <p:cNvPr id="1369" name="Group 1368">
            <a:extLst>
              <a:ext uri="{FF2B5EF4-FFF2-40B4-BE49-F238E27FC236}">
                <a16:creationId xmlns:a16="http://schemas.microsoft.com/office/drawing/2014/main" id="{684CBBD1-9BFD-4ACF-9C25-2D2CDA86E246}"/>
              </a:ext>
            </a:extLst>
          </p:cNvPr>
          <p:cNvGrpSpPr/>
          <p:nvPr/>
        </p:nvGrpSpPr>
        <p:grpSpPr>
          <a:xfrm>
            <a:off x="9937994" y="5946023"/>
            <a:ext cx="239155" cy="239157"/>
            <a:chOff x="3597736" y="1445356"/>
            <a:chExt cx="239155" cy="239157"/>
          </a:xfrm>
        </p:grpSpPr>
        <p:sp>
          <p:nvSpPr>
            <p:cNvPr id="1370" name="Google Shape;4753;p59">
              <a:extLst>
                <a:ext uri="{FF2B5EF4-FFF2-40B4-BE49-F238E27FC236}">
                  <a16:creationId xmlns:a16="http://schemas.microsoft.com/office/drawing/2014/main" id="{25CACA1F-D186-4C01-A01C-5F8E42D34196}"/>
                </a:ext>
              </a:extLst>
            </p:cNvPr>
            <p:cNvSpPr/>
            <p:nvPr/>
          </p:nvSpPr>
          <p:spPr>
            <a:xfrm>
              <a:off x="3597736" y="1445356"/>
              <a:ext cx="239155" cy="239157"/>
            </a:xfrm>
            <a:custGeom>
              <a:avLst/>
              <a:gdLst/>
              <a:ahLst/>
              <a:cxnLst/>
              <a:rect l="l" t="t" r="r" b="b"/>
              <a:pathLst>
                <a:path w="12666" h="12666" extrusionOk="0">
                  <a:moveTo>
                    <a:pt x="11405" y="1701"/>
                  </a:moveTo>
                  <a:cubicBezTo>
                    <a:pt x="11657" y="1701"/>
                    <a:pt x="11847" y="1890"/>
                    <a:pt x="11847" y="2111"/>
                  </a:cubicBezTo>
                  <a:lnTo>
                    <a:pt x="11847" y="3340"/>
                  </a:lnTo>
                  <a:lnTo>
                    <a:pt x="820" y="3340"/>
                  </a:lnTo>
                  <a:lnTo>
                    <a:pt x="820" y="2111"/>
                  </a:lnTo>
                  <a:cubicBezTo>
                    <a:pt x="820" y="1890"/>
                    <a:pt x="1009" y="1701"/>
                    <a:pt x="1198" y="1701"/>
                  </a:cubicBezTo>
                  <a:lnTo>
                    <a:pt x="1639" y="1701"/>
                  </a:lnTo>
                  <a:lnTo>
                    <a:pt x="1639" y="2111"/>
                  </a:lnTo>
                  <a:cubicBezTo>
                    <a:pt x="1639" y="2363"/>
                    <a:pt x="1828" y="2552"/>
                    <a:pt x="2048" y="2552"/>
                  </a:cubicBezTo>
                  <a:cubicBezTo>
                    <a:pt x="2237" y="2552"/>
                    <a:pt x="2427" y="2363"/>
                    <a:pt x="2427" y="2111"/>
                  </a:cubicBezTo>
                  <a:lnTo>
                    <a:pt x="2427" y="1701"/>
                  </a:lnTo>
                  <a:lnTo>
                    <a:pt x="5892" y="1701"/>
                  </a:lnTo>
                  <a:lnTo>
                    <a:pt x="5892" y="2111"/>
                  </a:lnTo>
                  <a:cubicBezTo>
                    <a:pt x="5892" y="2363"/>
                    <a:pt x="6081" y="2552"/>
                    <a:pt x="6333" y="2552"/>
                  </a:cubicBezTo>
                  <a:cubicBezTo>
                    <a:pt x="6585" y="2552"/>
                    <a:pt x="6743" y="2363"/>
                    <a:pt x="6743" y="2111"/>
                  </a:cubicBezTo>
                  <a:lnTo>
                    <a:pt x="6743" y="1701"/>
                  </a:lnTo>
                  <a:lnTo>
                    <a:pt x="10208" y="1701"/>
                  </a:lnTo>
                  <a:lnTo>
                    <a:pt x="10208" y="2111"/>
                  </a:lnTo>
                  <a:cubicBezTo>
                    <a:pt x="10208" y="2363"/>
                    <a:pt x="10397" y="2552"/>
                    <a:pt x="10618" y="2552"/>
                  </a:cubicBezTo>
                  <a:cubicBezTo>
                    <a:pt x="10870" y="2552"/>
                    <a:pt x="11027" y="2363"/>
                    <a:pt x="11027" y="2111"/>
                  </a:cubicBezTo>
                  <a:lnTo>
                    <a:pt x="11027" y="1701"/>
                  </a:lnTo>
                  <a:close/>
                  <a:moveTo>
                    <a:pt x="11878" y="4159"/>
                  </a:moveTo>
                  <a:lnTo>
                    <a:pt x="11878" y="6112"/>
                  </a:lnTo>
                  <a:lnTo>
                    <a:pt x="11847" y="6112"/>
                  </a:lnTo>
                  <a:cubicBezTo>
                    <a:pt x="11090" y="5072"/>
                    <a:pt x="9862" y="4442"/>
                    <a:pt x="8538" y="4442"/>
                  </a:cubicBezTo>
                  <a:cubicBezTo>
                    <a:pt x="6239" y="4442"/>
                    <a:pt x="4411" y="6301"/>
                    <a:pt x="4411" y="8569"/>
                  </a:cubicBezTo>
                  <a:cubicBezTo>
                    <a:pt x="4411" y="9168"/>
                    <a:pt x="4506" y="9735"/>
                    <a:pt x="4758" y="10239"/>
                  </a:cubicBezTo>
                  <a:lnTo>
                    <a:pt x="1261" y="10239"/>
                  </a:lnTo>
                  <a:cubicBezTo>
                    <a:pt x="1009" y="10239"/>
                    <a:pt x="851" y="10050"/>
                    <a:pt x="851" y="9830"/>
                  </a:cubicBezTo>
                  <a:lnTo>
                    <a:pt x="851" y="4159"/>
                  </a:lnTo>
                  <a:close/>
                  <a:moveTo>
                    <a:pt x="8538" y="5261"/>
                  </a:moveTo>
                  <a:cubicBezTo>
                    <a:pt x="10334" y="5261"/>
                    <a:pt x="11847" y="6774"/>
                    <a:pt x="11847" y="8569"/>
                  </a:cubicBezTo>
                  <a:cubicBezTo>
                    <a:pt x="11847" y="10397"/>
                    <a:pt x="10334" y="11877"/>
                    <a:pt x="8538" y="11877"/>
                  </a:cubicBezTo>
                  <a:cubicBezTo>
                    <a:pt x="6711" y="11877"/>
                    <a:pt x="5230" y="10397"/>
                    <a:pt x="5230" y="8569"/>
                  </a:cubicBezTo>
                  <a:cubicBezTo>
                    <a:pt x="5230" y="6774"/>
                    <a:pt x="6743" y="5261"/>
                    <a:pt x="8538" y="5261"/>
                  </a:cubicBezTo>
                  <a:close/>
                  <a:moveTo>
                    <a:pt x="2048" y="0"/>
                  </a:moveTo>
                  <a:cubicBezTo>
                    <a:pt x="1828" y="0"/>
                    <a:pt x="1639" y="189"/>
                    <a:pt x="1639" y="441"/>
                  </a:cubicBezTo>
                  <a:lnTo>
                    <a:pt x="1639" y="851"/>
                  </a:lnTo>
                  <a:lnTo>
                    <a:pt x="1198" y="851"/>
                  </a:lnTo>
                  <a:cubicBezTo>
                    <a:pt x="536" y="851"/>
                    <a:pt x="1" y="1418"/>
                    <a:pt x="1" y="2079"/>
                  </a:cubicBezTo>
                  <a:lnTo>
                    <a:pt x="1" y="9798"/>
                  </a:lnTo>
                  <a:cubicBezTo>
                    <a:pt x="1" y="10460"/>
                    <a:pt x="536" y="11027"/>
                    <a:pt x="1198" y="11027"/>
                  </a:cubicBezTo>
                  <a:lnTo>
                    <a:pt x="5230" y="11027"/>
                  </a:lnTo>
                  <a:cubicBezTo>
                    <a:pt x="5987" y="12003"/>
                    <a:pt x="7184" y="12665"/>
                    <a:pt x="8538" y="12665"/>
                  </a:cubicBezTo>
                  <a:cubicBezTo>
                    <a:pt x="10807" y="12665"/>
                    <a:pt x="12666" y="10838"/>
                    <a:pt x="12666" y="8538"/>
                  </a:cubicBezTo>
                  <a:lnTo>
                    <a:pt x="12666" y="2079"/>
                  </a:lnTo>
                  <a:cubicBezTo>
                    <a:pt x="12666" y="1418"/>
                    <a:pt x="12130" y="851"/>
                    <a:pt x="11405" y="851"/>
                  </a:cubicBezTo>
                  <a:lnTo>
                    <a:pt x="11027" y="851"/>
                  </a:lnTo>
                  <a:lnTo>
                    <a:pt x="11027" y="441"/>
                  </a:lnTo>
                  <a:cubicBezTo>
                    <a:pt x="11027" y="189"/>
                    <a:pt x="10807" y="0"/>
                    <a:pt x="10618" y="0"/>
                  </a:cubicBezTo>
                  <a:cubicBezTo>
                    <a:pt x="10397" y="0"/>
                    <a:pt x="10177" y="189"/>
                    <a:pt x="10177" y="441"/>
                  </a:cubicBezTo>
                  <a:lnTo>
                    <a:pt x="10177" y="851"/>
                  </a:lnTo>
                  <a:lnTo>
                    <a:pt x="6711" y="851"/>
                  </a:lnTo>
                  <a:lnTo>
                    <a:pt x="6711" y="441"/>
                  </a:lnTo>
                  <a:cubicBezTo>
                    <a:pt x="6711" y="189"/>
                    <a:pt x="6522" y="0"/>
                    <a:pt x="6333" y="0"/>
                  </a:cubicBezTo>
                  <a:cubicBezTo>
                    <a:pt x="6081" y="0"/>
                    <a:pt x="5892" y="189"/>
                    <a:pt x="5892" y="441"/>
                  </a:cubicBezTo>
                  <a:lnTo>
                    <a:pt x="5892" y="851"/>
                  </a:lnTo>
                  <a:lnTo>
                    <a:pt x="2427" y="851"/>
                  </a:lnTo>
                  <a:lnTo>
                    <a:pt x="2427" y="441"/>
                  </a:lnTo>
                  <a:cubicBezTo>
                    <a:pt x="2427" y="189"/>
                    <a:pt x="2237" y="0"/>
                    <a:pt x="2048"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371" name="Google Shape;4755;p59">
              <a:extLst>
                <a:ext uri="{FF2B5EF4-FFF2-40B4-BE49-F238E27FC236}">
                  <a16:creationId xmlns:a16="http://schemas.microsoft.com/office/drawing/2014/main" id="{BE5132A5-5369-4737-AC75-16F77F7DEB48}"/>
                </a:ext>
              </a:extLst>
            </p:cNvPr>
            <p:cNvSpPr/>
            <p:nvPr/>
          </p:nvSpPr>
          <p:spPr>
            <a:xfrm>
              <a:off x="3628664" y="1539935"/>
              <a:ext cx="30947" cy="15483"/>
            </a:xfrm>
            <a:custGeom>
              <a:avLst/>
              <a:gdLst/>
              <a:ahLst/>
              <a:cxnLst/>
              <a:rect l="l" t="t" r="r" b="b"/>
              <a:pathLst>
                <a:path w="1639" h="820" extrusionOk="0">
                  <a:moveTo>
                    <a:pt x="410" y="0"/>
                  </a:moveTo>
                  <a:cubicBezTo>
                    <a:pt x="158" y="0"/>
                    <a:pt x="1" y="189"/>
                    <a:pt x="1" y="378"/>
                  </a:cubicBezTo>
                  <a:cubicBezTo>
                    <a:pt x="1" y="630"/>
                    <a:pt x="158" y="820"/>
                    <a:pt x="410" y="820"/>
                  </a:cubicBezTo>
                  <a:lnTo>
                    <a:pt x="1230" y="820"/>
                  </a:lnTo>
                  <a:cubicBezTo>
                    <a:pt x="1482" y="820"/>
                    <a:pt x="1639" y="630"/>
                    <a:pt x="1639" y="378"/>
                  </a:cubicBezTo>
                  <a:cubicBezTo>
                    <a:pt x="1639" y="158"/>
                    <a:pt x="1419" y="0"/>
                    <a:pt x="1230"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372" name="Google Shape;4756;p59">
              <a:extLst>
                <a:ext uri="{FF2B5EF4-FFF2-40B4-BE49-F238E27FC236}">
                  <a16:creationId xmlns:a16="http://schemas.microsoft.com/office/drawing/2014/main" id="{E4186755-77A5-4326-AC34-6E463E328442}"/>
                </a:ext>
              </a:extLst>
            </p:cNvPr>
            <p:cNvSpPr/>
            <p:nvPr/>
          </p:nvSpPr>
          <p:spPr>
            <a:xfrm>
              <a:off x="3628664" y="1570863"/>
              <a:ext cx="30947" cy="15483"/>
            </a:xfrm>
            <a:custGeom>
              <a:avLst/>
              <a:gdLst/>
              <a:ahLst/>
              <a:cxnLst/>
              <a:rect l="l" t="t" r="r" b="b"/>
              <a:pathLst>
                <a:path w="1639" h="820" extrusionOk="0">
                  <a:moveTo>
                    <a:pt x="410" y="1"/>
                  </a:moveTo>
                  <a:cubicBezTo>
                    <a:pt x="158" y="1"/>
                    <a:pt x="1" y="190"/>
                    <a:pt x="1" y="442"/>
                  </a:cubicBezTo>
                  <a:cubicBezTo>
                    <a:pt x="1" y="631"/>
                    <a:pt x="158" y="820"/>
                    <a:pt x="410" y="820"/>
                  </a:cubicBezTo>
                  <a:lnTo>
                    <a:pt x="1230" y="820"/>
                  </a:lnTo>
                  <a:cubicBezTo>
                    <a:pt x="1482" y="820"/>
                    <a:pt x="1639" y="631"/>
                    <a:pt x="1639" y="442"/>
                  </a:cubicBezTo>
                  <a:cubicBezTo>
                    <a:pt x="1639" y="190"/>
                    <a:pt x="1419" y="1"/>
                    <a:pt x="1230"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373" name="Google Shape;4757;p59">
              <a:extLst>
                <a:ext uri="{FF2B5EF4-FFF2-40B4-BE49-F238E27FC236}">
                  <a16:creationId xmlns:a16="http://schemas.microsoft.com/office/drawing/2014/main" id="{690C0D3A-A497-46D6-A867-310FEAC89872}"/>
                </a:ext>
              </a:extLst>
            </p:cNvPr>
            <p:cNvSpPr/>
            <p:nvPr/>
          </p:nvSpPr>
          <p:spPr>
            <a:xfrm>
              <a:off x="3628664" y="1601206"/>
              <a:ext cx="30947" cy="16673"/>
            </a:xfrm>
            <a:custGeom>
              <a:avLst/>
              <a:gdLst/>
              <a:ahLst/>
              <a:cxnLst/>
              <a:rect l="l" t="t" r="r" b="b"/>
              <a:pathLst>
                <a:path w="1639" h="883" extrusionOk="0">
                  <a:moveTo>
                    <a:pt x="410" y="0"/>
                  </a:moveTo>
                  <a:cubicBezTo>
                    <a:pt x="158" y="0"/>
                    <a:pt x="1" y="221"/>
                    <a:pt x="1" y="441"/>
                  </a:cubicBezTo>
                  <a:cubicBezTo>
                    <a:pt x="1" y="693"/>
                    <a:pt x="158" y="883"/>
                    <a:pt x="410" y="883"/>
                  </a:cubicBezTo>
                  <a:lnTo>
                    <a:pt x="1230" y="883"/>
                  </a:lnTo>
                  <a:cubicBezTo>
                    <a:pt x="1482" y="883"/>
                    <a:pt x="1639" y="693"/>
                    <a:pt x="1639" y="441"/>
                  </a:cubicBezTo>
                  <a:cubicBezTo>
                    <a:pt x="1639" y="221"/>
                    <a:pt x="1419" y="0"/>
                    <a:pt x="1230"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74" name="Graphic 1373">
              <a:extLst>
                <a:ext uri="{FF2B5EF4-FFF2-40B4-BE49-F238E27FC236}">
                  <a16:creationId xmlns:a16="http://schemas.microsoft.com/office/drawing/2014/main" id="{A6FECA69-2887-4F6D-A167-E6148894FA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27608" y="1569123"/>
              <a:ext cx="59814" cy="80073"/>
            </a:xfrm>
            <a:prstGeom prst="rect">
              <a:avLst/>
            </a:prstGeom>
          </p:spPr>
        </p:pic>
      </p:grpSp>
      <p:grpSp>
        <p:nvGrpSpPr>
          <p:cNvPr id="1375" name="Group 1374">
            <a:extLst>
              <a:ext uri="{FF2B5EF4-FFF2-40B4-BE49-F238E27FC236}">
                <a16:creationId xmlns:a16="http://schemas.microsoft.com/office/drawing/2014/main" id="{C35A300A-73EF-4583-8236-CBF368A033E8}"/>
              </a:ext>
            </a:extLst>
          </p:cNvPr>
          <p:cNvGrpSpPr/>
          <p:nvPr/>
        </p:nvGrpSpPr>
        <p:grpSpPr>
          <a:xfrm>
            <a:off x="10275971" y="5923742"/>
            <a:ext cx="240930" cy="240630"/>
            <a:chOff x="4173827" y="1168010"/>
            <a:chExt cx="240930" cy="240630"/>
          </a:xfrm>
        </p:grpSpPr>
        <p:sp>
          <p:nvSpPr>
            <p:cNvPr id="1376" name="Google Shape;4818;p59">
              <a:extLst>
                <a:ext uri="{FF2B5EF4-FFF2-40B4-BE49-F238E27FC236}">
                  <a16:creationId xmlns:a16="http://schemas.microsoft.com/office/drawing/2014/main" id="{7BFDB5BF-ED03-4A20-B590-9481495F7221}"/>
                </a:ext>
              </a:extLst>
            </p:cNvPr>
            <p:cNvSpPr/>
            <p:nvPr/>
          </p:nvSpPr>
          <p:spPr>
            <a:xfrm>
              <a:off x="4173827" y="1168010"/>
              <a:ext cx="240930" cy="240630"/>
            </a:xfrm>
            <a:custGeom>
              <a:avLst/>
              <a:gdLst/>
              <a:ahLst/>
              <a:cxnLst/>
              <a:rect l="l" t="t" r="r" b="b"/>
              <a:pathLst>
                <a:path w="12760" h="12744" extrusionOk="0">
                  <a:moveTo>
                    <a:pt x="10939" y="845"/>
                  </a:moveTo>
                  <a:cubicBezTo>
                    <a:pt x="10969" y="845"/>
                    <a:pt x="11001" y="853"/>
                    <a:pt x="11027" y="866"/>
                  </a:cubicBezTo>
                  <a:lnTo>
                    <a:pt x="11752" y="1276"/>
                  </a:lnTo>
                  <a:cubicBezTo>
                    <a:pt x="11783" y="1339"/>
                    <a:pt x="11815" y="1433"/>
                    <a:pt x="11783" y="1465"/>
                  </a:cubicBezTo>
                  <a:lnTo>
                    <a:pt x="11437" y="2063"/>
                  </a:lnTo>
                  <a:lnTo>
                    <a:pt x="10491" y="1496"/>
                  </a:lnTo>
                  <a:lnTo>
                    <a:pt x="10838" y="898"/>
                  </a:lnTo>
                  <a:cubicBezTo>
                    <a:pt x="10856" y="861"/>
                    <a:pt x="10897" y="845"/>
                    <a:pt x="10939" y="845"/>
                  </a:cubicBezTo>
                  <a:close/>
                  <a:moveTo>
                    <a:pt x="10050" y="2252"/>
                  </a:moveTo>
                  <a:lnTo>
                    <a:pt x="10995" y="2819"/>
                  </a:lnTo>
                  <a:lnTo>
                    <a:pt x="8916" y="6379"/>
                  </a:lnTo>
                  <a:lnTo>
                    <a:pt x="7971" y="5844"/>
                  </a:lnTo>
                  <a:lnTo>
                    <a:pt x="10050" y="2252"/>
                  </a:lnTo>
                  <a:close/>
                  <a:moveTo>
                    <a:pt x="7813" y="6663"/>
                  </a:moveTo>
                  <a:lnTo>
                    <a:pt x="8318" y="6978"/>
                  </a:lnTo>
                  <a:lnTo>
                    <a:pt x="7782" y="7324"/>
                  </a:lnTo>
                  <a:lnTo>
                    <a:pt x="7813" y="6663"/>
                  </a:lnTo>
                  <a:close/>
                  <a:moveTo>
                    <a:pt x="11342" y="5245"/>
                  </a:moveTo>
                  <a:cubicBezTo>
                    <a:pt x="11594" y="5245"/>
                    <a:pt x="11752" y="5434"/>
                    <a:pt x="11752" y="5686"/>
                  </a:cubicBezTo>
                  <a:lnTo>
                    <a:pt x="11752" y="11483"/>
                  </a:lnTo>
                  <a:cubicBezTo>
                    <a:pt x="11752" y="11704"/>
                    <a:pt x="11531" y="11893"/>
                    <a:pt x="11342" y="11893"/>
                  </a:cubicBezTo>
                  <a:lnTo>
                    <a:pt x="1197" y="11893"/>
                  </a:lnTo>
                  <a:cubicBezTo>
                    <a:pt x="945" y="11893"/>
                    <a:pt x="788" y="11704"/>
                    <a:pt x="788" y="11483"/>
                  </a:cubicBezTo>
                  <a:lnTo>
                    <a:pt x="788" y="5686"/>
                  </a:lnTo>
                  <a:cubicBezTo>
                    <a:pt x="788" y="5434"/>
                    <a:pt x="977" y="5245"/>
                    <a:pt x="1197" y="5245"/>
                  </a:cubicBezTo>
                  <a:lnTo>
                    <a:pt x="7372" y="5245"/>
                  </a:lnTo>
                  <a:lnTo>
                    <a:pt x="7057" y="5749"/>
                  </a:lnTo>
                  <a:cubicBezTo>
                    <a:pt x="7026" y="5812"/>
                    <a:pt x="7026" y="5875"/>
                    <a:pt x="7026" y="5970"/>
                  </a:cubicBezTo>
                  <a:lnTo>
                    <a:pt x="6900" y="7734"/>
                  </a:lnTo>
                  <a:lnTo>
                    <a:pt x="5545" y="7734"/>
                  </a:lnTo>
                  <a:cubicBezTo>
                    <a:pt x="5325" y="7734"/>
                    <a:pt x="5167" y="7923"/>
                    <a:pt x="5167" y="8175"/>
                  </a:cubicBezTo>
                  <a:cubicBezTo>
                    <a:pt x="5167" y="8396"/>
                    <a:pt x="5356" y="8585"/>
                    <a:pt x="5545" y="8585"/>
                  </a:cubicBezTo>
                  <a:lnTo>
                    <a:pt x="10523" y="8585"/>
                  </a:lnTo>
                  <a:cubicBezTo>
                    <a:pt x="10743" y="8585"/>
                    <a:pt x="10964" y="8396"/>
                    <a:pt x="10964" y="8175"/>
                  </a:cubicBezTo>
                  <a:cubicBezTo>
                    <a:pt x="10964" y="7923"/>
                    <a:pt x="10743" y="7734"/>
                    <a:pt x="10523" y="7734"/>
                  </a:cubicBezTo>
                  <a:lnTo>
                    <a:pt x="8633" y="7734"/>
                  </a:lnTo>
                  <a:lnTo>
                    <a:pt x="9294" y="7293"/>
                  </a:lnTo>
                  <a:cubicBezTo>
                    <a:pt x="9326" y="7261"/>
                    <a:pt x="9420" y="7230"/>
                    <a:pt x="9420" y="7135"/>
                  </a:cubicBezTo>
                  <a:lnTo>
                    <a:pt x="10523" y="5245"/>
                  </a:lnTo>
                  <a:close/>
                  <a:moveTo>
                    <a:pt x="10933" y="0"/>
                  </a:moveTo>
                  <a:cubicBezTo>
                    <a:pt x="10599" y="0"/>
                    <a:pt x="10280" y="175"/>
                    <a:pt x="10113" y="488"/>
                  </a:cubicBezTo>
                  <a:lnTo>
                    <a:pt x="9578" y="1433"/>
                  </a:lnTo>
                  <a:lnTo>
                    <a:pt x="7877" y="4395"/>
                  </a:lnTo>
                  <a:lnTo>
                    <a:pt x="1229" y="4395"/>
                  </a:lnTo>
                  <a:cubicBezTo>
                    <a:pt x="567" y="4395"/>
                    <a:pt x="0" y="4930"/>
                    <a:pt x="0" y="5592"/>
                  </a:cubicBezTo>
                  <a:lnTo>
                    <a:pt x="0" y="11483"/>
                  </a:lnTo>
                  <a:cubicBezTo>
                    <a:pt x="0" y="12145"/>
                    <a:pt x="567" y="12743"/>
                    <a:pt x="1229" y="12743"/>
                  </a:cubicBezTo>
                  <a:lnTo>
                    <a:pt x="11374" y="12743"/>
                  </a:lnTo>
                  <a:cubicBezTo>
                    <a:pt x="12067" y="12743"/>
                    <a:pt x="12602" y="12176"/>
                    <a:pt x="12602" y="11483"/>
                  </a:cubicBezTo>
                  <a:lnTo>
                    <a:pt x="12602" y="5686"/>
                  </a:lnTo>
                  <a:cubicBezTo>
                    <a:pt x="12602" y="5025"/>
                    <a:pt x="12067" y="4458"/>
                    <a:pt x="11374" y="4458"/>
                  </a:cubicBezTo>
                  <a:lnTo>
                    <a:pt x="11027" y="4458"/>
                  </a:lnTo>
                  <a:lnTo>
                    <a:pt x="12508" y="1937"/>
                  </a:lnTo>
                  <a:cubicBezTo>
                    <a:pt x="12760" y="1433"/>
                    <a:pt x="12602" y="835"/>
                    <a:pt x="12130" y="551"/>
                  </a:cubicBezTo>
                  <a:lnTo>
                    <a:pt x="11437" y="141"/>
                  </a:lnTo>
                  <a:cubicBezTo>
                    <a:pt x="11277" y="46"/>
                    <a:pt x="11103" y="0"/>
                    <a:pt x="10933"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377" name="Google Shape;4819;p59">
              <a:extLst>
                <a:ext uri="{FF2B5EF4-FFF2-40B4-BE49-F238E27FC236}">
                  <a16:creationId xmlns:a16="http://schemas.microsoft.com/office/drawing/2014/main" id="{E2C72AF6-51FC-475F-B581-CE5FF4CC39F6}"/>
                </a:ext>
              </a:extLst>
            </p:cNvPr>
            <p:cNvSpPr/>
            <p:nvPr/>
          </p:nvSpPr>
          <p:spPr>
            <a:xfrm>
              <a:off x="4271389" y="1361020"/>
              <a:ext cx="109457" cy="15502"/>
            </a:xfrm>
            <a:custGeom>
              <a:avLst/>
              <a:gdLst/>
              <a:ahLst/>
              <a:cxnLst/>
              <a:rect l="l" t="t" r="r" b="b"/>
              <a:pathLst>
                <a:path w="5797" h="821" extrusionOk="0">
                  <a:moveTo>
                    <a:pt x="378" y="1"/>
                  </a:moveTo>
                  <a:cubicBezTo>
                    <a:pt x="158" y="1"/>
                    <a:pt x="0" y="190"/>
                    <a:pt x="0" y="411"/>
                  </a:cubicBezTo>
                  <a:cubicBezTo>
                    <a:pt x="0" y="663"/>
                    <a:pt x="189" y="820"/>
                    <a:pt x="378" y="820"/>
                  </a:cubicBezTo>
                  <a:lnTo>
                    <a:pt x="5356" y="820"/>
                  </a:lnTo>
                  <a:cubicBezTo>
                    <a:pt x="5576" y="820"/>
                    <a:pt x="5797" y="631"/>
                    <a:pt x="5797" y="411"/>
                  </a:cubicBezTo>
                  <a:cubicBezTo>
                    <a:pt x="5797" y="190"/>
                    <a:pt x="5576" y="1"/>
                    <a:pt x="5356"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78" name="Graphic 1377">
              <a:extLst>
                <a:ext uri="{FF2B5EF4-FFF2-40B4-BE49-F238E27FC236}">
                  <a16:creationId xmlns:a16="http://schemas.microsoft.com/office/drawing/2014/main" id="{21C0237C-8D2D-4F45-B210-DC910B05A3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99503" y="1285720"/>
              <a:ext cx="69948" cy="93639"/>
            </a:xfrm>
            <a:prstGeom prst="rect">
              <a:avLst/>
            </a:prstGeom>
          </p:spPr>
        </p:pic>
      </p:grpSp>
      <p:grpSp>
        <p:nvGrpSpPr>
          <p:cNvPr id="1387" name="Group 1386">
            <a:extLst>
              <a:ext uri="{FF2B5EF4-FFF2-40B4-BE49-F238E27FC236}">
                <a16:creationId xmlns:a16="http://schemas.microsoft.com/office/drawing/2014/main" id="{734B46F2-3923-44E6-8A04-AA3DF17ADF7C}"/>
              </a:ext>
            </a:extLst>
          </p:cNvPr>
          <p:cNvGrpSpPr/>
          <p:nvPr/>
        </p:nvGrpSpPr>
        <p:grpSpPr>
          <a:xfrm>
            <a:off x="10124911" y="2062730"/>
            <a:ext cx="202866" cy="240346"/>
            <a:chOff x="4483632" y="1444460"/>
            <a:chExt cx="202866" cy="240346"/>
          </a:xfrm>
        </p:grpSpPr>
        <p:sp>
          <p:nvSpPr>
            <p:cNvPr id="1388" name="Google Shape;4868;p59">
              <a:extLst>
                <a:ext uri="{FF2B5EF4-FFF2-40B4-BE49-F238E27FC236}">
                  <a16:creationId xmlns:a16="http://schemas.microsoft.com/office/drawing/2014/main" id="{DD2EB9EB-5B94-4305-9460-3D7EED596101}"/>
                </a:ext>
              </a:extLst>
            </p:cNvPr>
            <p:cNvSpPr/>
            <p:nvPr/>
          </p:nvSpPr>
          <p:spPr>
            <a:xfrm>
              <a:off x="4483632" y="1444460"/>
              <a:ext cx="202866" cy="240346"/>
            </a:xfrm>
            <a:custGeom>
              <a:avLst/>
              <a:gdLst/>
              <a:ahLst/>
              <a:cxnLst/>
              <a:rect l="l" t="t" r="r" b="b"/>
              <a:pathLst>
                <a:path w="10744" h="12729" extrusionOk="0">
                  <a:moveTo>
                    <a:pt x="5419" y="1701"/>
                  </a:moveTo>
                  <a:cubicBezTo>
                    <a:pt x="7561" y="1701"/>
                    <a:pt x="9357" y="3151"/>
                    <a:pt x="9830" y="5167"/>
                  </a:cubicBezTo>
                  <a:cubicBezTo>
                    <a:pt x="9641" y="5041"/>
                    <a:pt x="9389" y="5009"/>
                    <a:pt x="9137" y="5009"/>
                  </a:cubicBezTo>
                  <a:cubicBezTo>
                    <a:pt x="8601" y="5009"/>
                    <a:pt x="8191" y="5230"/>
                    <a:pt x="7908" y="5545"/>
                  </a:cubicBezTo>
                  <a:cubicBezTo>
                    <a:pt x="7593" y="5198"/>
                    <a:pt x="7152" y="5009"/>
                    <a:pt x="6679" y="5009"/>
                  </a:cubicBezTo>
                  <a:cubicBezTo>
                    <a:pt x="6175" y="5009"/>
                    <a:pt x="5734" y="5230"/>
                    <a:pt x="5419" y="5545"/>
                  </a:cubicBezTo>
                  <a:cubicBezTo>
                    <a:pt x="5104" y="5198"/>
                    <a:pt x="4663" y="5009"/>
                    <a:pt x="4190" y="5009"/>
                  </a:cubicBezTo>
                  <a:cubicBezTo>
                    <a:pt x="3686" y="5009"/>
                    <a:pt x="3245" y="5230"/>
                    <a:pt x="2993" y="5545"/>
                  </a:cubicBezTo>
                  <a:cubicBezTo>
                    <a:pt x="2678" y="5198"/>
                    <a:pt x="2237" y="5009"/>
                    <a:pt x="1764" y="5009"/>
                  </a:cubicBezTo>
                  <a:cubicBezTo>
                    <a:pt x="1512" y="5009"/>
                    <a:pt x="1292" y="5041"/>
                    <a:pt x="1040" y="5167"/>
                  </a:cubicBezTo>
                  <a:cubicBezTo>
                    <a:pt x="1481" y="3151"/>
                    <a:pt x="3308" y="1701"/>
                    <a:pt x="5419" y="1701"/>
                  </a:cubicBezTo>
                  <a:close/>
                  <a:moveTo>
                    <a:pt x="5356" y="0"/>
                  </a:moveTo>
                  <a:cubicBezTo>
                    <a:pt x="5104" y="0"/>
                    <a:pt x="4946" y="189"/>
                    <a:pt x="4946" y="441"/>
                  </a:cubicBezTo>
                  <a:lnTo>
                    <a:pt x="4946" y="851"/>
                  </a:lnTo>
                  <a:cubicBezTo>
                    <a:pt x="2206" y="1071"/>
                    <a:pt x="0" y="3371"/>
                    <a:pt x="0" y="6207"/>
                  </a:cubicBezTo>
                  <a:lnTo>
                    <a:pt x="0" y="6648"/>
                  </a:lnTo>
                  <a:lnTo>
                    <a:pt x="32" y="6648"/>
                  </a:lnTo>
                  <a:cubicBezTo>
                    <a:pt x="32" y="6900"/>
                    <a:pt x="221" y="7089"/>
                    <a:pt x="473" y="7089"/>
                  </a:cubicBezTo>
                  <a:cubicBezTo>
                    <a:pt x="693" y="7089"/>
                    <a:pt x="851" y="6900"/>
                    <a:pt x="851" y="6648"/>
                  </a:cubicBezTo>
                  <a:cubicBezTo>
                    <a:pt x="851" y="6175"/>
                    <a:pt x="1197" y="5829"/>
                    <a:pt x="1701" y="5829"/>
                  </a:cubicBezTo>
                  <a:cubicBezTo>
                    <a:pt x="2143" y="5829"/>
                    <a:pt x="2521" y="6175"/>
                    <a:pt x="2521" y="6648"/>
                  </a:cubicBezTo>
                  <a:cubicBezTo>
                    <a:pt x="2521" y="6900"/>
                    <a:pt x="2710" y="7089"/>
                    <a:pt x="2899" y="7089"/>
                  </a:cubicBezTo>
                  <a:cubicBezTo>
                    <a:pt x="3119" y="7089"/>
                    <a:pt x="3308" y="6900"/>
                    <a:pt x="3308" y="6648"/>
                  </a:cubicBezTo>
                  <a:cubicBezTo>
                    <a:pt x="3308" y="6175"/>
                    <a:pt x="3655" y="5829"/>
                    <a:pt x="4127" y="5829"/>
                  </a:cubicBezTo>
                  <a:cubicBezTo>
                    <a:pt x="4600" y="5829"/>
                    <a:pt x="4946" y="6175"/>
                    <a:pt x="4946" y="6648"/>
                  </a:cubicBezTo>
                  <a:lnTo>
                    <a:pt x="4946" y="11499"/>
                  </a:lnTo>
                  <a:cubicBezTo>
                    <a:pt x="4946" y="12161"/>
                    <a:pt x="5514" y="12728"/>
                    <a:pt x="6175" y="12728"/>
                  </a:cubicBezTo>
                  <a:cubicBezTo>
                    <a:pt x="6837" y="12728"/>
                    <a:pt x="7404" y="12161"/>
                    <a:pt x="7404" y="11499"/>
                  </a:cubicBezTo>
                  <a:lnTo>
                    <a:pt x="7404" y="10680"/>
                  </a:lnTo>
                  <a:cubicBezTo>
                    <a:pt x="7404" y="10428"/>
                    <a:pt x="7215" y="10239"/>
                    <a:pt x="6994" y="10239"/>
                  </a:cubicBezTo>
                  <a:cubicBezTo>
                    <a:pt x="6805" y="10239"/>
                    <a:pt x="6616" y="10428"/>
                    <a:pt x="6616" y="10680"/>
                  </a:cubicBezTo>
                  <a:lnTo>
                    <a:pt x="6616" y="11499"/>
                  </a:lnTo>
                  <a:cubicBezTo>
                    <a:pt x="6616" y="11720"/>
                    <a:pt x="6427" y="11940"/>
                    <a:pt x="6175" y="11940"/>
                  </a:cubicBezTo>
                  <a:cubicBezTo>
                    <a:pt x="5955" y="11940"/>
                    <a:pt x="5797" y="11720"/>
                    <a:pt x="5797" y="11499"/>
                  </a:cubicBezTo>
                  <a:lnTo>
                    <a:pt x="5797" y="6648"/>
                  </a:lnTo>
                  <a:cubicBezTo>
                    <a:pt x="5797" y="6175"/>
                    <a:pt x="6144" y="5829"/>
                    <a:pt x="6616" y="5829"/>
                  </a:cubicBezTo>
                  <a:cubicBezTo>
                    <a:pt x="7089" y="5829"/>
                    <a:pt x="7435" y="6175"/>
                    <a:pt x="7435" y="6648"/>
                  </a:cubicBezTo>
                  <a:cubicBezTo>
                    <a:pt x="7435" y="6900"/>
                    <a:pt x="7624" y="7089"/>
                    <a:pt x="7876" y="7089"/>
                  </a:cubicBezTo>
                  <a:cubicBezTo>
                    <a:pt x="8097" y="7089"/>
                    <a:pt x="8255" y="6900"/>
                    <a:pt x="8255" y="6648"/>
                  </a:cubicBezTo>
                  <a:cubicBezTo>
                    <a:pt x="8255" y="6175"/>
                    <a:pt x="8633" y="5829"/>
                    <a:pt x="9105" y="5829"/>
                  </a:cubicBezTo>
                  <a:cubicBezTo>
                    <a:pt x="9578" y="5829"/>
                    <a:pt x="9924" y="6175"/>
                    <a:pt x="9924" y="6648"/>
                  </a:cubicBezTo>
                  <a:cubicBezTo>
                    <a:pt x="9924" y="6900"/>
                    <a:pt x="10113" y="7089"/>
                    <a:pt x="10302" y="7089"/>
                  </a:cubicBezTo>
                  <a:cubicBezTo>
                    <a:pt x="10554" y="7089"/>
                    <a:pt x="10743" y="6900"/>
                    <a:pt x="10743" y="6648"/>
                  </a:cubicBezTo>
                  <a:lnTo>
                    <a:pt x="10743" y="6207"/>
                  </a:lnTo>
                  <a:cubicBezTo>
                    <a:pt x="10743" y="3371"/>
                    <a:pt x="8538" y="1071"/>
                    <a:pt x="5797" y="851"/>
                  </a:cubicBezTo>
                  <a:lnTo>
                    <a:pt x="5797" y="441"/>
                  </a:lnTo>
                  <a:cubicBezTo>
                    <a:pt x="5797" y="189"/>
                    <a:pt x="5577" y="0"/>
                    <a:pt x="5356"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89" name="Graphic 1388">
              <a:extLst>
                <a:ext uri="{FF2B5EF4-FFF2-40B4-BE49-F238E27FC236}">
                  <a16:creationId xmlns:a16="http://schemas.microsoft.com/office/drawing/2014/main" id="{F8CB7C9F-1800-49D8-B4A8-AF3AF3AF6B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87099" y="1579451"/>
              <a:ext cx="76470" cy="102370"/>
            </a:xfrm>
            <a:prstGeom prst="rect">
              <a:avLst/>
            </a:prstGeom>
          </p:spPr>
        </p:pic>
      </p:grpSp>
      <p:grpSp>
        <p:nvGrpSpPr>
          <p:cNvPr id="1390" name="Group 1389">
            <a:extLst>
              <a:ext uri="{FF2B5EF4-FFF2-40B4-BE49-F238E27FC236}">
                <a16:creationId xmlns:a16="http://schemas.microsoft.com/office/drawing/2014/main" id="{C2B609A8-19A6-47F0-956D-DD3189ECED35}"/>
              </a:ext>
            </a:extLst>
          </p:cNvPr>
          <p:cNvGrpSpPr/>
          <p:nvPr/>
        </p:nvGrpSpPr>
        <p:grpSpPr>
          <a:xfrm>
            <a:off x="10421104" y="2071272"/>
            <a:ext cx="240930" cy="238628"/>
            <a:chOff x="4753538" y="1445612"/>
            <a:chExt cx="240930" cy="238628"/>
          </a:xfrm>
        </p:grpSpPr>
        <p:sp>
          <p:nvSpPr>
            <p:cNvPr id="1391" name="Google Shape;4908;p59">
              <a:extLst>
                <a:ext uri="{FF2B5EF4-FFF2-40B4-BE49-F238E27FC236}">
                  <a16:creationId xmlns:a16="http://schemas.microsoft.com/office/drawing/2014/main" id="{343AEFA4-4F70-46CC-B733-CE981334EB67}"/>
                </a:ext>
              </a:extLst>
            </p:cNvPr>
            <p:cNvSpPr/>
            <p:nvPr/>
          </p:nvSpPr>
          <p:spPr>
            <a:xfrm>
              <a:off x="4753538" y="1445669"/>
              <a:ext cx="113045" cy="193368"/>
            </a:xfrm>
            <a:custGeom>
              <a:avLst/>
              <a:gdLst/>
              <a:ahLst/>
              <a:cxnLst/>
              <a:rect l="l" t="t" r="r" b="b"/>
              <a:pathLst>
                <a:path w="5987" h="10241" extrusionOk="0">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392" name="Google Shape;4909;p59">
              <a:extLst>
                <a:ext uri="{FF2B5EF4-FFF2-40B4-BE49-F238E27FC236}">
                  <a16:creationId xmlns:a16="http://schemas.microsoft.com/office/drawing/2014/main" id="{0EDB3C45-80BA-4178-8A4C-B1B4B0900717}"/>
                </a:ext>
              </a:extLst>
            </p:cNvPr>
            <p:cNvSpPr/>
            <p:nvPr/>
          </p:nvSpPr>
          <p:spPr>
            <a:xfrm>
              <a:off x="4797551" y="1612225"/>
              <a:ext cx="152299" cy="72015"/>
            </a:xfrm>
            <a:custGeom>
              <a:avLst/>
              <a:gdLst/>
              <a:ahLst/>
              <a:cxnLst/>
              <a:rect l="l" t="t" r="r" b="b"/>
              <a:pathLst>
                <a:path w="8066" h="3814" extrusionOk="0">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solidFill>
              <a:schemeClr val="tx1"/>
            </a:solidFill>
            <a:ln>
              <a:noFill/>
            </a:ln>
          </p:spPr>
          <p:txBody>
            <a:bodyPr spcFirstLastPara="1" wrap="square" lIns="62728" tIns="62728" rIns="62728" bIns="62728" anchor="ctr" anchorCtr="0">
              <a:noAutofit/>
            </a:bodyPr>
            <a:lstStyle/>
            <a:p>
              <a:endParaRPr sz="764"/>
            </a:p>
          </p:txBody>
        </p:sp>
        <p:sp>
          <p:nvSpPr>
            <p:cNvPr id="1393" name="Google Shape;4910;p59">
              <a:extLst>
                <a:ext uri="{FF2B5EF4-FFF2-40B4-BE49-F238E27FC236}">
                  <a16:creationId xmlns:a16="http://schemas.microsoft.com/office/drawing/2014/main" id="{8182C9F1-F7C2-4D52-A98A-B10E1A0BD27A}"/>
                </a:ext>
              </a:extLst>
            </p:cNvPr>
            <p:cNvSpPr/>
            <p:nvPr/>
          </p:nvSpPr>
          <p:spPr>
            <a:xfrm>
              <a:off x="4881423" y="1445612"/>
              <a:ext cx="113045" cy="193670"/>
            </a:xfrm>
            <a:custGeom>
              <a:avLst/>
              <a:gdLst/>
              <a:ahLst/>
              <a:cxnLst/>
              <a:rect l="l" t="t" r="r" b="b"/>
              <a:pathLst>
                <a:path w="5987" h="10257" extrusionOk="0">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solidFill>
              <a:schemeClr val="tx1"/>
            </a:solidFill>
            <a:ln>
              <a:noFill/>
            </a:ln>
          </p:spPr>
          <p:txBody>
            <a:bodyPr spcFirstLastPara="1" wrap="square" lIns="62728" tIns="62728" rIns="62728" bIns="62728" anchor="ctr" anchorCtr="0">
              <a:noAutofit/>
            </a:bodyPr>
            <a:lstStyle/>
            <a:p>
              <a:endParaRPr sz="764"/>
            </a:p>
          </p:txBody>
        </p:sp>
        <p:pic>
          <p:nvPicPr>
            <p:cNvPr id="1394" name="Graphic 1393">
              <a:extLst>
                <a:ext uri="{FF2B5EF4-FFF2-40B4-BE49-F238E27FC236}">
                  <a16:creationId xmlns:a16="http://schemas.microsoft.com/office/drawing/2014/main" id="{1B37FFFD-6342-448F-A19A-2B3BE788DA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35768" y="1515646"/>
              <a:ext cx="74828" cy="100172"/>
            </a:xfrm>
            <a:prstGeom prst="rect">
              <a:avLst/>
            </a:prstGeom>
          </p:spPr>
        </p:pic>
      </p:grpSp>
    </p:spTree>
    <p:extLst>
      <p:ext uri="{BB962C8B-B14F-4D97-AF65-F5344CB8AC3E}">
        <p14:creationId xmlns:p14="http://schemas.microsoft.com/office/powerpoint/2010/main" val="1877591148"/>
      </p:ext>
    </p:extLst>
  </p:cSld>
  <p:clrMapOvr>
    <a:masterClrMapping/>
  </p:clrMapOvr>
</p:sld>
</file>

<file path=ppt/theme/theme1.xml><?xml version="1.0" encoding="utf-8"?>
<a:theme xmlns:a="http://schemas.openxmlformats.org/drawingml/2006/main" name="Office Teması">
  <a:themeElements>
    <a:clrScheme name="Custom 3">
      <a:dk1>
        <a:srgbClr val="3F3F3F"/>
      </a:dk1>
      <a:lt1>
        <a:srgbClr val="FFFFFF"/>
      </a:lt1>
      <a:dk2>
        <a:srgbClr val="003087"/>
      </a:dk2>
      <a:lt2>
        <a:srgbClr val="F7931D"/>
      </a:lt2>
      <a:accent1>
        <a:srgbClr val="003087"/>
      </a:accent1>
      <a:accent2>
        <a:srgbClr val="F7931D"/>
      </a:accent2>
      <a:accent3>
        <a:srgbClr val="0088EE"/>
      </a:accent3>
      <a:accent4>
        <a:srgbClr val="0070C0"/>
      </a:accent4>
      <a:accent5>
        <a:srgbClr val="C76F07"/>
      </a:accent5>
      <a:accent6>
        <a:srgbClr val="FABE77"/>
      </a:accent6>
      <a:hlink>
        <a:srgbClr val="003087"/>
      </a:hlink>
      <a:folHlink>
        <a:srgbClr val="F7931D"/>
      </a:folHlink>
    </a:clrScheme>
    <a:fontScheme name="UGES">
      <a:majorFont>
        <a:latin typeface="Posteram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BD396816AEB941A00F4DC137BAFD8F" ma:contentTypeVersion="3" ma:contentTypeDescription="Create a new document." ma:contentTypeScope="" ma:versionID="52e952c5ef54db361ac247bb5c84aeac">
  <xsd:schema xmlns:xsd="http://www.w3.org/2001/XMLSchema" xmlns:xs="http://www.w3.org/2001/XMLSchema" xmlns:p="http://schemas.microsoft.com/office/2006/metadata/properties" xmlns:ns1="http://schemas.microsoft.com/sharepoint/v3" xmlns:ns2="51addbf6-cd97-4f3e-bcc7-a2381a20af9f" xmlns:ns3="800cdfac-3bb6-46ea-8cac-b3a86bc27941" targetNamespace="http://schemas.microsoft.com/office/2006/metadata/properties" ma:root="true" ma:fieldsID="3ee15cf3b5c84fd0120f2521fd1ca569" ns1:_="" ns2:_="" ns3:_="">
    <xsd:import namespace="http://schemas.microsoft.com/sharepoint/v3"/>
    <xsd:import namespace="51addbf6-cd97-4f3e-bcc7-a2381a20af9f"/>
    <xsd:import namespace="800cdfac-3bb6-46ea-8cac-b3a86bc27941"/>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1addbf6-cd97-4f3e-bcc7-a2381a20af9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00cdfac-3bb6-46ea-8cac-b3a86bc2794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51addbf6-cd97-4f3e-bcc7-a2381a20af9f">AKVJQPKRQQH7-344864422-231</_dlc_DocId>
    <_dlc_DocIdUrl xmlns="51addbf6-cd97-4f3e-bcc7-a2381a20af9f">
      <Url>https://ebilgi.aselsan.com.tr/gnysite/fbyon/kim/_layouts/15/DocIdRedir.aspx?ID=AKVJQPKRQQH7-344864422-231</Url>
      <Description>AKVJQPKRQQH7-344864422-231</Description>
    </_dlc_DocIdUrl>
    <PublishingExpirationDate xmlns="http://schemas.microsoft.com/sharepoint/v3" xsi:nil="true"/>
    <PublishingStartDate xmlns="http://schemas.microsoft.com/sharepoint/v3" xsi:nil="true"/>
    <SharedWithUsers xmlns="800cdfac-3bb6-46ea-8cac-b3a86bc27941">
      <UserInfo>
        <DisplayName>Evrim Ayşen ANIL</DisplayName>
        <AccountId>13715</AccountId>
        <AccountType/>
      </UserInfo>
      <UserInfo>
        <DisplayName>Başak NALBANTOĞLU</DisplayName>
        <AccountId>18177</AccountId>
        <AccountType/>
      </UserInfo>
      <UserInfo>
        <DisplayName>Can Onur GERGER</DisplayName>
        <AccountId>917</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78E85DD4-F03E-44EB-8DE4-4DD7C8B080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1addbf6-cd97-4f3e-bcc7-a2381a20af9f"/>
    <ds:schemaRef ds:uri="800cdfac-3bb6-46ea-8cac-b3a86bc279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709281E-227A-43E0-BF29-1716AB5499AA}">
  <ds:schemaRefs>
    <ds:schemaRef ds:uri="http://purl.org/dc/terms/"/>
    <ds:schemaRef ds:uri="http://purl.org/dc/dcmitype/"/>
    <ds:schemaRef ds:uri="http://schemas.microsoft.com/sharepoint/v3"/>
    <ds:schemaRef ds:uri="http://schemas.microsoft.com/office/infopath/2007/PartnerControls"/>
    <ds:schemaRef ds:uri="http://purl.org/dc/elements/1.1/"/>
    <ds:schemaRef ds:uri="http://www.w3.org/XML/1998/namespace"/>
    <ds:schemaRef ds:uri="51addbf6-cd97-4f3e-bcc7-a2381a20af9f"/>
    <ds:schemaRef ds:uri="http://schemas.microsoft.com/office/2006/documentManagement/types"/>
    <ds:schemaRef ds:uri="http://schemas.openxmlformats.org/package/2006/metadata/core-properties"/>
    <ds:schemaRef ds:uri="800cdfac-3bb6-46ea-8cac-b3a86bc27941"/>
    <ds:schemaRef ds:uri="http://schemas.microsoft.com/office/2006/metadata/properties"/>
  </ds:schemaRefs>
</ds:datastoreItem>
</file>

<file path=customXml/itemProps3.xml><?xml version="1.0" encoding="utf-8"?>
<ds:datastoreItem xmlns:ds="http://schemas.openxmlformats.org/officeDocument/2006/customXml" ds:itemID="{BC776708-A014-4D09-84CC-31521924571B}">
  <ds:schemaRefs>
    <ds:schemaRef ds:uri="http://schemas.microsoft.com/sharepoint/v3/contenttype/forms"/>
  </ds:schemaRefs>
</ds:datastoreItem>
</file>

<file path=customXml/itemProps4.xml><?xml version="1.0" encoding="utf-8"?>
<ds:datastoreItem xmlns:ds="http://schemas.openxmlformats.org/officeDocument/2006/customXml" ds:itemID="{DE7B94FA-DB44-42E5-86CF-1299DE871408}">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16500</TotalTime>
  <Words>1203</Words>
  <Application>Microsoft Office PowerPoint</Application>
  <PresentationFormat>Widescreen</PresentationFormat>
  <Paragraphs>353</Paragraphs>
  <Slides>23</Slides>
  <Notes>14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23</vt:i4>
      </vt:variant>
    </vt:vector>
  </HeadingPairs>
  <TitlesOfParts>
    <vt:vector size="36" baseType="lpstr">
      <vt:lpstr>Calibri</vt:lpstr>
      <vt:lpstr>Source Sans Pro</vt:lpstr>
      <vt:lpstr>Calibri Light</vt:lpstr>
      <vt:lpstr>Segoe UI Semilight</vt:lpstr>
      <vt:lpstr>Trebuchet MS</vt:lpstr>
      <vt:lpstr>Segoe UI Black</vt:lpstr>
      <vt:lpstr>Segoe UI</vt:lpstr>
      <vt:lpstr>Posterama</vt:lpstr>
      <vt:lpstr>Poppins</vt:lpstr>
      <vt:lpstr>Arial</vt:lpstr>
      <vt:lpstr>Segoe UI Semibold</vt:lpstr>
      <vt:lpstr>Red Hat Display Light</vt:lpstr>
      <vt:lpstr>Office Teması</vt:lpstr>
      <vt:lpstr>PowerPoint Presentation</vt:lpstr>
      <vt:lpstr>Değişime  neden ihtiyaç vardı?</vt:lpstr>
      <vt:lpstr>PowerPoint Presentation</vt:lpstr>
      <vt:lpstr>PowerPoint Presentation</vt:lpstr>
      <vt:lpstr>PowerPoint Presentation</vt:lpstr>
      <vt:lpstr>PowerPoint Presentation</vt:lpstr>
      <vt:lpstr>PowerPoint Presentation</vt:lpstr>
      <vt:lpstr>Örnek sayfa tasarım-I</vt:lpstr>
      <vt:lpstr>Örnek sayfa tasarım-Iı</vt:lpstr>
      <vt:lpstr>Örnek sayfa tasarım-Iıı</vt:lpstr>
      <vt:lpstr>Örnek sayfa tasarım-Iv</vt:lpstr>
      <vt:lpstr>PowerPoint Presentation</vt:lpstr>
      <vt:lpstr>Örnek grafik tasarım-I</vt:lpstr>
      <vt:lpstr>Örnek grafik tasarım-II</vt:lpstr>
      <vt:lpstr>Örnek grafik tasarım-IIı</vt:lpstr>
      <vt:lpstr>Örnek tablo ORGANİZASYON</vt:lpstr>
      <vt:lpstr>PowerPoint Presentation</vt:lpstr>
      <vt:lpstr>PowerPoint Presentation</vt:lpstr>
      <vt:lpstr>PowerPoint Presentation</vt:lpstr>
      <vt:lpstr>Video başlığı</vt:lpstr>
      <vt:lpstr>Video başlığı</vt:lpstr>
      <vt:lpstr>PowerPoint Presentation</vt:lpstr>
      <vt:lpstr>PowerPoint Presentation</vt:lpstr>
    </vt:vector>
  </TitlesOfParts>
  <Manager>ASELSAN</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ASELSAN</dc:title>
  <dc:subject>ASELSAN</dc:subject>
  <dc:creator>Cemil Seyis</dc:creator>
  <cp:keywords>Gizlilik Derecesini Seçiniz</cp:keywords>
  <cp:lastModifiedBy>Utku ÇANKAYA</cp:lastModifiedBy>
  <cp:revision>333</cp:revision>
  <cp:lastPrinted>2024-07-04T05:35:52Z</cp:lastPrinted>
  <dcterms:created xsi:type="dcterms:W3CDTF">2022-10-12T20:35:02Z</dcterms:created>
  <dcterms:modified xsi:type="dcterms:W3CDTF">2025-03-28T06:16:10Z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8de9804a-634f-42d2-ad14-f7a5fad1b773</vt:lpwstr>
  </property>
  <property fmtid="{D5CDD505-2E9C-101B-9397-08002B2CF9AE}" pid="3" name="LANGUAGE">
    <vt:lpwstr>TR</vt:lpwstr>
  </property>
  <property fmtid="{D5CDD505-2E9C-101B-9397-08002B2CF9AE}" pid="4" name="CATEGORY">
    <vt:lpwstr>CT1</vt:lpwstr>
  </property>
  <property fmtid="{D5CDD505-2E9C-101B-9397-08002B2CF9AE}" pid="5" name="MILLICLASSIFICATION">
    <vt:lpwstr>AHc2n3B9s</vt:lpwstr>
  </property>
  <property fmtid="{D5CDD505-2E9C-101B-9397-08002B2CF9AE}" pid="6" name="KVKK">
    <vt:lpwstr>A65veE7AK</vt:lpwstr>
  </property>
  <property fmtid="{D5CDD505-2E9C-101B-9397-08002B2CF9AE}" pid="7" name="LABELING">
    <vt:lpwstr>Labeling2</vt:lpwstr>
  </property>
  <property fmtid="{D5CDD505-2E9C-101B-9397-08002B2CF9AE}" pid="8" name="ContentTypeId">
    <vt:lpwstr>0x0101003FBD396816AEB941A00F4DC137BAFD8F</vt:lpwstr>
  </property>
  <property fmtid="{D5CDD505-2E9C-101B-9397-08002B2CF9AE}" pid="9" name="_dlc_DocIdItemGuid">
    <vt:lpwstr>29fee65a-2332-4731-84f6-5010781061db</vt:lpwstr>
  </property>
</Properties>
</file>